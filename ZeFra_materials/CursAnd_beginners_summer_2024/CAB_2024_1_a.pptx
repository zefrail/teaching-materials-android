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7" r:id="rId2"/>
    <p:sldId id="266" r:id="rId3"/>
    <p:sldId id="304" r:id="rId4"/>
    <p:sldId id="298" r:id="rId5"/>
    <p:sldId id="299" r:id="rId6"/>
    <p:sldId id="306" r:id="rId7"/>
    <p:sldId id="307" r:id="rId8"/>
    <p:sldId id="308" r:id="rId9"/>
    <p:sldId id="300" r:id="rId10"/>
    <p:sldId id="302" r:id="rId11"/>
    <p:sldId id="29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כ"ד/סיון/תשפ"ד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כ"ד/סיון/תשפ"ד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כ"ד/סיון/תשפ"ד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כ"ד/סיון/תשפ"ד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כ"ד/סיון/תשפ"ד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כ"ד/סיון/תשפ"ד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כ"ד/סיון/תשפ"ד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כ"ד/סיון/תשפ"ד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כ"ד/סיון/תשפ"ד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כ"ד/סיון/תשפ"ד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כ"ד/סיון/תשפ"ד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כ"ד/סיון/תשפ"ד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כ"ד/סיון/תשפ"ד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כ"ד/סיון/תשפ"ד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כ"ד/סיון/תשפ"ד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כ"ד/סיון/תשפ"ד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כ"ד/סיון/תשפ"ד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כ"ד/סיון/תשפ"ד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3940938" y="955656"/>
            <a:ext cx="5485797" cy="424731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אנחנו לא מתכנתים.</a:t>
            </a:r>
          </a:p>
          <a:p>
            <a:pPr algn="ctr" rtl="1"/>
            <a:endParaRPr lang="he-IL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itchFamily="2" charset="-79"/>
              <a:cs typeface="Assistant" pitchFamily="2" charset="-79"/>
            </a:endParaRPr>
          </a:p>
          <a:p>
            <a:pPr algn="ctr" rtl="1"/>
            <a:r>
              <a:rPr lang="he-IL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אנחנו מורים.</a:t>
            </a:r>
          </a:p>
          <a:p>
            <a:pPr algn="ctr" rtl="1"/>
            <a:endParaRPr lang="he-IL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itchFamily="2" charset="-79"/>
              <a:cs typeface="Assistant" pitchFamily="2" charset="-79"/>
            </a:endParaRPr>
          </a:p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מטרתנו = ללמד.</a:t>
            </a:r>
            <a:endParaRPr lang="he-IL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34ED8EE-7E2E-1CE4-9A3B-10EF0D55B0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006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3863606" y="1295290"/>
            <a:ext cx="5509842" cy="424731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המטרה הסופית</a:t>
            </a:r>
          </a:p>
          <a:p>
            <a:pPr algn="ctr" rtl="1"/>
            <a:endParaRPr lang="he-IL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itchFamily="2" charset="-79"/>
              <a:cs typeface="Assistant" pitchFamily="2" charset="-79"/>
            </a:endParaRPr>
          </a:p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היא</a:t>
            </a:r>
          </a:p>
          <a:p>
            <a:pPr algn="ctr" rtl="1"/>
            <a:endParaRPr lang="he-IL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itchFamily="2" charset="-79"/>
              <a:cs typeface="Assistant" pitchFamily="2" charset="-79"/>
            </a:endParaRPr>
          </a:p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בגרות של תלמידינו.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658B18A-36CB-F420-A2E6-0E632B05D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5EF8599-76D3-FEA5-9150-9C10E6A85E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396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2005284" y="1185374"/>
            <a:ext cx="8888972" cy="507831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5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מצבינו מוזר משהו:</a:t>
            </a:r>
          </a:p>
          <a:p>
            <a:pPr algn="ctr" rtl="1"/>
            <a:r>
              <a:rPr lang="he-IL" sz="5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אנחנו מלמדים חומר מקצועי לגמרי</a:t>
            </a:r>
          </a:p>
          <a:p>
            <a:pPr algn="ctr" rtl="1"/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בעזרת כלים מקצועיים לגמרי,</a:t>
            </a:r>
          </a:p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itchFamily="2" charset="-79"/>
                <a:cs typeface="Assistant" pitchFamily="2" charset="-79"/>
              </a:rPr>
              <a:t>אבל</a:t>
            </a:r>
          </a:p>
          <a:p>
            <a:pPr algn="ctr" rtl="1"/>
            <a:r>
              <a:rPr lang="he-IL" sz="5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itchFamily="2" charset="-79"/>
                <a:cs typeface="Assistant" pitchFamily="2" charset="-79"/>
              </a:rPr>
              <a:t>ללא</a:t>
            </a:r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 תמיכה טכנית מקצועית</a:t>
            </a:r>
          </a:p>
          <a:p>
            <a:pPr algn="ctr" rtl="1"/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ועל מחשבים </a:t>
            </a:r>
            <a:r>
              <a:rPr lang="he-IL" sz="5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itchFamily="2" charset="-79"/>
                <a:cs typeface="Assistant" pitchFamily="2" charset="-79"/>
              </a:rPr>
              <a:t>לא</a:t>
            </a:r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 מקצועיים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D30A40-41BA-E917-A7FF-8EE00A62F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6814346-D23D-4349-D901-AD57CE9266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025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1111273" y="1097092"/>
            <a:ext cx="10128094" cy="494904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לעמוד בדרישות של משרד החינוך.</a:t>
            </a:r>
          </a:p>
          <a:p>
            <a:pPr algn="ctr" rtl="1">
              <a:lnSpc>
                <a:spcPct val="150000"/>
              </a:lnSpc>
            </a:pPr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לא</a:t>
            </a:r>
            <a:r>
              <a:rPr lang="he-IL" sz="5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 להגביל יצירתיות</a:t>
            </a:r>
          </a:p>
          <a:p>
            <a:pPr algn="ctr" rtl="1">
              <a:lnSpc>
                <a:spcPct val="150000"/>
              </a:lnSpc>
            </a:pPr>
            <a:r>
              <a:rPr lang="he-IL" sz="5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ורצון להשתמש בדברים מעבר לדרישות.</a:t>
            </a:r>
          </a:p>
          <a:p>
            <a:pPr algn="ctr" rtl="1">
              <a:lnSpc>
                <a:spcPct val="150000"/>
              </a:lnSpc>
            </a:pPr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לדאוג גם לעיצוב וגם לתכנות.</a:t>
            </a:r>
            <a:endParaRPr lang="he-IL" sz="54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69464DE-FE3F-F57F-9032-1810DF938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B200610-CF27-503E-C9FE-0017E0DDA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344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3325980" y="104872"/>
            <a:ext cx="5942652" cy="269336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5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מקורות מידע וידע</a:t>
            </a:r>
          </a:p>
          <a:p>
            <a:pPr algn="ctr" rtl="1">
              <a:lnSpc>
                <a:spcPct val="150000"/>
              </a:lnSpc>
            </a:pPr>
            <a:r>
              <a:rPr lang="he-IL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"באינטרנט יש </a:t>
            </a:r>
            <a:r>
              <a:rPr lang="he-IL" sz="4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הכל</a:t>
            </a:r>
            <a:r>
              <a:rPr lang="he-IL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"</a:t>
            </a:r>
          </a:p>
          <a:p>
            <a:pPr algn="ctr" rtl="1">
              <a:lnSpc>
                <a:spcPct val="150000"/>
              </a:lnSpc>
            </a:pPr>
            <a:r>
              <a:rPr lang="he-IL" sz="32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(</a:t>
            </a:r>
            <a:r>
              <a:rPr lang="he-IL" sz="32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itchFamily="2" charset="-79"/>
                <a:cs typeface="Assistant" pitchFamily="2" charset="-79"/>
              </a:rPr>
              <a:t>כן, אבל צריך למצוא משהו שמתאים...</a:t>
            </a:r>
            <a:r>
              <a:rPr lang="he-IL" sz="32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635E2B-8BAF-01FC-B3B3-40EB30AC7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97B0F3-4D89-2BB0-A1AA-50897CCBE8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838" y="3039164"/>
            <a:ext cx="3863706" cy="33141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6BE81D-7995-9637-5CAE-C067BC4F87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661" y="4696246"/>
            <a:ext cx="2461473" cy="15012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241EC8A-C659-1646-B44F-074D15CD92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0502" y="3627940"/>
            <a:ext cx="3953437" cy="27957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2E53C5D-8C05-056F-2445-DF4A46F577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809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2675161" y="104872"/>
            <a:ext cx="7244291" cy="30243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5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מקורות מידע וידע</a:t>
            </a:r>
          </a:p>
          <a:p>
            <a:pPr algn="ctr" rtl="1">
              <a:lnSpc>
                <a:spcPct val="150000"/>
              </a:lnSpc>
            </a:pPr>
            <a:r>
              <a:rPr lang="he-IL" sz="48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ספרים – כמעט ואין</a:t>
            </a:r>
          </a:p>
          <a:p>
            <a:pPr algn="ctr" rtl="1">
              <a:lnSpc>
                <a:spcPct val="150000"/>
              </a:lnSpc>
            </a:pPr>
            <a:r>
              <a:rPr lang="he-IL" sz="48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(פרט מספרים של זאב וחבריו...)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635E2B-8BAF-01FC-B3B3-40EB30AC7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1026" name="Picture 2" descr="Нет описания фото.">
            <a:extLst>
              <a:ext uri="{FF2B5EF4-FFF2-40B4-BE49-F238E27FC236}">
                <a16:creationId xmlns:a16="http://schemas.microsoft.com/office/drawing/2014/main" id="{4D871E8F-31E7-4D9A-ACF7-BDAEEF957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792" y="2991551"/>
            <a:ext cx="2639467" cy="3519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Нет описания фото.">
            <a:extLst>
              <a:ext uri="{FF2B5EF4-FFF2-40B4-BE49-F238E27FC236}">
                <a16:creationId xmlns:a16="http://schemas.microsoft.com/office/drawing/2014/main" id="{50F52796-2B3E-728B-C71E-399D062028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0021" y="3266605"/>
            <a:ext cx="4533891" cy="2554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58DCD73-4A7E-5168-AA1D-A7758DBE44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08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3206554" y="104872"/>
            <a:ext cx="6181499" cy="30243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5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מקורות מידע וידע</a:t>
            </a:r>
          </a:p>
          <a:p>
            <a:pPr algn="ctr" rtl="1">
              <a:lnSpc>
                <a:spcPct val="150000"/>
              </a:lnSpc>
            </a:pPr>
            <a:r>
              <a:rPr lang="en-US" sz="4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Stackoverflow</a:t>
            </a:r>
            <a:r>
              <a:rPr lang="he-IL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 – בהחלט!</a:t>
            </a:r>
          </a:p>
          <a:p>
            <a:pPr algn="ctr" rtl="1">
              <a:lnSpc>
                <a:spcPct val="150000"/>
              </a:lnSpc>
            </a:pPr>
            <a:r>
              <a:rPr lang="en-US" sz="4800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Appschool</a:t>
            </a:r>
            <a:r>
              <a:rPr lang="he-IL" sz="48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 – כמובן!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635E2B-8BAF-01FC-B3B3-40EB30AC7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0B46B9-00C1-562A-62A9-A8EE67E64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227" y="3595616"/>
            <a:ext cx="3932631" cy="17362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CE2455-5525-4BFB-1DAF-3159C666D3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9946" y="3175656"/>
            <a:ext cx="5079421" cy="257621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5488716-FE1D-5781-54E4-E91E4F4D60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083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2675160" y="104872"/>
            <a:ext cx="7244291" cy="50602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5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מקורות מידע וידע</a:t>
            </a:r>
          </a:p>
          <a:p>
            <a:pPr algn="ctr" rtl="1">
              <a:lnSpc>
                <a:spcPct val="150000"/>
              </a:lnSpc>
            </a:pPr>
            <a:endParaRPr lang="he-IL" sz="4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itchFamily="2" charset="-79"/>
              <a:cs typeface="Assistant" pitchFamily="2" charset="-79"/>
            </a:endParaRPr>
          </a:p>
          <a:p>
            <a:pPr algn="ctr" rtl="1">
              <a:lnSpc>
                <a:spcPct val="150000"/>
              </a:lnSpc>
            </a:pPr>
            <a:r>
              <a:rPr lang="en-US" sz="8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Baskerville Old Face" panose="02020602080505020303" pitchFamily="18" charset="0"/>
                <a:cs typeface="Assistant" pitchFamily="2" charset="-79"/>
              </a:rPr>
              <a:t>AI</a:t>
            </a:r>
            <a:endParaRPr lang="he-IL" sz="88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Baskerville Old Face" panose="02020602080505020303" pitchFamily="18" charset="0"/>
              <a:cs typeface="Assistant" pitchFamily="2" charset="-79"/>
            </a:endParaRPr>
          </a:p>
          <a:p>
            <a:pPr algn="ctr" rtl="1">
              <a:lnSpc>
                <a:spcPct val="150000"/>
              </a:lnSpc>
            </a:pPr>
            <a:r>
              <a:rPr lang="en-US" sz="4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Baskerville Old Face" panose="02020602080505020303" pitchFamily="18" charset="0"/>
                <a:cs typeface="Assistant" pitchFamily="2" charset="-79"/>
              </a:rPr>
              <a:t>Gemini / ChatGPT / Copilot</a:t>
            </a:r>
            <a:endParaRPr lang="he-IL" sz="2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Baskerville Old Face" panose="02020602080505020303" pitchFamily="18" charset="0"/>
              <a:cs typeface="Assistant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635E2B-8BAF-01FC-B3B3-40EB30AC7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5488716-FE1D-5781-54E4-E91E4F4D60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102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1708507" y="-2066"/>
            <a:ext cx="9219190" cy="58169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5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מקורות מידע וידע</a:t>
            </a:r>
            <a:endParaRPr lang="he-IL" sz="5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endParaRPr lang="he-IL" sz="5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>
              <a:lnSpc>
                <a:spcPct val="150000"/>
              </a:lnSpc>
            </a:pPr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"אם לך יש תפוח ולי יש תפוח ונחליף,</a:t>
            </a:r>
          </a:p>
          <a:p>
            <a:pPr algn="ctr" rtl="1">
              <a:lnSpc>
                <a:spcPct val="150000"/>
              </a:lnSpc>
            </a:pPr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לכל אחד יהיה תפוח אחד.</a:t>
            </a:r>
          </a:p>
          <a:p>
            <a:pPr algn="ctr" rtl="1">
              <a:lnSpc>
                <a:spcPct val="150000"/>
              </a:lnSpc>
            </a:pPr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אם לך יש רעיון ולי יש רעין ונחליף,</a:t>
            </a:r>
          </a:p>
          <a:p>
            <a:pPr algn="ctr" rtl="1">
              <a:lnSpc>
                <a:spcPct val="150000"/>
              </a:lnSpc>
            </a:pPr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לכל אחד יהיו שני רעיונות"</a:t>
            </a:r>
          </a:p>
        </p:txBody>
      </p:sp>
      <p:sp>
        <p:nvSpPr>
          <p:cNvPr id="3" name="מלבן 2"/>
          <p:cNvSpPr/>
          <p:nvPr/>
        </p:nvSpPr>
        <p:spPr>
          <a:xfrm>
            <a:off x="8300541" y="5708469"/>
            <a:ext cx="3119123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George Bernard Shaw</a:t>
            </a:r>
            <a:endParaRPr lang="he-IL" sz="2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FE188D-4FDD-D167-615F-EDA9657EE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CB800A-59AD-DA7D-0455-C4DA69C0F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223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539643" y="704948"/>
            <a:ext cx="11667297" cy="507831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5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מקורות מידע וידע: </a:t>
            </a:r>
            <a:r>
              <a:rPr lang="he-IL" sz="5400" b="1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Guttman-Aram" panose="02010401010101010101" pitchFamily="2" charset="-79"/>
                <a:cs typeface="Guttman-Aram" panose="02010401010101010101" pitchFamily="2" charset="-79"/>
              </a:rPr>
              <a:t>סז"מ</a:t>
            </a:r>
            <a:endParaRPr lang="he-IL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2">
                  <a:lumMod val="75000"/>
                </a:schemeClr>
              </a:solidFill>
              <a:latin typeface="Guttman-Aram" panose="02010401010101010101" pitchFamily="2" charset="-79"/>
              <a:cs typeface="Guttman-Aram" panose="02010401010101010101" pitchFamily="2" charset="-79"/>
            </a:endParaRPr>
          </a:p>
          <a:p>
            <a:pPr algn="ctr" rtl="1"/>
            <a:endParaRPr lang="he-IL" sz="5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r" rtl="1"/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בלוג </a:t>
            </a:r>
            <a:r>
              <a:rPr lang="en-U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https://daatec.blogspot.com/</a:t>
            </a:r>
          </a:p>
          <a:p>
            <a:pPr algn="r" rtl="1"/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cs typeface="Shmulik CLM" panose="02000603000000000000" pitchFamily="2" charset="-79"/>
              </a:rPr>
              <a:t>בלוג</a:t>
            </a:r>
            <a:r>
              <a:rPr lang="he-IL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https://zefra-android.blogspot.com/</a:t>
            </a:r>
          </a:p>
          <a:p>
            <a:pPr algn="r" rtl="1"/>
            <a:r>
              <a:rPr lang="en-US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cs typeface="Shmulik CLM" panose="02000603000000000000" pitchFamily="2" charset="-79"/>
              </a:rPr>
              <a:t>Telegram</a:t>
            </a:r>
            <a:r>
              <a:rPr lang="he-IL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https://t.me/zefra_android</a:t>
            </a:r>
          </a:p>
          <a:p>
            <a:pPr algn="r" rtl="1"/>
            <a:endParaRPr lang="he-IL" sz="5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898AF0B-97D9-7729-4F02-3C3662DFB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87AD783-4A20-6348-9504-C031A89D23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471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3449380" y="2375375"/>
            <a:ext cx="636103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9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עכשיו נתחיל</a:t>
            </a:r>
            <a:endParaRPr lang="he-IL" sz="9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644698-AE01-4E8D-03C8-A822E1535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9FDC89F-C48D-997A-82BB-18087A096B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8275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531</TotalTime>
  <Words>185</Words>
  <Application>Microsoft Office PowerPoint</Application>
  <PresentationFormat>Widescreen</PresentationFormat>
  <Paragraphs>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Assistant</vt:lpstr>
      <vt:lpstr>Baskerville Old Face</vt:lpstr>
      <vt:lpstr>Guttman-Aram</vt:lpstr>
      <vt:lpstr>Lucida Sans Unicode</vt:lpstr>
      <vt:lpstr>Shmulik CLM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95</cp:revision>
  <dcterms:created xsi:type="dcterms:W3CDTF">2019-01-05T16:01:25Z</dcterms:created>
  <dcterms:modified xsi:type="dcterms:W3CDTF">2024-06-30T13:35:32Z</dcterms:modified>
</cp:coreProperties>
</file>