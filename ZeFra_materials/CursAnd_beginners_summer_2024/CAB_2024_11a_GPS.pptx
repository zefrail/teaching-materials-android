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25" r:id="rId3"/>
    <p:sldId id="326" r:id="rId4"/>
    <p:sldId id="327" r:id="rId5"/>
    <p:sldId id="339" r:id="rId6"/>
    <p:sldId id="328" r:id="rId7"/>
    <p:sldId id="330" r:id="rId8"/>
    <p:sldId id="331" r:id="rId9"/>
    <p:sldId id="336" r:id="rId10"/>
    <p:sldId id="333" r:id="rId11"/>
    <p:sldId id="340" r:id="rId12"/>
    <p:sldId id="341" r:id="rId13"/>
    <p:sldId id="334" r:id="rId14"/>
    <p:sldId id="32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8T07:38:48.8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1 221,'0'1,"1"0,-1 1,1-1,-1 0,1 0,0 0,-1 0,1 0,0 0,0 0,0 0,0 0,0 0,0 0,0-1,0 1,0 0,0-1,0 1,1-1,-1 1,0-1,0 0,1 1,-1-1,0 0,3 0,40 5,-38-4,365 1,-191-4,524 2,-677-1,1-2,29-6,39-4,17 11,45-3,-137 2,1 0,-1-1,0-2,0 0,26-12,-27 10,0 1,0 1,1 1,0 1,0 0,22 0,130 4,-73 3,583-3,-665-2,0-1,0-1,0 0,-1-1,1-1,-1-1,17-9,-7 4,33-15,-45 18,1 1,1 1,-1 1,1 0,0 1,1 1,29-4,254 8,-137 2,601-2,-744 1,0 1,35 9,-34-6,1-1,25 1,383-4,-205-3,-199 3,0 2,32 7,-30-5,46 4,50-11,51 4,-92 11,-54-8,47 4,-44-7,41 9,-41-5,46 2,604-7,-329-3,-209 0,161 5,-209 11,-65-8,50 2,565-6,-311-4,1215 2,-1509 2,56 10,34 1,564-11,-336-4,167 2,-500 1,1 2,31 7,-28-5,45 4,500-8,-278-3,1914 2,-2188 2,1 0,-1 2,1 1,24 9,-19-6,-1-1,34 4,138 7,-70-8,166-8,-139-4,207 2,-352 1,1 1,-1 0,1 1,-1 1,0 0,19 8,-17-6,0-1,-1 0,2-1,28 4,245-6,-139-4,1264 2,-1456-11,20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8T07:38:52.0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0,'1154'0,"-1116"2,59 10,-57-6,54 2,887-7,-434-3,-527 3,0 1,-1 1,20 6,-18-4,1-1,28 1,490-3,-260-4,-241 3,60 12,-59-7,55 2,-71-8,8 0,1 1,-1 1,49 10,-40-5,1-2,0-2,0-2,45-4,3 1,-59 3,61 12,-60-7,58 2,540-9,-611 2,-1 2,1 0,-1 1,0 0,23 10,42 10,-56-17,-1 1,39 17,-46-16,0-1,0-2,1 0,0 0,40 4,296-9,-166-3,329 2,-499 1,1 1,36 8,-35-5,0-1,26 1,511-3,-269-4,664 2,-930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ערוך סגנונות טקסט של תבנית בסיס</a:t>
            </a:r>
          </a:p>
          <a:p>
            <a:pPr lvl="1"/>
            <a:r>
              <a:rPr lang="he-IL" dirty="0"/>
              <a:t>רמה שניה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fld id="{5E748D9F-4EFE-4FE5-BF7F-6AC227598A2D}" type="datetimeFigureOut">
              <a:rPr lang="he-IL" smtClean="0"/>
              <a:pPr/>
              <a:t>כ"ד/אב/תשפ"ד</a:t>
            </a:fld>
            <a:endParaRPr lang="he-I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fld id="{4B562934-B4D1-4DE2-88B1-01B939A996EC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440046" y="1970337"/>
            <a:ext cx="4360489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זיהוי מיקום</a:t>
            </a:r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en-US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CAB93-36E1-E2B5-858C-8009A5A8E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486400" y="1979874"/>
            <a:ext cx="6596743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קודם כל צריך להזכיר לתלמידים</a:t>
            </a:r>
          </a:p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נושא "מיקום על פני כדור הארץ" מגיאוגרפיה</a:t>
            </a:r>
          </a:p>
          <a:p>
            <a:pPr algn="ctr" rtl="1"/>
            <a:endParaRPr lang="he-IL" sz="2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 אורך=</a:t>
            </a:r>
            <a:r>
              <a:rPr lang="en-US" sz="2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Longitude</a:t>
            </a:r>
            <a:endParaRPr lang="he-IL" sz="2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Meridian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 רוחב=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Latitude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Circle of latitude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026" name="Picture 2" descr="מה ההבדל בין קו אורך ורוח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7263"/>
            <a:ext cx="5329646" cy="542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658DEE-CB17-8AFD-0549-B83F3EE70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DA5AC4AF-EB20-7D0D-5ED8-F60723219946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CEF6EB-F885-4946-950F-AE9D3931E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5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1720681"/>
            <a:ext cx="913093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קיימת מערכת מידע עולמי אשר מספקת נתיני מיקום על פני כדור הארץ: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</a:p>
          <a:p>
            <a:pPr algn="ctr" rtl="1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(global positioning system)</a:t>
            </a: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מבוססת על מערכת לוויינים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משדרים מידע על מיקום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(שייכת למשרד ההגנה של ארה"ב)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98CFB-DFF2-7AAC-B841-BCC3F1841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32DDA13C-B075-FE76-010A-0B2EADC6C546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275B0B-F279-1282-7790-5397E3066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5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49835" y="1897662"/>
            <a:ext cx="9130938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טלפונים כחמים </a:t>
            </a:r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וטבלטים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יכולים לקלוט איתותי לוויני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כי מכשירים מכילים רכיבים אלקטרוניים מתאימים.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עקרוני אין צורך בחיבור לאינטרנט,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זה עלול להקשות על </a:t>
            </a:r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תיפקוד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בזיהוי מיקום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(אבל מומלץ גם שימוש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WiFi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507DD-67B9-69FB-DE67-5077863CD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526C39E8-E908-5511-F004-6B777FE94996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8F30B-A0BD-8973-D81D-C99C4F212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7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49835" y="1907494"/>
            <a:ext cx="913093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חשוב: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מכשיר נייד דורש זמן מה</a:t>
            </a:r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להתחבר למערכת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(בין 2-8 שניות למספר דקות).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חשוב: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קליטת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מאוד תלויה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באופייני הסביבה, קיימים סיבות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להחלשה ולפעמים אי-קליטה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איתותי לוויינים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E0F610-1CA5-D1A4-9D29-A592CEA8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0B52A5EA-6AC4-6020-C129-0EA5AB386615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E4F7E-860F-328A-3DB8-348953516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3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658982" y="2055680"/>
            <a:ext cx="913093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הצגת נתוני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יכולה להיות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בצרה מספרית (מקורית)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בצורה הגרפית (מפות)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המשתמשת בצורה המקורית.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מקובל גם להציג נתוני מיקום בצורות אחרות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(בגיאוגרפיה, למשל)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690DD-93E4-01BC-4743-5856534B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5EAD8C7B-E680-D90F-470F-530EB2EF1A0D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BAB6D-7759-0B5B-7344-40973AC5A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9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436913" y="2467933"/>
            <a:ext cx="9130938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קודם כל לרשום הרשאות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לפעמים דרושים הרשאות נוספות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16" y="3668262"/>
            <a:ext cx="11409868" cy="1632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8534A1-789F-674E-3434-00C8FFD36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B370F692-7820-56BC-7DAA-B488678BA762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7FFEA-B0A5-9B77-ADD6-F47560D10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3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97584" y="1642025"/>
            <a:ext cx="913093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לפי מדיניות "מילה אחרונה – של משתמש"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גם להוסיף בקשת אישור מהמשתמש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ואפילו בדיקות "האן אישור השתנה"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אקטיביטי)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64" y="4102402"/>
            <a:ext cx="9412839" cy="22271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53E959-4850-8CE7-8441-50A9355E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DE7054D0-F58D-CDF9-3999-943112B52BA7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1EB24-9FE8-FAE1-5603-A7A55FE4F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6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279596" y="1386379"/>
            <a:ext cx="913093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זיהוי מיקום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אך ורק על ידי שימוש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ללא שימוש באינטרנט!)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D660A-D8A7-0228-CBA6-B1DAEDFDB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7" y="3870173"/>
            <a:ext cx="5981559" cy="1842369"/>
          </a:xfrm>
          <a:prstGeom prst="rect">
            <a:avLst/>
          </a:prstGeom>
        </p:spPr>
      </p:pic>
      <p:sp>
        <p:nvSpPr>
          <p:cNvPr id="8" name="הסבר קווי 1 2">
            <a:extLst>
              <a:ext uri="{FF2B5EF4-FFF2-40B4-BE49-F238E27FC236}">
                <a16:creationId xmlns:a16="http://schemas.microsoft.com/office/drawing/2014/main" id="{8C8F2AD6-0154-114F-D373-33A36FDF0B69}"/>
              </a:ext>
            </a:extLst>
          </p:cNvPr>
          <p:cNvSpPr/>
          <p:nvPr/>
        </p:nvSpPr>
        <p:spPr>
          <a:xfrm flipH="1">
            <a:off x="8000279" y="3486698"/>
            <a:ext cx="3690275" cy="766950"/>
          </a:xfrm>
          <a:prstGeom prst="borderCallout1">
            <a:avLst>
              <a:gd name="adj1" fmla="val 51278"/>
              <a:gd name="adj2" fmla="val 100027"/>
              <a:gd name="adj3" fmla="val 142005"/>
              <a:gd name="adj4" fmla="val 15595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משתנה לעיבוד נתוני לוויין</a:t>
            </a:r>
          </a:p>
        </p:txBody>
      </p:sp>
      <p:sp>
        <p:nvSpPr>
          <p:cNvPr id="10" name="הסבר קווי 1 2">
            <a:extLst>
              <a:ext uri="{FF2B5EF4-FFF2-40B4-BE49-F238E27FC236}">
                <a16:creationId xmlns:a16="http://schemas.microsoft.com/office/drawing/2014/main" id="{8DA45069-928D-A6EB-1F76-03C005408BF0}"/>
              </a:ext>
            </a:extLst>
          </p:cNvPr>
          <p:cNvSpPr/>
          <p:nvPr/>
        </p:nvSpPr>
        <p:spPr>
          <a:xfrm flipH="1">
            <a:off x="7739723" y="4704671"/>
            <a:ext cx="2977437" cy="766950"/>
          </a:xfrm>
          <a:prstGeom prst="borderCallout1">
            <a:avLst>
              <a:gd name="adj1" fmla="val 51278"/>
              <a:gd name="adj2" fmla="val 100027"/>
              <a:gd name="adj3" fmla="val 43291"/>
              <a:gd name="adj4" fmla="val 15133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מאזין לשינוי המידע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22016F-1A7E-6D4F-302E-231CCF9E2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4">
            <a:extLst>
              <a:ext uri="{FF2B5EF4-FFF2-40B4-BE49-F238E27FC236}">
                <a16:creationId xmlns:a16="http://schemas.microsoft.com/office/drawing/2014/main" id="{A0C36684-BA48-0E28-66AE-54F4EA086E9C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90B501-BA22-A943-51BA-3080553A2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2360170"/>
            <a:ext cx="91309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אתחול משתנים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99AF1-B31B-F0DB-C33D-14A40AE6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304" y="3429000"/>
            <a:ext cx="8499990" cy="1182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70F475-0131-FADB-3023-8F7F32BA3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0" name="מלבן 4">
            <a:extLst>
              <a:ext uri="{FF2B5EF4-FFF2-40B4-BE49-F238E27FC236}">
                <a16:creationId xmlns:a16="http://schemas.microsoft.com/office/drawing/2014/main" id="{D4E98818-00C3-6A53-A453-CCC962920024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EA5B86-1E9B-043B-07CE-3F206B0CD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8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1239292"/>
            <a:ext cx="91309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אתחול מאזין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DC521B-5974-3D13-E88D-03541A9FA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421" y="2013956"/>
            <a:ext cx="7397159" cy="46772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5FD689-1A06-4A4E-E4B1-2413C52BF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F38562A7-6EAF-BB36-464D-3D9F6B5FBAC7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9CD9E-E494-FC3F-5E80-C6C5CF79C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57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2009853"/>
            <a:ext cx="913093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נתוני מיקום והצגתם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נתונים משתנים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3B3CC-72DE-5D33-8D1D-6FEDD7D5B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20" y="3609231"/>
            <a:ext cx="9309397" cy="21426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6908EE-3FC3-D178-59D2-001027324ADC}"/>
                  </a:ext>
                </a:extLst>
              </p14:cNvPr>
              <p14:cNvContentPartPr/>
              <p14:nvPr/>
            </p14:nvContentPartPr>
            <p14:xfrm>
              <a:off x="1405777" y="4049981"/>
              <a:ext cx="6979680" cy="12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6908EE-3FC3-D178-59D2-001027324A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2137" y="3942341"/>
                <a:ext cx="70873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F070B23-9FA8-D80C-A493-B3E4E15060B3}"/>
                  </a:ext>
                </a:extLst>
              </p14:cNvPr>
              <p14:cNvContentPartPr/>
              <p14:nvPr/>
            </p14:nvContentPartPr>
            <p14:xfrm>
              <a:off x="1946497" y="4139261"/>
              <a:ext cx="3322800" cy="109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F070B23-9FA8-D80C-A493-B3E4E15060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2857" y="4031261"/>
                <a:ext cx="3430440" cy="3250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4B2BB4D-6D04-ACE2-5FAA-A5C8F63D92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4A9EC712-20AA-4D18-97EA-C1687E104165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216EED-5966-0733-1626-8F09AB8C3A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67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436913" y="1412076"/>
            <a:ext cx="913093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בדיקת אישורי משתמש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והפעלת מאזין לפי צורך (לפי מיקום או זמן)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63D351-A8CF-B516-8536-53C31C85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709" y="2969343"/>
            <a:ext cx="8662394" cy="37124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7AF253-1353-DF81-689D-0181F1EF0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4">
            <a:extLst>
              <a:ext uri="{FF2B5EF4-FFF2-40B4-BE49-F238E27FC236}">
                <a16:creationId xmlns:a16="http://schemas.microsoft.com/office/drawing/2014/main" id="{BD9BDCE3-DA96-8C1C-679A-CF014F3787A6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328974-0804-8577-03BC-71EA178F35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35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8">
            <a:extLst>
              <a:ext uri="{FF2B5EF4-FFF2-40B4-BE49-F238E27FC236}">
                <a16:creationId xmlns:a16="http://schemas.microsoft.com/office/drawing/2014/main" id="{DC343AF3-D67C-CADA-FE70-0DFDA48BDE8D}"/>
              </a:ext>
            </a:extLst>
          </p:cNvPr>
          <p:cNvSpPr/>
          <p:nvPr/>
        </p:nvSpPr>
        <p:spPr>
          <a:xfrm>
            <a:off x="1436913" y="1412076"/>
            <a:ext cx="91309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בדיקה נוספת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097B6-5E2F-8DBB-E9B0-2F499A2F7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299" y="2399253"/>
            <a:ext cx="8550381" cy="4320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248D90-8D8B-2C00-99A1-78C0AB664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CB5A5E17-3069-7201-68D8-ADCF9702FF2D}"/>
              </a:ext>
            </a:extLst>
          </p:cNvPr>
          <p:cNvSpPr/>
          <p:nvPr/>
        </p:nvSpPr>
        <p:spPr>
          <a:xfrm>
            <a:off x="8868697" y="56709"/>
            <a:ext cx="19861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471D7F-3150-C1A4-FFC8-47C83F947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45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4896</TotalTime>
  <Words>267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Assistant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428</cp:revision>
  <dcterms:created xsi:type="dcterms:W3CDTF">2019-01-05T16:01:25Z</dcterms:created>
  <dcterms:modified xsi:type="dcterms:W3CDTF">2024-08-28T07:45:59Z</dcterms:modified>
</cp:coreProperties>
</file>