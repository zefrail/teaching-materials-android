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39" r:id="rId3"/>
    <p:sldId id="261" r:id="rId4"/>
    <p:sldId id="262" r:id="rId5"/>
    <p:sldId id="263" r:id="rId6"/>
    <p:sldId id="266" r:id="rId7"/>
    <p:sldId id="340" r:id="rId8"/>
    <p:sldId id="341" r:id="rId9"/>
    <p:sldId id="342" r:id="rId10"/>
    <p:sldId id="343" r:id="rId11"/>
    <p:sldId id="34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7T15:45:27.997"/>
    </inkml:context>
    <inkml:brush xml:id="br0">
      <inkml:brushProperty name="width" value="0.05" units="cm"/>
      <inkml:brushProperty name="height" value="0.3" units="cm"/>
      <inkml:brushProperty name="color" value="#E71224"/>
      <inkml:brushProperty name="inkEffects" value="pencil"/>
    </inkml:brush>
  </inkml:definitions>
  <inkml:trace contextRef="#ctx0" brushRef="#br0">1 898 1200 225000 89986,'0'0'0'0'0,"0"0"8"0"0,0 0-8 0 0,0 0 0 0 0,0 0 0 0 0,0 0 0 0 0,2-4 0 0 0,2-1 0 0 0,0-2 0 0 0,0 0 0 0 0,-1 0 0 0 0,0 1 0 0 0,0 0 8 0 0,0 1 0 0 0,-1 1 0 0 0,1 0 16 0 0,-1 1 8 0 0,-1 0 16 0 0,1 1-16 0 0,-1 0 16 0 0,1-1-16 0 0,0 1 16 0 0,-1 1 40 0 0,-1-2 0 0 0,1 0 56 0 0,0 0 0 0 0,-1 2 32 0 0,0-2 0 0 0,0 0-8 0 0,0 1 16 0 0,1-2-32 0 0,0 0 0 0 0,0-2-8 0 0,1-3 8 0 0,0-1-48 0 0,1-3 8 0 0,1 0-16 0 0,-1 0 8 0 0,0-1-32 0 0,0 1 8 0 0,0-1-8 0 0,-1 0 0 0 0,0-1-24 0 0,1 1 16 0 0,0-1-16 0 0,1 0-8 0 0,1 1 8 0 0,-1 0 8 0 0,1 1-24 0 0,-1 1 16 0 0,0 1-16 0 0,0-1 8 0 0,0 0-16 0 0,1-1 16 0 0,1-1-24 0 0,1 0 8 0 0,-1-1 0 0 0,1 2 0 0 0,-1 2-8 0 0,2 1 0 0 0,0 0 8 0 0,2 0-8 0 0,1-1-8 0 0,2 1 0 0 0,2-2 0 0 0,1 1 0 0 0,2-1-8 0 0,0 0 16 0 0,0 0-16 0 0,1 1 8 0 0,2 0-8 0 0,1 1 8 0 0,1 1-8 0 0,3 1 0 0 0,0 0 0 0 0,3 2 0 0 0,1-1 0 0 0,0 1 0 0 0,-1-1 0 0 0,-2 1 8 0 0,1 0-8 0 0,0 0 0 0 0,1-2 0 0 0,-1 0 0 0 0,0 1 0 0 0,-3-1 0 0 0,0 1 0 0 0,-2-1 0 0 0,1 0 0 0 0,1 0 0 0 0,0-1 0 0 0,-1 0 0 0 0,-1 2 0 0 0,0 0 8 0 0,0 0-8 0 0,2-2 8 0 0,2-1-8 0 0,1 0 8 0 0,1 0-8 0 0,1 0 8 0 0,0-1-8 0 0,1 0 16 0 0,-1 0-16 0 0,-1 0 8 0 0,0 1-8 0 0,-1 1 0 0 0,-3 2 0 0 0,-1 1 0 0 0,-5 0 0 0 0,-5 3 8 0 0,-3 0-8 0 0,-3 0 8 0 0,-3 2 0 0 0,-2 0 0 0 0,-2 1 0 0 0,-1 0 8 0 0,-1 0 0 0 0,-1 2-8 0 0,-1 1-3664 0 0,1 0 2448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7T15:46:05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416 325 17183 0 0,'0'0'2794'0'0,"-1"-4"-2502"0"0,0 1-262 0 0,1 2-29 0 0,0 0 0 0 0,0 0 0 0 0,0 0 0 0 0,0 0 0 0 0,0 0 0 0 0,-1 0 0 0 0,1 0 0 0 0,0 0-1 0 0,-1 0 1 0 0,1 0 0 0 0,-1 0 0 0 0,1 0 0 0 0,-1 1 0 0 0,1-1 0 0 0,-1 0 0 0 0,0 0 0 0 0,1 0 0 0 0,-1 1-1 0 0,0-1 1 0 0,1 0 0 0 0,-1 1 0 0 0,0-1 0 0 0,0 1 0 0 0,0-1 0 0 0,0 1 0 0 0,0-1 0 0 0,0 1 0 0 0,0 0-1 0 0,0-1 1 0 0,0 1 0 0 0,0 0 0 0 0,0 0 0 0 0,0 0 0 0 0,0-1 0 0 0,0 1 0 0 0,-1 0 0 0 0,-2-1-5 0 0,-21-1-20 0 0,-7 2 2108 0 0,51-3-435 0 0,29-11-864 0 0,0 3 0 0 0,71-9 1 0 0,-67 13-118 0 0,101-27 0 0 0,-71 12-397 0 0,0 3 0 0 0,2 4 0 0 0,114-5 0 0 0,-119 14-168 0 0,161-10 284 0 0,-149 17-268 0 0,41-2 28 0 0,59 0 23 0 0,4-1-36 0 0,105-12 54 0 0,97-8-36 0 0,71-8-94 0 0,12 3-11 0 0,108 20 66 0 0,-282 25-59 0 0,-111-1-30 0 0,-90-12-19 0 0,399 6 71 0 0,51-26 3 0 0,-221 3-58 0 0,45 0 8 0 0,-27 4-6 0 0,186 4 57 0 0,-117 33 63 0 0,-333-22-115 0 0,305 9 63 0 0,-88-5-64 0 0,-183-5-18 0 0,176 14-3 0 0,-223-11-6 0 0,145 37 0 0 0,-77-1 4 0 0,244 114 0 0 0,-345-139 7 0 0,-1 2 1 0 0,-1 2-1 0 0,-2 2 1 0 0,62 52-1 0 0,-77-57 3 0 0,-2 1 0 0 0,0 1 0 0 0,-2 1 1 0 0,0 0-1 0 0,-2 2 0 0 0,0 0 0 0 0,-2 1 0 0 0,12 30 0 0 0,74 206 84 0 0,-34-85-45 0 0,34 127-19 0 0,-7-15-19 0 0,-79-251-15 0 0,-2 2 0 0 0,-1 0 0 0 0,-3 0 0 0 0,9 75 0 0 0,-17-95 0 0 0,0 0 0 0 0,-2-1 0 0 0,0 1 0 0 0,-1 0 0 0 0,-1-1 0 0 0,-1 1 0 0 0,0-1 0 0 0,-2 0 0 0 0,-1-1 0 0 0,0 1 0 0 0,-18 32 0 0 0,16-39 2 0 0,0 0 0 0 0,-2 0 0 0 0,0-1 0 0 0,0 0 0 0 0,-1 0 0 0 0,0-2 0 0 0,-1 1 0 0 0,0-2 0 0 0,-1 0 0 0 0,0 0-1 0 0,0-1 1 0 0,-1-1 0 0 0,0-1 0 0 0,-17 6 0 0 0,-28 6 2 0 0,0-2 0 0 0,-84 10 1 0 0,94-18-7 0 0,-157 25 26 0 0,-395 14 0 0 0,93-22-24 0 0,487-23 0 0 0,-895 88 0 0 0,501-37 4 0 0,282-37 7 0 0,-619 18 6 0 0,523-25 3 0 0,-435 73 0 0 0,33 11 29 0 0,511-83-20 0 0,-1-6-1 0 0,-189-18 1 0 0,-450-21 4 0 0,247 22-49 0 0,-135-2 16 0 0,554 9 0 0 0,-349-27 0 0 0,51 25 0 0 0,233 10 0 0 0,-107-8-9 0 0,199 1 6 0 0,-128-28-1 0 0,-79-43-12 0 0,221 57 14 0 0,1-2 0 0 0,1-2 0 0 0,-51-32 0 0 0,73 35 2 0 0,0-1 0 0 0,2-2 0 0 0,0-1 0 0 0,2-1 0 0 0,0-2 0 0 0,2 0 0 0 0,-22-33 0 0 0,-126-223 0 0 0,149 243 0 0 0,-12-25 0 0 0,2-1 0 0 0,4-2 0 0 0,-26-87 0 0 0,5-112 0 0 0,40 198 0 0 0,0-29 0 0 0,4-1 1 0 0,9-119-1 0 0,-3 124 13 0 0,-1 51-7 0 0,2 0 0 0 0,8-53 0 0 0,-7 79-6 0 0,1 1 0 0 0,1 0 0 0 0,0 0 0 0 0,1 1 0 0 0,1-1 0 0 0,0 1 0 0 0,1 0 0 0 0,1 1 0 0 0,0 0 0 0 0,1 0 0 0 0,16-19 0 0 0,160-173-23 0 0,-164 184 20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7T15:46:09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231 475 16072 0 0,'0'0'687'0'0,"-4"-4"91"0"0,-14-10 71 0 0,13 10-116 0 0,2-1-476 0 0,0 0-1 0 0,0 0 1 0 0,-1 0-1 0 0,1 0 0 0 0,-8-7 1 0 0,5 5-81 0 0,4 5-142 0 0,-1-1 1 0 0,1 1-1 0 0,-1 0 1 0 0,1-1-1 0 0,-1 1 0 0 0,0 0 1 0 0,0 1-1 0 0,0-1 0 0 0,0 0 1 0 0,-1 1-1 0 0,1 0 1 0 0,-6-2-1 0 0,-44-4 775 0 0,42 6-582 0 0,1 0 0 0 0,-1 0 1 0 0,-14-5-1 0 0,24 6-199 0 0,0 0 0 0 0,0-1 0 0 0,0 1 0 0 0,0-1 0 0 0,0 1-1 0 0,0-1 1 0 0,0 1 0 0 0,1-1 0 0 0,-1 0 0 0 0,0 1 0 0 0,0-1-1 0 0,0 0 1 0 0,1 0 0 0 0,-1 0 0 0 0,0 1 0 0 0,1-1 0 0 0,-1 0 0 0 0,1 0-1 0 0,-1 0 1 0 0,1 0 0 0 0,0 0 0 0 0,-1 0 0 0 0,1 0 0 0 0,0 0 0 0 0,0 0-1 0 0,-1 0 1 0 0,1 0 0 0 0,0 0 0 0 0,0 0 0 0 0,0 0 0 0 0,0 0-1 0 0,0-1 1 0 0,1 1 0 0 0,-1 0 0 0 0,0 0 0 0 0,0 0 0 0 0,1 0 0 0 0,-1 0-1 0 0,1-1 1 0 0,2-5 64 0 0,0 1 1 0 0,0-1-1 0 0,1 1 0 0 0,5-8 0 0 0,-8 13-81 0 0,4-6 131 0 0,0 1 1 0 0,0 0 0 0 0,1 0-1 0 0,0 0 1 0 0,0 0 0 0 0,1 1-1 0 0,0 0 1 0 0,0 1 0 0 0,0-1-1 0 0,0 1 1 0 0,0 1 0 0 0,1-1-1 0 0,12-3 1 0 0,7 0 182 0 0,0 2-1 0 0,49-5 1 0 0,2 1 97 0 0,69-28 95 0 0,-102 24-373 0 0,0 2 0 0 0,81-9 0 0 0,-114 19-125 0 0,28-3 60 0 0,-1 2 0 0 0,1 2 0 0 0,0 1 1 0 0,52 10-1 0 0,-54-5 1 0 0,0-1 1 0 0,1-2-1 0 0,57-2 0 0 0,115-21 121 0 0,-179 16-139 0 0,1 2-1 0 0,0 1 0 0 0,0 1 0 0 0,0 2 0 0 0,33 6 0 0 0,-3 0 19 0 0,0-2 0 0 0,0-3 0 0 0,68-6 0 0 0,9 4-30 0 0,-28 1-27 0 0,-67-2-7 0 0,0-3 0 0 0,0-2-1 0 0,79-18 1 0 0,98-30 72 0 0,-195 46-75 0 0,19-5 8 0 0,48-6 1 0 0,-77 16-15 0 0,-1 1 0 0 0,0 1 0 0 0,0 0-1 0 0,1 1 1 0 0,-1 0 0 0 0,31 8 0 0 0,-6 2 29 0 0,0-2 0 0 0,1-2 0 0 0,0-1 0 0 0,1-2 0 0 0,76-4 0 0 0,-42-4-12 0 0,0 3-1 0 0,1 4 1 0 0,95 16 0 0 0,-154-15-23 0 0,0 0 0 0 0,-1 1 1 0 0,1 1-1 0 0,-1 1 0 0 0,-1 1 1 0 0,33 18-1 0 0,-39-19 2 0 0,0 1 0 0 0,-1-1 1 0 0,0 2-1 0 0,0 0 0 0 0,-1 0 0 0 0,0 1 1 0 0,0 0-1 0 0,-1 0 0 0 0,0 1 0 0 0,-1 0 0 0 0,6 12 1 0 0,-5-4-1 0 0,-1 0-1 0 0,0 1 1 0 0,-2 0 0 0 0,0 0 0 0 0,-1 1 0 0 0,-1-1-1 0 0,-1 1 1 0 0,-1 0 0 0 0,-1 0 0 0 0,-1 0 0 0 0,-3 23 0 0 0,0-20 0 0 0,-1-1 1 0 0,0 0 0 0 0,-2 0 0 0 0,-1 0 0 0 0,0-1-1 0 0,-2 0 1 0 0,-1-1 0 0 0,0 0 0 0 0,-22 30 0 0 0,20-36 3 0 0,0-1 0 0 0,0 0 0 0 0,-1-1 0 0 0,-1 0 0 0 0,0-2 0 0 0,-24 16 0 0 0,-1-5 29 0 0,-68 29 0 0 0,78-40-25 0 0,0-1 0 0 0,0-2 1 0 0,-1-2-1 0 0,0 0 0 0 0,-59 2 0 0 0,-158-15 27 0 0,-66-24-13 0 0,210 20-18 0 0,-398-61 0 0 0,441 62-7 0 0,-246-47 0 0 0,-56-21 0 0 0,245 61 3 0 0,-1 4-1 0 0,-157 5 1 0 0,192 11-3 0 0,-96 15 0 0 0,143-13 0 0 0,-113 12 0 0 0,129-16 0 0 0,-1-1 0 0 0,1-1 0 0 0,-1-2 0 0 0,1 0 0 0 0,-24-6 0 0 0,15 0 0 0 0,1-1 0 0 0,0-2 0 0 0,1 0 0 0 0,0-2 0 0 0,1-1 0 0 0,0-1 0 0 0,2-1 0 0 0,-35-31 0 0 0,49 37 1 0 0,1 0 0 0 0,0-1 0 0 0,1-1 1 0 0,0 0-1 0 0,1 0 0 0 0,0 0 0 0 0,1-1 0 0 0,1 0 0 0 0,0-1 0 0 0,1 1 1 0 0,0-1-1 0 0,2 0 0 0 0,-4-21 0 0 0,7 25-1 0 0,0 1-3951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7T15:46:14.2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2587 156 14872 0 0,'0'0'2401'0'0,"4"-6"-2656"0"0,3-4 170 0 0,-1-1 1 0 0,0 0-1 0 0,7-21 0 0 0,-10 28 207 0 0,-1 0-1 0 0,1 0 0 0 0,0 0 0 0 0,0 0 0 0 0,0 1 0 0 0,0-1 0 0 0,1 1 0 0 0,0 0 0 0 0,-1 0 0 0 0,1 0 0 0 0,0 0 0 0 0,0 1 0 0 0,17-8 5935 0 0,-22 9-6019 0 0,1 0 0 0 0,-1-1 0 0 0,0 1 0 0 0,0 0 0 0 0,0-1 0 0 0,0 1 1 0 0,0 0-1 0 0,0 0 0 0 0,0 0 0 0 0,-1 0 0 0 0,1 0 0 0 0,0 0 0 0 0,-1 0 0 0 0,1 0 1 0 0,0 0-1 0 0,-1 1 0 0 0,1-1 0 0 0,-1 1 0 0 0,1-1 0 0 0,-1 1 0 0 0,1-1 0 0 0,-1 1 1 0 0,-3 0-1 0 0,-50-7 495 0 0,38 5-309 0 0,1 1-84 0 0,-1 1 1 0 0,1 0-1 0 0,0 1 0 0 0,-1 0 0 0 0,1 1 0 0 0,0 1 0 0 0,0 1 1 0 0,-17 6-1 0 0,-16 9 178 0 0,-55 29 1 0 0,76-35-205 0 0,-26 14 44 0 0,-103 51 210 0 0,100-44-255 0 0,1 2-1 0 0,2 2 0 0 0,2 3 1 0 0,2 2-1 0 0,1 2 0 0 0,3 2 1 0 0,1 2-1 0 0,3 2 0 0 0,-36 56 1 0 0,36-45-53 0 0,15-24-19 0 0,-32 61-1 0 0,-55 139 25 0 0,85-168-47 0 0,-31 107 0 0 0,-8 42 14 0 0,6-24-4 0 0,48-147-17 0 0,-61 270 43 0 0,39-141-26 0 0,-4 26 2 0 0,35-165-24 0 0,-18 141 24 0 0,0 207 0 0 0,35 46 18 0 0,-3-166 12 0 0,-1-163 10 0 0,30 158 0 0 0,7 67 16 0 0,-42-275-73 0 0,1 0 19 0 0,-6 92 1 0 0,-10-31 50 0 0,-35 144 1 0 0,36-222-55 0 0,-1-1 1 0 0,-17 33-1 0 0,-2 4-16 0 0,13-28-7 0 0,2-6 1 0 0,-13 47-1 0 0,-35 137 10 0 0,47-170-10 0 0,-36 74-1 0 0,27-66 12 0 0,-2 7-1 0 0,2-4-10 0 0,-38 68-1 0 0,53-113-4 0 0,0 0 0 0 0,-1-1 0 0 0,-1 0 0 0 0,0-1 0 0 0,-1 0-1 0 0,-1-2 1 0 0,-1 1 0 0 0,-18 12 0 0 0,-52 37 25 0 0,-35 24 6 0 0,103-75-31 0 0,-48 31 0 0 0,56-36 0 0 0,1 1 0 0 0,4 1 0 0 0,5 0 0 0 0,4 1 0 0 0,4 2 0 0 0,-3-6 2 0 0,0 1 1 0 0,1-2-1 0 0,0 1 1 0 0,1-1-1 0 0,-1 1 1 0 0,1-2-1 0 0,13 10 1 0 0,1 0 2 0 0,5 4 6 0 0,40 22-1 0 0,13 9 9 0 0,-30-12-3 0 0,-1 1 0 0 0,-2 3 0 0 0,-2 1 0 0 0,-2 3-1 0 0,-2 1 1 0 0,38 59 0 0 0,-29-28-4 0 0,-4 2 1 0 0,-3 2-1 0 0,-4 2 0 0 0,-4 1 0 0 0,28 108 0 0 0,-26-46 3 0 0,23 202 0 0 0,-16 145 10 0 0,-31-337-9 0 0,-4-19-7 0 0,13 187 21 0 0,-13-169-6 0 0,-18 240 1 0 0,-26 237 40 0 0,12 34-19 0 0,20-432-45 0 0,8 249 14 0 0,8-125 1 0 0,-13-292-15 0 0,4 111 10 0 0,7 15 2 0 0,18 209-13 0 0,-3-97 0 0 0,21 133 8 0 0,-41-410-7 0 0,2 0 0 0 0,0-1 0 0 0,2 0-1 0 0,1-1 1 0 0,1 0 0 0 0,19 32 0 0 0,-20-42-1 0 0,1 1 0 0 0,1-2 1 0 0,1 1-1 0 0,0-2 0 0 0,0 0 0 0 0,2 0 0 0 0,0-1 1 0 0,0-1-1 0 0,33 19 0 0 0,23 5 18 0 0,2-4 0 0 0,148 43-1 0 0,-141-54-7 0 0,153 19-1 0 0,-48-17 22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7T15:46:48.5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1592 214 11552 0 0,'0'0'984'0'0,"0"-4"-1075"0"0,0-14 127 0 0,0 14 193 0 0,-1-15 5840 0 0,-13 16-5409 0 0,0 0 0 0 0,-1 1-1 0 0,1 1 1 0 0,-1 0 0 0 0,1 1-1 0 0,-18 2 1 0 0,10-1 123 0 0,1-1-1 0 0,-26-2 1 0 0,28 0-595 0 0,1 1 1 0 0,-1 1-1 0 0,0 1 1 0 0,0 0-1 0 0,1 1 1 0 0,-1 2-1 0 0,-29 8 1 0 0,-125 54 321 0 0,108-39-242 0 0,-132 66 651 0 0,172-81-766 0 0,0 1-1 0 0,0 1 1 0 0,-29 23 0 0 0,-64 58 34 0 0,84-65-105 0 0,-3 2-8 0 0,2 3 1 0 0,2 1-1 0 0,1 1 1 0 0,-35 53-1 0 0,-91 175 127 0 0,128-212-181 0 0,14-22-9 0 0,1 1 0 0 0,2 0-1 0 0,1 2 1 0 0,2-1 0 0 0,1 1 0 0 0,2 0 0 0 0,1 1-1 0 0,2 0 1 0 0,1 0 0 0 0,3 50 0 0 0,0-71-2 0 0,13 182 84 0 0,-10-172-83 0 0,2 0 0 0 0,1-1-1 0 0,0 0 1 0 0,2 0 0 0 0,0-1 0 0 0,15 26-1 0 0,295 507 53 0 0,-196-370-39 0 0,-59-97-14 0 0,-13-21 1 0 0,104 106 0 0 0,11 12-5 0 0,143 178 2 0 0,-258-313-1 0 0,2-3-1 0 0,3-2 1 0 0,1-2 0 0 0,2-2 0 0 0,1-4 0 0 0,2-2 0 0 0,2-2 0 0 0,1-4 0 0 0,95 31-1 0 0,-107-46 8 0 0,1-3 0 0 0,95 7 0 0 0,23 5 18 0 0,-26 7-17 0 0,-30-5-2 0 0,1-4 0 0 0,132 5 0 0 0,555-41-5 0 0,-304 23-13 0 0,-317 1-3 0 0,497 26-31 0 0,-366-32 39 0 0,78 3 1 0 0,69 7-1 0 0,-68-3 9 0 0,-312-7-7 0 0,412 11 19 0 0,12-32-8 0 0,-247-9-3 0 0,459-107-1 0 0,-339 27 9 0 0,-130 35 6 0 0,-114 33 5 0 0,-2-6 0 0 0,-3-5-1 0 0,179-98 1 0 0,-209 90-12 0 0,-3-3 0 0 0,-3-5 0 0 0,-3-4 0 0 0,-3-4 0 0 0,102-111 0 0 0,-121 111-14 0 0,-16 18 9 0 0,66-90-1 0 0,-104 126-7 0 0,0 0 0 0 0,-1-2-1 0 0,-1 1 1 0 0,-1-1-1 0 0,-2-1 1 0 0,0 0 0 0 0,-1 0-1 0 0,7-43 1 0 0,-9 3 1 0 0,-4 0 0 0 0,-8-88 1 0 0,2 78-2 0 0,4 24-2 0 0,0 18 2 0 0,-7-49 1 0 0,1 38-3 0 0,-2 0 1 0 0,-2 0-1 0 0,-1 1 1 0 0,-2 1 0 0 0,-2 0-1 0 0,-2 1 1 0 0,-1 1-1 0 0,-2 1 1 0 0,-2 0-1 0 0,-45-54 1 0 0,-2 12-2 0 0,-146-125 0 0 0,-94-34 17 0 0,228 185-9 0 0,-155-75 0 0 0,227 123-8 0 0,-63-28 2 0 0,-2 4 0 0 0,-125-32 0 0 0,150 47-1 0 0,-524-115-1 0 0,556 125 0 0 0,-95-18-1 0 0,-711-114 17 0 0,688 121-13 0 0,-361-27 11 0 0,-164 30-14 0 0,-522-27 0 0 0,896 11 0 0 0,125 8 0 0 0,-308-9 0 0 0,-312 15 3 0 0,597 4 16 0 0,-228-41 1 0 0,-168-72 34 0 0,529 112-31 0 0,0 3 0 0 0,0 1-1 0 0,-61 2 1 0 0,-158 19 14 0 0,31 20-35 0 0,-35 3 28 0 0,249-37-65 0 0,0-1-1 0 0,-1-1 1 0 0,1-1 0 0 0,1-2-1 0 0,-47-13 1 0 0,13-1-3716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7T15:46:53.1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2231 150 16479 0 0,'0'0'1362'0'0,"3"-6"-470"0"0,46-136 2198 0 0,-49 141-2927 0 0,-30 25 400 0 0,20-15-386 0 0,0-1 1 0 0,-1-1-1 0 0,0 0 1 0 0,-1 0 0 0 0,1-1-1 0 0,-1-1 1 0 0,0 0-1 0 0,0 0 1 0 0,-20 3-1 0 0,-12 1 328 0 0,-66 5 0 0 0,47-8-274 0 0,-82 19 236 0 0,-30 4 286 0 0,-16-18 182 0 0,160-9-741 0 0,-1 0 0 0 0,1 2 0 0 0,0 2 0 0 0,1 1 0 0 0,-1 1 0 0 0,-50 21 0 0 0,-162 92 392 0 0,188-88-418 0 0,1 2 0 0 0,-54 48-1 0 0,-89 92 137 0 0,189-167-296 0 0,-28 27 42 0 0,3 1 1 0 0,1 2-1 0 0,1 1 1 0 0,-30 53-1 0 0,-82 181 89 0 0,120-224-120 0 0,3 1 1 0 0,2 2-1 0 0,2-1 1 0 0,3 2-1 0 0,1 0 1 0 0,3 1-1 0 0,3 0 1 0 0,2 0-1 0 0,2 0 1 0 0,8 90-1 0 0,52 267 115 0 0,-39-318-117 0 0,3-2 1 0 0,49 126 0 0 0,-48-158-5 0 0,-6-13 5 0 0,28 53 0 0 0,-7-22 26 0 0,53 155 0 0 0,-43-69-29 0 0,8 27-15 0 0,-14-41 0 0 0,-6-29 1 0 0,-13-42 33 0 0,38 91 0 0 0,-49-144-33 0 0,1 0 0 0 0,1-1 0 0 0,1-1-1 0 0,2-1 1 0 0,0 0 0 0 0,1-1-1 0 0,1 0 1 0 0,0-2 0 0 0,2-1-1 0 0,1 0 1 0 0,0-1 0 0 0,1-2 0 0 0,0 0-1 0 0,27 12 1 0 0,37 17-1 0 0,54 25 0 0 0,-107-54 2 0 0,0-2 0 0 0,1-2 0 0 0,0-1 0 0 0,0-1 1 0 0,1-2-1 0 0,53 3 0 0 0,8-7 18 0 0,0-5 1 0 0,1-4 0 0 0,103-21-1 0 0,386-38-13 0 0,-397 48-7 0 0,46-1 0 0 0,612 50 0 0 0,-93-5 0 0 0,-599-32 0 0 0,757-49 0 0 0,-174 1-18 0 0,-658 48 12 0 0,320-10 6 0 0,-115-3 0 0 0,95-1 3 0 0,159 31 16 0 0,-380-7-17 0 0,278 0-2 0 0,-242-6 0 0 0,536 14 0 0 0,-621-9-1 0 0,162-15 0 0 0,-229 6 5 0 0,0-1 0 0 0,-1-3-1 0 0,0-1 1 0 0,-1-2 0 0 0,0-2-1 0 0,67-33 1 0 0,-77 28 2 0 0,0-1-1 0 0,-1-2 0 0 0,-1-1 1 0 0,-1-2-1 0 0,-1 0 1 0 0,-1-2-1 0 0,-2-1 1 0 0,34-47-1 0 0,-29 30-2 0 0,-2-1-1 0 0,-2-1 1 0 0,-2-1-1 0 0,-2-1 1 0 0,20-70-1 0 0,-36 102-2 0 0,28-114 0 0 0,-23 61 0 0 0,-4 0 0 0 0,-2 0 0 0 0,-3 0 0 0 0,-4-1 0 0 0,-2 1 0 0 0,-23-117 0 0 0,13 122 0 0 0,-3 1 0 0 0,-39-98 0 0 0,-69-117 0 0 0,99 226 0 0 0,-167-315 0 0 0,156 310 0 0 0,-3 1 0 0 0,-1 3 0 0 0,-95-95 0 0 0,45 70 4 0 0,-198-129 1 0 0,252 184-6 0 0,-139-89 1 0 0,-355-168 0 0 0,494 264 0 0 0,-82-36 0 0 0,-215-66 0 0 0,219 84 0 0 0,-105-29 0 0 0,-433-50-17 0 0,159 63-54 0 0,-105 12 23 0 0,-82-11 40 0 0,248 27 10 0 0,-37-5 4 0 0,-76-48-6 0 0,453 62 0 0 0,0 5 0 0 0,-182 5 0 0 0,-285 43 0 0 0,442-29 0 0 0,60-6 0 0 0,0-2 0 0 0,0-2 0 0 0,0-4 0 0 0,-74-13 0 0 0,34 5-177 0 0,-1 3 0 0 0,-154 8 0 0 0,133 2-3252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7T15:46:56.8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1792 245 17287 0 0,'0'0'2470'0'0,"-3"-5"-1700"0"0,2 2-653 0 0,-1-1 0 0 0,1 0-1 0 0,0 0 1 0 0,0 0-1 0 0,0 0 1 0 0,1 0-1 0 0,0 0 1 0 0,-1 0-1 0 0,1 0 1 0 0,0 0 0 0 0,1 0-1 0 0,-1 0 1 0 0,2-3-1 0 0,-2 4-57 0 0,0 1-1 0 0,0-1 1 0 0,0 1 0 0 0,0 0-1 0 0,0-1 1 0 0,0 1-1 0 0,0 0 1 0 0,-1-1 0 0 0,0 1-1 0 0,1 0 1 0 0,-1-1-1 0 0,0 1 1 0 0,0 0 0 0 0,0 0-1 0 0,0 0 1 0 0,0 0-1 0 0,-1 0 1 0 0,1 0-1 0 0,-3-2 1 0 0,1 1-4 0 0,0 1 0 0 0,0-1 0 0 0,-1 1 0 0 0,1 0 0 0 0,-1 0 0 0 0,1 0 0 0 0,-1 0 0 0 0,0 1 0 0 0,0-1 1 0 0,-5 0-1 0 0,-8-1 38 0 0,0 1 1 0 0,1 0 0 0 0,-1 2 0 0 0,-20 1 0 0 0,-146 6 614 0 0,149-4-528 0 0,1 2-1 0 0,0 1 1 0 0,-40 13-1 0 0,-17 4 199 0 0,34-8-87 0 0,1 3 0 0 0,1 2 0 0 0,-96 50 1 0 0,55-24-19 0 0,56-25-133 0 0,1 2 0 0 0,2 2 0 0 0,-57 48 0 0 0,60-46-56 0 0,-13 15 92 0 0,-80 90-1 0 0,97-99-132 0 0,-10 17 20 0 0,2 1 0 0 0,2 2 1 0 0,2 2-1 0 0,3 1 0 0 0,-30 75 1 0 0,41-82-5 0 0,2 0 1 0 0,3 1-1 0 0,1 1 1 0 0,3 0 0 0 0,2 1-1 0 0,2-1 1 0 0,2 1-1 0 0,6 90 1 0 0,1-47-2 0 0,6 46 10 0 0,3-68-43 0 0,4-1-1 0 0,2 0 0 0 0,4-2 0 0 0,3 0 0 0 0,3-2 0 0 0,3 0 0 0 0,2-3 0 0 0,4 0 0 0 0,2-3 0 0 0,3-1 1 0 0,3-2-1 0 0,71 72 0 0 0,-61-77 33 0 0,2-2 1 0 0,3-3 0 0 0,2-3-1 0 0,129 74 1 0 0,-157-103-30 0 0,1-1 0 0 0,1-2 0 0 0,68 19 0 0 0,118 7-8 0 0,-115-27-19 0 0,217 32-1 0 0,-4 27 0 0 0,433 151 153 0 0,-569-173-71 0 0,106 36 42 0 0,-231-65-102 0 0,198 83 86 0 0,292 204 2 0 0,-505-283-107 0 0,1-2 0 0 0,1-2-1 0 0,1-1 1 0 0,0-3 0 0 0,2-2 0 0 0,0-2 0 0 0,0-2 0 0 0,1-2 0 0 0,0-3 0 0 0,0-1-1 0 0,56-3 1 0 0,312-20 37 0 0,-319 11 1 0 0,158-30 1 0 0,-72 8 10 0 0,119-15 20 0 0,-56 2-22 0 0,-160 24-29 0 0,0 4-1 0 0,91-3 0 0 0,134 7-5 0 0,213-2 32 0 0,-109 33-36 0 0,183 5-11 0 0,-380-14 0 0 0,-89-7 5 0 0,1-5-1 0 0,0-6 1 0 0,-1-6-1 0 0,-1-6 1 0 0,0-5-1 0 0,135-43 1 0 0,-220 51 6 0 0,1-2 0 0 0,-2-2 0 0 0,-1-2-1 0 0,0-2 1 0 0,-2-2 0 0 0,53-41 0 0 0,-62 40 2 0 0,-1-2 1 0 0,-2-1-1 0 0,0-1 0 0 0,-3-2 1 0 0,0 0-1 0 0,-2-2 0 0 0,34-64 1 0 0,-17 11 19 0 0,-4-3-1 0 0,31-111 1 0 0,-48 121-19 0 0,-4-1 0 0 0,-3-1 0 0 0,5-148 0 0 0,-17 166-10 0 0,-3 1-1 0 0,-3 0 1 0 0,-3 0 0 0 0,-2 0-1 0 0,-21-66 1 0 0,2 36-2 0 0,-5 1 1 0 0,-65-125 0 0 0,82 182-1 0 0,-294-529 29 0 0,257 473-31 0 0,-4 2 0 0 0,-133-154 0 0 0,155 200 0 0 0,-1 2 0 0 0,-2 1 0 0 0,-2 3 0 0 0,-86-61 0 0 0,107 85 0 0 0,-45-29 0 0 0,-3 2 0 0 0,-141-59 0 0 0,114 65-7 0 0,-185-39 1 0 0,-138 25-5 0 0,394 47 11 0 0,-402-14 0 0 0,350 16 0 0 0,-635 19 0 0 0,-230-33-1 0 0,344-6-22 0 0,308 7 2 0 0,57 0-5 0 0,210 11 26 0 0,-378-7-17 0 0,-769 37-174 0 0,438-34 158 0 0,661 0 30 0 0,1-2-1 0 0,-1-4 1 0 0,2-3-1 0 0,-68-23 1 0 0,89 21-25 0 0,-71-33 1 0 0,100 40 19 0 0,-1 1 1 0 0,0 1-1 0 0,-1 0 1 0 0,1 2-1 0 0,-1 0 0 0 0,0 1 1 0 0,-1 1-1 0 0,1 1 1 0 0,-1 1-1 0 0,1 1 0 0 0,0 0 1 0 0,-1 2-1 0 0,1 0 1 0 0,0 1-1 0 0,0 1 0 0 0,-32 11 1 0 0,14 0-8 0 0,12-5-20 0 0,-49 13 1 0 0,70-22-157 0 0,0 0 1 0 0,0-1 0 0 0,-1 0 0 0 0,1 0-1 0 0,0-1 1 0 0,0 0 0 0 0,0 1-1 0 0,0-2 1 0 0,0 1 0 0 0,-6-3 0 0 0,5 2-1695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ב'/תמוז/תשפ"ד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6.xml"/><Relationship Id="rId18" Type="http://schemas.openxmlformats.org/officeDocument/2006/relationships/image" Target="../media/image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" Type="http://schemas.openxmlformats.org/officeDocument/2006/relationships/image" Target="../media/image8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2.png"/><Relationship Id="rId19" Type="http://schemas.openxmlformats.org/officeDocument/2006/relationships/image" Target="../media/image4.jpg"/><Relationship Id="rId4" Type="http://schemas.openxmlformats.org/officeDocument/2006/relationships/image" Target="../media/image9.png"/><Relationship Id="rId9" Type="http://schemas.openxmlformats.org/officeDocument/2006/relationships/customXml" Target="../ink/ink4.xml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732595" y="1048022"/>
            <a:ext cx="5501826" cy="415498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לחצני</a:t>
            </a:r>
            <a:endParaRPr lang="en-US" sz="66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 </a:t>
            </a:r>
            <a:r>
              <a:rPr lang="en-US" sz="66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RadioButton</a:t>
            </a:r>
            <a:endParaRPr lang="en-US" sz="66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&amp;</a:t>
            </a:r>
          </a:p>
          <a:p>
            <a:pPr algn="ctr" rtl="1"/>
            <a:r>
              <a:rPr lang="en-US" sz="66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RadioGroup</a:t>
            </a:r>
            <a:endParaRPr lang="he-IL" sz="66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A6995-93F8-B5D8-1FF4-3C2EB4B49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99BC38-E1AB-BC94-ADF8-7638FC6A0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1344913" y="1437718"/>
            <a:ext cx="9953898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"לחצני רדיו" הם רכיבים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שמאפשרים למשתמש לבחור</a:t>
            </a:r>
          </a:p>
          <a:p>
            <a:pPr algn="ctr" rtl="1"/>
            <a:r>
              <a:rPr lang="he-IL" sz="4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אפשרות אחת </a:t>
            </a:r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בלבד מכמה אפשרויות.</a:t>
            </a:r>
          </a:p>
          <a:p>
            <a:pPr algn="ctr" rtl="1"/>
            <a:endParaRPr lang="he-IL" sz="48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לממש את זה</a:t>
            </a:r>
          </a:p>
          <a:p>
            <a:pPr algn="ctr" rtl="1"/>
            <a:r>
              <a:rPr lang="he-IL" sz="4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צריך לאחד אותם בקבוצה אחת.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B74115-C83C-542C-F908-67E80403D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D4067D-F766-1CDB-53F5-121A8CABE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מלבן 4">
            <a:extLst>
              <a:ext uri="{FF2B5EF4-FFF2-40B4-BE49-F238E27FC236}">
                <a16:creationId xmlns:a16="http://schemas.microsoft.com/office/drawing/2014/main" id="{609D2536-3AF3-1E26-BA3C-9425C17C0D0A}"/>
              </a:ext>
            </a:extLst>
          </p:cNvPr>
          <p:cNvSpPr/>
          <p:nvPr/>
        </p:nvSpPr>
        <p:spPr>
          <a:xfrm>
            <a:off x="5043429" y="56709"/>
            <a:ext cx="549675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RadioGroup</a:t>
            </a:r>
            <a:r>
              <a:rPr lang="en-US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&amp; </a:t>
            </a:r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RadioButton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8238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5303912" y="1124744"/>
            <a:ext cx="1584176" cy="5256584"/>
          </a:xfrm>
          <a:prstGeom prst="rect">
            <a:avLst/>
          </a:prstGeom>
          <a:ln w="57150"/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2000" b="1">
              <a:ln w="38100">
                <a:solidFill>
                  <a:schemeClr val="tx1"/>
                </a:solidFill>
              </a:ln>
            </a:endParaRPr>
          </a:p>
        </p:txBody>
      </p:sp>
      <p:pic>
        <p:nvPicPr>
          <p:cNvPr id="3" name="Picture 5" descr="http://felomena.com/wp-content/images/sonnik/bukva/l/lampochk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449" y="1626241"/>
            <a:ext cx="679598" cy="72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5" descr="http://felomena.com/wp-content/images/sonnik/bukva/l/lampochk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450" y="2272299"/>
            <a:ext cx="679598" cy="72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 descr="http://felomena.com/wp-content/images/sonnik/bukva/l/lampochk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450" y="2959462"/>
            <a:ext cx="679598" cy="72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http://felomena.com/wp-content/images/sonnik/bukva/l/lampochk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450" y="3793615"/>
            <a:ext cx="679598" cy="72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 descr="http://photo.all-graphic.net/photo_graphic/web/28_05_12/photoshop_10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86" b="100000" l="18125" r="818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145" r="17894"/>
          <a:stretch/>
        </p:blipFill>
        <p:spPr bwMode="auto">
          <a:xfrm>
            <a:off x="5915329" y="4725144"/>
            <a:ext cx="545841" cy="68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הסבר מלבני מעוגל 7"/>
          <p:cNvSpPr/>
          <p:nvPr/>
        </p:nvSpPr>
        <p:spPr>
          <a:xfrm>
            <a:off x="7499648" y="620688"/>
            <a:ext cx="2916832" cy="1366873"/>
          </a:xfrm>
          <a:prstGeom prst="wedgeRoundRectCallout">
            <a:avLst>
              <a:gd name="adj1" fmla="val -69636"/>
              <a:gd name="adj2" fmla="val 17631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>
              <a:lnSpc>
                <a:spcPct val="150000"/>
              </a:lnSpc>
            </a:pPr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רכיב מסוג </a:t>
            </a:r>
            <a:r>
              <a:rPr lang="en-US" sz="20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RadioGroup</a:t>
            </a:r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שהוא </a:t>
            </a:r>
            <a:r>
              <a:rPr lang="he-IL" sz="2000" b="1" u="sng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מרכיב-"</a:t>
            </a:r>
            <a:r>
              <a:rPr lang="he-IL" sz="2000" b="1" u="sng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מסגורת</a:t>
            </a:r>
            <a:r>
              <a:rPr lang="he-IL" sz="2000" b="1" u="sng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</a:t>
            </a:r>
          </a:p>
        </p:txBody>
      </p:sp>
      <p:sp>
        <p:nvSpPr>
          <p:cNvPr id="9" name="סוגר מסולסל שמאלי 8"/>
          <p:cNvSpPr/>
          <p:nvPr/>
        </p:nvSpPr>
        <p:spPr>
          <a:xfrm>
            <a:off x="4529870" y="1484784"/>
            <a:ext cx="1440160" cy="3960440"/>
          </a:xfrm>
          <a:prstGeom prst="leftBrace">
            <a:avLst>
              <a:gd name="adj1" fmla="val 8333"/>
              <a:gd name="adj2" fmla="val 49155"/>
            </a:avLst>
          </a:prstGeom>
          <a:noFill/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 sz="2000" b="1"/>
          </a:p>
        </p:txBody>
      </p:sp>
      <p:sp>
        <p:nvSpPr>
          <p:cNvPr id="10" name="הסבר מלבני מעוגל 9"/>
          <p:cNvSpPr/>
          <p:nvPr/>
        </p:nvSpPr>
        <p:spPr>
          <a:xfrm>
            <a:off x="1571084" y="3793616"/>
            <a:ext cx="3096344" cy="2251221"/>
          </a:xfrm>
          <a:prstGeom prst="wedgeRoundRectCallout">
            <a:avLst>
              <a:gd name="adj1" fmla="val 50632"/>
              <a:gd name="adj2" fmla="val -6286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>
              <a:lnSpc>
                <a:spcPct val="150000"/>
              </a:lnSpc>
            </a:pPr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רכיבים מסוג</a:t>
            </a:r>
          </a:p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RadioButton</a:t>
            </a:r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הם </a:t>
            </a:r>
            <a:r>
              <a:rPr lang="he-IL" sz="2000" b="1" u="sng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רכיבים פנימיים </a:t>
            </a:r>
          </a:p>
          <a:p>
            <a:pPr algn="ctr">
              <a:lnSpc>
                <a:spcPct val="150000"/>
              </a:lnSpc>
            </a:pPr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לרכיב </a:t>
            </a: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RadioGroup</a:t>
            </a:r>
            <a:endParaRPr lang="he-IL" sz="2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הסבר מלבני מעוגל 10"/>
          <p:cNvSpPr/>
          <p:nvPr/>
        </p:nvSpPr>
        <p:spPr>
          <a:xfrm>
            <a:off x="7499648" y="3320783"/>
            <a:ext cx="2916832" cy="1366873"/>
          </a:xfrm>
          <a:prstGeom prst="wedgeRoundRectCallout">
            <a:avLst>
              <a:gd name="adj1" fmla="val -87604"/>
              <a:gd name="adj2" fmla="val 7841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>
              <a:lnSpc>
                <a:spcPct val="150000"/>
              </a:lnSpc>
            </a:pPr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רק רכיב אחד בלבד בכל הקבוצה מותר לבחור</a:t>
            </a:r>
            <a:endParaRPr lang="he-IL" sz="2000" b="1" u="sng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6C9061-B605-113C-5949-001C30FC93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6BE1A2-17C0-0675-36C4-E61F6546D0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14" name="מלבן 4">
            <a:extLst>
              <a:ext uri="{FF2B5EF4-FFF2-40B4-BE49-F238E27FC236}">
                <a16:creationId xmlns:a16="http://schemas.microsoft.com/office/drawing/2014/main" id="{D9055E97-F142-6AE0-D14F-1F4BB784478D}"/>
              </a:ext>
            </a:extLst>
          </p:cNvPr>
          <p:cNvSpPr/>
          <p:nvPr/>
        </p:nvSpPr>
        <p:spPr>
          <a:xfrm>
            <a:off x="5043429" y="56709"/>
            <a:ext cx="549675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RadioGroup</a:t>
            </a:r>
            <a:r>
              <a:rPr lang="en-US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&amp; </a:t>
            </a:r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RadioButton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29411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7B9591-5E4B-CFD0-81E1-40366472B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108" y="3643402"/>
            <a:ext cx="6392867" cy="18526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92660" y="1359157"/>
            <a:ext cx="729553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algn="ctr" rtl="1">
              <a:defRPr sz="48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r>
              <a:rPr lang="he-IL" sz="4400" dirty="0"/>
              <a:t>מרכיב-"מסגרת" (מיכל)</a:t>
            </a:r>
          </a:p>
          <a:p>
            <a:r>
              <a:rPr lang="he-IL" sz="4400" dirty="0"/>
              <a:t>למרכיבים </a:t>
            </a:r>
            <a:r>
              <a:rPr lang="he-IL" sz="4400"/>
              <a:t>מסוג </a:t>
            </a:r>
            <a:r>
              <a:rPr lang="en-US" sz="4400"/>
              <a:t>RadioButton</a:t>
            </a:r>
            <a:r>
              <a:rPr lang="he-IL" sz="4400"/>
              <a:t> </a:t>
            </a:r>
            <a:endParaRPr lang="he-IL" sz="4400" dirty="0"/>
          </a:p>
        </p:txBody>
      </p:sp>
      <p:sp>
        <p:nvSpPr>
          <p:cNvPr id="7" name="הסבר מלבני מעוגל 6"/>
          <p:cNvSpPr/>
          <p:nvPr/>
        </p:nvSpPr>
        <p:spPr>
          <a:xfrm>
            <a:off x="2492990" y="2997343"/>
            <a:ext cx="1224136" cy="646059"/>
          </a:xfrm>
          <a:prstGeom prst="wedgeRoundRectCallout">
            <a:avLst>
              <a:gd name="adj1" fmla="val 134498"/>
              <a:gd name="adj2" fmla="val 7320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רכיב</a:t>
            </a:r>
          </a:p>
        </p:txBody>
      </p:sp>
      <p:sp>
        <p:nvSpPr>
          <p:cNvPr id="8" name="הסבר מלבני מעוגל 7"/>
          <p:cNvSpPr/>
          <p:nvPr/>
        </p:nvSpPr>
        <p:spPr>
          <a:xfrm>
            <a:off x="1758869" y="4355680"/>
            <a:ext cx="2232248" cy="646059"/>
          </a:xfrm>
          <a:prstGeom prst="wedgeRoundRectCallout">
            <a:avLst>
              <a:gd name="adj1" fmla="val 91331"/>
              <a:gd name="adj2" fmla="val -4934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מזהה (</a:t>
            </a: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</a:t>
            </a:r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algn="ctr" rtl="1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של הרכיב</a:t>
            </a:r>
          </a:p>
        </p:txBody>
      </p:sp>
      <p:sp>
        <p:nvSpPr>
          <p:cNvPr id="10" name="הסבר מלבני מעוגל 9"/>
          <p:cNvSpPr/>
          <p:nvPr/>
        </p:nvSpPr>
        <p:spPr>
          <a:xfrm>
            <a:off x="8169465" y="2301651"/>
            <a:ext cx="3384376" cy="1008112"/>
          </a:xfrm>
          <a:prstGeom prst="wedgeRoundRectCallout">
            <a:avLst>
              <a:gd name="adj1" fmla="val 6613"/>
              <a:gd name="adj2" fmla="val 21112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רוחב וגובה של רכיב=בהתאם לתוכן שלו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05F30B-C8EB-9DF9-FA02-58E46DAE7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33EFF1-2D6C-532B-2F32-A3F0FC1882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6" name="מלבן 4">
            <a:extLst>
              <a:ext uri="{FF2B5EF4-FFF2-40B4-BE49-F238E27FC236}">
                <a16:creationId xmlns:a16="http://schemas.microsoft.com/office/drawing/2014/main" id="{331960F5-511C-B55E-AF95-048AB3CA131F}"/>
              </a:ext>
            </a:extLst>
          </p:cNvPr>
          <p:cNvSpPr/>
          <p:nvPr/>
        </p:nvSpPr>
        <p:spPr>
          <a:xfrm>
            <a:off x="5043429" y="56709"/>
            <a:ext cx="549675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RadioGroup</a:t>
            </a:r>
            <a:r>
              <a:rPr lang="en-US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&amp; </a:t>
            </a:r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RadioButton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12138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הסבר מלבני מעוגל 3"/>
          <p:cNvSpPr/>
          <p:nvPr/>
        </p:nvSpPr>
        <p:spPr>
          <a:xfrm>
            <a:off x="579452" y="4360720"/>
            <a:ext cx="3437208" cy="1962472"/>
          </a:xfrm>
          <a:prstGeom prst="wedgeRoundRectCallout">
            <a:avLst>
              <a:gd name="adj1" fmla="val 64509"/>
              <a:gd name="adj2" fmla="val -7594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רכיבים מסוג </a:t>
            </a:r>
            <a:r>
              <a:rPr lang="en-US" sz="20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RadioButton</a:t>
            </a:r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שהם מרכיבים פנימיים לרכיב-"מסגרת" (</a:t>
            </a:r>
            <a:r>
              <a:rPr lang="en-US" sz="20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RadioGroup</a:t>
            </a:r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CA5E8-277A-ACDD-F17F-43B426C81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330" y="664432"/>
            <a:ext cx="3895812" cy="60311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FB926D1-2BC5-4427-9A40-804EC6ADC561}"/>
                  </a:ext>
                </a:extLst>
              </p14:cNvPr>
              <p14:cNvContentPartPr/>
              <p14:nvPr/>
            </p14:nvContentPartPr>
            <p14:xfrm>
              <a:off x="5463697" y="682541"/>
              <a:ext cx="495360" cy="323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FB926D1-2BC5-4427-9A40-804EC6ADC5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9377" y="678221"/>
                <a:ext cx="50400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8C3598E-6997-72D2-B83D-4E2812C57B0C}"/>
                  </a:ext>
                </a:extLst>
              </p14:cNvPr>
              <p14:cNvContentPartPr/>
              <p14:nvPr/>
            </p14:nvContentPartPr>
            <p14:xfrm>
              <a:off x="5465137" y="652661"/>
              <a:ext cx="3947760" cy="1109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8C3598E-6997-72D2-B83D-4E2812C57B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47497" y="635021"/>
                <a:ext cx="3983400" cy="11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0946271-999D-C040-A11A-407548A04CBE}"/>
                  </a:ext>
                </a:extLst>
              </p14:cNvPr>
              <p14:cNvContentPartPr/>
              <p14:nvPr/>
            </p14:nvContentPartPr>
            <p14:xfrm>
              <a:off x="5396017" y="6456221"/>
              <a:ext cx="1451160" cy="360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0946271-999D-C040-A11A-407548A04C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78017" y="6438581"/>
                <a:ext cx="148680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D3F1E95-FADE-62A9-F8E9-25CDD3420089}"/>
                  </a:ext>
                </a:extLst>
              </p14:cNvPr>
              <p14:cNvContentPartPr/>
              <p14:nvPr/>
            </p14:nvContentPartPr>
            <p14:xfrm>
              <a:off x="4556857" y="1448981"/>
              <a:ext cx="967320" cy="5243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D3F1E95-FADE-62A9-F8E9-25CDD342008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39217" y="1431341"/>
                <a:ext cx="1002960" cy="527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6DE602A-AD6B-E6FD-DF53-CB2540A7BAFD}"/>
                  </a:ext>
                </a:extLst>
              </p14:cNvPr>
              <p14:cNvContentPartPr/>
              <p14:nvPr/>
            </p14:nvContentPartPr>
            <p14:xfrm>
              <a:off x="5661697" y="1853981"/>
              <a:ext cx="3979440" cy="1518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6DE602A-AD6B-E6FD-DF53-CB2540A7BAF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44057" y="1836341"/>
                <a:ext cx="4015080" cy="155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B6E4078-EB5F-8C9E-E68E-94BF30A306BD}"/>
                  </a:ext>
                </a:extLst>
              </p14:cNvPr>
              <p14:cNvContentPartPr/>
              <p14:nvPr/>
            </p14:nvContentPartPr>
            <p14:xfrm>
              <a:off x="5646217" y="3366341"/>
              <a:ext cx="3924360" cy="1647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B6E4078-EB5F-8C9E-E68E-94BF30A306B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628577" y="3348701"/>
                <a:ext cx="3960000" cy="168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BE26174-C7CB-0835-BDAE-9FEB6A024AF2}"/>
                  </a:ext>
                </a:extLst>
              </p14:cNvPr>
              <p14:cNvContentPartPr/>
              <p14:nvPr/>
            </p14:nvContentPartPr>
            <p14:xfrm>
              <a:off x="5712817" y="5052941"/>
              <a:ext cx="3825720" cy="1569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BE26174-C7CB-0835-BDAE-9FEB6A024AF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694817" y="5035301"/>
                <a:ext cx="3861360" cy="160488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972B6A93-4DC8-E537-B3ED-C5481AC2743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14070" y="1761821"/>
            <a:ext cx="2802590" cy="187611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EC81E78-2ABE-AA4A-6EA1-1B732EE72F8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7093BE-A23D-E9D4-3AA3-D89024724B0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7" name="מלבן 4">
            <a:extLst>
              <a:ext uri="{FF2B5EF4-FFF2-40B4-BE49-F238E27FC236}">
                <a16:creationId xmlns:a16="http://schemas.microsoft.com/office/drawing/2014/main" id="{67B9A7EE-5E5A-7E00-6AA7-9845080A636F}"/>
              </a:ext>
            </a:extLst>
          </p:cNvPr>
          <p:cNvSpPr/>
          <p:nvPr/>
        </p:nvSpPr>
        <p:spPr>
          <a:xfrm>
            <a:off x="5043429" y="56709"/>
            <a:ext cx="549675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RadioGroup</a:t>
            </a:r>
            <a:r>
              <a:rPr lang="en-US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&amp; </a:t>
            </a:r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RadioButton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63072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A7E038-D7AF-61DC-41FB-B1123E8D0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702" y="2591713"/>
            <a:ext cx="4846755" cy="2176932"/>
          </a:xfrm>
          <a:prstGeom prst="rect">
            <a:avLst/>
          </a:prstGeom>
        </p:spPr>
      </p:pic>
      <p:sp>
        <p:nvSpPr>
          <p:cNvPr id="3" name="הסבר מלבני מעוגל 2"/>
          <p:cNvSpPr/>
          <p:nvPr/>
        </p:nvSpPr>
        <p:spPr>
          <a:xfrm>
            <a:off x="2080627" y="1120717"/>
            <a:ext cx="2232248" cy="646059"/>
          </a:xfrm>
          <a:prstGeom prst="wedgeRoundRectCallout">
            <a:avLst>
              <a:gd name="adj1" fmla="val 50368"/>
              <a:gd name="adj2" fmla="val 19230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סוג הרכיב</a:t>
            </a:r>
          </a:p>
        </p:txBody>
      </p:sp>
      <p:sp>
        <p:nvSpPr>
          <p:cNvPr id="4" name="הסבר מלבני מעוגל 3"/>
          <p:cNvSpPr/>
          <p:nvPr/>
        </p:nvSpPr>
        <p:spPr>
          <a:xfrm>
            <a:off x="6933538" y="1124745"/>
            <a:ext cx="2232248" cy="646059"/>
          </a:xfrm>
          <a:prstGeom prst="wedgeRoundRectCallout">
            <a:avLst>
              <a:gd name="adj1" fmla="val -70712"/>
              <a:gd name="adj2" fmla="val 24113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מזהה (</a:t>
            </a: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</a:t>
            </a:r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algn="ctr" rtl="1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של הרכיב</a:t>
            </a:r>
          </a:p>
        </p:txBody>
      </p:sp>
      <p:sp>
        <p:nvSpPr>
          <p:cNvPr id="5" name="הסבר מלבני מעוגל 4"/>
          <p:cNvSpPr/>
          <p:nvPr/>
        </p:nvSpPr>
        <p:spPr>
          <a:xfrm>
            <a:off x="8951640" y="4919137"/>
            <a:ext cx="3240360" cy="646059"/>
          </a:xfrm>
          <a:prstGeom prst="wedgeRoundRectCallout">
            <a:avLst>
              <a:gd name="adj1" fmla="val -58605"/>
              <a:gd name="adj2" fmla="val -24063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רוחב וגובה של המרכיב=בהתאם לתוכן שלו</a:t>
            </a:r>
          </a:p>
        </p:txBody>
      </p:sp>
      <p:sp>
        <p:nvSpPr>
          <p:cNvPr id="6" name="הסבר מלבני מעוגל 5"/>
          <p:cNvSpPr/>
          <p:nvPr/>
        </p:nvSpPr>
        <p:spPr>
          <a:xfrm>
            <a:off x="2713703" y="5733257"/>
            <a:ext cx="2684198" cy="646059"/>
          </a:xfrm>
          <a:prstGeom prst="wedgeRoundRectCallout">
            <a:avLst>
              <a:gd name="adj1" fmla="val 76041"/>
              <a:gd name="adj2" fmla="val -21763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טקסט המופיע ליד הרכיב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CC9567-3219-B745-01E6-684D61B95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8651FD-9597-31DF-F22D-87BD85358F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A7C4F2B8-696D-FC54-B0A1-EFF60F5C889C}"/>
              </a:ext>
            </a:extLst>
          </p:cNvPr>
          <p:cNvSpPr/>
          <p:nvPr/>
        </p:nvSpPr>
        <p:spPr>
          <a:xfrm>
            <a:off x="5043429" y="56709"/>
            <a:ext cx="549675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RadioGroup</a:t>
            </a:r>
            <a:r>
              <a:rPr lang="en-US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&amp; </a:t>
            </a:r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RadioButton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49311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A7E038-D7AF-61DC-41FB-B1123E8D0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702" y="2591713"/>
            <a:ext cx="4846755" cy="2176932"/>
          </a:xfrm>
          <a:prstGeom prst="rect">
            <a:avLst/>
          </a:prstGeom>
        </p:spPr>
      </p:pic>
      <p:sp>
        <p:nvSpPr>
          <p:cNvPr id="3" name="הסבר מלבני מעוגל 2"/>
          <p:cNvSpPr/>
          <p:nvPr/>
        </p:nvSpPr>
        <p:spPr>
          <a:xfrm>
            <a:off x="2080627" y="1120717"/>
            <a:ext cx="2232248" cy="646059"/>
          </a:xfrm>
          <a:prstGeom prst="wedgeRoundRectCallout">
            <a:avLst>
              <a:gd name="adj1" fmla="val 50368"/>
              <a:gd name="adj2" fmla="val 19230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סוג הרכיב</a:t>
            </a:r>
          </a:p>
        </p:txBody>
      </p:sp>
      <p:sp>
        <p:nvSpPr>
          <p:cNvPr id="4" name="הסבר מלבני מעוגל 3"/>
          <p:cNvSpPr/>
          <p:nvPr/>
        </p:nvSpPr>
        <p:spPr>
          <a:xfrm>
            <a:off x="6933538" y="1124745"/>
            <a:ext cx="2232248" cy="646059"/>
          </a:xfrm>
          <a:prstGeom prst="wedgeRoundRectCallout">
            <a:avLst>
              <a:gd name="adj1" fmla="val -70712"/>
              <a:gd name="adj2" fmla="val 24113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מזהה (</a:t>
            </a: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</a:t>
            </a:r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algn="ctr" rtl="1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של הרכיב</a:t>
            </a:r>
          </a:p>
        </p:txBody>
      </p:sp>
      <p:sp>
        <p:nvSpPr>
          <p:cNvPr id="5" name="הסבר מלבני מעוגל 4"/>
          <p:cNvSpPr/>
          <p:nvPr/>
        </p:nvSpPr>
        <p:spPr>
          <a:xfrm>
            <a:off x="8951640" y="4919137"/>
            <a:ext cx="3240360" cy="646059"/>
          </a:xfrm>
          <a:prstGeom prst="wedgeRoundRectCallout">
            <a:avLst>
              <a:gd name="adj1" fmla="val -58605"/>
              <a:gd name="adj2" fmla="val -24063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רוחב וגובה של המרכיב=בהתאם לתוכן שלו</a:t>
            </a:r>
          </a:p>
        </p:txBody>
      </p:sp>
      <p:sp>
        <p:nvSpPr>
          <p:cNvPr id="6" name="הסבר מלבני מעוגל 5"/>
          <p:cNvSpPr/>
          <p:nvPr/>
        </p:nvSpPr>
        <p:spPr>
          <a:xfrm>
            <a:off x="2713703" y="5733257"/>
            <a:ext cx="2684198" cy="646059"/>
          </a:xfrm>
          <a:prstGeom prst="wedgeRoundRectCallout">
            <a:avLst>
              <a:gd name="adj1" fmla="val 76041"/>
              <a:gd name="adj2" fmla="val -21763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טקסט המופיע ליד הרכיב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322BBE-DC3B-A565-AAB3-ABF60758B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B017EF-3E5A-B00F-A093-D0CF207F26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AFAE1DD8-F865-EC08-D648-978DDB2722EF}"/>
              </a:ext>
            </a:extLst>
          </p:cNvPr>
          <p:cNvSpPr/>
          <p:nvPr/>
        </p:nvSpPr>
        <p:spPr>
          <a:xfrm>
            <a:off x="5043429" y="56709"/>
            <a:ext cx="549675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RadioGroup</a:t>
            </a:r>
            <a:r>
              <a:rPr lang="en-US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&amp; </a:t>
            </a:r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RadioButton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07043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411A78-907E-3494-A7A0-3EFD33851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39" y="3429000"/>
            <a:ext cx="10586082" cy="2126226"/>
          </a:xfrm>
          <a:prstGeom prst="rect">
            <a:avLst/>
          </a:prstGeom>
        </p:spPr>
      </p:pic>
      <p:sp>
        <p:nvSpPr>
          <p:cNvPr id="4" name="הסבר מלבני מעוגל 3"/>
          <p:cNvSpPr/>
          <p:nvPr/>
        </p:nvSpPr>
        <p:spPr>
          <a:xfrm>
            <a:off x="6203979" y="2393106"/>
            <a:ext cx="2379581" cy="1333320"/>
          </a:xfrm>
          <a:prstGeom prst="wedgeRoundRectCallout">
            <a:avLst>
              <a:gd name="adj1" fmla="val -145500"/>
              <a:gd name="adj2" fmla="val 14748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אפשר כבר ב-</a:t>
            </a: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xml</a:t>
            </a:r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algn="ctr" rtl="1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לסמן אחת מ-</a:t>
            </a:r>
            <a:r>
              <a:rPr lang="en-US" sz="20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RadioButton</a:t>
            </a:r>
            <a:endParaRPr lang="he-IL" sz="2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EA1EC2-67F8-8D68-DCCD-EC8F9D6CF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6616CA-0974-5113-2ADD-7ADEE2CBBE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BC0F6FA3-1CCC-6A13-8B0C-95762572C357}"/>
              </a:ext>
            </a:extLst>
          </p:cNvPr>
          <p:cNvSpPr/>
          <p:nvPr/>
        </p:nvSpPr>
        <p:spPr>
          <a:xfrm>
            <a:off x="5043429" y="56709"/>
            <a:ext cx="549675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RadioGroup</a:t>
            </a:r>
            <a:r>
              <a:rPr lang="en-US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&amp; </a:t>
            </a:r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RadioButton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53901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FF3B0F-0C85-BB20-F7E5-B6AF797FA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867" y="4469727"/>
            <a:ext cx="5015464" cy="849524"/>
          </a:xfrm>
          <a:prstGeom prst="rect">
            <a:avLst/>
          </a:prstGeom>
        </p:spPr>
      </p:pic>
      <p:sp>
        <p:nvSpPr>
          <p:cNvPr id="4" name="הסבר מלבני מעוגל 3"/>
          <p:cNvSpPr/>
          <p:nvPr/>
        </p:nvSpPr>
        <p:spPr>
          <a:xfrm>
            <a:off x="6203979" y="2393106"/>
            <a:ext cx="3942911" cy="1333320"/>
          </a:xfrm>
          <a:prstGeom prst="wedgeRoundRectCallout">
            <a:avLst>
              <a:gd name="adj1" fmla="val -57225"/>
              <a:gd name="adj2" fmla="val 12978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אפשר לבטל כל הבחירות</a:t>
            </a:r>
          </a:p>
          <a:p>
            <a:pPr algn="ctr" rtl="1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(אף </a:t>
            </a:r>
            <a:r>
              <a:rPr lang="en-US" sz="20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RadioButton</a:t>
            </a:r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לא יהיה מסומן)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D605FA-CA3D-AFFB-02FC-CBC104D5D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BE2FB7-C643-04A7-B52C-2A15BD3309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6" name="מלבן 4">
            <a:extLst>
              <a:ext uri="{FF2B5EF4-FFF2-40B4-BE49-F238E27FC236}">
                <a16:creationId xmlns:a16="http://schemas.microsoft.com/office/drawing/2014/main" id="{DE70E44A-A379-EBF2-FF72-2128C086261B}"/>
              </a:ext>
            </a:extLst>
          </p:cNvPr>
          <p:cNvSpPr/>
          <p:nvPr/>
        </p:nvSpPr>
        <p:spPr>
          <a:xfrm>
            <a:off x="5043429" y="56709"/>
            <a:ext cx="549675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RadioGroup</a:t>
            </a:r>
            <a:r>
              <a:rPr lang="en-US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&amp; </a:t>
            </a:r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RadioButton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01116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8F5823-F8B3-EBB5-35ED-8D8221D87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137" y="4817054"/>
            <a:ext cx="6722569" cy="669346"/>
          </a:xfrm>
          <a:prstGeom prst="rect">
            <a:avLst/>
          </a:prstGeom>
        </p:spPr>
      </p:pic>
      <p:sp>
        <p:nvSpPr>
          <p:cNvPr id="4" name="הסבר מלבני מעוגל 3"/>
          <p:cNvSpPr/>
          <p:nvPr/>
        </p:nvSpPr>
        <p:spPr>
          <a:xfrm>
            <a:off x="6203979" y="2393106"/>
            <a:ext cx="3942911" cy="1333320"/>
          </a:xfrm>
          <a:prstGeom prst="wedgeRoundRectCallout">
            <a:avLst>
              <a:gd name="adj1" fmla="val -57225"/>
              <a:gd name="adj2" fmla="val 12978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אפשר לקבל </a:t>
            </a: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</a:t>
            </a:r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של </a:t>
            </a:r>
            <a:r>
              <a:rPr lang="en-US" sz="20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RadioButton</a:t>
            </a:r>
            <a:endParaRPr lang="he-IL" sz="2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ctr" rtl="1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שמסומן (נבחר) עכשיו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385355-477C-C36F-4289-F63611B86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65B11C-170A-0A2E-5DD6-356D1ADB87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8" name="מלבן 4">
            <a:extLst>
              <a:ext uri="{FF2B5EF4-FFF2-40B4-BE49-F238E27FC236}">
                <a16:creationId xmlns:a16="http://schemas.microsoft.com/office/drawing/2014/main" id="{B951E810-2C9E-11A3-6360-8E73DF4372D9}"/>
              </a:ext>
            </a:extLst>
          </p:cNvPr>
          <p:cNvSpPr/>
          <p:nvPr/>
        </p:nvSpPr>
        <p:spPr>
          <a:xfrm>
            <a:off x="5043429" y="56709"/>
            <a:ext cx="549675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RadioGroup</a:t>
            </a:r>
            <a:r>
              <a:rPr lang="en-US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&amp; </a:t>
            </a:r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RadioButton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4285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6E8ACE-019E-15B7-2262-946E1A909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931" y="4847776"/>
            <a:ext cx="4013781" cy="874598"/>
          </a:xfrm>
          <a:prstGeom prst="rect">
            <a:avLst/>
          </a:prstGeom>
        </p:spPr>
      </p:pic>
      <p:sp>
        <p:nvSpPr>
          <p:cNvPr id="4" name="הסבר מלבני מעוגל 3"/>
          <p:cNvSpPr/>
          <p:nvPr/>
        </p:nvSpPr>
        <p:spPr>
          <a:xfrm>
            <a:off x="6203979" y="2393106"/>
            <a:ext cx="3942911" cy="1333320"/>
          </a:xfrm>
          <a:prstGeom prst="wedgeRoundRectCallout">
            <a:avLst>
              <a:gd name="adj1" fmla="val -57225"/>
              <a:gd name="adj2" fmla="val 12978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אפשר לבדוק האם </a:t>
            </a:r>
            <a:r>
              <a:rPr lang="en-US" sz="20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RadioButton</a:t>
            </a:r>
            <a:r>
              <a:rPr lang="he-IL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מסוים מסומן (נבחר) עכשיו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8D3306-E2C3-DA8E-D0E6-FD6A279B4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676A49-302F-9F9E-DFBD-0E7BECF693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8" name="מלבן 4">
            <a:extLst>
              <a:ext uri="{FF2B5EF4-FFF2-40B4-BE49-F238E27FC236}">
                <a16:creationId xmlns:a16="http://schemas.microsoft.com/office/drawing/2014/main" id="{F7A83926-5E19-8139-97F5-C6B5C0DCC3A6}"/>
              </a:ext>
            </a:extLst>
          </p:cNvPr>
          <p:cNvSpPr/>
          <p:nvPr/>
        </p:nvSpPr>
        <p:spPr>
          <a:xfrm>
            <a:off x="5043429" y="56709"/>
            <a:ext cx="549675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RadioGroup</a:t>
            </a:r>
            <a:r>
              <a:rPr lang="en-US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 &amp; </a:t>
            </a:r>
            <a:r>
              <a:rPr lang="en-US" sz="32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RadioButton</a:t>
            </a:r>
            <a:endParaRPr lang="he-IL" sz="3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815960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663</TotalTime>
  <Words>201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Assistant</vt:lpstr>
      <vt:lpstr>Shmulik CLM</vt:lpstr>
      <vt:lpstr>Times New Roman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125</cp:revision>
  <dcterms:created xsi:type="dcterms:W3CDTF">2019-01-05T16:01:25Z</dcterms:created>
  <dcterms:modified xsi:type="dcterms:W3CDTF">2024-07-08T06:25:01Z</dcterms:modified>
</cp:coreProperties>
</file>