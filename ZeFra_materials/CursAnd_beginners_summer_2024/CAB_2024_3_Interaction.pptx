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389" r:id="rId2"/>
    <p:sldId id="258" r:id="rId3"/>
    <p:sldId id="391" r:id="rId4"/>
    <p:sldId id="392" r:id="rId5"/>
    <p:sldId id="393" r:id="rId6"/>
    <p:sldId id="394" r:id="rId7"/>
    <p:sldId id="395" r:id="rId8"/>
    <p:sldId id="396" r:id="rId9"/>
    <p:sldId id="397" r:id="rId10"/>
    <p:sldId id="398" r:id="rId11"/>
    <p:sldId id="399" r:id="rId12"/>
    <p:sldId id="40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1640292" y="1481822"/>
            <a:ext cx="8911415" cy="276998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דו-שיח עם משתמש</a:t>
            </a:r>
            <a:endParaRPr lang="en-US" sz="60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rtl="1"/>
            <a:endParaRPr lang="he-IL" sz="66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rtl="1"/>
            <a:r>
              <a:rPr lang="he-IL" sz="48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ea typeface="Tahoma" panose="020B0604030504040204" pitchFamily="34" charset="0"/>
                <a:cs typeface="Assistant" pitchFamily="2" charset="-79"/>
              </a:rPr>
              <a:t>("אפליקציה צריכה להיות ידידותית")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C5EB78-2199-8F06-BF63-27D935A65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A06084-DC93-23DD-1D84-9176782D8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34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327356" y="1267298"/>
            <a:ext cx="10205884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כבר מהאפליקציות הראשונות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נכון להרגיל תלמידים בנות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אפליקציה ידידותית למשתמש,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שאפליקציה תפעל בסגנון דו-שיח.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חלק חשוב מסגנון זה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הוא שימוש בכלים שונים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להצגת הודעות למשתמש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וקבלת תגובות ממנו.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5043429" y="56709"/>
            <a:ext cx="581138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דו-שיח עם משתמש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431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817705" y="2868170"/>
            <a:ext cx="6556603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Levenim MT" panose="02010502060101010101" pitchFamily="2" charset="-79"/>
                <a:cs typeface="Levenim MT" panose="02010502060101010101" pitchFamily="2" charset="-79"/>
              </a:rPr>
              <a:t>הודעה צפה (קופצת)</a:t>
            </a:r>
          </a:p>
          <a:p>
            <a:pPr algn="ctr" rtl="1"/>
            <a:r>
              <a:rPr lang="en-US" sz="5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Levenim MT" panose="02010502060101010101" pitchFamily="2" charset="-79"/>
                <a:cs typeface="Levenim MT" panose="02010502060101010101" pitchFamily="2" charset="-79"/>
              </a:rPr>
              <a:t>Toast</a:t>
            </a:r>
            <a:endParaRPr lang="he-IL" sz="4000" b="1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C5EB78-2199-8F06-BF63-27D935A65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5CF335-C416-D725-1A9A-707C1CD9DF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46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5137349" y="28826"/>
            <a:ext cx="417454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b="1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הודעה קופצת (</a:t>
            </a:r>
            <a:r>
              <a:rPr lang="en-US" sz="3600" b="1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Toast</a:t>
            </a:r>
            <a:r>
              <a:rPr lang="he-IL" sz="3600" b="1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)</a:t>
            </a:r>
            <a:endParaRPr lang="he-IL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858297" y="1124067"/>
            <a:ext cx="8428437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יתרונות</a:t>
            </a:r>
            <a:r>
              <a:rPr lang="he-IL" sz="3600" u="sng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</a:t>
            </a: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קל לכתוב קוד שלה,</a:t>
            </a: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היא לא תופסת מקום על המסך,</a:t>
            </a: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נוח להשתמש בה על מנת להציג באופן זמני ערכים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5F3358-3A7C-4666-F914-C5310B86C358}"/>
              </a:ext>
            </a:extLst>
          </p:cNvPr>
          <p:cNvSpPr/>
          <p:nvPr/>
        </p:nvSpPr>
        <p:spPr>
          <a:xfrm>
            <a:off x="1853066" y="4260777"/>
            <a:ext cx="8428437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חסרונות:</a:t>
            </a: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מופיע אך ורק לזמן קצר (3-7 שניות),</a:t>
            </a: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אין כמעט אפשרויות עיצוב</a:t>
            </a: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קל לפספס אותה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8FE105-F2D4-BE91-9EA1-9AD695A22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249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CE267F-6616-4680-C57B-F06BDE64F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360" y="3634138"/>
            <a:ext cx="4837374" cy="1287727"/>
          </a:xfrm>
          <a:prstGeom prst="rect">
            <a:avLst/>
          </a:prstGeom>
        </p:spPr>
      </p:pic>
      <p:sp>
        <p:nvSpPr>
          <p:cNvPr id="9" name="הסבר מלבני מעוגל 7">
            <a:extLst>
              <a:ext uri="{FF2B5EF4-FFF2-40B4-BE49-F238E27FC236}">
                <a16:creationId xmlns:a16="http://schemas.microsoft.com/office/drawing/2014/main" id="{08687AB8-75D0-8491-DCF2-9D9A11E8F101}"/>
              </a:ext>
            </a:extLst>
          </p:cNvPr>
          <p:cNvSpPr/>
          <p:nvPr/>
        </p:nvSpPr>
        <p:spPr>
          <a:xfrm>
            <a:off x="6406000" y="1347580"/>
            <a:ext cx="4094852" cy="1041659"/>
          </a:xfrm>
          <a:prstGeom prst="wedgeRoundRectCallout">
            <a:avLst>
              <a:gd name="adj1" fmla="val -10109"/>
              <a:gd name="adj2" fmla="val 183594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משתנה מסוג 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Context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אותו כדאי לצור בכל אקטיביטי</a:t>
            </a:r>
          </a:p>
        </p:txBody>
      </p:sp>
      <p:sp>
        <p:nvSpPr>
          <p:cNvPr id="10" name="הסבר מלבני מעוגל 7">
            <a:extLst>
              <a:ext uri="{FF2B5EF4-FFF2-40B4-BE49-F238E27FC236}">
                <a16:creationId xmlns:a16="http://schemas.microsoft.com/office/drawing/2014/main" id="{88E20FC5-748D-E864-8826-B3E716D36276}"/>
              </a:ext>
            </a:extLst>
          </p:cNvPr>
          <p:cNvSpPr/>
          <p:nvPr/>
        </p:nvSpPr>
        <p:spPr>
          <a:xfrm>
            <a:off x="368896" y="2623035"/>
            <a:ext cx="4439078" cy="1103391"/>
          </a:xfrm>
          <a:prstGeom prst="wedgeRoundRectCallout">
            <a:avLst>
              <a:gd name="adj1" fmla="val 92287"/>
              <a:gd name="adj2" fmla="val 101262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מחרוזת (אפשר להרכיב אותה קודם ואז להשתמש במשתנה)</a:t>
            </a:r>
          </a:p>
        </p:txBody>
      </p:sp>
      <p:sp>
        <p:nvSpPr>
          <p:cNvPr id="11" name="הסבר מלבני מעוגל 7">
            <a:extLst>
              <a:ext uri="{FF2B5EF4-FFF2-40B4-BE49-F238E27FC236}">
                <a16:creationId xmlns:a16="http://schemas.microsoft.com/office/drawing/2014/main" id="{F11F533F-E05D-F4B3-1A1A-1762DBE3F3AA}"/>
              </a:ext>
            </a:extLst>
          </p:cNvPr>
          <p:cNvSpPr/>
          <p:nvPr/>
        </p:nvSpPr>
        <p:spPr>
          <a:xfrm>
            <a:off x="7413522" y="5490756"/>
            <a:ext cx="3500284" cy="993058"/>
          </a:xfrm>
          <a:prstGeom prst="wedgeRoundRectCallout">
            <a:avLst>
              <a:gd name="adj1" fmla="val -28023"/>
              <a:gd name="adj2" fmla="val -123995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זמן הופעתה של הודעה על המסך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19148E-5719-08E2-3C7B-8A65269F84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236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970964" y="1674674"/>
            <a:ext cx="4387740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תיבת דו-שיח</a:t>
            </a:r>
            <a:endParaRPr lang="en-US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  <a:p>
            <a:pPr algn="ctr" rtl="1"/>
            <a:r>
              <a:rPr lang="en-US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AlertDialog</a:t>
            </a:r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C5EB78-2199-8F06-BF63-27D935A65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A020E8-2A00-4F21-F66A-93FF30585B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104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991453" y="111015"/>
            <a:ext cx="567976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תיבת דו-שיח (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AlertDialog</a:t>
            </a:r>
            <a:r>
              <a:rPr lang="he-IL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858297" y="1124067"/>
            <a:ext cx="8428437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יתרונות:</a:t>
            </a: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מופיע על המסך בלי הגבלת זמן</a:t>
            </a: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להציג עליו מידע מורכב ובכמות די גדולה</a:t>
            </a: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מכיל עד 3 לחצנים לפעולות שונות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5F3358-3A7C-4666-F914-C5310B86C358}"/>
              </a:ext>
            </a:extLst>
          </p:cNvPr>
          <p:cNvSpPr/>
          <p:nvPr/>
        </p:nvSpPr>
        <p:spPr>
          <a:xfrm>
            <a:off x="1853066" y="4260777"/>
            <a:ext cx="8428437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חסרונות:</a:t>
            </a: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קוד גדול ומורכב יותר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2AA164-FB51-BD63-6EBD-691E5D12A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063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CD31CF-AE3A-AFBB-E015-0EB74CAEC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606" y="2256765"/>
            <a:ext cx="7572572" cy="19511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5F3358-3A7C-4666-F914-C5310B86C358}"/>
              </a:ext>
            </a:extLst>
          </p:cNvPr>
          <p:cNvSpPr/>
          <p:nvPr/>
        </p:nvSpPr>
        <p:spPr>
          <a:xfrm>
            <a:off x="889504" y="2939952"/>
            <a:ext cx="842843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200" b="0" cap="none" spc="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כאן יוצרים כל מה שצריך להופיע בהודעה</a:t>
            </a: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7E557389-2E5A-E662-AE4D-7BC65771AF46}"/>
              </a:ext>
            </a:extLst>
          </p:cNvPr>
          <p:cNvSpPr/>
          <p:nvPr/>
        </p:nvSpPr>
        <p:spPr>
          <a:xfrm>
            <a:off x="3991453" y="111015"/>
            <a:ext cx="567976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תיבת דו-שיח (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AlertDialog</a:t>
            </a:r>
            <a:r>
              <a:rPr lang="he-IL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ACF279-E719-8290-E24F-C5EB4764EB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999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4FC563-2D5D-A51D-DE52-85CDCD32A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46" y="817102"/>
            <a:ext cx="2571249" cy="57138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0991CB-7521-DED7-2CDD-4A514E993F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220" y="1951444"/>
            <a:ext cx="6805250" cy="3132091"/>
          </a:xfrm>
          <a:prstGeom prst="rect">
            <a:avLst/>
          </a:prstGeom>
        </p:spPr>
      </p:pic>
      <p:sp>
        <p:nvSpPr>
          <p:cNvPr id="3" name="מלבן 4">
            <a:extLst>
              <a:ext uri="{FF2B5EF4-FFF2-40B4-BE49-F238E27FC236}">
                <a16:creationId xmlns:a16="http://schemas.microsoft.com/office/drawing/2014/main" id="{40CD307C-1E63-9377-CEA2-A30DD722B8A6}"/>
              </a:ext>
            </a:extLst>
          </p:cNvPr>
          <p:cNvSpPr/>
          <p:nvPr/>
        </p:nvSpPr>
        <p:spPr>
          <a:xfrm>
            <a:off x="3991453" y="111015"/>
            <a:ext cx="567976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תיבת דו-שיח (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AlertDialog</a:t>
            </a:r>
            <a:r>
              <a:rPr lang="he-IL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1E8B4B-39C0-E591-5FAA-80E35361C2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095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5F3358-3A7C-4666-F914-C5310B86C358}"/>
              </a:ext>
            </a:extLst>
          </p:cNvPr>
          <p:cNvSpPr/>
          <p:nvPr/>
        </p:nvSpPr>
        <p:spPr>
          <a:xfrm>
            <a:off x="7354529" y="2969448"/>
            <a:ext cx="4468575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כך נראה קוד</a:t>
            </a: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 תיבת דו-שיח פשוטה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0991CB-7521-DED7-2CDD-4A514E993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96" y="1862954"/>
            <a:ext cx="6805250" cy="3132091"/>
          </a:xfrm>
          <a:prstGeom prst="rect">
            <a:avLst/>
          </a:prstGeom>
        </p:spPr>
      </p:pic>
      <p:sp>
        <p:nvSpPr>
          <p:cNvPr id="6" name="מלבן 4">
            <a:extLst>
              <a:ext uri="{FF2B5EF4-FFF2-40B4-BE49-F238E27FC236}">
                <a16:creationId xmlns:a16="http://schemas.microsoft.com/office/drawing/2014/main" id="{CE6C22BB-CEF8-D3BB-6835-8BEFE97CC9A7}"/>
              </a:ext>
            </a:extLst>
          </p:cNvPr>
          <p:cNvSpPr/>
          <p:nvPr/>
        </p:nvSpPr>
        <p:spPr>
          <a:xfrm>
            <a:off x="3991453" y="111015"/>
            <a:ext cx="567976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תיבת דו-שיח (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AlertDialog</a:t>
            </a:r>
            <a:r>
              <a:rPr lang="he-IL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DCFC08-92E4-EC8F-C50F-763E4F1665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678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0991CB-7521-DED7-2CDD-4A514E993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96" y="1862954"/>
            <a:ext cx="6805250" cy="3132091"/>
          </a:xfrm>
          <a:prstGeom prst="rect">
            <a:avLst/>
          </a:prstGeom>
        </p:spPr>
      </p:pic>
      <p:sp>
        <p:nvSpPr>
          <p:cNvPr id="6" name="הסבר מלבני מעוגל 7">
            <a:extLst>
              <a:ext uri="{FF2B5EF4-FFF2-40B4-BE49-F238E27FC236}">
                <a16:creationId xmlns:a16="http://schemas.microsoft.com/office/drawing/2014/main" id="{9A4E3346-D9F1-D18A-62C1-7ED2B2CEF05F}"/>
              </a:ext>
            </a:extLst>
          </p:cNvPr>
          <p:cNvSpPr/>
          <p:nvPr/>
        </p:nvSpPr>
        <p:spPr>
          <a:xfrm>
            <a:off x="5835365" y="918806"/>
            <a:ext cx="4094852" cy="1041659"/>
          </a:xfrm>
          <a:prstGeom prst="wedgeRoundRectCallout">
            <a:avLst>
              <a:gd name="adj1" fmla="val -93668"/>
              <a:gd name="adj2" fmla="val 4861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"הבונה" שיוצר עצם ומאפשר</a:t>
            </a:r>
          </a:p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לקבוע תכונות לעצם</a:t>
            </a:r>
          </a:p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מסוג </a:t>
            </a:r>
            <a:r>
              <a:rPr lang="en-US" sz="2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AlertDialog</a:t>
            </a:r>
            <a:endParaRPr lang="he-IL" sz="2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8" name="הסבר מלבני מעוגל 7">
            <a:extLst>
              <a:ext uri="{FF2B5EF4-FFF2-40B4-BE49-F238E27FC236}">
                <a16:creationId xmlns:a16="http://schemas.microsoft.com/office/drawing/2014/main" id="{240608C2-13D4-A966-8EEF-16B2CB7EF6F3}"/>
              </a:ext>
            </a:extLst>
          </p:cNvPr>
          <p:cNvSpPr/>
          <p:nvPr/>
        </p:nvSpPr>
        <p:spPr>
          <a:xfrm>
            <a:off x="8242092" y="3378445"/>
            <a:ext cx="3376250" cy="533016"/>
          </a:xfrm>
          <a:prstGeom prst="wedgeRoundRectCallout">
            <a:avLst>
              <a:gd name="adj1" fmla="val -220664"/>
              <a:gd name="adj2" fmla="val -17811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תכונה: "כותרת של תיבת דו-שיח"</a:t>
            </a:r>
          </a:p>
        </p:txBody>
      </p:sp>
      <p:sp>
        <p:nvSpPr>
          <p:cNvPr id="9" name="הסבר מלבני מעוגל 7">
            <a:extLst>
              <a:ext uri="{FF2B5EF4-FFF2-40B4-BE49-F238E27FC236}">
                <a16:creationId xmlns:a16="http://schemas.microsoft.com/office/drawing/2014/main" id="{DE7500E6-EEF5-E2DC-9134-308B75C3E797}"/>
              </a:ext>
            </a:extLst>
          </p:cNvPr>
          <p:cNvSpPr/>
          <p:nvPr/>
        </p:nvSpPr>
        <p:spPr>
          <a:xfrm>
            <a:off x="8101357" y="2127663"/>
            <a:ext cx="3376250" cy="533016"/>
          </a:xfrm>
          <a:prstGeom prst="wedgeRoundRectCallout">
            <a:avLst>
              <a:gd name="adj1" fmla="val -148442"/>
              <a:gd name="adj2" fmla="val 635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ערכים לחלק מהתכונות</a:t>
            </a:r>
          </a:p>
        </p:txBody>
      </p:sp>
      <p:sp>
        <p:nvSpPr>
          <p:cNvPr id="11" name="הסבר מלבני מעוגל 7">
            <a:extLst>
              <a:ext uri="{FF2B5EF4-FFF2-40B4-BE49-F238E27FC236}">
                <a16:creationId xmlns:a16="http://schemas.microsoft.com/office/drawing/2014/main" id="{681577E1-B165-FB07-20F1-EA0D4D89F70F}"/>
              </a:ext>
            </a:extLst>
          </p:cNvPr>
          <p:cNvSpPr/>
          <p:nvPr/>
        </p:nvSpPr>
        <p:spPr>
          <a:xfrm>
            <a:off x="8242092" y="4119014"/>
            <a:ext cx="3376250" cy="533016"/>
          </a:xfrm>
          <a:prstGeom prst="wedgeRoundRectCallout">
            <a:avLst>
              <a:gd name="adj1" fmla="val -208724"/>
              <a:gd name="adj2" fmla="val -270347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תכונה: "טקסט בתיבת דו-שיח"</a:t>
            </a:r>
          </a:p>
        </p:txBody>
      </p:sp>
      <p:sp>
        <p:nvSpPr>
          <p:cNvPr id="12" name="הסבר מלבני מעוגל 7">
            <a:extLst>
              <a:ext uri="{FF2B5EF4-FFF2-40B4-BE49-F238E27FC236}">
                <a16:creationId xmlns:a16="http://schemas.microsoft.com/office/drawing/2014/main" id="{51EDDD31-2C8C-1535-3B1E-8A63114FE236}"/>
              </a:ext>
            </a:extLst>
          </p:cNvPr>
          <p:cNvSpPr/>
          <p:nvPr/>
        </p:nvSpPr>
        <p:spPr>
          <a:xfrm>
            <a:off x="4725107" y="5712811"/>
            <a:ext cx="3376250" cy="776479"/>
          </a:xfrm>
          <a:prstGeom prst="wedgeRoundRectCallout">
            <a:avLst>
              <a:gd name="adj1" fmla="val -130677"/>
              <a:gd name="adj2" fmla="val -374223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תכונה: "האם לסגור תיבת דו-שיח ע"י לחיצה מחוץ אליה"</a:t>
            </a: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A6F33C69-B9B6-5994-CD31-67DCBE1042FC}"/>
              </a:ext>
            </a:extLst>
          </p:cNvPr>
          <p:cNvSpPr/>
          <p:nvPr/>
        </p:nvSpPr>
        <p:spPr>
          <a:xfrm>
            <a:off x="3991453" y="111015"/>
            <a:ext cx="567976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תיבת דו-שיח (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AlertDialog</a:t>
            </a:r>
            <a:r>
              <a:rPr lang="he-IL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80149B-F143-C977-F5E5-AE1B597300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192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0991CB-7521-DED7-2CDD-4A514E993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96" y="1862954"/>
            <a:ext cx="6805250" cy="3132091"/>
          </a:xfrm>
          <a:prstGeom prst="rect">
            <a:avLst/>
          </a:prstGeom>
        </p:spPr>
      </p:pic>
      <p:sp>
        <p:nvSpPr>
          <p:cNvPr id="12" name="הסבר מלבני מעוגל 7">
            <a:extLst>
              <a:ext uri="{FF2B5EF4-FFF2-40B4-BE49-F238E27FC236}">
                <a16:creationId xmlns:a16="http://schemas.microsoft.com/office/drawing/2014/main" id="{51EDDD31-2C8C-1535-3B1E-8A63114FE236}"/>
              </a:ext>
            </a:extLst>
          </p:cNvPr>
          <p:cNvSpPr/>
          <p:nvPr/>
        </p:nvSpPr>
        <p:spPr>
          <a:xfrm>
            <a:off x="6096000" y="1409897"/>
            <a:ext cx="3376250" cy="776479"/>
          </a:xfrm>
          <a:prstGeom prst="wedgeRoundRectCallout">
            <a:avLst>
              <a:gd name="adj1" fmla="val -140870"/>
              <a:gd name="adj2" fmla="val 19559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תכונה: "תמונה ליד כותרת"</a:t>
            </a:r>
          </a:p>
        </p:txBody>
      </p:sp>
      <p:sp>
        <p:nvSpPr>
          <p:cNvPr id="3" name="הסבר מלבני מעוגל 7">
            <a:extLst>
              <a:ext uri="{FF2B5EF4-FFF2-40B4-BE49-F238E27FC236}">
                <a16:creationId xmlns:a16="http://schemas.microsoft.com/office/drawing/2014/main" id="{0B6C2801-0A3E-140C-D033-50536FDF2FD1}"/>
              </a:ext>
            </a:extLst>
          </p:cNvPr>
          <p:cNvSpPr/>
          <p:nvPr/>
        </p:nvSpPr>
        <p:spPr>
          <a:xfrm>
            <a:off x="7487264" y="3676233"/>
            <a:ext cx="3554362" cy="776479"/>
          </a:xfrm>
          <a:prstGeom prst="wedgeRoundRectCallout">
            <a:avLst>
              <a:gd name="adj1" fmla="val -204370"/>
              <a:gd name="adj2" fmla="val -5259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תכונה: "אחד משלושה לחצני תקן</a:t>
            </a:r>
          </a:p>
          <a:p>
            <a:pPr algn="ctr" rtl="1"/>
            <a:r>
              <a:rPr lang="he-IL" sz="20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כולל מאזין שלו"</a:t>
            </a:r>
            <a:endParaRPr lang="he-IL" sz="2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מלבן 4">
            <a:extLst>
              <a:ext uri="{FF2B5EF4-FFF2-40B4-BE49-F238E27FC236}">
                <a16:creationId xmlns:a16="http://schemas.microsoft.com/office/drawing/2014/main" id="{E07C8A49-A35B-5B61-B6B8-63AEA1B14784}"/>
              </a:ext>
            </a:extLst>
          </p:cNvPr>
          <p:cNvSpPr/>
          <p:nvPr/>
        </p:nvSpPr>
        <p:spPr>
          <a:xfrm>
            <a:off x="3991453" y="111015"/>
            <a:ext cx="567976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תיבת דו-שיח (</a:t>
            </a:r>
            <a:r>
              <a:rPr lang="en-US" sz="40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AlertDialog</a:t>
            </a:r>
            <a:r>
              <a:rPr lang="he-IL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518122-753B-9BF3-A42D-889E083BB4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1200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784</TotalTime>
  <Words>253</Words>
  <Application>Microsoft Office PowerPoint</Application>
  <PresentationFormat>Widescreen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Assistant</vt:lpstr>
      <vt:lpstr>Levenim MT</vt:lpstr>
      <vt:lpstr>Tahoma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130</cp:revision>
  <dcterms:created xsi:type="dcterms:W3CDTF">2019-01-05T16:01:25Z</dcterms:created>
  <dcterms:modified xsi:type="dcterms:W3CDTF">2024-08-10T07:37:09Z</dcterms:modified>
</cp:coreProperties>
</file>