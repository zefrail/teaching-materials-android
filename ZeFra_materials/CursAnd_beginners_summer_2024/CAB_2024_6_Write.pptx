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389" r:id="rId2"/>
    <p:sldId id="391" r:id="rId3"/>
    <p:sldId id="392" r:id="rId4"/>
    <p:sldId id="393" r:id="rId5"/>
    <p:sldId id="394" r:id="rId6"/>
    <p:sldId id="395" r:id="rId7"/>
    <p:sldId id="39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ו'/אב/תשפ"ד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1779759" y="1481822"/>
            <a:ext cx="8632491" cy="36009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בסיס נתונים</a:t>
            </a:r>
          </a:p>
          <a:p>
            <a:pPr algn="ctr" rtl="1"/>
            <a:endParaRPr lang="he-IL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שמירת נתונים ב-</a:t>
            </a:r>
            <a:r>
              <a:rPr lang="en-US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sz="6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(כתיבת נתונים לתוך טבלה)</a:t>
            </a:r>
            <a:endParaRPr lang="en-US" sz="48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06084-DC93-23DD-1D84-9176782D8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29033" y="903504"/>
            <a:ext cx="1020588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מנת לשמור נתונים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DB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צריך: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להכין את הנתונים בדרך כלשהי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לצור משתנה מסוג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ContentValues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("מכיל ערכים") ולהכניס נתונים בו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לפתוח גישה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DB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לבצע פעולת שמירה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לסגור גישה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5496232" y="56709"/>
            <a:ext cx="53585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שמירת נתונים ב-</a:t>
            </a:r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69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170039" y="1267298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להכין את הנתונים בדרך כלשהי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5496232" y="56709"/>
            <a:ext cx="53585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שמירת נתונים ב-</a:t>
            </a:r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007126-763C-3F7C-0F89-C2414BB356EA}"/>
              </a:ext>
            </a:extLst>
          </p:cNvPr>
          <p:cNvSpPr/>
          <p:nvPr/>
        </p:nvSpPr>
        <p:spPr>
          <a:xfrm>
            <a:off x="1170039" y="2477887"/>
            <a:ext cx="1020588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הדרך ה"טבעית" ביותר היא לקלוט נתונים,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אבל קיימות אפשרויות נוספות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(למשל, למלא טבלה "בחוץ" ולדחוף קובץ "פנימה")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36D4E-7958-CDCF-FE68-4E3133C9B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817" y="4458004"/>
            <a:ext cx="3586369" cy="209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83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29033" y="1267298"/>
            <a:ext cx="1020588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742950" indent="-742950" algn="r" rtl="1">
              <a:buFont typeface="+mj-lt"/>
              <a:buAutoNum type="arabicPeriod" startAt="2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לצור משתנה מסוג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ContentValues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("מכיל ערכים") ולהכניס נתונים בו</a:t>
            </a: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5496232" y="56709"/>
            <a:ext cx="53585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שמירת נתונים ב-</a:t>
            </a:r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88359E-E8EB-5523-CEB2-333EC0694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628" y="2801849"/>
            <a:ext cx="5278743" cy="263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53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68362" y="1424613"/>
            <a:ext cx="1020588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742950" indent="-742950" algn="r" rtl="1">
              <a:buFont typeface="+mj-lt"/>
              <a:buAutoNum type="arabicPeriod" startAt="3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לפתוח גישה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DB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5496232" y="56709"/>
            <a:ext cx="53585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שמירת נתונים ב-</a:t>
            </a:r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54B615-F866-50D2-2A05-D1320CF9D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319" y="2792517"/>
            <a:ext cx="5929743" cy="7708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B867BA-0BC0-6DA1-0238-DAE7798C3E5D}"/>
              </a:ext>
            </a:extLst>
          </p:cNvPr>
          <p:cNvSpPr/>
          <p:nvPr/>
        </p:nvSpPr>
        <p:spPr>
          <a:xfrm>
            <a:off x="648929" y="4284956"/>
            <a:ext cx="1020588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צריך לדאוג שמשתנה 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helperDB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("הופעה של מחלקת עזר")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יהיה 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רק מוגדר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 אלא גם </a:t>
            </a:r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יקבל ערך!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32617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09368" y="1572098"/>
            <a:ext cx="1020588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742950" indent="-742950" algn="r" rtl="1">
              <a:buFont typeface="+mj-lt"/>
              <a:buAutoNum type="arabicPeriod" startAt="4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לבצע פעולת שמירה</a:t>
            </a:r>
          </a:p>
          <a:p>
            <a:pPr marL="742950" indent="-742950" algn="r" rtl="1">
              <a:buFont typeface="+mj-lt"/>
              <a:buAutoNum type="arabicPeriod" startAt="4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לסגור גישה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5496232" y="56709"/>
            <a:ext cx="53585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שמירת נתונים ב-</a:t>
            </a:r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51212D-ED91-69BE-7CA9-7B5E15965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7742" y="3009863"/>
            <a:ext cx="6710927" cy="12003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514DB5-E82E-5C62-A3F9-4FC786CE2217}"/>
              </a:ext>
            </a:extLst>
          </p:cNvPr>
          <p:cNvSpPr/>
          <p:nvPr/>
        </p:nvSpPr>
        <p:spPr>
          <a:xfrm>
            <a:off x="1120263" y="4590601"/>
            <a:ext cx="1020588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רק אחרי סגירת הגישה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נתונים יופיעו בטבלה!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2222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229033" y="903504"/>
            <a:ext cx="10205884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להכין את הנתונים בדרך כלשהי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לצור משתנה מסוג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Content Value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("מכיל ערכים") ולהכניס נתונים בו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לפתוח גישה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DB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לבצע פעולת שמירה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לסגור גישה</a:t>
            </a:r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808B0D81-BCEA-81CC-6758-2DD3AA677AAC}"/>
              </a:ext>
            </a:extLst>
          </p:cNvPr>
          <p:cNvSpPr/>
          <p:nvPr/>
        </p:nvSpPr>
        <p:spPr>
          <a:xfrm>
            <a:off x="5496232" y="56709"/>
            <a:ext cx="53585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שמירת נתונים ב-</a:t>
            </a:r>
            <a:r>
              <a:rPr lang="en-US" sz="3600" b="1" u="sng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B6C24-A72B-E8D2-DFD4-DA087CF34C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179F30-A5AB-AFFA-12F4-2FA3143F3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26" y="3784454"/>
            <a:ext cx="8114991" cy="284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807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948</TotalTime>
  <Words>174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Assistant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161</cp:revision>
  <dcterms:created xsi:type="dcterms:W3CDTF">2019-01-05T16:01:25Z</dcterms:created>
  <dcterms:modified xsi:type="dcterms:W3CDTF">2024-08-10T15:15:58Z</dcterms:modified>
</cp:coreProperties>
</file>