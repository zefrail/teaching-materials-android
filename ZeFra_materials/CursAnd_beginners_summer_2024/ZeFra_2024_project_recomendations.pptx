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57" r:id="rId3"/>
    <p:sldId id="358" r:id="rId4"/>
    <p:sldId id="359" r:id="rId5"/>
    <p:sldId id="360" r:id="rId6"/>
    <p:sldId id="362" r:id="rId7"/>
    <p:sldId id="363" r:id="rId8"/>
    <p:sldId id="3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י"ח/תמוז/תשפ"ד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140704" y="633649"/>
            <a:ext cx="5910592" cy="36009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סבא זאב ממליץ:</a:t>
            </a:r>
          </a:p>
          <a:p>
            <a:pPr algn="ctr" rtl="1"/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מה ובשביל מה לכלול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בפרויקט לבגרות</a:t>
            </a:r>
            <a:endParaRPr lang="he-IL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00673" y="1267298"/>
            <a:ext cx="107906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מתאים לתזכורות (הגשת עבודה, לקיחת תרופה, פגישה...).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בעזרת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קובעים מתי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תופיע.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קובעים מידע שצריך להציג ואפשרויות לפעולות אותם צריך לבצע.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קיימת אפשרות לסדרת הודעות ולביצוע חוזר.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מלבן 9"/>
          <p:cNvSpPr/>
          <p:nvPr/>
        </p:nvSpPr>
        <p:spPr>
          <a:xfrm>
            <a:off x="3559277" y="123437"/>
            <a:ext cx="675368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AlarmManager+Notification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9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81781" y="1267298"/>
            <a:ext cx="11009546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לקביעת מועד (תאריך וזמן) הצגת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ממליץ להשתמש בתיבות דו-שיח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וברכיבים מתאימים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CalendarView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 כל זה מעלה רמת האינטראקטיביות של אפליקציה (אחד מהקריטריונים לפרויקט).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שימוש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AlarmManager+Notification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דורש די הקבה קוד וכדאי לשקול האם תלמיד יצליח להבין ולהסביר אותו בבחינה.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מנגנון תזכורות מעלה גם רמת ידידותיות של הפרויקט.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מלבן 9"/>
          <p:cNvSpPr/>
          <p:nvPr/>
        </p:nvSpPr>
        <p:spPr>
          <a:xfrm>
            <a:off x="3559277" y="123437"/>
            <a:ext cx="675368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AlarmManager+Notification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4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00673" y="1267298"/>
            <a:ext cx="10790654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שירות מערכת אנדרואיד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system service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מיועד לביצוע חוזר (תכנות ומימוש) של תהליכי רקע.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חסכוני למשאבי מערכת, מכיל "בפנים" אפשרויות נוספת (בדיקת מצב סוללה, חיבור למטען ועוד...), כולל תנאים שונים להפעלת תהליכים.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יצירת קבצי גיבוי, בדיקה ועדכון נתונים, קבלת מידע ממקור חיצוני (מיקום גיאוגרפי, מזג אוויר, מחיקת נתונים לא רלוונטיים)...</a:t>
            </a:r>
          </a:p>
        </p:txBody>
      </p:sp>
      <p:sp>
        <p:nvSpPr>
          <p:cNvPr id="10" name="מלבן 9"/>
          <p:cNvSpPr/>
          <p:nvPr/>
        </p:nvSpPr>
        <p:spPr>
          <a:xfrm>
            <a:off x="7502013" y="123437"/>
            <a:ext cx="281094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JobScheduler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3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48729" y="2112872"/>
            <a:ext cx="1079065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קוד יחסית פשוט, קל להבנה ושינוי גם לתלמיד "ממוצע מינוס".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דורש שימוש במחלקת שירות (יורשת ל-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שזה "מכסה" עוד דרישת חובה נוספת (סעיף 6).</a:t>
            </a:r>
          </a:p>
        </p:txBody>
      </p:sp>
      <p:sp>
        <p:nvSpPr>
          <p:cNvPr id="10" name="מלבן 9"/>
          <p:cNvSpPr/>
          <p:nvPr/>
        </p:nvSpPr>
        <p:spPr>
          <a:xfrm>
            <a:off x="7502013" y="123437"/>
            <a:ext cx="281094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JobScheduler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86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48729" y="2112872"/>
            <a:ext cx="10790654" cy="44627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מידע שימושי ומתעדכן באתרים שמורה כקבצים מסוגים של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xml,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json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cvs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yaml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ואחרים. חלק מהנתונים האלה פתוח לגישה חופשית ויכול להיות שימושי לפרויקט של תלמיד: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מידע על מזג אוויר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מידע פיננסי (שערי מטבעות חוץ, למשל)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מידע אזרחי (שמות רחובות, כתובות מוסדות חינוך, תחבורה ציבורית, שעות פעילות של ארגונים ומשרדים, נתונים סטטיסטיים ועוד)</a:t>
            </a:r>
            <a:endParaRPr lang="ru-RU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סרטים ומוסיקה, כותרת חדשות, מפות, מידע בריאותי על מוצרים...</a:t>
            </a:r>
          </a:p>
        </p:txBody>
      </p:sp>
      <p:sp>
        <p:nvSpPr>
          <p:cNvPr id="10" name="מלבן 9"/>
          <p:cNvSpPr/>
          <p:nvPr/>
        </p:nvSpPr>
        <p:spPr>
          <a:xfrm>
            <a:off x="3421625" y="123437"/>
            <a:ext cx="689133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הורדת נתוני מידע (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API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של אתר) ושימוש בהם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0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00673" y="1267298"/>
            <a:ext cx="107906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כאשר באפליקציה יש לבצע תהליך אשר דורש די הרבה זמן ושהוא לא יפריע להמשך שימוש באפליקציה ולא יגרום לשגיאה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App Not Responding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("אפליקציה לא מגיבה"), מומלץ לבצע את הפעילות מסוג זה כתהליך רקע – למשל, בעזרת מחלקה היורשת מ-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Service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(קיימים סוגים שונים!).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קיימים סוגים רבים למחלקות שירות ובכל פרויקט אפשר לצור משהו מתאים באופן טבעי ולא "מאולץ".</a:t>
            </a:r>
          </a:p>
        </p:txBody>
      </p:sp>
      <p:sp>
        <p:nvSpPr>
          <p:cNvPr id="10" name="מלבן 9"/>
          <p:cNvSpPr/>
          <p:nvPr/>
        </p:nvSpPr>
        <p:spPr>
          <a:xfrm>
            <a:off x="6479458" y="123437"/>
            <a:ext cx="38335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כתיבת מחלקה 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Service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0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00673" y="1267298"/>
            <a:ext cx="10790654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דוגמאות: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</a:t>
            </a:r>
          </a:p>
        </p:txBody>
      </p:sp>
      <p:sp>
        <p:nvSpPr>
          <p:cNvPr id="10" name="מלבן 9"/>
          <p:cNvSpPr/>
          <p:nvPr/>
        </p:nvSpPr>
        <p:spPr>
          <a:xfrm>
            <a:off x="6479458" y="123437"/>
            <a:ext cx="38335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כתיבת מחלקה 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Service</a:t>
            </a:r>
            <a:endParaRPr lang="he-IL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9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1386</TotalTime>
  <Words>382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Assistant</vt:lpstr>
      <vt:lpstr>Consolas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135</cp:revision>
  <dcterms:created xsi:type="dcterms:W3CDTF">2019-01-05T16:01:25Z</dcterms:created>
  <dcterms:modified xsi:type="dcterms:W3CDTF">2024-07-24T18:11:18Z</dcterms:modified>
</cp:coreProperties>
</file>