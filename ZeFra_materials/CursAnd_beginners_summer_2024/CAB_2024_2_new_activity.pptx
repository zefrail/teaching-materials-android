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78" r:id="rId1"/>
  </p:sldMasterIdLst>
  <p:sldIdLst>
    <p:sldId id="256" r:id="rId2"/>
    <p:sldId id="339" r:id="rId3"/>
    <p:sldId id="340" r:id="rId4"/>
    <p:sldId id="342" r:id="rId5"/>
    <p:sldId id="341" r:id="rId6"/>
    <p:sldId id="343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5000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7-02T14:45:00.74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30,'13'-1,"0"-1,0 0,22-6,24-4,265 7,-179 8,3832-3,-3954 1,0 1,35 8,-33-4,48 2,-55-7,14-1,0 2,60 11,-54-6,39 2,15 3,-28-4,0-3,113-6,-66-1,593 2,-680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2T14:57:36.11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3798 935 24575,'0'-45'0,"1"13"0,-4-38 0,2 60 0,-1-1 0,0 0 0,-1 1 0,0-1 0,-1 1 0,0 0 0,-7-13 0,2 7 0,-1 2 0,-1-1 0,0 1 0,-1 1 0,0 0 0,-17-14 0,-6 1 0,-51-31 0,5-2 0,36 25 0,-85-48 0,62 41 0,29 19 0,-1 2 0,-56-19 0,40 17 0,40 15 0,1 1 0,-1 0 0,0 1 0,-1 1 0,1 1 0,-1 0 0,-24 0 0,21 2 0,-1-2 0,-26-6 0,-31-3 0,-24-3 0,70 9 0,-52-3 0,78 9 0,-12 1 0,1-2 0,0 0 0,0 0 0,0-2 0,0 0 0,0-1 0,1-1 0,-22-9 0,22 9 0,0 0 0,-1 0 0,1 2 0,-1 0 0,0 1 0,0 0 0,0 2 0,-32 2 0,28 0 0,0-2 0,-1-1 0,1 0 0,-40-9 0,19 2 0,-1 2 0,0 1 0,0 3 0,-81 5 0,25-1 0,21-4 0,40 0 0,0 1 0,1 2 0,-44 8 0,67-6 0,1 1 0,-25 11 0,26-9 0,0-2 0,1 1 0,-1-1 0,-16 2 0,3-1 0,0 1 0,-27 10 0,30-8 0,-1-1 0,-44 7 0,25-7 0,0 1 0,-59 21 0,-43 10 0,117-33 0,1 2 0,0 2 0,1 0 0,0 1 0,-33 21 0,23-12 0,0 3 0,2 1 0,-32 28 0,37-27 0,2 1 0,1 2 0,1 0 0,1 1 0,-27 48 0,38-56 0,2 1 0,1 1 0,0-1 0,2 2 0,0-1 0,2 1 0,1-1 0,1 2 0,-1 42 0,6 481 0,-2-531 0,0 0 0,2 0 0,0 0 0,1-1 0,1 1 0,0-1 0,11 25 0,-10-33 0,0-1 0,1 1 0,0-1 0,0 0 0,11 9 0,17 19 0,1 16 0,-27-38 0,0 0 0,1-1 0,1 1 0,0-2 0,0 0 0,1 0 0,24 17 0,49 37 0,-16-11 0,-25-26 0,-23-16 0,0 2 0,26 24 0,-26-22 0,1 0 0,34 20 0,-25-22 0,-24-12 0,-1 1 0,0-1 0,1 1 0,-1 0 0,0 0 0,5 4 0,1 2 0,0-1 0,0 0 0,1-1 0,1 0 0,18 7 0,70 20 0,-53-19 0,-24-8 0,50 7 0,-52-11 0,0 1 0,0 1 0,28 10 0,-25-5 0,0 0 0,0-2 0,1-1 0,0-1 0,1-1 0,38 2 0,-46-6 0,0 2 0,0 0 0,0 1 0,32 12 0,-31-9 0,0-1 0,1-1 0,37 4 0,32 5 0,-64-9 0,50 3 0,571-6 0,-310-4 0,-318 1 0,-1 0 0,1-1 0,0-1 0,-1 0 0,1-2 0,33-12 0,194-67 0,-210 71 0,-13 5 0,43-21 0,-27 5 0,53-42 0,-34 22 0,-1 12 0,-46 27 0,1-1 0,-1 0 0,0-1 0,17-14 0,-12 8 0,0 0 0,19-10 0,-22 15 0,-1 0 0,0 0 0,-1-2 0,1 1 0,16-20 0,-16 15 0,1 1 0,25-20 0,-26 23 0,-1 0 0,0 0 0,0-1 0,18-24 0,81-126 0,-105 152 0,-1 1 0,0 0 0,-1-1 0,0 0 0,0 0 0,0 0 0,-1 0 0,-1 0 0,1-14 0,0-13 0,-5-41 0,1 20 0,2-20 0,-2-64 0,1 131 0,-1 0 0,0 0 0,-1 1 0,0-1 0,0 1 0,-1-1 0,0 1 0,-1 0 0,0 1 0,0-1 0,-1 1 0,0 0 0,-1 0 0,-11-10 0,13 12 0,0 0 0,0-1 0,1 0 0,0 1 0,0-2 0,-5-13 0,-13-23 0,-8-7-1365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7-02T14:57:41.87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1,'2324'0,"-2300"0</inkml:trace>
</inkml:ink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r">
              <a:defRPr sz="48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r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5E748D9F-4EFE-4FE5-BF7F-6AC227598A2D}" type="datetimeFigureOut">
              <a:rPr lang="he-IL" smtClean="0"/>
              <a:t>כ"ו/סיון/תשפ"ד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89983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כ"ו/סיון/תשפ"ד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84221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כ"ו/סיון/תשפ"ד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94365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כ"ו/סיון/תשפ"ד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95710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כ"ו/סיון/תשפ"ד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84200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כ"ו/סיון/תשפ"ד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965906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כ"ו/סיון/תשפ"ד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56835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כ"ו/סיון/תשפ"ד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60387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כ"ו/סיון/תשפ"ד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2273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תמונה פנורמית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כ"ו/סיון/תשפ"ד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20142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ותרת ו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כ"ו/סיון/תשפ"ד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691995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ציטוט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כ"ו/סיון/תשפ"ד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594149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רטיס ש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כ"ו/סיון/תשפ"ד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067393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עמוד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כ"ו/סיון/תשפ"ד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154330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עמודת 3 תמונ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כ"ו/סיון/תשפ"ד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613565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כ"ו/סיון/תשפ"ד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874836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כ"ו/סיון/תשפ"ד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15639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alphaModFix amt="5000"/>
            <a:duotone>
              <a:schemeClr val="bg2">
                <a:shade val="48000"/>
                <a:hueMod val="106000"/>
                <a:satMod val="140000"/>
                <a:lumMod val="42000"/>
              </a:schemeClr>
              <a:schemeClr val="bg2">
                <a:tint val="98000"/>
                <a:hueMod val="92000"/>
                <a:satMod val="220000"/>
                <a:lumMod val="9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748D9F-4EFE-4FE5-BF7F-6AC227598A2D}" type="datetimeFigureOut">
              <a:rPr lang="he-IL" smtClean="0"/>
              <a:t>כ"ו/סיון/תשפ"ד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1680039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customXml" Target="../ink/ink1.xml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3.png"/><Relationship Id="rId7" Type="http://schemas.openxmlformats.org/officeDocument/2006/relationships/customXml" Target="../ink/ink3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customXml" Target="../ink/ink2.xml"/><Relationship Id="rId4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/>
          <p:cNvSpPr/>
          <p:nvPr/>
        </p:nvSpPr>
        <p:spPr>
          <a:xfrm>
            <a:off x="3838773" y="1791679"/>
            <a:ext cx="5545108" cy="212365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66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Shmulik CLM" panose="02000603000000000000" pitchFamily="2" charset="-79"/>
              </a:rPr>
              <a:t>י</a:t>
            </a:r>
            <a:r>
              <a:rPr lang="he-IL" sz="66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Shmulik CLM" panose="02000603000000000000" pitchFamily="2" charset="-79"/>
              </a:rPr>
              <a:t>צירת אקטיביטי</a:t>
            </a:r>
          </a:p>
          <a:p>
            <a:pPr algn="ctr" rtl="1"/>
            <a:r>
              <a:rPr lang="he-IL" sz="66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Shmulik CLM" panose="02000603000000000000" pitchFamily="2" charset="-79"/>
              </a:rPr>
              <a:t>נוספת</a:t>
            </a:r>
            <a:endParaRPr lang="he-IL" sz="6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pitchFamily="49" charset="0"/>
              <a:cs typeface="Shmulik CLM" panose="02000603000000000000" pitchFamily="2" charset="-79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6BA6995-93F8-B5D8-1FF4-3C2EB4B499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D99BC38-E1AB-BC94-ADF8-7638FC6A04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962967" y="0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2118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A1C1AD2-F3CE-1268-DEB0-8A6E817DF7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3815" y="2999364"/>
            <a:ext cx="3574899" cy="2988481"/>
          </a:xfrm>
          <a:prstGeom prst="rect">
            <a:avLst/>
          </a:prstGeom>
        </p:spPr>
      </p:pic>
      <p:sp>
        <p:nvSpPr>
          <p:cNvPr id="7" name="מלבן 6"/>
          <p:cNvSpPr/>
          <p:nvPr/>
        </p:nvSpPr>
        <p:spPr>
          <a:xfrm>
            <a:off x="1176825" y="1603583"/>
            <a:ext cx="9953898" cy="91986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he-IL" sz="40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מסמנים </a:t>
            </a:r>
            <a:r>
              <a:rPr lang="en-US" sz="40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app</a:t>
            </a:r>
            <a:endParaRPr lang="he-IL" sz="4000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3B74115-C83C-542C-F908-67E80403D3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5D4067D-F766-1CDB-53F5-121A8CABE93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962967" y="0"/>
            <a:ext cx="1152832" cy="1267298"/>
          </a:xfrm>
          <a:prstGeom prst="rect">
            <a:avLst/>
          </a:prstGeom>
        </p:spPr>
      </p:pic>
      <p:sp>
        <p:nvSpPr>
          <p:cNvPr id="4" name="הסבר מלבני מעוגל 8">
            <a:extLst>
              <a:ext uri="{FF2B5EF4-FFF2-40B4-BE49-F238E27FC236}">
                <a16:creationId xmlns:a16="http://schemas.microsoft.com/office/drawing/2014/main" id="{58803D18-E882-B72D-FCC4-7693CB06395D}"/>
              </a:ext>
            </a:extLst>
          </p:cNvPr>
          <p:cNvSpPr/>
          <p:nvPr/>
        </p:nvSpPr>
        <p:spPr>
          <a:xfrm>
            <a:off x="2989006" y="1236354"/>
            <a:ext cx="1995949" cy="734458"/>
          </a:xfrm>
          <a:prstGeom prst="wedgeRoundRectCallout">
            <a:avLst>
              <a:gd name="adj1" fmla="val -24839"/>
              <a:gd name="adj2" fmla="val 389861"/>
              <a:gd name="adj3" fmla="val 16667"/>
            </a:avLst>
          </a:prstGeom>
          <a:ln w="28575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50000"/>
                  </a:schemeClr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Gveret Levin AlefAlefAlef" panose="00000500000000000000" pitchFamily="50" charset="-79"/>
                <a:cs typeface="Gveret Levin AlefAlefAlef" panose="00000500000000000000" pitchFamily="50" charset="-79"/>
              </a:rPr>
              <a:t>צעד 1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BA7FB5A2-C19B-8975-D415-30EDF4370F99}"/>
                  </a:ext>
                </a:extLst>
              </p14:cNvPr>
              <p14:cNvContentPartPr/>
              <p14:nvPr/>
            </p14:nvContentPartPr>
            <p14:xfrm>
              <a:off x="1995817" y="4630301"/>
              <a:ext cx="2270520" cy="3132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BA7FB5A2-C19B-8975-D415-30EDF4370F9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942177" y="4522301"/>
                <a:ext cx="2378160" cy="246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823840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7D30951-14A2-4514-40D5-9BAED7B893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3429000"/>
            <a:ext cx="8487960" cy="2886478"/>
          </a:xfrm>
          <a:prstGeom prst="rect">
            <a:avLst/>
          </a:prstGeom>
        </p:spPr>
      </p:pic>
      <p:sp>
        <p:nvSpPr>
          <p:cNvPr id="7" name="מלבן 6"/>
          <p:cNvSpPr/>
          <p:nvPr/>
        </p:nvSpPr>
        <p:spPr>
          <a:xfrm>
            <a:off x="1176825" y="1603583"/>
            <a:ext cx="9953898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 rtl="1"/>
            <a:r>
              <a:rPr lang="he-IL" sz="40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כפתור ימיני על עכבר ובוחרים </a:t>
            </a:r>
            <a:r>
              <a:rPr lang="en-US" sz="40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new</a:t>
            </a:r>
            <a:endParaRPr lang="he-IL" sz="4000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3B74115-C83C-542C-F908-67E80403D3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5D4067D-F766-1CDB-53F5-121A8CABE93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962967" y="0"/>
            <a:ext cx="1152832" cy="1267298"/>
          </a:xfrm>
          <a:prstGeom prst="rect">
            <a:avLst/>
          </a:prstGeom>
        </p:spPr>
      </p:pic>
      <p:sp>
        <p:nvSpPr>
          <p:cNvPr id="4" name="הסבר מלבני מעוגל 8">
            <a:extLst>
              <a:ext uri="{FF2B5EF4-FFF2-40B4-BE49-F238E27FC236}">
                <a16:creationId xmlns:a16="http://schemas.microsoft.com/office/drawing/2014/main" id="{58803D18-E882-B72D-FCC4-7693CB06395D}"/>
              </a:ext>
            </a:extLst>
          </p:cNvPr>
          <p:cNvSpPr/>
          <p:nvPr/>
        </p:nvSpPr>
        <p:spPr>
          <a:xfrm>
            <a:off x="1691148" y="1068212"/>
            <a:ext cx="1865319" cy="734458"/>
          </a:xfrm>
          <a:prstGeom prst="wedgeRoundRectCallout">
            <a:avLst>
              <a:gd name="adj1" fmla="val 108519"/>
              <a:gd name="adj2" fmla="val 369780"/>
              <a:gd name="adj3" fmla="val 16667"/>
            </a:avLst>
          </a:prstGeom>
          <a:ln w="28575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50000"/>
                  </a:schemeClr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Gveret Levin AlefAlefAlef" panose="00000500000000000000" pitchFamily="50" charset="-79"/>
                <a:cs typeface="Gveret Levin AlefAlefAlef" panose="00000500000000000000" pitchFamily="50" charset="-79"/>
              </a:rPr>
              <a:t>צעד 2</a:t>
            </a:r>
          </a:p>
        </p:txBody>
      </p:sp>
    </p:spTree>
    <p:extLst>
      <p:ext uri="{BB962C8B-B14F-4D97-AF65-F5344CB8AC3E}">
        <p14:creationId xmlns:p14="http://schemas.microsoft.com/office/powerpoint/2010/main" val="5013252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7F80EA1-0E20-A3D9-A643-A657FDEAD4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1247772"/>
            <a:ext cx="7827909" cy="5339841"/>
          </a:xfrm>
          <a:prstGeom prst="rect">
            <a:avLst/>
          </a:prstGeom>
        </p:spPr>
      </p:pic>
      <p:sp>
        <p:nvSpPr>
          <p:cNvPr id="7" name="מלבן 6"/>
          <p:cNvSpPr/>
          <p:nvPr/>
        </p:nvSpPr>
        <p:spPr>
          <a:xfrm>
            <a:off x="368896" y="297802"/>
            <a:ext cx="9953898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בוחרים סעיף </a:t>
            </a:r>
            <a:r>
              <a:rPr lang="en-US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Activity</a:t>
            </a:r>
            <a:endParaRPr lang="he-IL" sz="4000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3B74115-C83C-542C-F908-67E80403D3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5D4067D-F766-1CDB-53F5-121A8CABE93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962967" y="0"/>
            <a:ext cx="1152832" cy="1267298"/>
          </a:xfrm>
          <a:prstGeom prst="rect">
            <a:avLst/>
          </a:prstGeom>
        </p:spPr>
      </p:pic>
      <p:sp>
        <p:nvSpPr>
          <p:cNvPr id="4" name="הסבר מלבני מעוגל 8">
            <a:extLst>
              <a:ext uri="{FF2B5EF4-FFF2-40B4-BE49-F238E27FC236}">
                <a16:creationId xmlns:a16="http://schemas.microsoft.com/office/drawing/2014/main" id="{58803D18-E882-B72D-FCC4-7693CB06395D}"/>
              </a:ext>
            </a:extLst>
          </p:cNvPr>
          <p:cNvSpPr/>
          <p:nvPr/>
        </p:nvSpPr>
        <p:spPr>
          <a:xfrm>
            <a:off x="9674064" y="4519959"/>
            <a:ext cx="1865319" cy="734458"/>
          </a:xfrm>
          <a:prstGeom prst="wedgeRoundRectCallout">
            <a:avLst>
              <a:gd name="adj1" fmla="val -143965"/>
              <a:gd name="adj2" fmla="val 112748"/>
              <a:gd name="adj3" fmla="val 16667"/>
            </a:avLst>
          </a:prstGeom>
          <a:ln w="28575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50000"/>
                  </a:schemeClr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Gveret Levin AlefAlefAlef" panose="00000500000000000000" pitchFamily="50" charset="-79"/>
                <a:cs typeface="Gveret Levin AlefAlefAlef" panose="00000500000000000000" pitchFamily="50" charset="-79"/>
              </a:rPr>
              <a:t>צעד 3</a:t>
            </a:r>
          </a:p>
        </p:txBody>
      </p:sp>
    </p:spTree>
    <p:extLst>
      <p:ext uri="{BB962C8B-B14F-4D97-AF65-F5344CB8AC3E}">
        <p14:creationId xmlns:p14="http://schemas.microsoft.com/office/powerpoint/2010/main" val="14051455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F2EA9F6D-C5C6-5CCB-2D41-EECDB75AE7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25" y="2020475"/>
            <a:ext cx="10920950" cy="4837525"/>
          </a:xfrm>
          <a:prstGeom prst="rect">
            <a:avLst/>
          </a:prstGeom>
        </p:spPr>
      </p:pic>
      <p:sp>
        <p:nvSpPr>
          <p:cNvPr id="7" name="מלבן 6"/>
          <p:cNvSpPr/>
          <p:nvPr/>
        </p:nvSpPr>
        <p:spPr>
          <a:xfrm>
            <a:off x="873431" y="1060768"/>
            <a:ext cx="9953898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בוחרים סעיף </a:t>
            </a:r>
            <a:r>
              <a:rPr lang="en-US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Empty Views Activity</a:t>
            </a:r>
            <a:endParaRPr lang="he-IL" sz="40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3B74115-C83C-542C-F908-67E80403D3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5D4067D-F766-1CDB-53F5-121A8CABE93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962967" y="0"/>
            <a:ext cx="1152832" cy="1267298"/>
          </a:xfrm>
          <a:prstGeom prst="rect">
            <a:avLst/>
          </a:prstGeom>
        </p:spPr>
      </p:pic>
      <p:sp>
        <p:nvSpPr>
          <p:cNvPr id="4" name="הסבר מלבני מעוגל 8">
            <a:extLst>
              <a:ext uri="{FF2B5EF4-FFF2-40B4-BE49-F238E27FC236}">
                <a16:creationId xmlns:a16="http://schemas.microsoft.com/office/drawing/2014/main" id="{58803D18-E882-B72D-FCC4-7693CB06395D}"/>
              </a:ext>
            </a:extLst>
          </p:cNvPr>
          <p:cNvSpPr/>
          <p:nvPr/>
        </p:nvSpPr>
        <p:spPr>
          <a:xfrm>
            <a:off x="3985061" y="4234823"/>
            <a:ext cx="1865319" cy="734458"/>
          </a:xfrm>
          <a:prstGeom prst="wedgeRoundRectCallout">
            <a:avLst>
              <a:gd name="adj1" fmla="val 169138"/>
              <a:gd name="adj2" fmla="val -93413"/>
              <a:gd name="adj3" fmla="val 16667"/>
            </a:avLst>
          </a:prstGeom>
          <a:ln w="28575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50000"/>
                  </a:schemeClr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Gveret Levin AlefAlefAlef" panose="00000500000000000000" pitchFamily="50" charset="-79"/>
                <a:cs typeface="Gveret Levin AlefAlefAlef" panose="00000500000000000000" pitchFamily="50" charset="-79"/>
              </a:rPr>
              <a:t>צעד </a:t>
            </a:r>
            <a:r>
              <a:rPr lang="en-US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50000"/>
                  </a:schemeClr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Gveret Levin AlefAlefAlef" panose="00000500000000000000" pitchFamily="50" charset="-79"/>
                <a:cs typeface="Gveret Levin AlefAlefAlef" panose="00000500000000000000" pitchFamily="50" charset="-79"/>
              </a:rPr>
              <a:t>4</a:t>
            </a:r>
            <a:endParaRPr lang="he-IL" sz="28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3">
                  <a:lumMod val="50000"/>
                </a:schemeClr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  <a:latin typeface="Gveret Levin AlefAlefAlef" panose="00000500000000000000" pitchFamily="50" charset="-79"/>
              <a:cs typeface="Gveret Levin AlefAlefAlef" panose="00000500000000000000" pitchFamily="50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1297094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10C3AC9-7449-C056-1988-78F99ED49B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393" y="1296023"/>
            <a:ext cx="9019458" cy="5534667"/>
          </a:xfrm>
          <a:prstGeom prst="rect">
            <a:avLst/>
          </a:prstGeom>
        </p:spPr>
      </p:pic>
      <p:sp>
        <p:nvSpPr>
          <p:cNvPr id="7" name="מלבן 6"/>
          <p:cNvSpPr/>
          <p:nvPr/>
        </p:nvSpPr>
        <p:spPr>
          <a:xfrm>
            <a:off x="185173" y="279706"/>
            <a:ext cx="9953898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רושמים שם המתאים במקום שם המוצע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3B74115-C83C-542C-F908-67E80403D3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5D4067D-F766-1CDB-53F5-121A8CABE93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962967" y="0"/>
            <a:ext cx="1152832" cy="1267298"/>
          </a:xfrm>
          <a:prstGeom prst="rect">
            <a:avLst/>
          </a:prstGeom>
        </p:spPr>
      </p:pic>
      <p:sp>
        <p:nvSpPr>
          <p:cNvPr id="4" name="הסבר מלבני מעוגל 8">
            <a:extLst>
              <a:ext uri="{FF2B5EF4-FFF2-40B4-BE49-F238E27FC236}">
                <a16:creationId xmlns:a16="http://schemas.microsoft.com/office/drawing/2014/main" id="{58803D18-E882-B72D-FCC4-7693CB06395D}"/>
              </a:ext>
            </a:extLst>
          </p:cNvPr>
          <p:cNvSpPr/>
          <p:nvPr/>
        </p:nvSpPr>
        <p:spPr>
          <a:xfrm>
            <a:off x="3985061" y="4234823"/>
            <a:ext cx="1865319" cy="734458"/>
          </a:xfrm>
          <a:prstGeom prst="wedgeRoundRectCallout">
            <a:avLst>
              <a:gd name="adj1" fmla="val -149236"/>
              <a:gd name="adj2" fmla="val -213897"/>
              <a:gd name="adj3" fmla="val 16667"/>
            </a:avLst>
          </a:prstGeom>
          <a:ln w="28575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50000"/>
                  </a:schemeClr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Gveret Levin AlefAlefAlef" panose="00000500000000000000" pitchFamily="50" charset="-79"/>
                <a:cs typeface="Gveret Levin AlefAlefAlef" panose="00000500000000000000" pitchFamily="50" charset="-79"/>
              </a:rPr>
              <a:t>צעד 5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29FC2697-743A-36E7-5B79-B64E499EC641}"/>
                  </a:ext>
                </a:extLst>
              </p14:cNvPr>
              <p14:cNvContentPartPr/>
              <p14:nvPr/>
            </p14:nvContentPartPr>
            <p14:xfrm>
              <a:off x="1110577" y="2347901"/>
              <a:ext cx="1468080" cy="87804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29FC2697-743A-36E7-5B79-B64E499EC64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92577" y="2330261"/>
                <a:ext cx="1503720" cy="91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56B550B7-38F9-82FB-0107-163A5F9A2AF6}"/>
                  </a:ext>
                </a:extLst>
              </p14:cNvPr>
              <p14:cNvContentPartPr/>
              <p14:nvPr/>
            </p14:nvContentPartPr>
            <p14:xfrm>
              <a:off x="1405777" y="2821661"/>
              <a:ext cx="845640" cy="36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56B550B7-38F9-82FB-0107-163A5F9A2AF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352137" y="2714021"/>
                <a:ext cx="953280" cy="21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3959566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מעגל">
  <a:themeElements>
    <a:clrScheme name="מעגל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מעגל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מעגל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מצגת2" id="{CEC1E900-383C-44C1-AD2B-1FF75F44A406}" vid="{6AAC7F4E-C601-427E-B924-CEA218F4B05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daatech2019</Template>
  <TotalTime>573</TotalTime>
  <Words>35</Words>
  <Application>Microsoft Office PowerPoint</Application>
  <PresentationFormat>Widescreen</PresentationFormat>
  <Paragraphs>12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Assistant</vt:lpstr>
      <vt:lpstr>Consolas</vt:lpstr>
      <vt:lpstr>Gveret Levin AlefAlefAlef</vt:lpstr>
      <vt:lpstr>Tw Cen MT</vt:lpstr>
      <vt:lpstr>מעגל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creator>Fraiman</dc:creator>
  <cp:lastModifiedBy>Ze'ev Fraiman</cp:lastModifiedBy>
  <cp:revision>101</cp:revision>
  <dcterms:created xsi:type="dcterms:W3CDTF">2019-01-05T16:01:25Z</dcterms:created>
  <dcterms:modified xsi:type="dcterms:W3CDTF">2024-07-02T14:57:45Z</dcterms:modified>
</cp:coreProperties>
</file>