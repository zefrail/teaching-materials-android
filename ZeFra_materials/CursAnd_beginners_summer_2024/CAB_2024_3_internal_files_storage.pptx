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9" r:id="rId3"/>
    <p:sldId id="408" r:id="rId4"/>
    <p:sldId id="390" r:id="rId5"/>
    <p:sldId id="405" r:id="rId6"/>
    <p:sldId id="321" r:id="rId7"/>
    <p:sldId id="310" r:id="rId8"/>
    <p:sldId id="391" r:id="rId9"/>
    <p:sldId id="392" r:id="rId10"/>
    <p:sldId id="406" r:id="rId11"/>
    <p:sldId id="407" r:id="rId12"/>
    <p:sldId id="398" r:id="rId13"/>
    <p:sldId id="399" r:id="rId14"/>
    <p:sldId id="400" r:id="rId15"/>
    <p:sldId id="401" r:id="rId16"/>
    <p:sldId id="40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09:27.1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0,'1259'0,"-1232"2,0 0,32 8,-29-4,45 2,-50-6,45 9,-46-6,48 4,74-11,64 4,-133 11,10 0,-62-10,39 9,-40-7,-1-1,31 2,357-6,-194-1,-193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09:29.5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33,'75'1,"-33"1,0-2,0-2,59-10,-35 2,1 3,0 3,100 6,-42 1,803-3,-900 1,-1 2,31 6,-28-3,46 2,70-9,63 3,-107 16,-68-11,-11-1,35 14,-38-12,42 9,-39-13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09:31.4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1,'2404'0,"-2389"0,1 1,-1 1,20 5,-11-1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15:41.1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29,'26'-1,"1"-2,33-7,-31 5,47-3,519 6,-287 4,1575-2,-1859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15:43.2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1,'21'0,"17"0,1 1,-1 1,57 12,57 15,-94-21,-1-3,1-3,68-5,-14 1,570 2,-658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15:46.2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1 219,'0'-1,"0"0,1-1,-1 1,1 0,0 0,-1 0,1 0,0 0,0 0,0 0,0 0,0 0,0 0,0 0,0 1,0-1,0 0,0 1,0-1,0 1,1-1,-1 1,0 0,0-1,1 1,-1 0,2 0,42-5,-40 4,366-1,-191 4,831-2,-990-1,-1-1,37-9,-35 6,0 1,26-1,6 4,-6 1,-1-3,51-8,-34 2,-49 8,0 0,-1-1,1-1,-1 0,1-2,25-10,-30 11,0 0,1 0,11-2,-14 4,-1 0,1 0,-1-1,0 1,0-2,0 1,8-6,-4 1,1 1,0 0,0 1,1 0,0 1,0 0,0 1,1 1,24-4,9 2,71 3,320 3,-407 1,0 1,0 2,44 12,-36-7,54 5,6-1,-59-7,67 2,-85-8,28-2,1 3,72 12,-69-7,1-2,103-5,-71-2,-63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15:48.0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18,'1394'0,"-1380"-1,1 0,-1-1,24-5,-14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7T08:15:49.8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0 112,'439'0,"-418"-1,-1-1,37-9,-35 6,0 2,27-3,23 7,-49 1,0-2,0 0,-1-2,1 0,27-7,-27 4,1 0,0 2,0 1,33 1,18-2,-61 1,0-1,0 0,0-1,24-10,-25 8,0 1,0 1,0 0,0 1,20-2,292 3,-158 4,570-2,-713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3:41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486 941 8640 0 0,'0'0'1160'0'0,"-1"-5"-767"0"0,-4-67 12823 0 0,8 73-13115 0 0,-1-1 0 0 0,1 0 0 0 0,-1 1 1 0 0,1-1-1 0 0,-1 1 0 0 0,1 0 0 0 0,-1 0 1 0 0,0 0-1 0 0,1 0 0 0 0,2 2 0 0 0,21 7 215 0 0,49 4 575 0 0,141 19 1086 0 0,123-33-1192 0 0,-147-5-644 0 0,281-23 67 0 0,-428 25-192 0 0,22-1 16 0 0,-33 3-16 0 0,40-7 0 0 0,108-13 42 0 0,-51 9-14 0 0,98-3 26 0 0,-203 15-60 0 0,652 6 286 0 0,-636-3-278 0 0,764 78 101 0 0,-388-51-99 0 0,-352-28-16 0 0,18 0 16 0 0,272 17 175 0 0,381 29-57 0 0,-387-66-131 0 0,143-11-7 0 0,-351 21 1 0 0,383-38 15 0 0,-467 37-11 0 0,436-53 5 0 0,-391 55 22 0 0,-23 3 12 0 0,92-17 0 0 0,-123 11-25 0 0,4 1-4 0 0,1-3 0 0 0,64-23 0 0 0,-101 28-11 0 0,0-1 1 0 0,0 0-1 0 0,-1-1 1 0 0,0-1-1 0 0,0 0 1 0 0,-1-1-1 0 0,0-1 1 0 0,-1-1-1 0 0,-1 0 1 0 0,19-23-1 0 0,-24 26 0 0 0,-1 0-1 0 0,0 0 1 0 0,-1-1-1 0 0,0 1 0 0 0,0-2 1 0 0,-1 1-1 0 0,-1 0 0 0 0,0-1 1 0 0,-1 0-1 0 0,4-23 0 0 0,-6 25-1 0 0,-1 0 0 0 0,0 0 0 0 0,-1 0-1 0 0,0 1 1 0 0,0-1 0 0 0,-1 0-1 0 0,-1 0 1 0 0,1 1 0 0 0,-2 0 0 0 0,1-1-1 0 0,-1 1 1 0 0,0 0 0 0 0,-1 1-1 0 0,-8-12 1 0 0,3 7 3 0 0,-1 0 0 0 0,0 1 0 0 0,-1 0 0 0 0,-1 0 0 0 0,0 2 0 0 0,0-1 0 0 0,-1 2 0 0 0,0 0-1 0 0,-1 0 1 0 0,-23-8 0 0 0,-6-1 9 0 0,0 2-1 0 0,-69-15 1 0 0,-15 5 17 0 0,-134-10 0 0 0,-135 9 66 0 0,282 20-64 0 0,-1050-26 59 0 0,709 73-78 0 0,58-2-15 0 0,36-40 21 0 0,-56 2-16 0 0,8 21-4 0 0,-287 34-1 0 0,-29 1 19 0 0,514-55 1 0 0,72-3-9 0 0,-147 20 0 0 0,19 8-10 0 0,124-13 0 0 0,-351 23 24 0 0,408-36-24 0 0,-149-19 0 0 0,-30-1 0 0 0,175 21 22 0 0,-104 15 0 0 0,156-10 0 0 0,1 1 1 0 0,0 2-1 0 0,0 1 0 0 0,1 2 0 0 0,-48 23 0 0 0,76-30-12 0 0,-1 0-1 0 0,1 0 0 0 0,0 1 0 0 0,1 0 0 0 0,-1 1 1 0 0,1 0-1 0 0,1 0 0 0 0,-13 15 0 0 0,17-19-8 0 0,1 1 0 0 0,-1 0 0 0 0,1 0 0 0 0,0 1 0 0 0,0-1 0 0 0,0 0 0 0 0,1 1 0 0 0,0-1 0 0 0,0 1 0 0 0,0-1 0 0 0,0 1 0 0 0,1-1 0 0 0,-1 1 0 0 0,1 0 0 0 0,0-1 0 0 0,1 1 0 0 0,-1-1 0 0 0,1 1 0 0 0,0 0-1 0 0,0-1 1 0 0,3 9 0 0 0,3 3 1 0 0,0 0-1 0 0,2 0 0 0 0,-1-1 1 0 0,2-1-1 0 0,0 1 0 0 0,1-1 0 0 0,0-1 1 0 0,1 0-1 0 0,0-1 0 0 0,1 0 0 0 0,1-1 1 0 0,29 19-1 0 0,-20-16-2 0 0,2-2 0 0 0,-1 0-1 0 0,2-1 1 0 0,-1-2 0 0 0,1 0 0 0 0,1-2-1 0 0,43 6 1 0 0,-16-7 12 0 0,0-2-1 0 0,0-3 1 0 0,1-2-1 0 0,-1-3 1 0 0,67-13-1 0 0,38-22-3990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3:47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357 975 5416 0 0,'0'0'1161'0'0,"-5"-2"-706"0"0,-14-5 110 0 0,14 5 247 0 0,5 2-696 0 0,-1-1 0 0 0,1 1 0 0 0,0-1-1 0 0,0 1 1 0 0,-1-1 0 0 0,1 1 0 0 0,0 0 0 0 0,-1-1 0 0 0,1 1-1 0 0,0 0 1 0 0,-1-1 0 0 0,1 1 0 0 0,0 0 0 0 0,-1-1 0 0 0,1 1-1 0 0,-1 0 1 0 0,1 0 0 0 0,-1 0 0 0 0,1-1 0 0 0,-1 1 0 0 0,1 0-1 0 0,0 0 1 0 0,-1 0 0 0 0,1 0 0 0 0,-1 0 0 0 0,1 0 0 0 0,-1 0-1 0 0,1 0 1 0 0,-2 0 0 0 0,-17 0 6087 0 0,16 0-3323 0 0,525 85 2914 0 0,-395-71-5308 0 0,54 10 43 0 0,107 17-24 0 0,-147-24-306 0 0,-70-11-56 0 0,-1-3-1 0 0,83-7 0 0 0,-115 2-102 0 0,61-1 44 0 0,0 5 0 0 0,120 18 0 0 0,-135-11-68 0 0,1-3 0 0 0,99-7 0 0 0,170-28 16 0 0,-209 15-16 0 0,517-6 195 0 0,-640 20-203 0 0,139 3 30 0 0,79-1-15 0 0,328-40 181 0 0,-288 15-96 0 0,159 6-48 0 0,-408 16-55 0 0,787-33 202 0 0,-741 29-203 0 0,146-16 78 0 0,-179 15-65 0 0,0-3 0 0 0,-1-1 0 0 0,44-18-1 0 0,-52 16-15 0 0,-1-2 0 0 0,-1-2 0 0 0,-1-1 0 0 0,0-1 0 0 0,-1-2 0 0 0,38-32 0 0 0,-53 38-1 0 0,0-2 0 0 0,0 0 0 0 0,-2-1 0 0 0,0-1 0 0 0,-1 0 0 0 0,-1-1 0 0 0,20-39 0 0 0,-30 51 2 0 0,0 0-1 0 0,0 0 0 0 0,-1 0 1 0 0,0 0-1 0 0,0-1 1 0 0,-1 1-1 0 0,0 0 1 0 0,0-1-1 0 0,-1 1 1 0 0,0 0-1 0 0,0-1 0 0 0,0 1 1 0 0,-1 0-1 0 0,0 0 1 0 0,-1 0-1 0 0,0 1 1 0 0,0-1-1 0 0,0 0 1 0 0,0 1-1 0 0,-1 0 0 0 0,-8-9 1 0 0,1-1 0 0 0,-2 2 0 0 0,0-1 0 0 0,-1 2 1 0 0,0 0-1 0 0,-1 0 0 0 0,0 1 0 0 0,-20-10 0 0 0,-19-9 16 0 0,-1 4-1 0 0,-1 1 0 0 0,-2 3 0 0 0,0 3 0 0 0,-79-17 0 0 0,-26 5-5 0 0,-281-19 0 0 0,246 33-12 0 0,-75-4 0 0 0,-309 40 8 0 0,202 5-4 0 0,-169 17 17 0 0,-550 19 18 0 0,1004-61-39 0 0,1-3 0 0 0,-1-5 0 0 0,2-3 0 0 0,-122-35 0 0 0,56 9 0 0 0,60 17 0 0 0,45 10 0 0 0,0 3 0 0 0,-1 2 0 0 0,1 3 0 0 0,-75 3 0 0 0,37 7 0 0 0,-163 32 0 0 0,-96 32 0 0 0,-106 44-19 0 0,407-99 22 0 0,-63 14-3 0 0,-70 22 0 0 0,160-42 0 0 0,0 0 0 0 0,0 2 0 0 0,1 0 0 0 0,1 1 0 0 0,-31 23 0 0 0,38-24 4 0 0,1 0 1 0 0,-1 0-1 0 0,2 2 1 0 0,-1-1-1 0 0,2 1 1 0 0,0 1-1 0 0,0 0 0 0 0,2 1 1 0 0,0 0-1 0 0,0 0 1 0 0,1 1-1 0 0,-5 18 0 0 0,9-23-3 0 0,1 0 0 0 0,0 0 0 0 0,1 1 0 0 0,0-1 0 0 0,1 1 0 0 0,0-1 0 0 0,1 1 0 0 0,0 0 0 0 0,1-1 0 0 0,0 1 0 0 0,1-1 0 0 0,0 1 0 0 0,1-1 0 0 0,0 0 0 0 0,7 16 0 0 0,-2-12-1 0 0,0-1 0 0 0,0 1 0 0 0,1-1 0 0 0,1-1 0 0 0,1 1 0 0 0,0-2 0 0 0,0 0-1 0 0,1 0 1 0 0,1-1 0 0 0,15 12 0 0 0,9 1 0 0 0,0 0 0 0 0,1-3 0 0 0,2-1 0 0 0,0-2 0 0 0,0-2 0 0 0,2-1 0 0 0,0-3 0 0 0,1-1 0 0 0,0-2 0 0 0,83 7 0 0 0,-80-14 21 0 0,1-2-1 0 0,87-12 1 0 0,-113 8-1320 0 0,0-1-1 0 0,24-9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5:40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600 1254 13560 0 0,'0'0'5818'0'0,"-4"-4"-5575"0"0,3 3-251 0 0,-6-4 384 0 0,1-1 1 0 0,-1 1-1 0 0,-1 0 1 0 0,-10-5-1 0 0,42 31 523 0 0,-12-14-765 0 0,0-1-1 0 0,0 0 1 0 0,0 0 0 0 0,0-1-1 0 0,1 0 1 0 0,17 3 0 0 0,81 9 586 0 0,-8-1-155 0 0,86 18 243 0 0,206 11-1 0 0,-193-20-452 0 0,-96-10-126 0 0,107 0 0 0 0,374-19 235 0 0,65-16-196 0 0,-345-5-109 0 0,-144 9-69 0 0,20-1 22 0 0,123-10 27 0 0,2 27-38 0 0,-158 10-48 0 0,666 29 150 0 0,-110-9-141 0 0,-237-4-61 0 0,0-26-1 0 0,1470-130 143 0 0,-1595 107-104 0 0,106-10 3 0 0,0-36 30 0 0,-391 56-36 0 0,-1-4 0 0 0,0-1 0 0 0,83-41-1 0 0,-102 40-6 0 0,-1-2-1 0 0,-2-2 0 0 0,0-2 1 0 0,-1-1-1 0 0,49-47 0 0 0,-72 60-21 0 0,-1 0 1 0 0,0 0-1 0 0,-1-1 0 0 0,0-1 0 0 0,-1 1 0 0 0,-1-2 0 0 0,0 1 0 0 0,8-24 0 0 0,-13 30-2 0 0,0 0 0 0 0,-1 1 0 0 0,0-1 0 0 0,-1 0-1 0 0,0 0 1 0 0,0 0 0 0 0,0 0 0 0 0,-2 0 0 0 0,1 0 0 0 0,-1 0 0 0 0,0 0 0 0 0,-1 0 0 0 0,0 0 0 0 0,0 1 0 0 0,-1-1 0 0 0,0 1 0 0 0,-1-1 0 0 0,-5-9 0 0 0,-1 4-3 0 0,-1 0 1 0 0,0 1 0 0 0,-1 0-1 0 0,0 1 1 0 0,-1 0 0 0 0,0 1-1 0 0,-1 1 1 0 0,0 0-1 0 0,0 1 1 0 0,-1 0 0 0 0,-1 1-1 0 0,1 1 1 0 0,-1 0 0 0 0,-25-6-1 0 0,-21-3 4 0 0,0 3-1 0 0,-102-9 1 0 0,-499-18 19 0 0,0 37-6 0 0,-150-5 39 0 0,451 5-27 0 0,0 1-18 0 0,-501-11 21 0 0,88 4 3 0 0,-68-18 2 0 0,244 22-38 0 0,149 5-1 0 0,-220-34 9 0 0,632 31-6 0 0,-493-61 41 0 0,162-14 5 0 0,256 55-25 0 0,-1 5 0 0 0,-136-4 0 0 0,165 21-13 0 0,-1 3 1 0 0,0 4-1 0 0,-139 28 1 0 0,-326 112-11 0 0,454-116-1 0 0,1 5 0 0 0,1 4 0 0 0,-126 72 0 0 0,173-81 6 0 0,2 3 0 0 0,1 1 0 0 0,2 3 0 0 0,1 1 0 0 0,2 2 0 0 0,-58 76-1 0 0,90-105 0 0 0,1 0-1 0 0,0 0 0 0 0,1 1 0 0 0,0 0 0 0 0,1 0 1 0 0,0 0-1 0 0,1 1 0 0 0,0 0 0 0 0,1-1 0 0 0,0 1 1 0 0,1 1-1 0 0,1-1 0 0 0,0 20 0 0 0,1-23-1 0 0,1 0 0 0 0,1 0-1 0 0,0 0 1 0 0,0 0 0 0 0,0-1 0 0 0,1 1-1 0 0,1 0 1 0 0,0-1 0 0 0,0 0-1 0 0,1 0 1 0 0,0 0 0 0 0,0-1 0 0 0,1 1-1 0 0,0-1 1 0 0,1-1 0 0 0,0 1 0 0 0,0-1-1 0 0,10 7 1 0 0,0-2 4 0 0,0 0-1 0 0,1-1 1 0 0,1-2-1 0 0,-1 1 1 0 0,2-2 0 0 0,-1-1-1 0 0,1 0 1 0 0,40 7-1 0 0,11-4 5 0 0,92 3-1 0 0,-54-6-3 0 0,-31-2-54 0 0,-48-4-3686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5:44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1445 16384 0 0,'0'0'3729'0'0,"-4"0"-3708"0"0,-13-2-2 0 0,13 1 43 0 0,-14 1 887 0 0,19 0-565 0 0,6 1-326 0 0,85 25 1017 0 0,-36-19-580 0 0,-1-3 1 0 0,83-5-1 0 0,50 3 277 0 0,51 7-37 0 0,-95-10-400 0 0,113-6 261 0 0,182-32 112 0 0,-132 19-437 0 0,-210 17-104 0 0,137 13 0 0 0,-123-3-70 0 0,-51-4-41 0 0,610 22 479 0 0,-232 8-199 0 0,24 0-144 0 0,-248-35-141 0 0,136 2 10 0 0,89 1-20 0 0,10-6-4 0 0,-264 1-25 0 0,456-18 18 0 0,-9 17 18 0 0,-622 5-47 0 0,451-25 46 0 0,-2-28 20 0 0,-239 26-29 0 0,219-46 26 0 0,-320 53-49 0 0,-69 13 0 0 0,-1-2 1 0 0,79-25-1 0 0,179-88 51 0 0,-284 111-58 0 0,0-1-1 0 0,32-21 1 0 0,-47 28-7 0 0,-1-1 1 0 0,0 1-1 0 0,-1-1 1 0 0,1 0-1 0 0,-1 0 0 0 0,0-1 1 0 0,-1 0-1 0 0,1 0 1 0 0,-1-1-1 0 0,-1 1 0 0 0,5-10 1 0 0,-8 12-1 0 0,0 0-1 0 0,0 0 1 0 0,0 0 0 0 0,-1 0-1 0 0,0 0 1 0 0,0 0 0 0 0,0 0 0 0 0,0-1-1 0 0,-1 1 1 0 0,0 0 0 0 0,0 0 0 0 0,0 0-1 0 0,-1 0 1 0 0,0 0 0 0 0,0 1 0 0 0,0-1-1 0 0,0 0 1 0 0,-1 1 0 0 0,-5-8 0 0 0,-3-2 2 0 0,0-1 0 0 0,-1 1 0 0 0,0 1 0 0 0,-18-15 0 0 0,3 7 1 0 0,-1 0 0 0 0,-1 2-1 0 0,0 1 1 0 0,-56-24 0 0 0,-135-41 12 0 0,166 65-15 0 0,-113-35 9 0 0,-2 8-1 0 0,-2 7 0 0 0,-193-17 0 0 0,-527 7 1 0 0,767 46-10 0 0,-458-12 12 0 0,2-34 7 0 0,-103-64-1 0 0,-87-16 93 0 0,641 114-51 0 0,-144 2 0 0 0,186 14-20 0 0,-1 4 0 0 0,-139 27 0 0 0,-274 94 59 0 0,193-43-63 0 0,-350 108-19 0 0,543-164-17 0 0,-1-6 0 0 0,-192 13 0 0 0,-238-28 0 0 0,-98-74 32 0 0,513 43 1 0 0,84 13-17 0 0,0 3-1 0 0,-1 1 0 0 0,-87 0 1 0 0,129 8-15 0 0,1 0 1 0 0,0 0-1 0 0,-1 1 1 0 0,1 0-1 0 0,0 0 1 0 0,0 0-1 0 0,0 0 1 0 0,0 1 0 0 0,1 0-1 0 0,-1 0 1 0 0,1 0-1 0 0,0 1 1 0 0,0-1-1 0 0,0 1 1 0 0,0 0-1 0 0,0 0 1 0 0,1 0-1 0 0,0 1 1 0 0,0-1-1 0 0,0 1 1 0 0,0 0-1 0 0,-3 8 1 0 0,0 2 1 0 0,0 0 0 0 0,0 0 0 0 0,2 0 0 0 0,0 1 0 0 0,1 0 0 0 0,-3 24 0 0 0,6 7 4 0 0,10 91 0 0 0,-5-87-4 0 0,-1-26-3 0 0,0-1 0 0 0,2 1 0 0 0,1-1 0 0 0,0-1 0 0 0,2 1 0 0 0,1-1 0 0 0,1-1 0 0 0,1 0 0 0 0,0-1 0 0 0,2 0 0 0 0,20 24 0 0 0,-9-15 0 0 0,2-2 0 0 0,0 0 0 0 0,2-2 0 0 0,1-1 0 0 0,1-2 0 0 0,51 30 0 0 0,-48-36 48 0 0,0-1 0 0 0,1-2 0 0 0,0-1 0 0 0,1-2 0 0 0,1-2-1 0 0,45 6 1 0 0,-17-6-1455 0 0,1-4 1 0 0,99-4-1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5:40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600 1254 13560 0 0,'0'0'5818'0'0,"-4"-4"-5575"0"0,3 3-251 0 0,-6-4 384 0 0,1-1 1 0 0,-1 1-1 0 0,-1 0 1 0 0,-10-5-1 0 0,42 31 523 0 0,-12-14-765 0 0,0-1-1 0 0,0 0 1 0 0,0 0 0 0 0,0-1-1 0 0,1 0 1 0 0,17 3 0 0 0,81 9 586 0 0,-8-1-155 0 0,86 18 243 0 0,206 11-1 0 0,-193-20-452 0 0,-96-10-126 0 0,107 0 0 0 0,374-19 235 0 0,65-16-196 0 0,-345-5-109 0 0,-144 9-69 0 0,20-1 22 0 0,123-10 27 0 0,2 27-38 0 0,-158 10-48 0 0,666 29 150 0 0,-110-9-141 0 0,-237-4-61 0 0,0-26-1 0 0,1470-130 143 0 0,-1595 107-104 0 0,106-10 3 0 0,0-36 30 0 0,-391 56-36 0 0,-1-4 0 0 0,0-1 0 0 0,83-41-1 0 0,-102 40-6 0 0,-1-2-1 0 0,-2-2 0 0 0,0-2 1 0 0,-1-1-1 0 0,49-47 0 0 0,-72 60-21 0 0,-1 0 1 0 0,0 0-1 0 0,-1-1 0 0 0,0-1 0 0 0,-1 1 0 0 0,-1-2 0 0 0,0 1 0 0 0,8-24 0 0 0,-13 30-2 0 0,0 0 0 0 0,-1 1 0 0 0,0-1 0 0 0,-1 0-1 0 0,0 0 1 0 0,0 0 0 0 0,0 0 0 0 0,-2 0 0 0 0,1 0 0 0 0,-1 0 0 0 0,0 0 0 0 0,-1 0 0 0 0,0 0 0 0 0,0 1 0 0 0,-1-1 0 0 0,0 1 0 0 0,-1-1 0 0 0,-5-9 0 0 0,-1 4-3 0 0,-1 0 1 0 0,0 1 0 0 0,-1 0-1 0 0,0 1 1 0 0,-1 0 0 0 0,0 1-1 0 0,-1 1 1 0 0,0 0-1 0 0,0 1 1 0 0,-1 0 0 0 0,-1 1-1 0 0,1 1 1 0 0,-1 0 0 0 0,-25-6-1 0 0,-21-3 4 0 0,0 3-1 0 0,-102-9 1 0 0,-499-18 19 0 0,0 37-6 0 0,-150-5 39 0 0,451 5-27 0 0,0 1-18 0 0,-501-11 21 0 0,88 4 3 0 0,-68-18 2 0 0,244 22-38 0 0,149 5-1 0 0,-220-34 9 0 0,632 31-6 0 0,-493-61 41 0 0,162-14 5 0 0,256 55-25 0 0,-1 5 0 0 0,-136-4 0 0 0,165 21-13 0 0,-1 3 1 0 0,0 4-1 0 0,-139 28 1 0 0,-326 112-11 0 0,454-116-1 0 0,1 5 0 0 0,1 4 0 0 0,-126 72 0 0 0,173-81 6 0 0,2 3 0 0 0,1 1 0 0 0,2 3 0 0 0,1 1 0 0 0,2 2 0 0 0,-58 76-1 0 0,90-105 0 0 0,1 0-1 0 0,0 0 0 0 0,1 1 0 0 0,0 0 0 0 0,1 0 1 0 0,0 0-1 0 0,1 1 0 0 0,0 0 0 0 0,1-1 0 0 0,0 1 1 0 0,1 1-1 0 0,1-1 0 0 0,0 20 0 0 0,1-23-1 0 0,1 0 0 0 0,1 0-1 0 0,0 0 1 0 0,0 0 0 0 0,0-1 0 0 0,1 1-1 0 0,1 0 1 0 0,0-1 0 0 0,0 0-1 0 0,1 0 1 0 0,0 0 0 0 0,0-1 0 0 0,1 1-1 0 0,0-1 1 0 0,1-1 0 0 0,0 1 0 0 0,0-1-1 0 0,10 7 1 0 0,0-2 4 0 0,0 0-1 0 0,1-1 1 0 0,1-2-1 0 0,-1 1 1 0 0,2-2 0 0 0,-1-1-1 0 0,1 0 1 0 0,40 7-1 0 0,11-4 5 0 0,92 3-1 0 0,-54-6-3 0 0,-31-2-54 0 0,-48-4-3686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2T06:15:44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1445 16384 0 0,'0'0'3729'0'0,"-4"0"-3708"0"0,-13-2-2 0 0,13 1 43 0 0,-14 1 887 0 0,19 0-565 0 0,6 1-326 0 0,85 25 1017 0 0,-36-19-580 0 0,-1-3 1 0 0,83-5-1 0 0,50 3 277 0 0,51 7-37 0 0,-95-10-400 0 0,113-6 261 0 0,182-32 112 0 0,-132 19-437 0 0,-210 17-104 0 0,137 13 0 0 0,-123-3-70 0 0,-51-4-41 0 0,610 22 479 0 0,-232 8-199 0 0,24 0-144 0 0,-248-35-141 0 0,136 2 10 0 0,89 1-20 0 0,10-6-4 0 0,-264 1-25 0 0,456-18 18 0 0,-9 17 18 0 0,-622 5-47 0 0,451-25 46 0 0,-2-28 20 0 0,-239 26-29 0 0,219-46 26 0 0,-320 53-49 0 0,-69 13 0 0 0,-1-2 1 0 0,79-25-1 0 0,179-88 51 0 0,-284 111-58 0 0,0-1-1 0 0,32-21 1 0 0,-47 28-7 0 0,-1-1 1 0 0,0 1-1 0 0,-1-1 1 0 0,1 0-1 0 0,-1 0 0 0 0,0-1 1 0 0,-1 0-1 0 0,1 0 1 0 0,-1-1-1 0 0,-1 1 0 0 0,5-10 1 0 0,-8 12-1 0 0,0 0-1 0 0,0 0 1 0 0,0 0 0 0 0,-1 0-1 0 0,0 0 1 0 0,0 0 0 0 0,0 0 0 0 0,0-1-1 0 0,-1 1 1 0 0,0 0 0 0 0,0 0 0 0 0,0 0-1 0 0,-1 0 1 0 0,0 0 0 0 0,0 1 0 0 0,0-1-1 0 0,0 0 1 0 0,-1 1 0 0 0,-5-8 0 0 0,-3-2 2 0 0,0-1 0 0 0,-1 1 0 0 0,0 1 0 0 0,-18-15 0 0 0,3 7 1 0 0,-1 0 0 0 0,-1 2-1 0 0,0 1 1 0 0,-56-24 0 0 0,-135-41 12 0 0,166 65-15 0 0,-113-35 9 0 0,-2 8-1 0 0,-2 7 0 0 0,-193-17 0 0 0,-527 7 1 0 0,767 46-10 0 0,-458-12 12 0 0,2-34 7 0 0,-103-64-1 0 0,-87-16 93 0 0,641 114-51 0 0,-144 2 0 0 0,186 14-20 0 0,-1 4 0 0 0,-139 27 0 0 0,-274 94 59 0 0,193-43-63 0 0,-350 108-19 0 0,543-164-17 0 0,-1-6 0 0 0,-192 13 0 0 0,-238-28 0 0 0,-98-74 32 0 0,513 43 1 0 0,84 13-17 0 0,0 3-1 0 0,-1 1 0 0 0,-87 0 1 0 0,129 8-15 0 0,1 0 1 0 0,0 0-1 0 0,-1 1 1 0 0,1 0-1 0 0,0 0 1 0 0,0 0-1 0 0,0 0 1 0 0,0 1 0 0 0,1 0-1 0 0,-1 0 1 0 0,1 0-1 0 0,0 1 1 0 0,0-1-1 0 0,0 1 1 0 0,0 0-1 0 0,0 0 1 0 0,1 0-1 0 0,0 1 1 0 0,0-1-1 0 0,0 1 1 0 0,0 0-1 0 0,-3 8 1 0 0,0 2 1 0 0,0 0 0 0 0,0 0 0 0 0,2 0 0 0 0,0 1 0 0 0,1 0 0 0 0,-3 24 0 0 0,6 7 4 0 0,10 91 0 0 0,-5-87-4 0 0,-1-26-3 0 0,0-1 0 0 0,2 1 0 0 0,1-1 0 0 0,0-1 0 0 0,2 1 0 0 0,1-1 0 0 0,1-1 0 0 0,1 0 0 0 0,0-1 0 0 0,2 0 0 0 0,20 24 0 0 0,-9-15 0 0 0,2-2 0 0 0,0 0 0 0 0,2-2 0 0 0,1-1 0 0 0,1-2 0 0 0,51 30 0 0 0,-48-36 48 0 0,0-1 0 0 0,1-2 0 0 0,0-1 0 0 0,1-2 0 0 0,1-2-1 0 0,45 6 1 0 0,-17-6-1455 0 0,1-4 1 0 0,99-4-1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3.png"/><Relationship Id="rId3" Type="http://schemas.openxmlformats.org/officeDocument/2006/relationships/image" Target="../media/image5.png"/><Relationship Id="rId21" Type="http://schemas.openxmlformats.org/officeDocument/2006/relationships/image" Target="../media/image4.jp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17" Type="http://schemas.openxmlformats.org/officeDocument/2006/relationships/customXml" Target="../ink/ink7.xml"/><Relationship Id="rId2" Type="http://schemas.openxmlformats.org/officeDocument/2006/relationships/image" Target="../media/image3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customXml" Target="../ink/ink4.xml"/><Relationship Id="rId5" Type="http://schemas.openxmlformats.org/officeDocument/2006/relationships/image" Target="../media/image6.png"/><Relationship Id="rId15" Type="http://schemas.openxmlformats.org/officeDocument/2006/relationships/customXml" Target="../ink/ink6.xml"/><Relationship Id="rId10" Type="http://schemas.openxmlformats.org/officeDocument/2006/relationships/image" Target="../media/image9.png"/><Relationship Id="rId19" Type="http://schemas.openxmlformats.org/officeDocument/2006/relationships/customXml" Target="../ink/ink8.xml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jpg"/><Relationship Id="rId4" Type="http://schemas.openxmlformats.org/officeDocument/2006/relationships/customXml" Target="../ink/ink9.xml"/><Relationship Id="rId9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3.png"/><Relationship Id="rId7" Type="http://schemas.openxmlformats.org/officeDocument/2006/relationships/image" Target="../media/image1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jpg"/><Relationship Id="rId4" Type="http://schemas.openxmlformats.org/officeDocument/2006/relationships/customXml" Target="../ink/ink11.xml"/><Relationship Id="rId9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3.png"/><Relationship Id="rId7" Type="http://schemas.openxmlformats.org/officeDocument/2006/relationships/image" Target="../media/image1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4.jpg"/><Relationship Id="rId4" Type="http://schemas.openxmlformats.org/officeDocument/2006/relationships/customXml" Target="../ink/ink13.xml"/><Relationship Id="rId9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854257" y="1791679"/>
            <a:ext cx="9514143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:</a:t>
            </a:r>
            <a:endParaRPr lang="he-IL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כתיבה / שליפה</a:t>
            </a:r>
          </a:p>
          <a:p>
            <a:pPr algn="ctr" rtl="1"/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Text files in internal storage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27029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4400" b="0" i="0" dirty="0">
                <a:solidFill>
                  <a:srgbClr val="040C28"/>
                </a:solidFill>
                <a:effectLst/>
                <a:latin typeface="Google Sans"/>
              </a:rPr>
              <a:t>אם במערכה הראשונה</a:t>
            </a:r>
            <a:r>
              <a:rPr lang="he-IL" sz="4400" b="0" i="0" dirty="0">
                <a:solidFill>
                  <a:srgbClr val="202124"/>
                </a:solidFill>
                <a:effectLst/>
                <a:latin typeface="Google Sans"/>
              </a:rPr>
              <a:t> תָּלִיתָ אקדח על הקיר, אזי במערכה הבאה הוא אמור לירות.</a:t>
            </a:r>
          </a:p>
          <a:p>
            <a:pPr algn="r" rtl="1">
              <a:lnSpc>
                <a:spcPct val="150000"/>
              </a:lnSpc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202124"/>
                </a:solidFill>
                <a:latin typeface="Google Sans"/>
                <a:cs typeface="Assistant" panose="00000500000000000000" pitchFamily="2" charset="-79"/>
              </a:rPr>
              <a:t>אנטון </a:t>
            </a:r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202124"/>
                </a:solidFill>
                <a:latin typeface="Google Sans"/>
                <a:cs typeface="Assistant" panose="00000500000000000000" pitchFamily="2" charset="-79"/>
              </a:rPr>
              <a:t>צ'כוב</a:t>
            </a:r>
            <a:endParaRPr lang="he-IL" sz="2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1502228" y="1791679"/>
            <a:ext cx="9953898" cy="370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בעזרתו ניתן לצור דו-שיח</a:t>
            </a:r>
          </a:p>
          <a:p>
            <a:pPr algn="ctr" rtl="1">
              <a:lnSpc>
                <a:spcPct val="150000"/>
              </a:lnSpc>
            </a:pPr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ברור ומועיל</a:t>
            </a:r>
          </a:p>
          <a:p>
            <a:pPr algn="ctr" rtl="1">
              <a:lnSpc>
                <a:spcPct val="150000"/>
              </a:lnSpc>
            </a:pPr>
            <a:r>
              <a:rPr lang="he-IL" sz="5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אפליקציה </a:t>
            </a:r>
            <a:r>
              <a:rPr lang="he-IL" sz="5400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לבין משתמש</a:t>
            </a:r>
            <a:endParaRPr lang="he-IL" sz="5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8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B412D-3623-4C6A-3E4F-ADDD8431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87C6EE-F1D2-5E88-4710-14733E4CFA2C}"/>
              </a:ext>
            </a:extLst>
          </p:cNvPr>
          <p:cNvSpPr/>
          <p:nvPr/>
        </p:nvSpPr>
        <p:spPr>
          <a:xfrm>
            <a:off x="2163096" y="1648470"/>
            <a:ext cx="9035845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יש צורך בקובץ טקסט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הפתוח גם לקריאה וגם לכתיבה,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מומלץ להשתמש בקובץ הנמצא בתיקיה פנימית.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התיקיה נוצרת ע"י אפליקציה באופן אוטומטי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ומוגדרת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"לשימוש האפליקציה עצמה בלבד"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7CC5D31D-9230-C207-9D67-6CC2CEC84096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CA0A42-826A-4E65-6BBE-D1EEFBBD5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3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B412D-3623-4C6A-3E4F-ADDD8431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87C6EE-F1D2-5E88-4710-14733E4CFA2C}"/>
              </a:ext>
            </a:extLst>
          </p:cNvPr>
          <p:cNvSpPr/>
          <p:nvPr/>
        </p:nvSpPr>
        <p:spPr>
          <a:xfrm>
            <a:off x="1386347" y="1127360"/>
            <a:ext cx="903584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התיקיה נוצרת ע"י אפליקציה באופן אוטומטי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ומוגדרת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"לשימוש האפליקציה עצמה בלבד"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278DA-4D2A-B0D6-7238-428A73464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96" y="2442815"/>
            <a:ext cx="4429246" cy="44151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5A218C-4084-5147-0B1E-4243A1EE2D55}"/>
                  </a:ext>
                </a:extLst>
              </p14:cNvPr>
              <p14:cNvContentPartPr/>
              <p14:nvPr/>
            </p14:nvContentPartPr>
            <p14:xfrm>
              <a:off x="432337" y="2585861"/>
              <a:ext cx="1090800" cy="4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5A218C-4084-5147-0B1E-4243A1EE2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8337" y="2477861"/>
                <a:ext cx="11984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C4082E-7E4C-D39A-C769-D43A839D3E48}"/>
                  </a:ext>
                </a:extLst>
              </p14:cNvPr>
              <p14:cNvContentPartPr/>
              <p14:nvPr/>
            </p14:nvContentPartPr>
            <p14:xfrm>
              <a:off x="688297" y="5730101"/>
              <a:ext cx="942840" cy="41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C4082E-7E4C-D39A-C769-D43A839D3E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4297" y="5622461"/>
                <a:ext cx="1050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DCAEB97-BC8F-8111-7AFD-DA06D64AB5B6}"/>
                  </a:ext>
                </a:extLst>
              </p14:cNvPr>
              <p14:cNvContentPartPr/>
              <p14:nvPr/>
            </p14:nvContentPartPr>
            <p14:xfrm>
              <a:off x="914377" y="6203861"/>
              <a:ext cx="90360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DCAEB97-BC8F-8111-7AFD-DA06D64AB5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0737" y="6096221"/>
                <a:ext cx="1011240" cy="2221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5122F4-7A35-C5B6-8C57-0F0F657DD4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8921" y="2569966"/>
            <a:ext cx="6264183" cy="41608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0CC7BB-DA96-7D06-77AE-EA0842FF09B8}"/>
                  </a:ext>
                </a:extLst>
              </p14:cNvPr>
              <p14:cNvContentPartPr/>
              <p14:nvPr/>
            </p14:nvContentPartPr>
            <p14:xfrm>
              <a:off x="7000537" y="2722661"/>
              <a:ext cx="1090440" cy="10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0CC7BB-DA96-7D06-77AE-EA0842FF09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46897" y="2614661"/>
                <a:ext cx="1198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11CE3A-8DED-16E7-865F-44A3904B3AA8}"/>
                  </a:ext>
                </a:extLst>
              </p14:cNvPr>
              <p14:cNvContentPartPr/>
              <p14:nvPr/>
            </p14:nvContentPartPr>
            <p14:xfrm>
              <a:off x="6154537" y="3076901"/>
              <a:ext cx="540360" cy="22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11CE3A-8DED-16E7-865F-44A3904B3A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00897" y="2969261"/>
                <a:ext cx="6480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8653DA-A4E9-F0F4-6310-9F503A257EDF}"/>
                  </a:ext>
                </a:extLst>
              </p14:cNvPr>
              <p14:cNvContentPartPr/>
              <p14:nvPr/>
            </p14:nvContentPartPr>
            <p14:xfrm>
              <a:off x="9851737" y="5407541"/>
              <a:ext cx="1552680" cy="79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8653DA-A4E9-F0F4-6310-9F503A257E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798097" y="5299541"/>
                <a:ext cx="166032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12DEB11-2A31-D230-A93F-62B4EDF8C378}"/>
                  </a:ext>
                </a:extLst>
              </p14:cNvPr>
              <p14:cNvContentPartPr/>
              <p14:nvPr/>
            </p14:nvContentPartPr>
            <p14:xfrm>
              <a:off x="10127137" y="6394661"/>
              <a:ext cx="54000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12DEB11-2A31-D230-A93F-62B4EDF8C3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073497" y="6286661"/>
                <a:ext cx="6476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AC41285-108D-B9AE-B807-5483C5EC280A}"/>
                  </a:ext>
                </a:extLst>
              </p14:cNvPr>
              <p14:cNvContentPartPr/>
              <p14:nvPr/>
            </p14:nvContentPartPr>
            <p14:xfrm>
              <a:off x="10510537" y="6665381"/>
              <a:ext cx="913680" cy="40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AC41285-108D-B9AE-B807-5483C5EC280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56537" y="6557381"/>
                <a:ext cx="1021320" cy="2563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EE95174A-346A-E329-F3C8-9EA7C36B182A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E166B-1FF1-1459-D48C-EBAEA21FE0E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9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מעוגל 4"/>
          <p:cNvSpPr/>
          <p:nvPr/>
        </p:nvSpPr>
        <p:spPr>
          <a:xfrm>
            <a:off x="352697" y="1456509"/>
            <a:ext cx="4807132" cy="212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8800" dirty="0"/>
              <a:t>אפליקציה</a:t>
            </a:r>
          </a:p>
        </p:txBody>
      </p:sp>
      <p:sp>
        <p:nvSpPr>
          <p:cNvPr id="7" name="מלבן מעוגל 6"/>
          <p:cNvSpPr/>
          <p:nvPr/>
        </p:nvSpPr>
        <p:spPr>
          <a:xfrm>
            <a:off x="6884125" y="3742509"/>
            <a:ext cx="4807132" cy="212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8800" dirty="0"/>
              <a:t>קובץ</a:t>
            </a:r>
          </a:p>
        </p:txBody>
      </p:sp>
      <p:sp>
        <p:nvSpPr>
          <p:cNvPr id="8" name="חץ מכופף 7"/>
          <p:cNvSpPr/>
          <p:nvPr/>
        </p:nvSpPr>
        <p:spPr>
          <a:xfrm rot="5400000">
            <a:off x="6968834" y="385556"/>
            <a:ext cx="1822400" cy="4813398"/>
          </a:xfrm>
          <a:prstGeom prst="bentArrow">
            <a:avLst>
              <a:gd name="adj1" fmla="val 5000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6629134" y="1842001"/>
            <a:ext cx="21579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Output</a:t>
            </a:r>
            <a:endParaRPr lang="he-IL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חץ מכופף 9"/>
          <p:cNvSpPr/>
          <p:nvPr/>
        </p:nvSpPr>
        <p:spPr>
          <a:xfrm rot="16200000">
            <a:off x="3301304" y="2290669"/>
            <a:ext cx="1822400" cy="4813398"/>
          </a:xfrm>
          <a:prstGeom prst="bentArrow">
            <a:avLst>
              <a:gd name="adj1" fmla="val 5000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1" name="מלבן 10"/>
          <p:cNvSpPr/>
          <p:nvPr/>
        </p:nvSpPr>
        <p:spPr>
          <a:xfrm>
            <a:off x="3771201" y="4572138"/>
            <a:ext cx="1645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</a:t>
            </a:r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put</a:t>
            </a:r>
            <a:endParaRPr lang="he-IL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96EB21-3D7D-A121-8F9F-75D2E084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034E59EB-8EBE-6519-0FBD-9C7E4BAA1956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24724-0957-2547-B72C-5B0ABF33F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56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1639103-DD57-E70D-06D1-F0E9F4D2F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353" y="3263174"/>
            <a:ext cx="4878303" cy="2281123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333033" y="1857841"/>
            <a:ext cx="3286640" cy="734458"/>
          </a:xfrm>
          <a:prstGeom prst="wedgeRoundRectCallout">
            <a:avLst>
              <a:gd name="adj1" fmla="val 42969"/>
              <a:gd name="adj2" fmla="val 16128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ערוץ גישה לקובץ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1160207" y="5930275"/>
            <a:ext cx="3130030" cy="734458"/>
          </a:xfrm>
          <a:prstGeom prst="wedgeRoundRectCallout">
            <a:avLst>
              <a:gd name="adj1" fmla="val 38654"/>
              <a:gd name="adj2" fmla="val -11140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6674800" y="2574420"/>
            <a:ext cx="2370878" cy="1165315"/>
          </a:xfrm>
          <a:prstGeom prst="wedgeRoundRectCallout">
            <a:avLst>
              <a:gd name="adj1" fmla="val -76067"/>
              <a:gd name="adj2" fmla="val 10053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3902311" y="1735100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כתיבת טקסט לתוך הקובץ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3B7A7506-F49E-27FC-5537-356F59F7F0AD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2C909-DEE0-92B7-2C10-7BD6D8F12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67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6EF684-8ACB-E4D9-B5E1-E5429A78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70" y="2997746"/>
            <a:ext cx="6576490" cy="2409096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1080284" y="1484118"/>
            <a:ext cx="3286640" cy="734458"/>
          </a:xfrm>
          <a:prstGeom prst="wedgeRoundRectCallout">
            <a:avLst>
              <a:gd name="adj1" fmla="val 42969"/>
              <a:gd name="adj2" fmla="val 16128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 + סוג גישה אליו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(לאפליקציה הזאת בלבד)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7030410" y="5039613"/>
            <a:ext cx="3130030" cy="734458"/>
          </a:xfrm>
          <a:prstGeom prst="wedgeRoundRectCallout">
            <a:avLst>
              <a:gd name="adj1" fmla="val -79458"/>
              <a:gd name="adj2" fmla="val -12613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8868489" y="2131969"/>
            <a:ext cx="2370878" cy="1165315"/>
          </a:xfrm>
          <a:prstGeom prst="wedgeRoundRectCallout">
            <a:avLst>
              <a:gd name="adj1" fmla="val -76067"/>
              <a:gd name="adj2" fmla="val 10053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0" name="הסבר מלבני מעוגל 6">
            <a:extLst>
              <a:ext uri="{FF2B5EF4-FFF2-40B4-BE49-F238E27FC236}">
                <a16:creationId xmlns:a16="http://schemas.microsoft.com/office/drawing/2014/main" id="{00E10F4E-7C86-5EAC-96E6-885AEE28AD18}"/>
              </a:ext>
            </a:extLst>
          </p:cNvPr>
          <p:cNvSpPr/>
          <p:nvPr/>
        </p:nvSpPr>
        <p:spPr>
          <a:xfrm>
            <a:off x="2212258" y="5774071"/>
            <a:ext cx="4069356" cy="734458"/>
          </a:xfrm>
          <a:prstGeom prst="wedgeRoundRectCallout">
            <a:avLst>
              <a:gd name="adj1" fmla="val -19295"/>
              <a:gd name="adj2" fmla="val -16629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כתיבת טקסט לקובץ וסגירת גישה אליו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2950AC4-AFC9-4D04-EFCC-D10DBFFC27BD}"/>
                  </a:ext>
                </a:extLst>
              </p14:cNvPr>
              <p14:cNvContentPartPr/>
              <p14:nvPr/>
            </p14:nvContentPartPr>
            <p14:xfrm>
              <a:off x="2698177" y="3419284"/>
              <a:ext cx="3150000" cy="369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2950AC4-AFC9-4D04-EFCC-D10DBFFC2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9177" y="3410284"/>
                <a:ext cx="31676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34EE4F-37C3-A140-07A2-05A1506AA3EE}"/>
                  </a:ext>
                </a:extLst>
              </p14:cNvPr>
              <p14:cNvContentPartPr/>
              <p14:nvPr/>
            </p14:nvContentPartPr>
            <p14:xfrm>
              <a:off x="1637977" y="4512244"/>
              <a:ext cx="2628000" cy="423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34EE4F-37C3-A140-07A2-05A1506AA3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29337" y="4503244"/>
                <a:ext cx="2645640" cy="440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3">
            <a:extLst>
              <a:ext uri="{FF2B5EF4-FFF2-40B4-BE49-F238E27FC236}">
                <a16:creationId xmlns:a16="http://schemas.microsoft.com/office/drawing/2014/main" id="{FD8CFB5E-5473-D5B0-E5B8-03244C6E9888}"/>
              </a:ext>
            </a:extLst>
          </p:cNvPr>
          <p:cNvSpPr/>
          <p:nvPr/>
        </p:nvSpPr>
        <p:spPr>
          <a:xfrm>
            <a:off x="4570905" y="1428854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כתיבת טקסט לתוך הקובץ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E217781-529B-D6B5-539D-AFFB8741ABEF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D6CC0-A0AD-1645-7797-A9D1333E7B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921457-1B4F-C374-EB0D-D4207B05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84" y="2554269"/>
            <a:ext cx="6911666" cy="2819613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1080284" y="1484118"/>
            <a:ext cx="3286640" cy="734458"/>
          </a:xfrm>
          <a:prstGeom prst="wedgeRoundRectCallout">
            <a:avLst>
              <a:gd name="adj1" fmla="val 19335"/>
              <a:gd name="adj2" fmla="val 10372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 + סוג גישה אליו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(לאפליקציה הזאת בלבד)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7030410" y="5039613"/>
            <a:ext cx="3130030" cy="734458"/>
          </a:xfrm>
          <a:prstGeom prst="wedgeRoundRectCallout">
            <a:avLst>
              <a:gd name="adj1" fmla="val -80086"/>
              <a:gd name="adj2" fmla="val -15023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8868489" y="2131969"/>
            <a:ext cx="2370878" cy="1165315"/>
          </a:xfrm>
          <a:prstGeom prst="wedgeRoundRectCallout">
            <a:avLst>
              <a:gd name="adj1" fmla="val -126662"/>
              <a:gd name="adj2" fmla="val 8956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0" name="הסבר מלבני מעוגל 6">
            <a:extLst>
              <a:ext uri="{FF2B5EF4-FFF2-40B4-BE49-F238E27FC236}">
                <a16:creationId xmlns:a16="http://schemas.microsoft.com/office/drawing/2014/main" id="{00E10F4E-7C86-5EAC-96E6-885AEE28AD18}"/>
              </a:ext>
            </a:extLst>
          </p:cNvPr>
          <p:cNvSpPr/>
          <p:nvPr/>
        </p:nvSpPr>
        <p:spPr>
          <a:xfrm>
            <a:off x="2723604" y="5882225"/>
            <a:ext cx="4069356" cy="734458"/>
          </a:xfrm>
          <a:prstGeom prst="wedgeRoundRectCallout">
            <a:avLst>
              <a:gd name="adj1" fmla="val -19295"/>
              <a:gd name="adj2" fmla="val -16629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הוספת</a:t>
            </a: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טקסט לקובץ וסגירת גישה אליו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FA81C7-4C62-954C-0778-C2C98FD99F51}"/>
                  </a:ext>
                </a:extLst>
              </p14:cNvPr>
              <p14:cNvContentPartPr/>
              <p14:nvPr/>
            </p14:nvContentPartPr>
            <p14:xfrm>
              <a:off x="2755057" y="3011764"/>
              <a:ext cx="3955680" cy="522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FA81C7-4C62-954C-0778-C2C98FD99F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6057" y="3003124"/>
                <a:ext cx="397332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AC4C6D-5BD7-8748-9521-2CEA9B4F56C8}"/>
                  </a:ext>
                </a:extLst>
              </p14:cNvPr>
              <p14:cNvContentPartPr/>
              <p14:nvPr/>
            </p14:nvContentPartPr>
            <p14:xfrm>
              <a:off x="1549417" y="4363564"/>
              <a:ext cx="3463200" cy="551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AC4C6D-5BD7-8748-9521-2CEA9B4F56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0777" y="4354564"/>
                <a:ext cx="3480840" cy="5688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3">
            <a:extLst>
              <a:ext uri="{FF2B5EF4-FFF2-40B4-BE49-F238E27FC236}">
                <a16:creationId xmlns:a16="http://schemas.microsoft.com/office/drawing/2014/main" id="{F8D77A92-4D3A-BBAF-A09E-F6F2DE324C3B}"/>
              </a:ext>
            </a:extLst>
          </p:cNvPr>
          <p:cNvSpPr/>
          <p:nvPr/>
        </p:nvSpPr>
        <p:spPr>
          <a:xfrm>
            <a:off x="4366924" y="1473110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כתיבת טקסט לתוך הקובץ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07DC4C21-3807-C079-5D0B-B3275EE148EA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411D0-2FED-BB27-0A6E-FCA55EC71D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6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921457-1B4F-C374-EB0D-D4207B05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84" y="2554269"/>
            <a:ext cx="6911666" cy="2819613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1080284" y="1484118"/>
            <a:ext cx="3286640" cy="734458"/>
          </a:xfrm>
          <a:prstGeom prst="wedgeRoundRectCallout">
            <a:avLst>
              <a:gd name="adj1" fmla="val 19335"/>
              <a:gd name="adj2" fmla="val 10372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 + סוג גישה אליו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(לאפליקציה הזאת בלבד)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7030410" y="5039613"/>
            <a:ext cx="3130030" cy="734458"/>
          </a:xfrm>
          <a:prstGeom prst="wedgeRoundRectCallout">
            <a:avLst>
              <a:gd name="adj1" fmla="val -80086"/>
              <a:gd name="adj2" fmla="val -15023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צובר בזמן הכתיבה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8868489" y="2131969"/>
            <a:ext cx="2370878" cy="1165315"/>
          </a:xfrm>
          <a:prstGeom prst="wedgeRoundRectCallout">
            <a:avLst>
              <a:gd name="adj1" fmla="val -126662"/>
              <a:gd name="adj2" fmla="val 8956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= שליטה בערוץ גישה לקובץ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0" name="הסבר מלבני מעוגל 6">
            <a:extLst>
              <a:ext uri="{FF2B5EF4-FFF2-40B4-BE49-F238E27FC236}">
                <a16:creationId xmlns:a16="http://schemas.microsoft.com/office/drawing/2014/main" id="{00E10F4E-7C86-5EAC-96E6-885AEE28AD18}"/>
              </a:ext>
            </a:extLst>
          </p:cNvPr>
          <p:cNvSpPr/>
          <p:nvPr/>
        </p:nvSpPr>
        <p:spPr>
          <a:xfrm>
            <a:off x="2723604" y="5882225"/>
            <a:ext cx="4069356" cy="734458"/>
          </a:xfrm>
          <a:prstGeom prst="wedgeRoundRectCallout">
            <a:avLst>
              <a:gd name="adj1" fmla="val -19295"/>
              <a:gd name="adj2" fmla="val -16629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הוספת</a:t>
            </a:r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 טקסט לקובץ וסגירת גישה אליו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FA81C7-4C62-954C-0778-C2C98FD99F51}"/>
                  </a:ext>
                </a:extLst>
              </p14:cNvPr>
              <p14:cNvContentPartPr/>
              <p14:nvPr/>
            </p14:nvContentPartPr>
            <p14:xfrm>
              <a:off x="2755057" y="3011764"/>
              <a:ext cx="3955680" cy="522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FA81C7-4C62-954C-0778-C2C98FD99F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6057" y="3003124"/>
                <a:ext cx="397332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AC4C6D-5BD7-8748-9521-2CEA9B4F56C8}"/>
                  </a:ext>
                </a:extLst>
              </p14:cNvPr>
              <p14:cNvContentPartPr/>
              <p14:nvPr/>
            </p14:nvContentPartPr>
            <p14:xfrm>
              <a:off x="1549417" y="4363564"/>
              <a:ext cx="3463200" cy="551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AC4C6D-5BD7-8748-9521-2CEA9B4F56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0777" y="4354564"/>
                <a:ext cx="3480840" cy="5688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3">
            <a:extLst>
              <a:ext uri="{FF2B5EF4-FFF2-40B4-BE49-F238E27FC236}">
                <a16:creationId xmlns:a16="http://schemas.microsoft.com/office/drawing/2014/main" id="{F8D77A92-4D3A-BBAF-A09E-F6F2DE324C3B}"/>
              </a:ext>
            </a:extLst>
          </p:cNvPr>
          <p:cNvSpPr/>
          <p:nvPr/>
        </p:nvSpPr>
        <p:spPr>
          <a:xfrm>
            <a:off x="4366924" y="1473110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כתיבת טקסט לתוך הקובץ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5A660A4D-EBB5-EBE9-A35B-1DE8ABE5DD3F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8C19C-37A3-D5F8-4499-03B8A1E6D0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79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D479B6-94F4-D08D-47A2-06D114A06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74" y="2430693"/>
            <a:ext cx="7371042" cy="3262184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8710117" y="3000695"/>
            <a:ext cx="3286640" cy="734458"/>
          </a:xfrm>
          <a:prstGeom prst="wedgeRoundRectCallout">
            <a:avLst>
              <a:gd name="adj1" fmla="val -63831"/>
              <a:gd name="adj2" fmla="val -337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ה"שולט" בערוץ קריאה</a:t>
            </a:r>
          </a:p>
        </p:txBody>
      </p:sp>
      <p:sp>
        <p:nvSpPr>
          <p:cNvPr id="7" name="הסבר מלבני מעוגל 6"/>
          <p:cNvSpPr/>
          <p:nvPr/>
        </p:nvSpPr>
        <p:spPr>
          <a:xfrm>
            <a:off x="8710116" y="4528335"/>
            <a:ext cx="2501209" cy="734458"/>
          </a:xfrm>
          <a:prstGeom prst="wedgeRoundRectCallout">
            <a:avLst>
              <a:gd name="adj1" fmla="val -107210"/>
              <a:gd name="adj2" fmla="val -14889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קריאת שורה שלמה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1720437" y="1043683"/>
            <a:ext cx="2370878" cy="1165315"/>
          </a:xfrm>
          <a:prstGeom prst="wedgeRoundRectCallout">
            <a:avLst>
              <a:gd name="adj1" fmla="val 26780"/>
              <a:gd name="adj2" fmla="val 9040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פתיחת ערוץ קריאה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מהקובץ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0" name="הסבר מלבני מעוגל 6">
            <a:extLst>
              <a:ext uri="{FF2B5EF4-FFF2-40B4-BE49-F238E27FC236}">
                <a16:creationId xmlns:a16="http://schemas.microsoft.com/office/drawing/2014/main" id="{00E10F4E-7C86-5EAC-96E6-885AEE28AD18}"/>
              </a:ext>
            </a:extLst>
          </p:cNvPr>
          <p:cNvSpPr/>
          <p:nvPr/>
        </p:nvSpPr>
        <p:spPr>
          <a:xfrm>
            <a:off x="4903929" y="5692877"/>
            <a:ext cx="4069356" cy="734458"/>
          </a:xfrm>
          <a:prstGeom prst="wedgeRoundRectCallout">
            <a:avLst>
              <a:gd name="adj1" fmla="val -56987"/>
              <a:gd name="adj2" fmla="val -24126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קריאת שורות עד שקובץ לא הסתיים</a:t>
            </a:r>
          </a:p>
        </p:txBody>
      </p:sp>
      <p:sp>
        <p:nvSpPr>
          <p:cNvPr id="2" name="מלבן 3">
            <a:extLst>
              <a:ext uri="{FF2B5EF4-FFF2-40B4-BE49-F238E27FC236}">
                <a16:creationId xmlns:a16="http://schemas.microsoft.com/office/drawing/2014/main" id="{F8D77A92-4D3A-BBAF-A09E-F6F2DE324C3B}"/>
              </a:ext>
            </a:extLst>
          </p:cNvPr>
          <p:cNvSpPr/>
          <p:nvPr/>
        </p:nvSpPr>
        <p:spPr>
          <a:xfrm>
            <a:off x="4366924" y="1473110"/>
            <a:ext cx="514336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כתיבת טקסט לתוך הקובץ</a:t>
            </a:r>
          </a:p>
        </p:txBody>
      </p:sp>
      <p:sp>
        <p:nvSpPr>
          <p:cNvPr id="9" name="הסבר מלבני מעוגל 6">
            <a:extLst>
              <a:ext uri="{FF2B5EF4-FFF2-40B4-BE49-F238E27FC236}">
                <a16:creationId xmlns:a16="http://schemas.microsoft.com/office/drawing/2014/main" id="{53485524-151D-E397-8632-610AE6BA87AE}"/>
              </a:ext>
            </a:extLst>
          </p:cNvPr>
          <p:cNvSpPr/>
          <p:nvPr/>
        </p:nvSpPr>
        <p:spPr>
          <a:xfrm>
            <a:off x="980674" y="6004129"/>
            <a:ext cx="2136239" cy="734458"/>
          </a:xfrm>
          <a:prstGeom prst="wedgeRoundRectCallout">
            <a:avLst>
              <a:gd name="adj1" fmla="val -7939"/>
              <a:gd name="adj2" fmla="val -12345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סגירת ערוץ קריאה</a:t>
            </a:r>
          </a:p>
        </p:txBody>
      </p:sp>
      <p:sp>
        <p:nvSpPr>
          <p:cNvPr id="11" name="מלבן 4">
            <a:extLst>
              <a:ext uri="{FF2B5EF4-FFF2-40B4-BE49-F238E27FC236}">
                <a16:creationId xmlns:a16="http://schemas.microsoft.com/office/drawing/2014/main" id="{80D7BACC-81F5-6669-3492-C5423DF18D10}"/>
              </a:ext>
            </a:extLst>
          </p:cNvPr>
          <p:cNvSpPr/>
          <p:nvPr/>
        </p:nvSpPr>
        <p:spPr>
          <a:xfrm>
            <a:off x="5043429" y="56709"/>
            <a:ext cx="54967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טקסט פנימיים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5CA173-45A2-4BE8-B350-AEADC1730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29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2510068" y="1473866"/>
            <a:ext cx="7675498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קבצים האלה מיועדים לשמירת נתונים קצרים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(שם משתמש, סיסמה, כתובת הדוא"ל...)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ולא לשמירת טקסטים או קבוצות גדולות של נתונים.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מדובר בקבצי טקסט, אבל עם מבנה מסוים,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שנוצר באופן אוטומטי.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שמירת נתונים בקבצי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itchFamily="2" charset="-79"/>
              <a:cs typeface="Assistant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מתבצעת לפי שיטה "מפתח-ערך"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BEA3D9CC-733B-511B-5FB3-2EC8DB194416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72EB0-D7E6-7099-6E2F-F719E0464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01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FBEE05-AB41-1F69-50B5-A446115DC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096" y="2647603"/>
            <a:ext cx="6719816" cy="3281248"/>
          </a:xfrm>
          <a:prstGeom prst="rect">
            <a:avLst/>
          </a:prstGeom>
        </p:spPr>
      </p:pic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4359A635-7F32-C2AE-8136-317B45326796}"/>
              </a:ext>
            </a:extLst>
          </p:cNvPr>
          <p:cNvSpPr/>
          <p:nvPr/>
        </p:nvSpPr>
        <p:spPr>
          <a:xfrm>
            <a:off x="8249264" y="1431956"/>
            <a:ext cx="1666567" cy="634098"/>
          </a:xfrm>
          <a:prstGeom prst="wedgeRoundRectCallout">
            <a:avLst>
              <a:gd name="adj1" fmla="val -82094"/>
              <a:gd name="adj2" fmla="val 15623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שם הקובץ</a:t>
            </a:r>
          </a:p>
        </p:txBody>
      </p:sp>
      <p:sp>
        <p:nvSpPr>
          <p:cNvPr id="7" name="הסבר מלבני מעוגל 7">
            <a:extLst>
              <a:ext uri="{FF2B5EF4-FFF2-40B4-BE49-F238E27FC236}">
                <a16:creationId xmlns:a16="http://schemas.microsoft.com/office/drawing/2014/main" id="{7B444E4D-9066-68A2-EDFE-1B647DB56B29}"/>
              </a:ext>
            </a:extLst>
          </p:cNvPr>
          <p:cNvSpPr/>
          <p:nvPr/>
        </p:nvSpPr>
        <p:spPr>
          <a:xfrm>
            <a:off x="9306187" y="3679989"/>
            <a:ext cx="1666567" cy="634098"/>
          </a:xfrm>
          <a:prstGeom prst="wedgeRoundRectCallout">
            <a:avLst>
              <a:gd name="adj1" fmla="val -103333"/>
              <a:gd name="adj2" fmla="val -657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"מפתחות" עבור הערכים</a:t>
            </a: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C8622CF1-C4C2-AF01-00C5-EF4A1AE184A4}"/>
              </a:ext>
            </a:extLst>
          </p:cNvPr>
          <p:cNvSpPr/>
          <p:nvPr/>
        </p:nvSpPr>
        <p:spPr>
          <a:xfrm>
            <a:off x="9087462" y="5202627"/>
            <a:ext cx="1885292" cy="1090018"/>
          </a:xfrm>
          <a:prstGeom prst="wedgeRoundRectCallout">
            <a:avLst>
              <a:gd name="adj1" fmla="val -159106"/>
              <a:gd name="adj2" fmla="val -28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עבור גישה לקובץ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ועבודה אתו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2B3D67FC-6F72-EE0F-904F-B3411A9ED61C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C955DB-2215-0E05-DE69-F45964823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50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782CA5-A94E-8A21-CD0C-912EBE16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94" y="2204551"/>
            <a:ext cx="8682033" cy="3390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4359A635-7F32-C2AE-8136-317B45326796}"/>
              </a:ext>
            </a:extLst>
          </p:cNvPr>
          <p:cNvSpPr/>
          <p:nvPr/>
        </p:nvSpPr>
        <p:spPr>
          <a:xfrm>
            <a:off x="6440128" y="1558370"/>
            <a:ext cx="1666567" cy="634098"/>
          </a:xfrm>
          <a:prstGeom prst="wedgeRoundRectCallout">
            <a:avLst>
              <a:gd name="adj1" fmla="val -82094"/>
              <a:gd name="adj2" fmla="val 15623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קליטת נתונים</a:t>
            </a:r>
          </a:p>
        </p:txBody>
      </p:sp>
      <p:sp>
        <p:nvSpPr>
          <p:cNvPr id="7" name="הסבר מלבני מעוגל 7">
            <a:extLst>
              <a:ext uri="{FF2B5EF4-FFF2-40B4-BE49-F238E27FC236}">
                <a16:creationId xmlns:a16="http://schemas.microsoft.com/office/drawing/2014/main" id="{7B444E4D-9066-68A2-EDFE-1B647DB56B29}"/>
              </a:ext>
            </a:extLst>
          </p:cNvPr>
          <p:cNvSpPr/>
          <p:nvPr/>
        </p:nvSpPr>
        <p:spPr>
          <a:xfrm>
            <a:off x="9817464" y="3429000"/>
            <a:ext cx="1666567" cy="634098"/>
          </a:xfrm>
          <a:prstGeom prst="wedgeRoundRectCallout">
            <a:avLst>
              <a:gd name="adj1" fmla="val -103333"/>
              <a:gd name="adj2" fmla="val -657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משתנה לביצוע פעולות</a:t>
            </a: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C8622CF1-C4C2-AF01-00C5-EF4A1AE184A4}"/>
              </a:ext>
            </a:extLst>
          </p:cNvPr>
          <p:cNvSpPr/>
          <p:nvPr/>
        </p:nvSpPr>
        <p:spPr>
          <a:xfrm>
            <a:off x="9087462" y="5202627"/>
            <a:ext cx="1885292" cy="1090018"/>
          </a:xfrm>
          <a:prstGeom prst="wedgeRoundRectCallout">
            <a:avLst>
              <a:gd name="adj1" fmla="val -259760"/>
              <a:gd name="adj2" fmla="val -9950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הכנת זוגות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"מפתח-ערך"</a:t>
            </a:r>
          </a:p>
        </p:txBody>
      </p:sp>
      <p:sp>
        <p:nvSpPr>
          <p:cNvPr id="13" name="הסבר מלבני מעוגל 7">
            <a:extLst>
              <a:ext uri="{FF2B5EF4-FFF2-40B4-BE49-F238E27FC236}">
                <a16:creationId xmlns:a16="http://schemas.microsoft.com/office/drawing/2014/main" id="{84D408B0-3D26-3511-CCBD-444BA445997C}"/>
              </a:ext>
            </a:extLst>
          </p:cNvPr>
          <p:cNvSpPr/>
          <p:nvPr/>
        </p:nvSpPr>
        <p:spPr>
          <a:xfrm>
            <a:off x="3657554" y="5975596"/>
            <a:ext cx="1666567" cy="634098"/>
          </a:xfrm>
          <a:prstGeom prst="wedgeRoundRectCallout">
            <a:avLst>
              <a:gd name="adj1" fmla="val -103333"/>
              <a:gd name="adj2" fmla="val -13217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latin typeface="Assistant" pitchFamily="2" charset="-79"/>
                <a:cs typeface="Assistant" pitchFamily="2" charset="-79"/>
              </a:rPr>
              <a:t>כתיבת נתונים לקובץ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4E8AF542-D6EA-6BBE-C385-59DAEBFBFAA9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43AC2-88EB-DBBB-9AC6-BFC961800B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6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גם </a:t>
            </a:r>
            <a:r>
              <a:rPr lang="he-IL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עבור </a:t>
            </a:r>
            <a:r>
              <a:rPr lang="en-US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נוצרת תיקיה פנימית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וקבצים בה נמצאים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בתוך "תיקיית אם" של אפליקציה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A93D4-7F2E-F071-295C-9BED688FF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966" y="3000351"/>
            <a:ext cx="3384067" cy="3370952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5474F234-EC8A-80E7-3A24-9CBB7FC5534A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14A46-ECCA-2354-0B17-F2D791ED6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2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55B8C-C709-A6F8-9F1D-7D873C2A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12" name="מלבן 3">
            <a:extLst>
              <a:ext uri="{FF2B5EF4-FFF2-40B4-BE49-F238E27FC236}">
                <a16:creationId xmlns:a16="http://schemas.microsoft.com/office/drawing/2014/main" id="{503188EB-F591-08F7-8819-E48E9FFA4DE8}"/>
              </a:ext>
            </a:extLst>
          </p:cNvPr>
          <p:cNvSpPr/>
          <p:nvPr/>
        </p:nvSpPr>
        <p:spPr>
          <a:xfrm>
            <a:off x="919315" y="1016317"/>
            <a:ext cx="10353368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מבנה קובץ של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SharedPreferences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 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itchFamily="2" charset="-79"/>
                <a:cs typeface="Assistant" pitchFamily="2" charset="-79"/>
              </a:rPr>
              <a:t>נקבע אוטומטי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0D8DD-D476-B268-28F8-D6A93A7C6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980" y="2830702"/>
            <a:ext cx="7042039" cy="2291722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D12BFD88-A30F-A4FE-3C02-89656DD51319}"/>
              </a:ext>
            </a:extLst>
          </p:cNvPr>
          <p:cNvSpPr/>
          <p:nvPr/>
        </p:nvSpPr>
        <p:spPr>
          <a:xfrm>
            <a:off x="3716594" y="56709"/>
            <a:ext cx="682358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קבצי </a:t>
            </a:r>
            <a:r>
              <a:rPr lang="en-US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SharedPreferences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693F5-6A72-3955-7195-E6D0DAE7C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8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586</TotalTime>
  <Words>363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Assistant</vt:lpstr>
      <vt:lpstr>Consolas</vt:lpstr>
      <vt:lpstr>Google Sans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110</cp:revision>
  <dcterms:created xsi:type="dcterms:W3CDTF">2019-01-05T16:01:25Z</dcterms:created>
  <dcterms:modified xsi:type="dcterms:W3CDTF">2024-07-07T17:33:12Z</dcterms:modified>
</cp:coreProperties>
</file>