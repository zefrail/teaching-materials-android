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31" r:id="rId3"/>
    <p:sldId id="342" r:id="rId4"/>
    <p:sldId id="343" r:id="rId5"/>
    <p:sldId id="344" r:id="rId6"/>
    <p:sldId id="336" r:id="rId7"/>
    <p:sldId id="333" r:id="rId8"/>
    <p:sldId id="340" r:id="rId9"/>
    <p:sldId id="345" r:id="rId10"/>
    <p:sldId id="341" r:id="rId11"/>
    <p:sldId id="334" r:id="rId12"/>
    <p:sldId id="346" r:id="rId13"/>
    <p:sldId id="347" r:id="rId14"/>
    <p:sldId id="348" r:id="rId15"/>
    <p:sldId id="34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07:42:47.2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1 279,'70'-2,"78"4,-131 1,0 0,0 1,32 13,-32-11,0 0,0-2,27 5,44 5,-54-7,60 3,-59-9,23-1,93 14,59 15,-111-20,186-6,-139-6,455 3,-567 2,60 10,-56-6,42 2,91-10,68 4,-141 13,-33-3,-36-7,52 18,-52-14,51 10,-73-18,41 6,55 16,-47-3,-41-14,-1 0,1-2,0 1,0-2,23 3,266-4,-144-5,-119 3,-3-1,0 2,0 1,66 13,-81-10,14 5,0-2,0-1,62 2,-49-7,54 10,13 0,291-9,-212-5,514 2,-680-2,-1-2,1 0,57-18,10-1,-50 14,-13 2,0 1,42-1,-52 6,-1-2,26-6,-25 4,47-3,60-6,-85 7,51 0,-72 5,1 0,26-7,36-4,-71 11,1-1,-1-1,0-1,0 0,-1-1,24-12,-17 7,0 2,33-9,-10 8,0 2,0 2,80 0,487 7,-578-2,58-11,-54 5,45 0,602 5,-330 4,-299-2,0-2,68-12,-76 8,1 2,82 4,44-2,-98-11,-53 8,40-4,363 7,-219 4,5076-2,-5260-2,1 0,30-8,-27 5,37-3,437 5,-260 6,4025-3,-4222-4,-43 4,0-1,0 1,0-1,0 0,-1 0,1 0,0-1,0 1,-1 0,1-1,-1 0,4-3,-5 5,-1-1,0 1,0-1,1 1,-1-1,0 1,0-1,0 1,0-1,1 0,-1 1,0-1,0 1,0-1,0 0,0 1,0-1,-1 1,1-1,0 1,0-1,0 0,-1 1,1-1,0 1,0-1,-1 1,1-1,0 1,-1-1,1 1,-1 0,1-1,-1 1,1 0,0-1,-1 1,1 0,-1-1,0 1,1 0,-1 0,1 0,-1-1,0 1,-33-13,28 12,-42-15,-2 3,-84-11,98 17,0-1,1-2,-47-19,52 16,-2 3,1 0,-1 2,-59-8,-187 16,122 3,13-5,-166 4,156 11,-60 2,2-2,-8 1,218-14,-85-1,-135 17,126-6,-1-5,-96-7,53 0,91 1,0 3,0 2,-63 13,41-4,0-2,-91 2,-146-14,123-2,-1285 3,1434 2,-59 10,56-6,-42 2,16-8,34-1,0 2,0 1,-34 6,-2 2,0-3,0-3,-96-6,41-1,-1022 4,1107 0,-60 12,59-7,-55 2,-344-9,408 2,1 2,-32 6,30-3,-47 2,-494-6,274-4,-1640 2,1916-1,0-1,-36-9,-24-2,-20-1,67 8,-51-2,-562 7,309 3,221-1,-125-3,156-11,57 7,-49-2,-317 7,187 2,183-2,0-1,-33-8,30 5,-37-3,-319 5,198 5,164-3,1-1,-37-8,35 5,-1 1,-25-1,22 4,0 0,1-2,-1-1,1 0,-1-2,1-1,-26-12,-39-13,-16-7,93 34,0 0,0 1,-1 1,1 0,-1 1,-21-1,-88 5,49 0,-1456-2,1503-1,0-2,-32-6,30 3,-47-2,25 7,6 0,-1-1,-58-11,47 5,-1 3,0 2,-69 6,18-1,12-4,-107 5,120 10,56-7,-51 3,-479-8,269-3,236 5,-55 8,-49 4,109-16,26 0,1 1,-1 0,0 2,0 1,-34 8,5 4,34-11,1 0,-1 1,1 1,0 1,1 0,-1 1,-26 19,32-18,0-2,-1 0,0 0,0-1,0 0,-1-1,1 0,-1-1,0 0,-1-1,1 0,-1-1,1-1,-1 0,1 0,-21-3,18 2,-48-2,-104-16,129 12,-69 0,68 6,-61-10,29 1,0 3,-96 3,159 4,-15-1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07:44:54.2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1 167,'0'2,"0"1,1-1,-1 0,1 1,-1-1,1 0,0 0,0 1,0-1,0 0,1 0,-1 0,0 0,1 0,-1-1,1 1,0 0,0-1,0 1,-1-1,1 1,1-1,-1 0,0 0,0 0,0 0,1 0,-1-1,0 1,1-1,3 1,10 1,1 0,0-1,25-1,-24-1,859-1,-849 1,-1-2,32-7,-30 5,47-4,-4 9,-28 0,48-5,-77 3,1-1,-1-1,0 0,-1 0,1-2,26-13,-28 13,0 0,0 0,1 2,0 0,0 0,1 1,27-1,107 5,-65 2,1036-3,-1094-2,0 0,35-9,-33 5,49-2,-43 5,40-8,-41 5,45-2,551 7,-302 3,-279-3,-25 0,1 1,-1 0,0 2,44 9,-29-2,46 4,-6-1,-46-7,-1-2,41-1,12 0,-70 0,0 1,0 0,-1 1,26 11,-27-10,1 0,0-1,0 0,0-1,20 2,199-6,29 3,-177 10,-54-6,47 3,-59-9,14 0,0 2,61 11,-51-6,0-2,1-2,83-5,-35 0,3978 2,-4041-1,-1-2,31-7,-28 5,46-4,499 8,-276 3,465-2,-736 1,-1 2,32 7,-30-5,47 4,500-8,-278-3,-250 1,-25 0,1 1,-1 0,0 2,44 9,-46-7,1 0,-1-1,24 0,-23-2,0 1,-1 1,22 5,-1 0,1-1,-1-3,1-1,82-6,-26 0,939 3,-1005 3,0 1,0 1,-1 2,35 12,-20-7,-14-3,-12-2,0-2,0-1,1 0,24 0,-19-4,-6 0,0 0,0 1,0 1,0 1,0 1,-1 1,24 8,-22-6,0 0,0-1,40 4,13 3,-33-6,1-2,-1-2,84-5,-34-1,1629 3,-1703-1,-1-1,0-1,0 0,0-2,25-9,-24 8,0 0,1 1,0 1,24-3,3 6,-21 0,1 0,-1-1,0-2,47-12,-47 9,-1 0,1 2,48-4,76 8,-89 2,-40-3,1 0,-1-2,0 0,0-1,0-1,-1-1,1-1,26-15,-35 18,1 1,-1 0,1 1,0 0,0 0,0 1,13 0,90 3,-52 2,784-3,-826-1,-1-1,37-9,-35 6,0 1,26-1,-28 5,12-1,0 0,60-13,-32 4,-47 9,1-1,-1 0,0-1,0-1,0 0,16-8,-17 6,0 1,1 1,-1 0,1 1,0 0,0 1,17-1,96 4,-58 2,315-3,-356-2,0 0,32-8,-29 4,45-2,501 7,-278 3,1096-2,-1379-2,1 1,-1-2,0 0,0-1,28-11,-26 8,1 2,1-1,25-2,-13 3,-1-2,31-9,-36 8,-1 2,1 0,1 2,26-2,-26 6,-2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07:44:54.6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07:50:20.6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0,'2268'0,"-2247"1,-1 1,37 9,-35-6,1-1,25 1,292-5,-162-1,-154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07:56:53.4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85,'40'-2,"58"-10,-57 6,54-2,-11 10,-46-1,-1 0,0-3,68-10,-45 2,1 3,0 3,106 6,-52 0,732-2,-820-2,0 0,32-8,-29 4,45-2,501 7,-278 3,355-2,-625 1,0 2,31 7,-29-5,46 3,21-8,-62-2,0 2,1 1,62 11,-38-2,0-3,1-3,106-6,-51 0,2861 2,-2966 1,0 0,0 1,1 1,-1-1,-1 2,1 0,13 6,-12-4,1-1,-1-1,1 0,0-1,15 2,225-2,-124-6,417 3,-519 2,0 1,0 1,50 15,-48-11,1-1,53 5,-55-9,35 7,-38-4,50 2,554-6,-301-4,1010 2,-1316 1,1 1,35 9,-32-6,41 3,426-5,-253-5,3555 2,-3772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07:56:53.4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79,'22'1,"34"6,-33-4,30 2,-5-6,-27 0,0 1,0 0,38 7,-25-1,0-2,1-2,59-3,-29 0,413 1,-463 1,1 0,17 5,-16-3,25 2,283-4,-156-3,199 2,-352 0,0-2,17-3,-16 1,26 0,11 4,-34 1,0-1,0 0,35-7,-21 1,0 3,1 0,59 4,-28 0,1614-1,-1674 0,0-1,1 0,-1 0,0-1,0 0,0 0,8-4,-7 3,0 0,0 1,0-1,0 1,9 0,127 0,-70 4,235-2,-293-1,0-1,1 0,27-9,-26 6,0 2,29-4,-30 5,20-4,-22 3,28-2,313 5,-170 1,570-1,-742-1,0 0,20-5,-18 3,22-2,241 3,-142 4,2006-2,-2129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07:58:50.7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1 114,'2077'0,"-2053"1,-1 1,34 8,30 3,-57-9,44 10,-14-2,-42-8,0 1,31 12,-35-11,0-1,0 0,0-1,1-1,20 2,58-6,-69 0,1 0,-1 2,0 0,0 2,25 5,-7 0,0-1,0-3,0-1,84-6,-27 1,502 2,-566 2,0 1,0 3,41 10,-40-7,0-2,66 5,591-11,-321-3,9024 2,-9372-1,-1-2,34-7,29-3,20-1,-70 8,52-2,-21 8,-36 1,1-1,0-2,42-7,116-25,-115 27,-60 7,0-1,0-1,0 0,0-1,26-8,-1-4,0 2,1 2,1 2,0 1,54-2,218 7,-162 6,-56-2,106-3,-118-11,-55 8,50-4,-40 9,0-3,57-10,40-15,-114 24,1 1,-1 1,34 2,-35 0,0 0,0-1,0-2,24-4,-2-2,1 3,0 2,0 1,76 6,-21 0,-73-3,-3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08:01:25.2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0,'3750'0,"-3711"2,58 10,-56-6,55 2,-15-9,-45-1,1 2,0 1,67 11,-45-2,1-3,0-3,109-5,-53-2,-80 4,0 2,55 10,-30-5,-1-3,121-5,-72-2,901 2,-983-2,0 0,32-8,-30 4,47-2,500 6,-278 5,631-3,-909-2,-1 0,1-1,19-5,-18 3,0 1,29-1,489 3,-260 4,1334-2,-1590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08:01:28.3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0,'1641'0,"-1616"1,0 2,32 6,-28-3,37 2,405-6,-243-4,-207 3,-1 1,37 9,-35-6,0-1,26 1,511-4,-270-3,257 2,-521 2,-1 1,1 0,-1 2,30 10,-29-8,0 0,1-2,46 4,-29-8,78 13,-55-6,1-3,119-5,-68-3,-12 2,115 3,-155 12,-49-10,-1 0,23 1,310-2,-180-5,2234 2,-2379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08:01:31.7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1,'4'0,"-1"1,1 0,-1 0,1 0,-1 1,0-1,4 2,19 8,38 3,-40-7,0-2,-1-1,31 2,588-6,-298-2,447 2,-628 14,-14 0,621-12,-372-5,2737 3,-3114 2,0 0,35 8,-34-5,1-1,25 1,510-3,-269-4,1136 2,-1386 1,58 12,-58-7,56 2,-12-7,160-4,-215-1,0-1,38-13,-41 11,0 0,0 2,35-3,347 6,-195 4,1452-2,-1641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9T08:01:34.7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0,'44'1,"-1"2,1 1,-1 3,57 15,-63-13,53 4,-53-9,56 14,-53-8,1-2,-1-2,51 2,127-9,-89-1,-119 2,392 16,-261-5,177-9,-151-4,6831 2,-6837 14,-107-7,58 0,912-8,-985 3,59 10,-56-6,42 2,614-7,-336-3,456 2,-794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dirty="0"/>
              <a:t>ערוך סגנונות טקסט של תבנית בסיס</a:t>
            </a:r>
          </a:p>
          <a:p>
            <a:pPr lvl="1"/>
            <a:r>
              <a:rPr lang="he-IL" dirty="0"/>
              <a:t>רמה שניה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cs typeface="Assistant" pitchFamily="2" charset="-79"/>
              </a:defRPr>
            </a:lvl1pPr>
          </a:lstStyle>
          <a:p>
            <a:fld id="{5E748D9F-4EFE-4FE5-BF7F-6AC227598A2D}" type="datetimeFigureOut">
              <a:rPr lang="he-IL" smtClean="0"/>
              <a:pPr/>
              <a:t>כ"ה/אב/תשפ"ד</a:t>
            </a:fld>
            <a:endParaRPr lang="he-I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  <a:cs typeface="Assistant" pitchFamily="2" charset="-79"/>
              </a:defRPr>
            </a:lvl1pPr>
          </a:lstStyle>
          <a:p>
            <a:endParaRPr lang="he-I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cs typeface="Assistant" pitchFamily="2" charset="-79"/>
              </a:defRPr>
            </a:lvl1pPr>
          </a:lstStyle>
          <a:p>
            <a:fld id="{4B562934-B4D1-4DE2-88B1-01B939A996EC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customXml" Target="../ink/ink1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jpg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customXml" Target="../ink/ink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customXml" Target="../ink/ink5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customXml" Target="../ink/ink6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customXml" Target="../ink/ink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jpg"/><Relationship Id="rId7" Type="http://schemas.openxmlformats.org/officeDocument/2006/relationships/customXml" Target="../ink/ink9.xml"/><Relationship Id="rId12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customXml" Target="../ink/ink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160050" y="1970337"/>
            <a:ext cx="6920484" cy="286232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זיהוי מיקום</a:t>
            </a:r>
            <a:endParaRPr lang="en-US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1"/>
            <a:endParaRPr lang="en-US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6000" b="1" dirty="0" err="1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8CAB93-36E1-E2B5-858C-8009A5A8E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436912" y="1632192"/>
            <a:ext cx="913093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כאשר מכשיר מחובר לא רק ל-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אלא גם לאינטרנט,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אפשר להשתמש במידע גיאוגרפי רחב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השמור בשרתי חברת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Google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קבלת נתונים האלה מתאפשרת בעזרת שימוש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FusedLocationProviderClient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וב-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Geocoder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3E959-4850-8CE7-8441-50A9355E5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7" name="מלבן 4">
            <a:extLst>
              <a:ext uri="{FF2B5EF4-FFF2-40B4-BE49-F238E27FC236}">
                <a16:creationId xmlns:a16="http://schemas.microsoft.com/office/drawing/2014/main" id="{DE7054D0-F58D-CDF9-3999-943112B52BA7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41EB24-9FE8-FAE1-5603-A7A55FE4F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65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530531" y="1306664"/>
            <a:ext cx="9130938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FusedLocationProviderClient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הוא מחלקה שמסופקת על ידי שירותי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Google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Play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בעזרתה אפשר לקבל את המיקום של מכשיר.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בניגוד לדרך העבודה הישנה עם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LocationManager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FusedLocationProviderClient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משלב (או "מערבב") נתונים ממקורות מיקום שונים כגון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Wi-Fi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 רשתות סלולריות וחיישני מכשירים.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3E959-4850-8CE7-8441-50A9355E5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7" name="מלבן 4">
            <a:extLst>
              <a:ext uri="{FF2B5EF4-FFF2-40B4-BE49-F238E27FC236}">
                <a16:creationId xmlns:a16="http://schemas.microsoft.com/office/drawing/2014/main" id="{DE7054D0-F58D-CDF9-3999-943112B52BA7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41EB24-9FE8-FAE1-5603-A7A55FE4F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4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530531" y="1306664"/>
            <a:ext cx="9130938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קודם כל צריך להוסיף "תלות"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implementation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המאפשרת להשתמש במידע השייך לחברת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Google</a:t>
            </a:r>
          </a:p>
          <a:p>
            <a:pPr algn="ctr" rtl="1"/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חשוב מאוד: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בגרסאות החדשות מוסיפים "תלות"</a:t>
            </a:r>
          </a:p>
          <a:p>
            <a:pPr algn="ctr" rtl="1"/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בצורה אחרת!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3E959-4850-8CE7-8441-50A9355E5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7" name="מלבן 4">
            <a:extLst>
              <a:ext uri="{FF2B5EF4-FFF2-40B4-BE49-F238E27FC236}">
                <a16:creationId xmlns:a16="http://schemas.microsoft.com/office/drawing/2014/main" id="{DE7054D0-F58D-CDF9-3999-943112B52BA7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41EB24-9FE8-FAE1-5603-A7A55FE4F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C2FB99-03B1-67FF-D733-5B4AFD49C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65" y="2733495"/>
            <a:ext cx="10226926" cy="27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1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609189" y="1935929"/>
            <a:ext cx="913093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מומלץ להוסיף הרשאה נוספת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גם 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3E959-4850-8CE7-8441-50A9355E5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7" name="מלבן 4">
            <a:extLst>
              <a:ext uri="{FF2B5EF4-FFF2-40B4-BE49-F238E27FC236}">
                <a16:creationId xmlns:a16="http://schemas.microsoft.com/office/drawing/2014/main" id="{DE7054D0-F58D-CDF9-3999-943112B52BA7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41EB24-9FE8-FAE1-5603-A7A55FE4F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6D337A-6EA3-1025-5AD8-A0DD7E699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859" y="3991259"/>
            <a:ext cx="10121602" cy="35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16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C7CA57-8809-4360-1A8C-1D1E23E23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983" y="2902270"/>
            <a:ext cx="8222772" cy="3478866"/>
          </a:xfrm>
          <a:prstGeom prst="rect">
            <a:avLst/>
          </a:prstGeom>
        </p:spPr>
      </p:pic>
      <p:sp>
        <p:nvSpPr>
          <p:cNvPr id="9" name="מלבן 8"/>
          <p:cNvSpPr/>
          <p:nvPr/>
        </p:nvSpPr>
        <p:spPr>
          <a:xfrm>
            <a:off x="1279596" y="1386379"/>
            <a:ext cx="913093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שימוש משתנה מסוג</a:t>
            </a:r>
          </a:p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FusedLocationProviderClient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22016F-1A7E-6D4F-302E-231CCF9E2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90B501-BA22-A943-51BA-3080553A25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78DD83-F9B8-160B-FA7A-2C53ABB60BE0}"/>
                  </a:ext>
                </a:extLst>
              </p14:cNvPr>
              <p14:cNvContentPartPr/>
              <p14:nvPr/>
            </p14:nvContentPartPr>
            <p14:xfrm>
              <a:off x="1877737" y="6094061"/>
              <a:ext cx="7809840" cy="249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78DD83-F9B8-160B-FA7A-2C53ABB60B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24097" y="5986061"/>
                <a:ext cx="7917480" cy="4647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מלבן 4">
            <a:extLst>
              <a:ext uri="{FF2B5EF4-FFF2-40B4-BE49-F238E27FC236}">
                <a16:creationId xmlns:a16="http://schemas.microsoft.com/office/drawing/2014/main" id="{D48EAF65-D6A2-B905-802F-2F2FA9B04024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0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530531" y="2360170"/>
            <a:ext cx="913093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אתחול משתנים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70F475-0131-FADB-3023-8F7F32BA3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EA5B86-1E9B-043B-07CE-3F206B0CD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6C6D62-ACE1-DE48-C9E7-A4E0D40F1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497" y="3262971"/>
            <a:ext cx="9668294" cy="32656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EACDAF-DF44-6156-898C-1271CE54BDA5}"/>
                  </a:ext>
                </a:extLst>
              </p14:cNvPr>
              <p14:cNvContentPartPr/>
              <p14:nvPr/>
            </p14:nvContentPartPr>
            <p14:xfrm>
              <a:off x="1946497" y="5947541"/>
              <a:ext cx="8887680" cy="160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EACDAF-DF44-6156-898C-1271CE54BD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92857" y="5839901"/>
                <a:ext cx="899532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2B9F4BC-00EA-0AC4-1529-44DEF69ADDD7}"/>
                  </a:ext>
                </a:extLst>
              </p14:cNvPr>
              <p14:cNvContentPartPr/>
              <p14:nvPr/>
            </p14:nvContentPartPr>
            <p14:xfrm>
              <a:off x="10844977" y="5948261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2B9F4BC-00EA-0AC4-1529-44DEF69ADD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90977" y="5840621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מלבן 4">
            <a:extLst>
              <a:ext uri="{FF2B5EF4-FFF2-40B4-BE49-F238E27FC236}">
                <a16:creationId xmlns:a16="http://schemas.microsoft.com/office/drawing/2014/main" id="{DA82AF83-CC20-87CD-B39C-483BB63F96BF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087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530531" y="1239292"/>
            <a:ext cx="913093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אתחול מאזין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5FD689-1A06-4A4E-E4B1-2413C52BF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09CD9E-E494-FC3F-5E80-C6C5CF79C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719871-81BE-273A-7E74-66F6B41C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502" y="2097836"/>
            <a:ext cx="9290289" cy="3919506"/>
          </a:xfrm>
          <a:prstGeom prst="rect">
            <a:avLst/>
          </a:prstGeom>
        </p:spPr>
      </p:pic>
      <p:sp>
        <p:nvSpPr>
          <p:cNvPr id="8" name="מלבן 4">
            <a:extLst>
              <a:ext uri="{FF2B5EF4-FFF2-40B4-BE49-F238E27FC236}">
                <a16:creationId xmlns:a16="http://schemas.microsoft.com/office/drawing/2014/main" id="{17E635A6-E3BC-64C2-596F-638DDCF6A6A2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457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319323" y="878924"/>
            <a:ext cx="913093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עדיף לאתחל מאזין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כחלק מבדיקת הרשאות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5FD689-1A06-4A4E-E4B1-2413C52BF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09CD9E-E494-FC3F-5E80-C6C5CF79C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750053-79D3-FEB9-1530-E2BB59414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7604" y="1992426"/>
            <a:ext cx="8154107" cy="4701947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2F065FF2-C1AF-F2DC-D3AA-01C3F91FE3BB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524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319323" y="1016317"/>
            <a:ext cx="913093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קבלת נתוני מיקום והצגתם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כאשר נתונים משתנים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2BB4D-6D04-ACE2-5FAA-A5C8F63D9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216EED-5966-0733-1626-8F09AB8C3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E77F70-4145-9B2F-9F3A-2894B1DD6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739" y="2216646"/>
            <a:ext cx="7785348" cy="44996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BA29A5A-A7C7-3EA0-6DBA-8F4F1E1FD70F}"/>
                  </a:ext>
                </a:extLst>
              </p14:cNvPr>
              <p14:cNvContentPartPr/>
              <p14:nvPr/>
            </p14:nvContentPartPr>
            <p14:xfrm>
              <a:off x="3510337" y="4935941"/>
              <a:ext cx="1080720" cy="10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BA29A5A-A7C7-3EA0-6DBA-8F4F1E1FD70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56337" y="4827941"/>
                <a:ext cx="1188360" cy="2260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הסבר קווי 1 2">
            <a:extLst>
              <a:ext uri="{FF2B5EF4-FFF2-40B4-BE49-F238E27FC236}">
                <a16:creationId xmlns:a16="http://schemas.microsoft.com/office/drawing/2014/main" id="{5899795C-32EA-1774-A620-C5084E0A4398}"/>
              </a:ext>
            </a:extLst>
          </p:cNvPr>
          <p:cNvSpPr/>
          <p:nvPr/>
        </p:nvSpPr>
        <p:spPr>
          <a:xfrm flipH="1">
            <a:off x="8996515" y="4105423"/>
            <a:ext cx="2631355" cy="1071864"/>
          </a:xfrm>
          <a:prstGeom prst="borderCallout1">
            <a:avLst>
              <a:gd name="adj1" fmla="val 51278"/>
              <a:gd name="adj2" fmla="val 100027"/>
              <a:gd name="adj3" fmla="val 79066"/>
              <a:gd name="adj4" fmla="val 261933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זימון להצגת</a:t>
            </a:r>
          </a:p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נתונים נוספים</a:t>
            </a:r>
          </a:p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על המיקום</a:t>
            </a:r>
          </a:p>
        </p:txBody>
      </p:sp>
      <p:sp>
        <p:nvSpPr>
          <p:cNvPr id="13" name="מלבן 4">
            <a:extLst>
              <a:ext uri="{FF2B5EF4-FFF2-40B4-BE49-F238E27FC236}">
                <a16:creationId xmlns:a16="http://schemas.microsoft.com/office/drawing/2014/main" id="{405379A1-15A8-39D4-1737-C27F310585F9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067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7413523" y="1766037"/>
            <a:ext cx="480797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נתונים נוספים: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עושים שימוש בספריית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Google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הנקראת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Geocoder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7AF253-1353-DF81-689D-0181F1EF0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328974-0804-8577-03BC-71EA178F3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1B953B-4A3B-C49F-24BB-8A157BDDB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" y="1215679"/>
            <a:ext cx="7327488" cy="5416693"/>
          </a:xfrm>
          <a:prstGeom prst="rect">
            <a:avLst/>
          </a:prstGeom>
        </p:spPr>
      </p:pic>
      <p:sp>
        <p:nvSpPr>
          <p:cNvPr id="4" name="הסבר קווי 1 2">
            <a:extLst>
              <a:ext uri="{FF2B5EF4-FFF2-40B4-BE49-F238E27FC236}">
                <a16:creationId xmlns:a16="http://schemas.microsoft.com/office/drawing/2014/main" id="{C837E959-253B-298B-1291-8F1943B1FD95}"/>
              </a:ext>
            </a:extLst>
          </p:cNvPr>
          <p:cNvSpPr/>
          <p:nvPr/>
        </p:nvSpPr>
        <p:spPr>
          <a:xfrm flipH="1">
            <a:off x="8223458" y="4783849"/>
            <a:ext cx="2631355" cy="1071864"/>
          </a:xfrm>
          <a:prstGeom prst="borderCallout1">
            <a:avLst>
              <a:gd name="adj1" fmla="val 51278"/>
              <a:gd name="adj2" fmla="val 100027"/>
              <a:gd name="adj3" fmla="val -285104"/>
              <a:gd name="adj4" fmla="val 258944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מקבלים גישה</a:t>
            </a:r>
          </a:p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עד ידי יצירת</a:t>
            </a:r>
          </a:p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עצם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78B9542-4A9E-237E-1B30-378F93EE70FD}"/>
                  </a:ext>
                </a:extLst>
              </p14:cNvPr>
              <p14:cNvContentPartPr/>
              <p14:nvPr/>
            </p14:nvContentPartPr>
            <p14:xfrm>
              <a:off x="393097" y="1601621"/>
              <a:ext cx="5849280" cy="81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78B9542-4A9E-237E-1B30-378F93EE70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457" y="1493981"/>
                <a:ext cx="5956920" cy="29664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מלבן 4">
            <a:extLst>
              <a:ext uri="{FF2B5EF4-FFF2-40B4-BE49-F238E27FC236}">
                <a16:creationId xmlns:a16="http://schemas.microsoft.com/office/drawing/2014/main" id="{74172B36-24A1-19CD-E5D3-072D3F2F8920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035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7413523" y="1766037"/>
            <a:ext cx="480797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נתונים נוספים: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עושים שימוש בספריית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Google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הנקראת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Geocoder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7AF253-1353-DF81-689D-0181F1EF0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328974-0804-8577-03BC-71EA178F3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1B953B-4A3B-C49F-24BB-8A157BDDB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" y="1215679"/>
            <a:ext cx="7327488" cy="5416693"/>
          </a:xfrm>
          <a:prstGeom prst="rect">
            <a:avLst/>
          </a:prstGeom>
        </p:spPr>
      </p:pic>
      <p:sp>
        <p:nvSpPr>
          <p:cNvPr id="4" name="הסבר קווי 1 2">
            <a:extLst>
              <a:ext uri="{FF2B5EF4-FFF2-40B4-BE49-F238E27FC236}">
                <a16:creationId xmlns:a16="http://schemas.microsoft.com/office/drawing/2014/main" id="{C837E959-253B-298B-1291-8F1943B1FD95}"/>
              </a:ext>
            </a:extLst>
          </p:cNvPr>
          <p:cNvSpPr/>
          <p:nvPr/>
        </p:nvSpPr>
        <p:spPr>
          <a:xfrm flipH="1">
            <a:off x="8223458" y="4783849"/>
            <a:ext cx="2631355" cy="1071864"/>
          </a:xfrm>
          <a:prstGeom prst="borderCallout1">
            <a:avLst>
              <a:gd name="adj1" fmla="val 51278"/>
              <a:gd name="adj2" fmla="val 100027"/>
              <a:gd name="adj3" fmla="val -254833"/>
              <a:gd name="adj4" fmla="val 307146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רשימת נתונים</a:t>
            </a:r>
          </a:p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(עדיין ריקה)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78B9542-4A9E-237E-1B30-378F93EE70FD}"/>
                  </a:ext>
                </a:extLst>
              </p14:cNvPr>
              <p14:cNvContentPartPr/>
              <p14:nvPr/>
            </p14:nvContentPartPr>
            <p14:xfrm flipV="1">
              <a:off x="409408" y="1850870"/>
              <a:ext cx="3301521" cy="45719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78B9542-4A9E-237E-1B30-378F93EE70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flipV="1">
                <a:off x="355769" y="1742872"/>
                <a:ext cx="3409160" cy="261354"/>
              </a:xfrm>
              <a:prstGeom prst="rect">
                <a:avLst/>
              </a:prstGeom>
            </p:spPr>
          </p:pic>
        </mc:Fallback>
      </mc:AlternateContent>
      <p:sp>
        <p:nvSpPr>
          <p:cNvPr id="2" name="מלבן 4">
            <a:extLst>
              <a:ext uri="{FF2B5EF4-FFF2-40B4-BE49-F238E27FC236}">
                <a16:creationId xmlns:a16="http://schemas.microsoft.com/office/drawing/2014/main" id="{31115A22-31AB-3694-8C09-3CA90E91DC1C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631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7413523" y="1766037"/>
            <a:ext cx="480797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נתונים נוספים: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עושים שימוש בספריית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Google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הנקראת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Geocoder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7AF253-1353-DF81-689D-0181F1EF0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328974-0804-8577-03BC-71EA178F3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1B953B-4A3B-C49F-24BB-8A157BDDB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" y="1215679"/>
            <a:ext cx="7327488" cy="5416693"/>
          </a:xfrm>
          <a:prstGeom prst="rect">
            <a:avLst/>
          </a:prstGeom>
        </p:spPr>
      </p:pic>
      <p:sp>
        <p:nvSpPr>
          <p:cNvPr id="4" name="הסבר קווי 1 2">
            <a:extLst>
              <a:ext uri="{FF2B5EF4-FFF2-40B4-BE49-F238E27FC236}">
                <a16:creationId xmlns:a16="http://schemas.microsoft.com/office/drawing/2014/main" id="{C837E959-253B-298B-1291-8F1943B1FD95}"/>
              </a:ext>
            </a:extLst>
          </p:cNvPr>
          <p:cNvSpPr/>
          <p:nvPr/>
        </p:nvSpPr>
        <p:spPr>
          <a:xfrm flipH="1">
            <a:off x="8223458" y="4783849"/>
            <a:ext cx="2631355" cy="1071864"/>
          </a:xfrm>
          <a:prstGeom prst="borderCallout1">
            <a:avLst>
              <a:gd name="adj1" fmla="val 51278"/>
              <a:gd name="adj2" fmla="val 100027"/>
              <a:gd name="adj3" fmla="val -207133"/>
              <a:gd name="adj4" fmla="val 201401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אתחול רשימה</a:t>
            </a:r>
          </a:p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לפי נתוני מיקום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39FFF67-8081-B0B5-8C6D-CDDADA3E734E}"/>
                  </a:ext>
                </a:extLst>
              </p14:cNvPr>
              <p14:cNvContentPartPr/>
              <p14:nvPr/>
            </p14:nvContentPartPr>
            <p14:xfrm>
              <a:off x="717457" y="2387501"/>
              <a:ext cx="6478920" cy="110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39FFF67-8081-B0B5-8C6D-CDDADA3E73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3817" y="2279501"/>
                <a:ext cx="6586560" cy="3265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מלבן 4">
            <a:extLst>
              <a:ext uri="{FF2B5EF4-FFF2-40B4-BE49-F238E27FC236}">
                <a16:creationId xmlns:a16="http://schemas.microsoft.com/office/drawing/2014/main" id="{D9F99E4B-89EE-A05A-0333-017EAF4EE555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199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7413523" y="1766037"/>
            <a:ext cx="480797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נתונים נוספים: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עושים שימוש בספריית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Google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הנקראת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Geocoder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7AF253-1353-DF81-689D-0181F1EF0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328974-0804-8577-03BC-71EA178F3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1B953B-4A3B-C49F-24BB-8A157BDDB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" y="1215679"/>
            <a:ext cx="7327488" cy="5416693"/>
          </a:xfrm>
          <a:prstGeom prst="rect">
            <a:avLst/>
          </a:prstGeom>
        </p:spPr>
      </p:pic>
      <p:sp>
        <p:nvSpPr>
          <p:cNvPr id="4" name="הסבר קווי 1 2">
            <a:extLst>
              <a:ext uri="{FF2B5EF4-FFF2-40B4-BE49-F238E27FC236}">
                <a16:creationId xmlns:a16="http://schemas.microsoft.com/office/drawing/2014/main" id="{C837E959-253B-298B-1291-8F1943B1FD95}"/>
              </a:ext>
            </a:extLst>
          </p:cNvPr>
          <p:cNvSpPr/>
          <p:nvPr/>
        </p:nvSpPr>
        <p:spPr>
          <a:xfrm flipH="1">
            <a:off x="8223458" y="4783849"/>
            <a:ext cx="2631355" cy="1071864"/>
          </a:xfrm>
          <a:prstGeom prst="borderCallout1">
            <a:avLst>
              <a:gd name="adj1" fmla="val 51278"/>
              <a:gd name="adj2" fmla="val 100027"/>
              <a:gd name="adj3" fmla="val -164937"/>
              <a:gd name="adj4" fmla="val 245493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מאתחלים משתנה נוסף</a:t>
            </a:r>
          </a:p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עם נתונים על המקום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BE65B3CB-4549-242A-7A5C-CF7AC4CA9DB2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314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7413523" y="1766037"/>
            <a:ext cx="480797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נתונים נוספים: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עושים שימוש בספריית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Google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הנקראת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Geocoder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7AF253-1353-DF81-689D-0181F1EF0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328974-0804-8577-03BC-71EA178F3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1B953B-4A3B-C49F-24BB-8A157BDDB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" y="1215679"/>
            <a:ext cx="7327488" cy="5416693"/>
          </a:xfrm>
          <a:prstGeom prst="rect">
            <a:avLst/>
          </a:prstGeom>
        </p:spPr>
      </p:pic>
      <p:sp>
        <p:nvSpPr>
          <p:cNvPr id="4" name="הסבר קווי 1 2">
            <a:extLst>
              <a:ext uri="{FF2B5EF4-FFF2-40B4-BE49-F238E27FC236}">
                <a16:creationId xmlns:a16="http://schemas.microsoft.com/office/drawing/2014/main" id="{C837E959-253B-298B-1291-8F1943B1FD95}"/>
              </a:ext>
            </a:extLst>
          </p:cNvPr>
          <p:cNvSpPr/>
          <p:nvPr/>
        </p:nvSpPr>
        <p:spPr>
          <a:xfrm flipH="1">
            <a:off x="8223458" y="4783849"/>
            <a:ext cx="2631355" cy="1071864"/>
          </a:xfrm>
          <a:prstGeom prst="borderCallout1">
            <a:avLst>
              <a:gd name="adj1" fmla="val 51278"/>
              <a:gd name="adj2" fmla="val 100027"/>
              <a:gd name="adj3" fmla="val -84214"/>
              <a:gd name="adj4" fmla="val 189818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מוציאים נתונים לפי צורך ומציגים אותם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9627EF0-98C8-5E95-D6E4-A114457FF8E1}"/>
                  </a:ext>
                </a:extLst>
              </p14:cNvPr>
              <p14:cNvContentPartPr/>
              <p14:nvPr/>
            </p14:nvContentPartPr>
            <p14:xfrm>
              <a:off x="1140097" y="3254381"/>
              <a:ext cx="3971880" cy="30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9627EF0-98C8-5E95-D6E4-A114457FF8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6457" y="3146381"/>
                <a:ext cx="40795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400F836-08F7-5474-B9A3-CCF4D8469CE6}"/>
                  </a:ext>
                </a:extLst>
              </p14:cNvPr>
              <p14:cNvContentPartPr/>
              <p14:nvPr/>
            </p14:nvContentPartPr>
            <p14:xfrm>
              <a:off x="1140097" y="3510341"/>
              <a:ext cx="3037680" cy="60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400F836-08F7-5474-B9A3-CCF4D8469C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6457" y="3402341"/>
                <a:ext cx="31453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614E71F-3489-3BB2-DFB4-1717546003EB}"/>
                  </a:ext>
                </a:extLst>
              </p14:cNvPr>
              <p14:cNvContentPartPr/>
              <p14:nvPr/>
            </p14:nvContentPartPr>
            <p14:xfrm>
              <a:off x="1160257" y="3785021"/>
              <a:ext cx="4413960" cy="50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614E71F-3489-3BB2-DFB4-1717546003E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6257" y="3677381"/>
                <a:ext cx="452160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7A9643B-AB68-06C8-C24B-7CCEB1B2F1D8}"/>
                  </a:ext>
                </a:extLst>
              </p14:cNvPr>
              <p14:cNvContentPartPr/>
              <p14:nvPr/>
            </p14:nvContentPartPr>
            <p14:xfrm>
              <a:off x="1209577" y="4060781"/>
              <a:ext cx="4551480" cy="69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7A9643B-AB68-06C8-C24B-7CCEB1B2F1D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55577" y="3952781"/>
                <a:ext cx="4659120" cy="28548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מלבן 4">
            <a:extLst>
              <a:ext uri="{FF2B5EF4-FFF2-40B4-BE49-F238E27FC236}">
                <a16:creationId xmlns:a16="http://schemas.microsoft.com/office/drawing/2014/main" id="{FB805629-7AB2-DCB8-3F3C-6571C73B59B3}"/>
              </a:ext>
            </a:extLst>
          </p:cNvPr>
          <p:cNvSpPr/>
          <p:nvPr/>
        </p:nvSpPr>
        <p:spPr>
          <a:xfrm>
            <a:off x="6371303" y="56709"/>
            <a:ext cx="448351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GPS+information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6478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4939</TotalTime>
  <Words>268</Words>
  <Application>Microsoft Office PowerPoint</Application>
  <PresentationFormat>Widescreen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Assistant</vt:lpstr>
      <vt:lpstr>Tahoma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440</cp:revision>
  <dcterms:created xsi:type="dcterms:W3CDTF">2019-01-05T16:01:25Z</dcterms:created>
  <dcterms:modified xsi:type="dcterms:W3CDTF">2024-08-29T08:02:40Z</dcterms:modified>
</cp:coreProperties>
</file>