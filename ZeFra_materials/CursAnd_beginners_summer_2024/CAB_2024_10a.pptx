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68" r:id="rId3"/>
    <p:sldId id="273" r:id="rId4"/>
    <p:sldId id="282" r:id="rId5"/>
    <p:sldId id="274" r:id="rId6"/>
    <p:sldId id="275" r:id="rId7"/>
    <p:sldId id="279" r:id="rId8"/>
    <p:sldId id="295" r:id="rId9"/>
    <p:sldId id="280" r:id="rId10"/>
    <p:sldId id="277" r:id="rId11"/>
    <p:sldId id="284" r:id="rId12"/>
    <p:sldId id="278" r:id="rId13"/>
    <p:sldId id="287" r:id="rId14"/>
    <p:sldId id="289" r:id="rId15"/>
    <p:sldId id="291" r:id="rId16"/>
    <p:sldId id="292" r:id="rId17"/>
    <p:sldId id="296" r:id="rId18"/>
    <p:sldId id="294" r:id="rId19"/>
    <p:sldId id="29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35:30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0,'8'1,"0"-1,0 1,0 1,0-1,0 1,0 1,0-1,-1 1,1 1,-1-1,9 7,-6-5,0-1,0 0,1-1,-1 0,1 0,-1-1,23 1,82-5,-53 0,512 2,-548 1,0 2,35 7,-33-4,50 3,57-11,56 4,-171 1,0 1,-1 0,28 11,-30-8,0-2,1 0,0-1,25 3,107-8,28 2,-66 23,-21-6,-47-8,0 2,-29-8,0 0,21 3,39 7,-54-9,-1 0,26 1,84 11,-70-7,2 3,-39-8,-1-1,36 2,-34-4,47 9,-47-6,48 4,540-8,-295-3,257 2,-547-1,0-2,32-7,-30 5,47-4,409 8,-232 3,-233-3,1-1,36-9,-35 6,0 1,26-1,438 4,-233 3,-226-3,0-2,32-7,-30 5,47-4,500 8,-278 3,658-2,-929 1,0 2,32 7,-30-5,47 4,482-8,-269-3,-262 1,0-2,32-7,-29 5,45-4,501 8,-278 3,3772-2,-4048-1,1-2,36-7,28-4,-65 11,-1 0,1-2,34-11,-36 9,1 0,0 2,41-4,139 9,19 0,-187-5,-1 0,-1-2,49-17,-53 14,1 2,1 0,-1 2,56-4,698 10,-335 2,-65-2,-362-1,0-1,-1-1,20-5,-18 3,0 1,30-2,22 7,-51 1,-1-2,0 0,1-1,-1-1,34-8,-38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35:37.0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1 279,'0'-1,"0"1,0-1,0 0,1 0,-1 0,0 1,1-1,-1 0,1 0,-1 1,1-1,-1 0,1 1,-1-1,1 1,0-1,-1 1,1-1,0 1,0-1,-1 1,2-1,23-9,-13 6,21-8,0 1,1 2,1 1,48-5,-77 13,11-4,0 0,-1-1,22-9,-24 8,-1 1,1 1,0 0,0 0,21-1,154 6,32-2,-209-1,0-1,0 0,-1 0,1-1,13-7,-13 5,1 1,-1 1,1 0,17-3,35 2,113 6,-66 1,6361-2,-6446-1,1-2,30-7,-28 5,46-3,500 6,-278 4,2624-2,-2895-1,1-2,30-7,-28 5,46-4,501 8,-278 3,-259-2,-1-2,71-13,-53 7,1 3,0 2,69 6,-18-1,382-2,-467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7T10:39:17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0 168 96 0 0,'18'-4'0'0'0,"10"0"0"0"0,134-8 0 0 0,-71 6 0 0 0,262-27 0 0 0,-40 3 0 0 0,-217 20 8 0 0,-29 4 16 0 0,111-25 0 0 0,-136 18 53 0 0,-27 8 63 0 0,0 0-1 0 0,25-4 41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7T10:39:38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7T10:39:56.3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340 574 96 0 0,'0'1'0'0'0,"4"5"0"0"0,2-1 0 0 0,-4-3 1 0 0,-2-1 77 0 0,6-3 518 0 0,0 1 1 0 0,0-1-1 0 0,0 1 0 0 0,0 0 1 0 0,8 0-1 0 0,-8 1-342 0 0,0 0-1 0 0,0 0 1 0 0,0 1-1 0 0,0-1 1 0 0,0 1-1 0 0,0 1 0 0 0,-1-1 1 0 0,1 1-1 0 0,7 3 1 0 0,17 2 618 0 0,-27-6-792 0 0,1 0 0 0 0,-1 0 1 0 0,1 0-1 0 0,0 0 0 0 0,-1-1 1 0 0,1 1-1 0 0,-1-1 0 0 0,1 0 0 0 0,0 0 1 0 0,-1-1-1 0 0,6 0 0 0 0,10 0 197 0 0,-12 1-200 0 0,61 0 633 0 0,-1-2 0 0 0,81-14-1 0 0,-53-12-267 0 0,-62 18-132 0 0,58-26 1 0 0,-68 23-134 0 0,-20 11-155 0 0,1 0 1 0 0,0 0-1 0 0,-1 0 1 0 0,1 1-1 0 0,0 0 0 0 0,0-1 1 0 0,5 0-1 0 0,10-2 13 0 0,70-18 109 0 0,-60 13-139 0 0,6-4 5 0 0,-32 12-10 0 0,39-8 21 0 0,-15 2-12 0 0,173-38 251 0 0,-67 16-25 0 0,20 13 26 0 0,-143 16-235 0 0,-1-1 0 0 0,1 0 0 0 0,18-5-1 0 0,-22 5-15 0 0,0-1 0 0 0,0 1 0 0 0,1 0 0 0 0,-1 0 0 0 0,0 1 0 0 0,1 0 0 0 0,-1 0 0 0 0,0 1 0 0 0,0-1 0 0 0,10 4 0 0 0,13 0 22 0 0,-1 0 0 0 0,0-2-1 0 0,45-3 1 0 0,-33 1-3 0 0,-26-2-16 0 0,26 5 8 0 0,-11 3-13 0 0,18-1 3 0 0,-44-7-8 0 0,1 1 0 0 0,0 0 0 0 0,0 1 0 0 0,0-1 0 0 0,0 1 0 0 0,0 0 0 0 0,1 0 0 0 0,6 1 0 0 0,8-1 0 0 0,-2 0 2 0 0,4 0-2 0 0,10 0 2 0 0,5 0-2 0 0,-4 0 4 0 0,-10 0 1 0 0,3 0 0 0 0,2 0 1 0 0,59 0 30 0 0,-8 3-8 0 0,-38-1-7 0 0,41-2 1 0 0,95 0 45 0 0,9 0-12 0 0,17-3-17 0 0,170-32 70 0 0,-328 31-100 0 0,47 1 1 0 0,-14 1-5 0 0,62-11-5 0 0,32 1-2 0 0,-112 8 0 0 0,0 3 0 0 0,107 12 0 0 0,-73-3 0 0 0,213 26 0 0 0,-213-22 0 0 0,1-5 0 0 0,180-8 0 0 0,-112-18 0 0 0,-16 2 0 0 0,20 2 0 0 0,66-4 0 0 0,72-5 0 0 0,-221 15 0 0 0,283-14 0 0 0,357-31-8 0 0,-624 48 8 0 0,322 0 0 0 0,-265 7 0 0 0,129 1 0 0 0,299-4 0 0 0,-440-3-2 0 0,610-13-12 0 0,310 12 31 0 0,-713-14 20 0 0,-102 2-18 0 0,656-32 44 0 0,-221 24-55 0 0,-311 24-8 0 0,-189 4 0 0 0,233 13 0 0 0,-142-3 0 0 0,-113-3 0 0 0,189 7 0 0 0,-94 7 0 0 0,62 3 0 0 0,78 12 0 0 0,-347-32 0 0 0,358 48 0 0 0,140 30 24 0 0,-342-37-16 0 0,-25-4 0 0 0,-81-22 5 0 0,-1 5 0 0 0,124 50 1 0 0,-154-45-6 0 0,82 48 0 0 0,-24-10 1 0 0,6 12 8 0 0,-67-37-11 0 0,-9-6-4 0 0,-1 3 1 0 0,-2 2 0 0 0,-2 2 0 0 0,89 101 0 0 0,-94-84 1 0 0,26 27 3 0 0,32 34-1 0 0,-69-78-5 0 0,-4 0-13 0 0,-2 0 1 0 0,-2 2 0 0 0,25 58-1 0 0,-32-62 10 0 0,-2-6-14 0 0,-2 2 0 0 0,-1 0 0 0 0,-3 1 0 0 0,13 54 0 0 0,-14-34-5 0 0,7 111 0 0 0,-15-66 14 0 0,3 102-8 0 0,-7-166 13 0 0,-5 141-11 0 0,2-95 5 0 0,4-63 2 0 0,-1-1 1 0 0,-2 0 0 0 0,0 0 0 0 0,-7 26-1 0 0,-6 20-9 0 0,11-47 5 0 0,-1 0 1 0 0,-1 0 0 0 0,-1 0-1 0 0,-17 38 1 0 0,-22 44 9 0 0,35-84 0 0 0,-1 0 0 0 0,0-1 0 0 0,-2-1 1 0 0,-25 28-1 0 0,29-36 5 0 0,-1 1-2 0 0,-3 2 2 0 0,0 2-2 0 0,-1 1 2 0 0,0-2-2 0 0,9-8-1 0 0,0-1 0 0 0,0 1 0 0 0,-1-1 1 0 0,1-1-1 0 0,-1 0 0 0 0,0 1 0 0 0,-13 4 0 0 0,-6 4 4 0 0,-15 11-4 0 0,-2-2 1 0 0,0-1 0 0 0,-1-3-1 0 0,-1-1 1 0 0,-80 18 0 0 0,70-25-1 0 0,0-3 1 0 0,0-2 0 0 0,0-2 0 0 0,-1-3 0 0 0,-78-10 0 0 0,-144-9-4 0 0,262 19 1 0 0,-342 0-128 0 0,102 22 127 0 0,108-6 3 0 0,133-15 0 0 0,-170 11 25 0 0,145-12-20 0 0,1-1-1 0 0,-66-11 0 0 0,71 7-9 0 0,1 2 0 0 0,-37 2 1 0 0,-31-3-58 0 0,-2-3-72 0 0,-67-10 52 0 0,15 1 55 0 0,100 13-7 0 0,-4 0-77 0 0,-82 6 0 0 0,-355 38-305 0 0,315-31 428 0 0,91-6 39 0 0,-110-10 0 0 0,24 0-7 0 0,119 6-45 0 0,-359 15 1 0 0,289-1-5 0 0,1-5 1 0 0,-177-11-1 0 0,210-1-59 0 0,-175 19 1 0 0,155-6 104 0 0,-148-2 117 0 0,-46-6-18 0 0,159-4-135 0 0,-116-10-191 0 0,-200-10-470 0 0,429 19 654 0 0,-45-4 3 0 0,0 3 0 0 0,-121 10 0 0 0,-32 9-11 0 0,-340 32 77 0 0,440-39-2 0 0,-81 8 44 0 0,-1-1-134 0 0,64-15-11 0 0,-16 2 36 0 0,114 3 38 0 0,-102-5 0 0 0,56-9 40 0 0,-236-11 208 0 0,148 10-170 0 0,-1 0-87 0 0,-398-10 107 0 0,445 1-79 0 0,80 10-49 0 0,-96-4 1 0 0,-243 20-141 0 0,121 3 28 0 0,-22 8 67 0 0,-294 23 84 0 0,309-1-50 0 0,37-4-36 0 0,-203-12-115 0 0,178-33 72 0 0,-96-1 24 0 0,335 10 40 0 0,-177-5-78 0 0,30-1 39 0 0,-11 0 4 0 0,155 3 53 0 0,-295-30 76 0 0,331 32-77 0 0,-444-55 126 0 0,233 24-31 0 0,41 13 10 0 0,-75-5 12 0 0,19 4-56 0 0,186 16-54 0 0,-79-9 100 0 0,-236 5 0 0 0,187 25-35 0 0,-80 3-7 0 0,120-19-37 0 0,-104-1 27 0 0,209-2-48 0 0,0-1 1 0 0,0-1-1 0 0,0-2 0 0 0,1 0 0 0 0,0-1 1 0 0,-43-20-1 0 0,38 13-2 0 0,0-2 0 0 0,2 0 0 0 0,0-2 0 0 0,-48-42 0 0 0,52 36 2 0 0,1-1-1 0 0,2-1 0 0 0,0-1 0 0 0,2-1 1 0 0,-15-30-1 0 0,-1 0 5 0 0,18 26 0 0 0,0-2 0 0 0,2 0 0 0 0,2 0 0 0 0,-10-43 0 0 0,2 8 8 0 0,-4-11 4 0 0,4 10-5 0 0,-3 1 0 0 0,-42-84-1 0 0,48 115 5 0 0,-22-70 0 0 0,28 74-11 0 0,0-5 28 0 0,3-2 0 0 0,1 1 0 0 0,-3-74 0 0 0,1 10 41 0 0,-1-17-18 0 0,8-189 1 0 0,5 278-66 0 0,2 1 1 0 0,13-53-1 0 0,-9 51 1 0 0,-2 1 0 0 0,3-41 0 0 0,-7 55 1 0 0,0 0 0 0 0,2 1 0 0 0,0-1 0 0 0,1 1 0 0 0,13-27 0 0 0,-11 25 0 0 0,7-14 3 0 0,24-38 0 0 0,-29 54 0 0 0,0 2 4 0 0,0 1 1 0 0,44-68 46 0 0,-34 48-38 0 0,-11 19-13 0 0,1 0 2 0 0,-1 1-3 0 0,0 0-2 0 0,1 1 0 0 0,-3-2 0 0 0,0 0 0 0 0,-1-2 0 0 0,-1 0 0 0 0,0 2 0 0 0,1 1 0 0 0,-1 0 0 0 0,0 1 0 0 0,1 4 0 0 0,-1-2 0 0 0,-1 2 0 0 0,-1-1 0 0 0,-3 0 0 0 0,0 1 2 0 0,0 3 9 0 0,0 2-7 0 0,0-1 1 0 0,0-1-2 0 0,0 1 2 0 0,0 1-3 0 0,0-1-2 0 0,0 0 0 0 0,0 0 0 0 0,0 0 0 0 0,0 0 0 0 0,0-10-74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41:59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0 167,'10'-1,"-1"0,1-1,-1 0,0 0,0-1,0-1,15-7,-14 6,1 0,-1 1,1 0,0 1,13-2,48 0,98 6,-57 1,270-2,-363 1,1 1,36 9,-35-6,0-1,26 1,-30-3,-1 0,1 1,-1 2,0-1,0 2,26 12,-21-8,1-1,38 8,-6-5,1-3,98 3,1568-13,-1696 2,0 2,35 7,-32-4,48 3,-6-9,-48-2,-1 2,1 0,-1 2,1 1,-1 0,0 1,29 11,-37-9,7 3,1 0,0-1,0-2,0 0,1-1,43 3,-44-6,0 1,0 0,0 2,27 9,-27-7,0-1,1-1,0-1,24 1,-32-3,0 0,0 1,0 0,0 1,21 9,-20-7,0 0,0-1,0-1,26 2,247-4,-140-4,1189 2,-1314-2,-1 0,43-11,-15 3,50-16,-76 18,0 1,1 2,42-5,-23 10,-36 1,1 0,0-1,-1-1,1 1,0-1,-1-1,0 0,1 0,-1-1,0 0,13-6,-8 0,0 1,1 0,0 2,1-1,-1 2,1 0,0 1,1 1,-1 0,1 1,23 0,-27 1,0 0,-1-1,1-1,0 0,-1-1,23-9,3-2,-13 9,1 2,-1 0,1 2,0 0,-1 2,37 4,12-1,336-3,-384 1,0 2,35 7,-33-4,49 3,463-8,-260-3,4226 2,-4484-1,0-2,-1 0,23-7,11-2,-37 8,0-1,0-1,0-1,21-11,-25 11,0 1,0 0,0 0,1 2,0 0,0 0,18-1,2 5,-27 1,-1 0,1-1,0 0,-1 0,1-1,0 0,-1-1,1 1,-1-2,1 1,10-6,-18 4,-8 1,-9 1,-299-1,163 5,-639-2,764-1,1-2,-32-7,30 5,-47-4,-163-14,205 18,-37-6,33 4,-72-3,88 9,0-1,-31-8,29 5,-45-3,-399 7,225 3,216-1,0 2,-32 6,30-3,-47 2,-208-7,131-2,126 2,0 2,1 2,-52 14,49-11,0-1,-55 5,-129-13,-39 3,168 11,54-8,-47 4,-82-11,-64 4,191 2,0 2,-39 13,-41 7,66-18,-67 23,-29 6,90-31,-1-2,-90-6,37-1,-932 3,1012-1,0-2,-35-8,33 6,-49-4,0 9,45 1,1-1,-1-2,-42-7,-117-25,159 29,-56 0,57 5,1-2,-35-7,10 1,0 3,0 1,-82 7,-79-5,185-3,0-1,-30-10,20 5,-18-8,44 13,-1 1,0 1,0 0,-27-3,-199 8,-35-2,193-12,55 8,-49-4,45 7,-42-9,43 5,-46-2,49 7,-19 0,-94-13,78 6,0 3,-126 5,71 2,-126-2,222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7T10:43:52.4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459 741 96 0 0,'0'-3'0'0'0,"0"1"0"0"0,0-1 0 0 0,0 1 0 0 0,0 0 0 0 0,0-1 0 0 0,0-1 1 0 0,0 2 40 0 0,0 1-1 0 0,0 0 1 0 0,0 0 0 0 0,1 0-1 0 0,-1 0 1 0 0,0 0-1 0 0,1 0 1 0 0,-1 0-1 0 0,1 0 1 0 0,-1 0 0 0 0,1 0-1 0 0,0 0 1 0 0,-1 0-1 0 0,1 0 1 0 0,0 1 0 0 0,0-1-1 0 0,-1 0 1 0 0,1 0-1 0 0,0 1 1 0 0,0-1-1 0 0,0 1 1 0 0,0-1 0 0 0,0 1-1 0 0,0-1 1 0 0,0 1-1 0 0,2-1 1 0 0,7-6 398 0 0,13 1 169 0 0,74 5 1940 0 0,-57 1-1194 0 0,-1 9-238 0 0,-4-2-374 0 0,-23-4-608 0 0,44 4 173 0 0,-39-2-281 0 0,23-7 3 0 0,-20 1-11 0 0,-15 1 0 0 0,0-1 0 0 0,0 1 0 0 0,1 0 1 0 0,-1 1-1 0 0,0-1 0 0 0,0 1 0 0 0,0 0 0 0 0,0 0 1 0 0,7 3-1 0 0,-8-3 9 0 0,0 0 1 0 0,-1 0 0 0 0,1 0-1 0 0,0-1 1 0 0,0 1 0 0 0,-1-1 0 0 0,1 0-1 0 0,7-1 1 0 0,3 0 100 0 0,152-5 1780 0 0,-111-6-1195 0 0,-50 12-663 0 0,-1-1-1 0 0,1 0 1 0 0,-1 1-1 0 0,1-1 0 0 0,-1-1 1 0 0,1 1-1 0 0,5-3 1 0 0,19-4 298 0 0,-27 8-321 0 0,-1-1 1 0 0,1 1-1 0 0,-1 0 0 0 0,1 0 0 0 0,-1-1 0 0 0,1 1 0 0 0,-1-1 0 0 0,1 1 1 0 0,-1-1-1 0 0,1 0 0 0 0,-1 1 0 0 0,2-2 0 0 0,-2 1-17 0 0,0 0 0 0 0,0 0 0 0 0,1 1 0 0 0,-1-1 0 0 0,0 0-1 0 0,1 1 1 0 0,-1-1 0 0 0,0 1 0 0 0,1 0 0 0 0,-1-1 0 0 0,1 1 0 0 0,1 0 0 0 0,3-1 49 0 0,1 1 1 0 0,-1-2-1 0 0,1 1 1 0 0,-1-1 0 0 0,0 0-1 0 0,11-5 1 0 0,-6 4-25 0 0,1 0 0 0 0,-1 0 1 0 0,1 1-1 0 0,0 1 0 0 0,0 0 1 0 0,0 0-1 0 0,-1 1 0 0 0,18 2 0 0 0,2-1-1 0 0,-26 0-26 0 0,11 7 2 0 0,-12-6-9 0 0,25 1 21 0 0,-22 0-18 0 0,-2 0 0 0 0,24 2 19 0 0,-22-3-22 0 0,47-3 30 0 0,-36 1-22 0 0,6 0 4 0 0,12-1-3 0 0,0-1-2 0 0,39-13 24 0 0,-44 13-10 0 0,22 5-9 0 0,-33-5-6 0 0,16-2 7 0 0,-3 0-6 0 0,2-1 0 0 0,0-1 1 0 0,-1 2 4 0 0,-1 3-3 0 0,-7 1-2 0 0,-2 0 0 0 0,-4 1 0 0 0,0 1 0 0 0,3 0-2 0 0,2 1-3 0 0,5 0 2 0 0,3 1-2 0 0,-3-1 2 0 0,-1 1-1 0 0,-4-1 7 0 0,3 1-8 0 0,6 2-3 0 0,1-1 0 0 0,-9-3 0 0 0,-3-1 0 0 0,-3-1 0 0 0,0 1 0 0 0,2 2 0 0 0,2-1 0 0 0,4 1 0 0 0,1 1 0 0 0,-4-1 0 0 0,-1-2 0 0 0,-1-1 0 0 0,-3 0 0 0 0,0 0 0 0 0,-1 0 0 0 0,0 0 0 0 0,2 0 0 0 0,3 0 0 0 0,2 0 0 0 0,2 0 0 0 0,2 0 0 0 0,0 0 0 0 0,-1 0 0 0 0,-4 0 0 0 0,64 1-16 0 0,0-1-44 0 0,93 13 0 0 0,-159-11 47 0 0,0-1 0 0 0,-1-1-1 0 0,38-4 1 0 0,-17 0 2 0 0,15 2-10 0 0,-23 1-14 0 0,0-2-1 0 0,58-11 1 0 0,397-81-1286 0 0,-457 92 1299 0 0,1 0 0 0 0,39 4 1 0 0,-40 0 48 0 0,-1-2 1 0 0,53-7-1 0 0,-45 3 12 0 0,1 2 0 0 0,78 5 0 0 0,-42 0 27 0 0,90 10 286 0 0,-25-5-176 0 0,527-11 406 0 0,-474 12-427 0 0,-58-1-108 0 0,-48 1-35 0 0,-62-4-7 0 0,0-2 0 0 0,1 0 0 0 0,38-4 0 0 0,171-15 33 0 0,72 5-12 0 0,12-20 14 0 0,-139 22-18 0 0,-21 3 14 0 0,158 6 53 0 0,-163 2-60 0 0,57-16-29 0 0,-169 13 7 0 0,52-10 0 0 0,-9 1 1 0 0,13 3 13 0 0,289-35 78 0 0,-339 38-88 0 0,0 2-1 0 0,68 4 1 0 0,-30 1 4 0 0,472-2-12 0 0,-96-3 13 0 0,-227-6-16 0 0,-24-4 0 0 0,-108 4 0 0 0,472-45 0 0 0,-157 20 0 0 0,-111 24 0 0 0,-134-3 22 0 0,230-6 26 0 0,-171 2-46 0 0,30-1-2 0 0,352 6 6 0 0,-406 13-5 0 0,222-2-23 0 0,-103-11 21 0 0,-221 12 9 0 0,279-8 57 0 0,-125 2-26 0 0,38-5-6 0 0,-14-2-28 0 0,-114 7-3 0 0,-32 3-2 0 0,84-6 0 0 0,-65 1 0 0 0,-23 3 0 0 0,33-10 6 0 0,212-16 18 0 0,-90 18-22 0 0,-9 0-2 0 0,-82-8-6 0 0,-87 7 4 0 0,155-13 2 0 0,39 16 35 0 0,-223 12-29 0 0,-22 7 1 0 0,-23-2-7 0 0,-18-4 0 0 0,-1 1 0 0 0,23 7 0 0 0,19 5 0 0 0,-22-7 12 0 0,83 25 54 0 0,-108-28-63 0 0,0 0 2 0 0,-1 0-3 0 0,109 41-2 0 0,-46-16 0 0 0,-48-18-3 0 0,0 2 1 0 0,49 30 0 0 0,-66-36 1 0 0,-2 2 1 0 0,1 1 0 0 0,2 2 0 0 0,13 9-3 0 0,-17-10-2 0 0,1 2 5 0 0,-1 0-3 0 0,-1 0 0 0 0,0 1 1 0 0,-1 0-1 0 0,-1 0 0 0 0,0 0 0 0 0,-1 1 1 0 0,0 0-1 0 0,3 25 0 0 0,-3 7-12 0 0,-2 78-1 0 0,-3-93 14 0 0,-2-10-9 0 0,0 1 0 0 0,-7 26 0 0 0,1-3-4 0 0,-3 9-1 0 0,-1 20-6 0 0,11-66 18 0 0,2 5-3 0 0,-2-1 0 0 0,0 0 0 0 0,-4 19 0 0 0,-53 183-17 0 0,43-167 24 0 0,5-15 0 0 0,-17 47 0 0 0,2-42-8 0 0,0 10 0 0 0,6-17 0 0 0,-1-2 0 0 0,-31 35-1 0 0,18-23 3 0 0,10-16 1 0 0,-2 0-1 0 0,-45 37 1 0 0,18-19-3 0 0,-39 35-3 0 0,65-58 2 0 0,-41 27 0 0 0,44-33-1 0 0,-27 17 0 0 0,21-14 2 0 0,-7 8 4 0 0,16-11-2 0 0,-42 23 0 0 0,-146 53-9 0 0,52-25 6 0 0,100-44 0 0 0,-2-2 0 0 0,-91 18 1 0 0,45-12 2 0 0,-27 5 6 0 0,-49 15 0 0 0,110-19 2 0 0,53-19-1 0 0,-1-1 1 0 0,0 0-1 0 0,0-2 0 0 0,-29 6 1 0 0,26-7 4 0 0,-1 2 1 0 0,1 0 0 0 0,-27 12-1 0 0,-33 9 5 0 0,-287 79 15 0 0,180-57-26 0 0,79-23 0 0 0,-3 2 0 0 0,-78 22 0 0 0,-5 27 0 0 0,93-29 0 0 0,-183 75 0 0 0,125-54 0 0 0,-164 55 0 0 0,148-51-4 0 0,-35 14-2 0 0,106-52-4 0 0,-2-5 0 0 0,-170 25 0 0 0,-403 29 10 0 0,577-71 0 0 0,-130 21 0 0 0,66-3-34 0 0,-177 38-78 0 0,126-23-77 0 0,-43 16 13 0 0,215-53 151 0 0,-185 33-63 0 0,-53 0 48 0 0,188-29 18 0 0,-47 9-30 0 0,79-11-52 0 0,-113 7-1 0 0,6-3-12 0 0,-84 30 31 0 0,83-13 37 0 0,-2-9 37 0 0,-20 3 55 0 0,-97 19 35 0 0,220-31-88 0 0,-87 13-18 0 0,-188-6 49 0 0,194-19-43 0 0,-187 12-107 0 0,137 2 71 0 0,-58 8-18 0 0,235-20 76 0 0,-56 9 25 0 0,-125 3 0 0 0,30-8 70 0 0,-115-2 137 0 0,76 0 16 0 0,-27-7 196 0 0,139-4-370 0 0,-127-1 48 0 0,-522 18-19 0 0,597-3-89 0 0,-2 0 2 0 0,-22 0 40 0 0,119-5-46 0 0,-157 17 5 0 0,111-9-8 0 0,-319 6 60 0 0,209-33 109 0 0,14 7-13 0 0,172 6-147 0 0,-83-1-6 0 0,67 3-6 0 0,0-2 1 0 0,0-2-1 0 0,-58-12 1 0 0,-35-8-3 0 0,89 17 2 0 0,-83-23-1 0 0,84 17 36 0 0,-88-11 1 0 0,-1 0 8 0 0,89 15-47 0 0,0 1 0 0 0,-58-1 0 0 0,-103 7 3 0 0,125 3-3 0 0,25-1-1 0 0,-110 3 0 0 0,-89-7-16 0 0,84-3 8 0 0,53 3 52 0 0,68 0 11 0 0,-104 8-1 0 0,-9 4-9 0 0,44-4-19 0 0,-90 8-52 0 0,-106-3-43 0 0,283-7 57 0 0,-68 12-1 0 0,20-2 5 0 0,-155 15 8 0 0,197-24 11 0 0,0-2 0 0 0,-57-5 0 0 0,72 1 29 0 0,-1 0 0 0 0,0-2 0 0 0,1 0 0 0 0,0-2 1 0 0,0-1-1 0 0,1-2 0 0 0,0 0 0 0 0,-40-23 0 0 0,49 22-12 0 0,1-1-1 0 0,0 0 0 0 0,0-1 1 0 0,1-1-1 0 0,1-1 1 0 0,0 0-1 0 0,1-1 0 0 0,-18-28 1 0 0,-70-124-7 0 0,28 24-60 0 0,-5-9 0 0 0,41 84 25 0 0,3-1 0 0 0,3-2 1 0 0,-22-77-1 0 0,-78-332-237 0 0,100 287 144 0 0,-5-23-2 0 0,31 184 84 0 0,2 0 0 0 0,1 0-1 0 0,1 0 1 0 0,7-58 0 0 0,-1-18-6 0 0,-2 74 25 0 0,1 0-1 0 0,2 0 1 0 0,17-58 0 0 0,-19 78 6 0 0,19-57 19 0 0,40-87 0 0 0,6-15 7 0 0,-18 48-39 0 0,-31 80 10 0 0,-1 8 3 0 0,1 2 0 0 0,35-47 0 0 0,-35 52 0 0 0,-14 21 0 0 0,3-4 0 0 0,1-1 0 0 0,0 0 0 0 0,0 1 0 0 0,0-1 0 0 0,0 3 0 0 0,-1 1 0 0 0,2-3 0 0 0,-2-1 0 0 0,-1 1 0 0 0,-1-1 0 0 0,2 1 0 0 0,-3 4 0 0 0,0-1 0 0 0,2-3 0 0 0,6-8-4 0 0,2 2 0 0 0,-16 19 4 0 0,20-20-8 0 0,4-10-7 0 0,-18 26 14 0 0,-4 3-1 0 0,1 0 0 0 0,-1 0-1 0 0,1-1 1 0 0,-1 1 0 0 0,0 0-1 0 0,1-1 1 0 0,-1 1 0 0 0,-1-1-1 0 0,1 0 1 0 0,0 1 0 0 0,-1-1-1 0 0,2-4 1 0 0,4-7-2 0 0,-3 8-8 0 0,1 0-1 0 0,0 0 1 0 0,-1 1-1 0 0,2 0 1 0 0,-1-1 0 0 0,1 2-1 0 0,-1-1 1 0 0,10-4-1 0 0,-12 7 5 0 0,1 1 1 0 0,0 1-1 0 0,0-1 0 0 0,0 1 1 0 0,0-1-1 0 0,0 1 0 0 0,0 1 0 0 0,-1-1 1 0 0,8 1-1 0 0,6 1-25 0 0,82-1-82 0 0,-85 3 99 0 0,14 7 3 0 0,1 0 5 0 0,0-6-2 0 0,30-4-60 0 0,-58-1 62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44:15.7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30,'1'-2,"-1"1,1 0,-1 0,1 0,0 0,-1 0,1-1,0 1,0 0,0 0,-1 1,1-1,0 0,0 0,0 0,1 1,-1-1,0 0,0 1,0-1,0 1,1 0,-1-1,0 1,0 0,1 0,1-1,42-4,-40 5,366-3,-190 6,-164-2,0 0,0 2,0 0,-1 1,1 1,16 7,7 2,-14-9,1 0,-1-2,1-1,0-1,46-4,-7 1,3092 0,-1601 4,-1393-4,178 5,-237 10,-69-7,56 2,891-9,-956 3,1 1,-1 1,51 15,-49-11,0-1,1-2,32 3,437-6,-244-5,4432 3,-4675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44:18.6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60,'411'0,"-390"1,0 1,35 9,-34-6,1-1,25 1,-15-3,42 9,-42-5,45 2,297-7,-176-3,-164 4,58 10,-55-6,42 2,513-7,-286-3,5594 2,-5878-1,0-2,1-1,-2 0,1-2,-1-1,23-9,45-14,57 1,-114 24,0 1,1 1,-1 2,36 3,-34 0,-1-1,1-2,58-10,-30 1,1 4,-1 2,96 6,-44 0,813-3,-904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44:20.9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0,'27'2,"0"0,33 8,-31-4,47 2,-37-7,-21-2,0 1,1 1,-1 1,0 1,0 0,27 9,-24-4,0-2,1 0,0-1,0-1,0-1,39 0,-41-2,0 2,0 0,-1 1,1 1,-1 1,28 12,-25-8,1-2,0-1,45 8,-26-9,48 15,-58-13,-1-1,1-1,45 2,83 5,9 1,2193-13,-1101-3,1616 2,-2839-2,59-10,-57 5,54-1,-65 7,52-11,-50 7,46-3,-19 4,-1-2,0-3,0-2,68-23,-101 28,1 0,0 2,43-2,79 8,-54 0,427-2,-502-1,0-2,0 1,0-2,-1 0,23-10,-20 8,0 0,0 1,36-5,251 8,-149 5,-140-3,39 0,1-2,82-13,-91 9,0 1,90 5,-77 0,-38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7T10:44:23.2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85,'1324'0,"-1296"1,0 2,30 6,36 4,7 1,-68-8,50 3,63 4,7 1,711-13,-416-3,-431 1,1-1,-1 0,0-2,-1 0,33-12,-8 2,-14 8,1 2,-1 0,1 2,0 1,49 5,-3-2,637-2,-691-1,1-1,36-9,-35 6,0 1,26-1,512 4,-271 3,1347-2,-1605-2,0-1,38-9,-7 2,1-1,-24 4,77-3,567 11,-663-2,-1-1,1-1,19-6,-18 4,0 1,29-1,491 3,-262 4,240-2,-488 2,0 1,41 10,-15-2,-38-7,0 1,29 12,3 0,-29-11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7T10:52:5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0 24575,'4062'0'0,"-4017"3"0,70 12 0,-63-7 0,134 23 0,-28-9 0,-76-8 0,149 4 0,-202-16 0,0 0 0,0 2 0,0 1 0,0 2 0,-1 0 0,44 19 0,-41-17 0,1-2 0,0 0 0,1-3 0,-1 0 0,1-2 0,40-3 0,-28 1 0,-1 1 0,64 11 0,0 16 0,-72-17 0,0-2 0,63 7 0,26-3 0,88 3 0,-50-3 0,-9 1 0,510-13 0,-316-3 0,-189 16 0,-25-1 0,-9-12 0,-52-1 0,86 10 0,7 5 0,248-10 0,-217-7 0,1113 2 0,-1228-4 0,131-24 0,-57 5 0,-75 12 0,113-7 0,-74 20 0,79-4 0,-92-10 0,57-3 0,-46 17 0,91-4 0,-124-11 0,-56 8 0,48-4 0,471 8 0,-263 3 0,3172-2 0,-3434 1 0,-1 1 0,35 8 0,29 3 0,27 3 0,-51-5 0,51 14 0,-81-15 0,0-3 0,38 5 0,-19-8 0,-20-3 0,-1 2 0,1 1 0,-1 2 0,35 11 0,-27-7 0,0-1 0,49 5 0,-41-7 0,-8-1 0,0 2 0,56 20 0,-53-16 0,1-1 0,43 5 0,-37-8 0,51 16 0,-63-14 0,1-1 0,67 6 0,-71-9 0,0 1 0,57 19 0,-59-15 0,1-2 0,64 11 0,-50-16 0,-29-4 0,0 1 0,-1 1 0,1 1 0,-1 0 0,0 1 0,21 9 0,25 10 0,97 23 0,-20-7 0,-35-11 0,-65-19 0,0 2 0,41 18 0,-50-18 0,0-2 0,0 0 0,41 5 0,46 13 0,61 16 0,-115-30 0,-3 6 0,-46-13 0,0-1 0,1-1 0,21 4 0,100 19 0,-125-24 0,0 0 0,0 1 0,0 0 0,0 0 0,-1 1 0,17 10 0,-22-11 0,0-1 0,1 1 0,-1 0 0,0 0 0,-1 1 0,1 0 0,-1 0 0,0 0 0,0 0 0,0 0 0,-1 1 0,0-1 0,3 9 0,43 133 0,-43-119 0,-2 1 0,0 0 0,-3 0 0,0 0 0,-4 40 0,0 8 0,3-55 0,0 9 0,-4 39 0,2-60 0,0 1 0,0-1 0,-1 0 0,0 0 0,-1 0 0,0-1 0,-9 17 0,-119 168 0,58-89 0,33-50 0,-86 86 0,85-97 0,15-20 0,0 0 0,-2-2 0,-34 22 0,-22 15 0,59-41 0,0-1 0,-31 13 0,-1 2 0,46-25 0,-67 39 0,-103 45 0,96-53 0,-28 12 0,-49 20 0,37-14 0,59-29 0,4 0 0,-2-2 0,0-3 0,-85 16 0,46-16 0,-163 58 0,259-77 0,-34 9 0,-84 12 0,80-18 0,-70 21 0,105-23 0,-35 10 0,-90 18 0,95-25 0,-71 24 0,82-21 0,1-1 0,-1-2 0,-1 0 0,-54 3 0,-536-11 0,252 0 0,175 15 0,15-1 0,-350-12 0,248-2 0,236 3 0,-56 10 0,-23 2 0,99-13 0,-12-1 0,0 3 0,-52 10 0,59-8 0,0-1 0,-51-1 0,47-2 0,-55 7 0,-4 3 0,-1-4 0,-137-7 0,94-2 0,-5291 2 0,5382-2 0,-54-9 0,-39-3 0,-62 15 0,-88-2 0,260-3 0,-1-1 0,-47-14 0,48 11 0,0 1 0,-57-6 0,-320 11 0,197 5 0,-3743-3 0,3903-2 0,-52-10 0,-25-1 0,-432 10 0,287 6 0,154-2 0,-126-3 0,130-16 0,79 12 0,16 1 0,0 0 0,-28-13 0,27 10 0,-1 1 0,-21-5 0,7 3 0,0-1 0,0-2 0,-47-23 0,-66-22 0,89 31 0,-106-31 0,145 51 0,1-1 0,-1-1 0,1 0 0,1-1 0,0-1 0,0-1 0,-29-25 0,4-4 0,-51-60 0,79 85 0,-8-10 0,-14-15 0,-50-74 0,62 79 0,17 26 0,0 0 0,1-1 0,0 1 0,1-2 0,0 1 0,0 0 0,-5-22 0,-11-53 0,-13-73 0,22 97 0,7 38 0,1 0 0,-2-34 0,7-326 0,0 365 0,1 1 0,1 0 0,0 0 0,1 0 0,13-32 0,-4 9 0,8-47 0,-16 58 0,19-52 0,-3 27 0,-2 7 0,-2 0 0,-2-1 0,12-66 0,-20 83 0,11-39 0,-10 44 0,-1 0 0,5-39 0,-9 38 0,2 0 0,2 1 0,0-1 0,1 2 0,2-1 0,13-24 0,-13 24 0,-1 0 0,-2 0 0,0 0 0,-2-1 0,0 0 0,0-45 0,9-62 0,-7 80 0,0-59 0,-7 86-1365,0 4-5461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כ"א/אב/תשפ"ד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topics/permissions/overview#normal-dangerous" TargetMode="External"/><Relationship Id="rId2" Type="http://schemas.openxmlformats.org/officeDocument/2006/relationships/hyperlink" Target="https://developer.android.com/reference/android/Manifest.permission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.png"/><Relationship Id="rId7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5.jpg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.android.com/reference/android/telephony/SmsManage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7.png"/><Relationship Id="rId18" Type="http://schemas.openxmlformats.org/officeDocument/2006/relationships/customXml" Target="../ink/ink9.xml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14.png"/><Relationship Id="rId12" Type="http://schemas.openxmlformats.org/officeDocument/2006/relationships/customXml" Target="../ink/ink6.xml"/><Relationship Id="rId17" Type="http://schemas.openxmlformats.org/officeDocument/2006/relationships/image" Target="../media/image19.png"/><Relationship Id="rId2" Type="http://schemas.openxmlformats.org/officeDocument/2006/relationships/image" Target="../media/image13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6.png"/><Relationship Id="rId24" Type="http://schemas.openxmlformats.org/officeDocument/2006/relationships/image" Target="../media/image5.jp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10" Type="http://schemas.openxmlformats.org/officeDocument/2006/relationships/customXml" Target="../ink/ink5.xml"/><Relationship Id="rId19" Type="http://schemas.openxmlformats.org/officeDocument/2006/relationships/image" Target="../media/image20.png"/><Relationship Id="rId4" Type="http://schemas.openxmlformats.org/officeDocument/2006/relationships/customXml" Target="../ink/ink3.xml"/><Relationship Id="rId9" Type="http://schemas.openxmlformats.org/officeDocument/2006/relationships/image" Target="../media/image1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3814577" y="534827"/>
            <a:ext cx="4221027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ערוצי תקשורת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דוא"ל</a:t>
            </a: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טלפון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CAB93-36E1-E2B5-858C-8009A5A8E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4893068" y="46073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הערות כלליות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67543" y="1269071"/>
            <a:ext cx="9803674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בערוצי תקשורת במערכת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דורשת ביצוע של כמה שלבים: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רישום הרשאה מתאימה 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AndroidManifest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 – עבור אפליקציה</a:t>
            </a:r>
          </a:p>
          <a:p>
            <a:pPr marL="742950" indent="-742950" algn="r" rtl="1">
              <a:buFont typeface="+mj-lt"/>
              <a:buAutoNum type="arabicPeriod"/>
            </a:pPr>
            <a:endParaRPr lang="he-IL" sz="1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בדיקת הסכמת המשתמש למימוש ההרשאה</a:t>
            </a:r>
          </a:p>
          <a:p>
            <a:pPr marL="742950" indent="-742950" algn="r" rtl="1">
              <a:buFont typeface="+mj-lt"/>
              <a:buAutoNum type="arabicPeriod"/>
            </a:pPr>
            <a:endParaRPr lang="he-IL" sz="1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שימוש בפועל בערוץ תקשורת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D17C80-3634-022D-0B9B-989BB6D5C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4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313402" y="200158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הערות כלליות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606731" y="2065906"/>
            <a:ext cx="9803674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אותו ערוץ התקשורת קיימות, בדרך כלל, כמה הרשאות שונות – לפעילויות שונות בערוץ.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למשל, עבור ערות הודעות טקסט קצרות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 קיימות הרשאות ל: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שליחת הודעה, קבלה, קריאה...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D393A-09CF-E48C-B46A-4BC339893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AF85CA-79AE-0583-5FF0-640664ACE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9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103235" y="46073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הערות כלליות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22299" y="1719542"/>
            <a:ext cx="9803674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קיימים שני סוגים של 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הרשאות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/>
              </a:rPr>
              <a:t>normal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=מספיק רישום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/>
              </a:rPr>
              <a:t>dangerous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=צריך לקבל אישור משתמש בזמן הריצה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183808-5AD6-FF4E-6D21-E4956EAAB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8C26A7-D36B-C497-A453-12E09B45F2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8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37905" y="1243786"/>
            <a:ext cx="9803674" cy="504753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לשירות (ערוץ) הודעות טקסט קצרות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(Short Message Service)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קיים יתרון מובהק: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 נגיש לכל סוגי רשתות וחברות.</a:t>
            </a:r>
          </a:p>
          <a:p>
            <a:pPr algn="ctr" rtl="1"/>
            <a:endParaRPr lang="he-IL" sz="1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דורש חיבור לאינטרנט,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דורש מכשיר משוכלל,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פשוט לשימוש וגם לתכנות.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B7E2A-1728-B7DD-01FD-CF48DB5B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B60304-265A-5658-2F22-51C626B17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9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339633" y="1224024"/>
            <a:ext cx="9803674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1: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הרשאה לשליחת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696" y="3789203"/>
            <a:ext cx="8401364" cy="491852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2585259" y="5070039"/>
            <a:ext cx="725997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להוסיף את ההרשאה באופן ידני</a:t>
            </a:r>
          </a:p>
        </p:txBody>
      </p:sp>
      <p:sp>
        <p:nvSpPr>
          <p:cNvPr id="8" name="מלבן 7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489EA-B345-09A3-3B47-31E92F4B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B69283-7CC8-2EC2-8EBE-44207B4DC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1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-561704" y="812603"/>
            <a:ext cx="9803674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1: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הרשאה לשליחת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92" y="2929109"/>
            <a:ext cx="7169192" cy="3854076"/>
          </a:xfrm>
          <a:prstGeom prst="rect">
            <a:avLst/>
          </a:prstGeom>
        </p:spPr>
      </p:pic>
      <p:sp>
        <p:nvSpPr>
          <p:cNvPr id="8" name="הסבר קווי 1 7"/>
          <p:cNvSpPr/>
          <p:nvPr/>
        </p:nvSpPr>
        <p:spPr>
          <a:xfrm flipH="1">
            <a:off x="248458" y="2396066"/>
            <a:ext cx="1486142" cy="937337"/>
          </a:xfrm>
          <a:prstGeom prst="borderCallout1">
            <a:avLst>
              <a:gd name="adj1" fmla="val 50001"/>
              <a:gd name="adj2" fmla="val 579"/>
              <a:gd name="adj3" fmla="val 159782"/>
              <a:gd name="adj4" fmla="val -1150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כאן מוסיפים הרשאה</a:t>
            </a:r>
          </a:p>
        </p:txBody>
      </p:sp>
      <p:sp>
        <p:nvSpPr>
          <p:cNvPr id="11" name="מלבן 10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4079B6-32E5-EC42-A983-CD5D6CF62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3EAFFA-ED4A-0B86-00F9-64127CD9F8FC}"/>
                  </a:ext>
                </a:extLst>
              </p14:cNvPr>
              <p14:cNvContentPartPr/>
              <p14:nvPr/>
            </p14:nvContentPartPr>
            <p14:xfrm>
              <a:off x="3381817" y="3922924"/>
              <a:ext cx="6502680" cy="119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3EAFFA-ED4A-0B86-00F9-64127CD9F8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8177" y="3814924"/>
                <a:ext cx="66103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E2E3B3-50D1-2C9A-3A79-4A2A46441557}"/>
                  </a:ext>
                </a:extLst>
              </p14:cNvPr>
              <p14:cNvContentPartPr/>
              <p14:nvPr/>
            </p14:nvContentPartPr>
            <p14:xfrm>
              <a:off x="4306297" y="3881524"/>
              <a:ext cx="5072760" cy="10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E2E3B3-50D1-2C9A-3A79-4A2A464415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2657" y="3773884"/>
                <a:ext cx="5180400" cy="3160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425DC61-73DA-3F15-AB78-5E9C1399DB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4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 rotWithShape="1">
          <a:blip r:embed="rId2"/>
          <a:srcRect t="66823"/>
          <a:stretch/>
        </p:blipFill>
        <p:spPr>
          <a:xfrm>
            <a:off x="1907324" y="3870333"/>
            <a:ext cx="8379410" cy="892343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676696" y="1068077"/>
            <a:ext cx="820795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2: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פקודה אשר מבקשת מהמשתמש לאשר שימוש או לסרב לתת אישור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1" name="הסבר קווי 1 10"/>
          <p:cNvSpPr/>
          <p:nvPr/>
        </p:nvSpPr>
        <p:spPr>
          <a:xfrm flipH="1">
            <a:off x="7145609" y="5230877"/>
            <a:ext cx="2673923" cy="892343"/>
          </a:xfrm>
          <a:prstGeom prst="borderCallout1">
            <a:avLst>
              <a:gd name="adj1" fmla="val 51694"/>
              <a:gd name="adj2" fmla="val 100585"/>
              <a:gd name="adj3" fmla="val -86685"/>
              <a:gd name="adj4" fmla="val 15353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פשוט ישר מבקשים אישר מהמשתמש</a:t>
            </a:r>
          </a:p>
        </p:txBody>
      </p:sp>
      <p:sp>
        <p:nvSpPr>
          <p:cNvPr id="9" name="מלבן 8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983F52-816B-4D7C-3A7B-62526375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D5F7FE-68CF-3268-080A-C67538756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9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6185647" y="1592869"/>
            <a:ext cx="465434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2: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פעולות (פקודות) המבקשות הסכמת המשתמש להרשאה הקיימת כבר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78" y="225187"/>
            <a:ext cx="3616037" cy="6422082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CEFD2-C4CD-81B5-1961-5F535C36E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8415F-4F27-E0EF-BAAC-75F563971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60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397725" y="844542"/>
            <a:ext cx="690401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3: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ביצוע שליחת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הפועל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74" y="3823075"/>
            <a:ext cx="5895975" cy="1057275"/>
          </a:xfrm>
          <a:prstGeom prst="rect">
            <a:avLst/>
          </a:prstGeom>
        </p:spPr>
      </p:pic>
      <p:sp>
        <p:nvSpPr>
          <p:cNvPr id="6" name="הסבר קווי 1 5"/>
          <p:cNvSpPr/>
          <p:nvPr/>
        </p:nvSpPr>
        <p:spPr>
          <a:xfrm flipH="1">
            <a:off x="380738" y="2487066"/>
            <a:ext cx="2478839" cy="851365"/>
          </a:xfrm>
          <a:prstGeom prst="borderCallout1">
            <a:avLst>
              <a:gd name="adj1" fmla="val 52671"/>
              <a:gd name="adj2" fmla="val 119"/>
              <a:gd name="adj3" fmla="val 165659"/>
              <a:gd name="adj4" fmla="val -5603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 ה"מטפל" בפעולות הקשורות ל-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SMS</a:t>
            </a:r>
            <a:endParaRPr lang="he-IL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הסבר קווי 1 7"/>
          <p:cNvSpPr/>
          <p:nvPr/>
        </p:nvSpPr>
        <p:spPr>
          <a:xfrm flipH="1">
            <a:off x="6071061" y="2496939"/>
            <a:ext cx="2478839" cy="851365"/>
          </a:xfrm>
          <a:prstGeom prst="borderCallout1">
            <a:avLst>
              <a:gd name="adj1" fmla="val 100515"/>
              <a:gd name="adj2" fmla="val 51763"/>
              <a:gd name="adj3" fmla="val 207644"/>
              <a:gd name="adj4" fmla="val 13209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פעולה המבצעת שליחת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SMS</a:t>
            </a:r>
            <a:endParaRPr lang="he-IL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הסבר קווי 1 8"/>
          <p:cNvSpPr/>
          <p:nvPr/>
        </p:nvSpPr>
        <p:spPr>
          <a:xfrm flipH="1">
            <a:off x="3399904" y="5292045"/>
            <a:ext cx="1647127" cy="834435"/>
          </a:xfrm>
          <a:prstGeom prst="borderCallout1">
            <a:avLst>
              <a:gd name="adj1" fmla="val -128"/>
              <a:gd name="adj2" fmla="val 46045"/>
              <a:gd name="adj3" fmla="val -95331"/>
              <a:gd name="adj4" fmla="val -5219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מספר טלפון</a:t>
            </a:r>
          </a:p>
        </p:txBody>
      </p:sp>
      <p:sp>
        <p:nvSpPr>
          <p:cNvPr id="10" name="הסבר קווי 1 9"/>
          <p:cNvSpPr/>
          <p:nvPr/>
        </p:nvSpPr>
        <p:spPr>
          <a:xfrm flipH="1">
            <a:off x="8503920" y="5503001"/>
            <a:ext cx="1892613" cy="739857"/>
          </a:xfrm>
          <a:prstGeom prst="borderCallout1">
            <a:avLst>
              <a:gd name="adj1" fmla="val 922"/>
              <a:gd name="adj2" fmla="val 48074"/>
              <a:gd name="adj3" fmla="val -134565"/>
              <a:gd name="adj4" fmla="val 9357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תוכן ההודעה (טקסט)</a:t>
            </a:r>
          </a:p>
        </p:txBody>
      </p:sp>
      <p:sp>
        <p:nvSpPr>
          <p:cNvPr id="11" name="מלבן 10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39304F-2B9C-D207-A66F-3AE5CEF4F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0969F-0C14-8EA9-39D7-06668BBCF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933303" y="1020877"/>
            <a:ext cx="604157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3: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ביצוע שליחת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הפועל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1" name="מלבן 10"/>
          <p:cNvSpPr/>
          <p:nvPr/>
        </p:nvSpPr>
        <p:spPr>
          <a:xfrm>
            <a:off x="1679171" y="2931777"/>
            <a:ext cx="752598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במחלקה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SmsManager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קיימות פעולות רבות לבדיקות, תגובות, תכונות ושאר פעילויות הדרושות למתכנת עבור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5968973" y="13063"/>
            <a:ext cx="35135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SMS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ECAF52-A9E1-F4BD-590E-6F96D3216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99E4DB-C0F5-CAC3-9AFD-022E42B09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596558" y="-9582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דוא"ל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483060" y="1664600"/>
            <a:ext cx="980367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כל: הרשאה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895" y="2679211"/>
            <a:ext cx="7373563" cy="438620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1214846" y="3747721"/>
            <a:ext cx="106670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דרושה הרשאה עבור שימוש באינטרנט,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          אבל אין צורך לקבל אישור נוסף ממשתמש!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A9C56-056C-4C1A-0D05-11257B1A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FDEF48-B7F0-BD6D-9CD4-7FB849A75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1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CE5988-EAF0-6C54-80E5-077DCEBD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675" y="2729466"/>
            <a:ext cx="7102522" cy="3592675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3119047" y="1270083"/>
            <a:ext cx="670777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פקודות בסיסיות לשליחת דוא"ל: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הסבר קווי 1 5"/>
          <p:cNvSpPr/>
          <p:nvPr/>
        </p:nvSpPr>
        <p:spPr>
          <a:xfrm flipH="1">
            <a:off x="238013" y="2698564"/>
            <a:ext cx="1929790" cy="1210425"/>
          </a:xfrm>
          <a:prstGeom prst="borderCallout1">
            <a:avLst>
              <a:gd name="adj1" fmla="val 52622"/>
              <a:gd name="adj2" fmla="val -84"/>
              <a:gd name="adj3" fmla="val 100281"/>
              <a:gd name="adj4" fmla="val -4090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"שליח" אשר "מכוון" לפעולה מסוימת, </a:t>
            </a:r>
          </a:p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ולא לאקטיביטי</a:t>
            </a:r>
          </a:p>
        </p:txBody>
      </p:sp>
      <p:sp>
        <p:nvSpPr>
          <p:cNvPr id="8" name="הסבר קווי 1 7"/>
          <p:cNvSpPr/>
          <p:nvPr/>
        </p:nvSpPr>
        <p:spPr>
          <a:xfrm flipH="1">
            <a:off x="9355602" y="5396647"/>
            <a:ext cx="2649584" cy="989680"/>
          </a:xfrm>
          <a:prstGeom prst="borderCallout1">
            <a:avLst>
              <a:gd name="adj1" fmla="val 235"/>
              <a:gd name="adj2" fmla="val 48310"/>
              <a:gd name="adj3" fmla="val -55088"/>
              <a:gd name="adj4" fmla="val 11195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מוסיפים נתונים שנקלטו למכתב ("שליח")</a:t>
            </a:r>
          </a:p>
        </p:txBody>
      </p:sp>
      <p:sp>
        <p:nvSpPr>
          <p:cNvPr id="10" name="מלבן 9"/>
          <p:cNvSpPr/>
          <p:nvPr/>
        </p:nvSpPr>
        <p:spPr>
          <a:xfrm>
            <a:off x="5596558" y="-9582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דוא"ל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6189C-5F40-14FC-1315-9CA2719A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33B704-F9C6-5FAA-BBAC-23EBF471BBA7}"/>
                  </a:ext>
                </a:extLst>
              </p14:cNvPr>
              <p14:cNvContentPartPr/>
              <p14:nvPr/>
            </p14:nvContentPartPr>
            <p14:xfrm>
              <a:off x="3262297" y="2638084"/>
              <a:ext cx="510840" cy="60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33B704-F9C6-5FAA-BBAC-23EBF471BB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3297" y="2629084"/>
                <a:ext cx="5284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7156F7-802C-3558-4AE2-12EF75E1FFCD}"/>
                  </a:ext>
                </a:extLst>
              </p14:cNvPr>
              <p14:cNvContentPartPr/>
              <p14:nvPr/>
            </p14:nvContentPartPr>
            <p14:xfrm>
              <a:off x="2841097" y="264456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7156F7-802C-3558-4AE2-12EF75E1FF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23457" y="262656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9B2FF0A-398D-0336-6964-D09EADAF0291}"/>
                  </a:ext>
                </a:extLst>
              </p14:cNvPr>
              <p14:cNvContentPartPr/>
              <p14:nvPr/>
            </p14:nvContentPartPr>
            <p14:xfrm>
              <a:off x="2694937" y="2444764"/>
              <a:ext cx="6973560" cy="1404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9B2FF0A-398D-0336-6964-D09EADAF02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76937" y="2426764"/>
                <a:ext cx="7009200" cy="1440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הסבר קווי 1 5">
            <a:extLst>
              <a:ext uri="{FF2B5EF4-FFF2-40B4-BE49-F238E27FC236}">
                <a16:creationId xmlns:a16="http://schemas.microsoft.com/office/drawing/2014/main" id="{2028C1F1-C968-EA18-BEDE-1BD003D7C511}"/>
              </a:ext>
            </a:extLst>
          </p:cNvPr>
          <p:cNvSpPr/>
          <p:nvPr/>
        </p:nvSpPr>
        <p:spPr>
          <a:xfrm flipH="1">
            <a:off x="10195631" y="2478373"/>
            <a:ext cx="1898622" cy="731930"/>
          </a:xfrm>
          <a:prstGeom prst="borderCallout1">
            <a:avLst>
              <a:gd name="adj1" fmla="val 49935"/>
              <a:gd name="adj2" fmla="val 100381"/>
              <a:gd name="adj3" fmla="val 89534"/>
              <a:gd name="adj4" fmla="val 129993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קולטים נתונים למכתב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A651642-0916-3C89-5EEF-27241F151035}"/>
                  </a:ext>
                </a:extLst>
              </p14:cNvPr>
              <p14:cNvContentPartPr/>
              <p14:nvPr/>
            </p14:nvContentPartPr>
            <p14:xfrm>
              <a:off x="3008497" y="3853084"/>
              <a:ext cx="5054760" cy="169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A651642-0916-3C89-5EEF-27241F1510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4497" y="3745444"/>
                <a:ext cx="51624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D6E8362-A8D6-D183-A39D-9E074E2E455C}"/>
                  </a:ext>
                </a:extLst>
              </p14:cNvPr>
              <p14:cNvContentPartPr/>
              <p14:nvPr/>
            </p14:nvContentPartPr>
            <p14:xfrm>
              <a:off x="2712577" y="3890164"/>
              <a:ext cx="7256880" cy="1633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D6E8362-A8D6-D183-A39D-9E074E2E45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94937" y="3872164"/>
                <a:ext cx="7292520" cy="16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0FD594-FE6A-F398-1919-B8BA52FF4FAB}"/>
                  </a:ext>
                </a:extLst>
              </p14:cNvPr>
              <p14:cNvContentPartPr/>
              <p14:nvPr/>
            </p14:nvContentPartPr>
            <p14:xfrm>
              <a:off x="2930017" y="5623204"/>
              <a:ext cx="4779720" cy="51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0FD594-FE6A-F398-1919-B8BA52FF4F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76017" y="5515204"/>
                <a:ext cx="4887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398CC8-A432-FA4B-D7F9-9DEDD89C1273}"/>
                  </a:ext>
                </a:extLst>
              </p14:cNvPr>
              <p14:cNvContentPartPr/>
              <p14:nvPr/>
            </p14:nvContentPartPr>
            <p14:xfrm>
              <a:off x="3932977" y="5760004"/>
              <a:ext cx="3843720" cy="51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398CC8-A432-FA4B-D7F9-9DEDD89C127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78977" y="5652364"/>
                <a:ext cx="39513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312F9C2-BA89-4F78-AD09-852CC0E94786}"/>
                  </a:ext>
                </a:extLst>
              </p14:cNvPr>
              <p14:cNvContentPartPr/>
              <p14:nvPr/>
            </p14:nvContentPartPr>
            <p14:xfrm>
              <a:off x="3883657" y="6017404"/>
              <a:ext cx="3991320" cy="89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312F9C2-BA89-4F78-AD09-852CC0E9478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29657" y="5909404"/>
                <a:ext cx="409896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E408F00-36F0-3CA0-2954-65159E9B0B23}"/>
                  </a:ext>
                </a:extLst>
              </p14:cNvPr>
              <p14:cNvContentPartPr/>
              <p14:nvPr/>
            </p14:nvContentPartPr>
            <p14:xfrm>
              <a:off x="4168777" y="5888524"/>
              <a:ext cx="3666240" cy="60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E408F00-36F0-3CA0-2954-65159E9B0B2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15137" y="5780524"/>
                <a:ext cx="3773880" cy="27648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הסבר קווי 1 5">
            <a:extLst>
              <a:ext uri="{FF2B5EF4-FFF2-40B4-BE49-F238E27FC236}">
                <a16:creationId xmlns:a16="http://schemas.microsoft.com/office/drawing/2014/main" id="{4B4C8A74-C7B7-D146-D639-F60A92833378}"/>
              </a:ext>
            </a:extLst>
          </p:cNvPr>
          <p:cNvSpPr/>
          <p:nvPr/>
        </p:nvSpPr>
        <p:spPr>
          <a:xfrm flipH="1">
            <a:off x="310915" y="5344151"/>
            <a:ext cx="1929790" cy="1210425"/>
          </a:xfrm>
          <a:prstGeom prst="borderCallout1">
            <a:avLst>
              <a:gd name="adj1" fmla="val 52622"/>
              <a:gd name="adj2" fmla="val -84"/>
              <a:gd name="adj3" fmla="val 33673"/>
              <a:gd name="adj4" fmla="val -5465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מפעילים בחירת אפליקציה לשליחת המכתב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0C3AE6-5AD4-2068-234B-5E41D5C549D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13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883" y="2082611"/>
            <a:ext cx="2647301" cy="4701607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5596558" y="-9582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דוא"ל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AB923-51C4-017A-EA20-EAA6D7DE2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6">
            <a:extLst>
              <a:ext uri="{FF2B5EF4-FFF2-40B4-BE49-F238E27FC236}">
                <a16:creationId xmlns:a16="http://schemas.microsoft.com/office/drawing/2014/main" id="{6C4EA447-4973-BB26-EB41-CA934D154C1D}"/>
              </a:ext>
            </a:extLst>
          </p:cNvPr>
          <p:cNvSpPr/>
          <p:nvPr/>
        </p:nvSpPr>
        <p:spPr>
          <a:xfrm>
            <a:off x="1527917" y="2426890"/>
            <a:ext cx="6986818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 מכשיר קיימות אפליקציות שונות (כולל אפליקציה מובנית של מערכת אנדרואיד)...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לבחור מתאימה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F60163-9A77-5BDF-3607-293F88D98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05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0" y="2299071"/>
            <a:ext cx="908521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דוא"ל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נשלח אוטומטי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בגלל חשש ליצירת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spam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(דוא"ל זבל"),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החלטה סופית לשלוח או לא לשלוח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נשארת בידי המשתמש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110" y="1670217"/>
            <a:ext cx="2647034" cy="4701133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5596558" y="-9582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שליחת דוא"ל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C318E3-777C-A689-7934-3381695F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4A626B-2EA7-32A0-7992-69FEBDB26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1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627716" y="154390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שיחת טלפון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004513" y="1096825"/>
            <a:ext cx="924640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 רושמים אישור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03" y="1928351"/>
            <a:ext cx="8433146" cy="501973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759743" y="2694075"/>
            <a:ext cx="92464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זה מבקשים הרשאה ממשתמש: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 rotWithShape="1">
          <a:blip r:embed="rId3"/>
          <a:srcRect t="46671"/>
          <a:stretch/>
        </p:blipFill>
        <p:spPr>
          <a:xfrm>
            <a:off x="1716569" y="3995194"/>
            <a:ext cx="9476856" cy="8649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301E10-305F-5AAD-A8B0-2D92D39CC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32159-BD69-F8FD-5603-6B42937EA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2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627716" y="154390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שיחת טלפון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886526" y="1971896"/>
            <a:ext cx="924640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בחלק מגרסאות של מערכת אנדרואיד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צורך להוסיף הרשאה נוספת...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01E10-305F-5AAD-A8B0-2D92D39CC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466E52-05AB-A8EF-5BE7-4E803D7A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821" y="3429000"/>
            <a:ext cx="7727566" cy="28341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82CB449-AEE8-25E0-3092-9F61F1128B97}"/>
                  </a:ext>
                </a:extLst>
              </p14:cNvPr>
              <p14:cNvContentPartPr/>
              <p14:nvPr/>
            </p14:nvContentPartPr>
            <p14:xfrm>
              <a:off x="2231617" y="3391905"/>
              <a:ext cx="7465320" cy="1279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82CB449-AEE8-25E0-3092-9F61F1128B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3617" y="3373905"/>
                <a:ext cx="7500960" cy="13150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F106AA3-D48F-673D-503F-42969264E1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52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593120" y="219399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שיחת טלפון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 rotWithShape="1">
          <a:blip r:embed="rId2"/>
          <a:srcRect t="41316"/>
          <a:stretch/>
        </p:blipFill>
        <p:spPr>
          <a:xfrm>
            <a:off x="4167050" y="2792668"/>
            <a:ext cx="7661109" cy="769442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39" y="704947"/>
            <a:ext cx="3324391" cy="59041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EFBD37-624D-BAB1-28E6-D7A6A8291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43A982-8135-1BD7-3D9A-BBF441732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9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474384" y="50171"/>
            <a:ext cx="39458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שיחת טלפון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851182" y="1231035"/>
            <a:ext cx="92464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מפעילים אפליקציית תקן לשיחות טלפון: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726" y="2053882"/>
            <a:ext cx="8442291" cy="1002827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2" y="2000475"/>
            <a:ext cx="2714978" cy="4821801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005" y="3110115"/>
            <a:ext cx="2069183" cy="36748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7A5B1B-B69B-88C8-5947-104EE3049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DA360C-4535-FF9A-EEA1-E456EFD93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65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4838</TotalTime>
  <Words>396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Assistant</vt:lpstr>
      <vt:lpstr>Consolas</vt:lpstr>
      <vt:lpstr>Shmulik CLM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415</cp:revision>
  <dcterms:created xsi:type="dcterms:W3CDTF">2019-01-05T16:01:25Z</dcterms:created>
  <dcterms:modified xsi:type="dcterms:W3CDTF">2024-08-25T13:56:34Z</dcterms:modified>
</cp:coreProperties>
</file>