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74" r:id="rId3"/>
    <p:sldId id="276" r:id="rId4"/>
    <p:sldId id="258" r:id="rId5"/>
    <p:sldId id="277" r:id="rId6"/>
    <p:sldId id="278" r:id="rId7"/>
    <p:sldId id="305" r:id="rId8"/>
    <p:sldId id="303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3:41:50.3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1,'548'0,"-523"1,0 2,0 1,-1 1,28 9,-26-6,-1-2,1-1,45 4,624-8,-324-3,1978 2,-2325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3:41:52.7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1 322,'6'0,"0"-1,0 0,1-1,-1 1,8-5,20-4,20 3,-24 3,0 0,0-2,-1-1,49-19,-59 19,0 0,1 1,0 1,0 1,40-3,106 8,-75 1,942-2,-1009-2,0 0,-1-2,1-1,33-10,-33 7,0 2,1 0,49-3,-31 8,78-13,-55 6,0 3,121 5,-69 3,-108-3,142-6,-129 4,-1-2,1-1,-1 0,36-15,-41 12,2 1,-1 1,1 0,-1 1,1 2,25-3,-16 3,0-1,-1-2,42-13,-30 8,-15 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3:41:54.4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85,'36'-1,"-1"-1,56-12,-38 6,56 0,22-4,-34 3,178 6,-141 5,808-2,-908-2,59-10,-56 6,47-2,659 7,-357 3,-60-2,-302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3:41:56.5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0 222,'57'1,"-32"0,-1 0,1-1,-1-2,1 0,-1-2,47-13,-46 9,0 1,0 0,0 2,50-3,-43 3,0-1,-1-1,38-14,-41 11,1 1,1 2,-1 0,36-1,-43 7,0-1,0-1,-1-1,1-1,32-12,-25 8,0 2,0 1,33-2,7-2,-3 2,-1 3,107 6,-60 2,1985-3,-2073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0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224 153 13968 0 0,'-123'-21'6570'0'0,"49"13"-3339"0"0,72 7-2981 0 0,-19-9 626 0 0,17 6-37 0 0,14 4 542 0 0,27 15-1111 0 0,10 2-71 0 0,6-7-78 0 0,0-3-1 0 0,1-2 0 0 0,0-2 0 0 0,0-2 0 0 0,-1-3 1 0 0,60-10-1 0 0,-84 8-57 0 0,28-4 58 0 0,-1-2 0 0 0,-1-3 0 0 0,56-20 1 0 0,3-19 32 0 0,-60 24-58 0 0,-52 27-74 0 0,6-3 107 0 0,-16 11-89 0 0,2 2-35 0 0,-1 0-1 0 0,1 1 0 0 0,1 0 1 0 0,-1 0-1 0 0,-5 18 1 0 0,-16 58 19 0 0,22-70-19 0 0,-12 61 15 0 0,3-1 1 0 0,4 2-1 0 0,-1 87 0 0 0,-6 52 11 0 0,7-45-1 0 0,10-125-15 0 0,-2 1-1 0 0,-3 0 1 0 0,-1-1 0 0 0,-14 49 0 0 0,16-82-11 0 0,-2-2 1 0 0,0 1-1 0 0,0 0 0 0 0,-1-1 1 0 0,0 0-1 0 0,-1-1 0 0 0,-1 0 1 0 0,0 0-1 0 0,0-1 0 0 0,-1 0 1 0 0,-1 0-1 0 0,1-1 0 0 0,-1 0 1 0 0,-1-1-1 0 0,0-1 0 0 0,0 0 1 0 0,0 0-1 0 0,-1-1 0 0 0,0-1 1 0 0,0 0-1 0 0,0-1 0 0 0,-1 0 1 0 0,-15 2-1 0 0,18-6-2 0 0,0 1 0 0 0,0-2 0 0 0,0 1 0 0 0,0-2-1 0 0,0 1 1 0 0,0-1 0 0 0,1-1 0 0 0,-1 0 0 0 0,1-1 0 0 0,-14-6 0 0 0,-5-4 3 0 0,0-2 1 0 0,-32-23-1 0 0,37 23-1 0 0,1-1-1 0 0,1 0 0 0 0,1-2 1 0 0,0-1-1 0 0,1 0 0 0 0,2-2 1 0 0,-26-35-1 0 0,41 51-3 0 0,0-1 0 0 0,1 1 0 0 0,-1-1 0 0 0,1 1 0 0 0,0-1 0 0 0,1 0 0 0 0,0 0 0 0 0,0 0 0 0 0,0 0 0 0 0,1 0 0 0 0,0 0 0 0 0,0 0 0 0 0,1 0 0 0 0,0 0 0 0 0,0 0 0 0 0,1 1 0 0 0,0-1 0 0 0,0 0 0 0 0,5-11 0 0 0,-1 6 0 0 0,0-1 0 0 0,0 1 0 0 0,2 0 0 0 0,-1 0 0 0 0,2 1 0 0 0,-1 0 0 0 0,1 1 0 0 0,21-19 0 0 0,-24 25 0 0 0,-1 1 0 0 0,1-1 0 0 0,-1 1 0 0 0,1 0 0 0 0,0 1 0 0 0,0-1 0 0 0,0 1 0 0 0,1 0 0 0 0,-1 1 0 0 0,7-2 0 0 0,-9 3 1 0 0,-1-1-1 0 0,0 1 0 0 0,0 0 1 0 0,0 0-1 0 0,1 0 0 0 0,-1 0 1 0 0,0 0-1 0 0,0 1 0 0 0,0 0 1 0 0,0-1-1 0 0,0 1 0 0 0,1 0 1 0 0,-1 1-1 0 0,-1-1 0 0 0,1 0 1 0 0,0 1-1 0 0,0 0 0 0 0,-1 0 1 0 0,1-1-1 0 0,0 1 0 0 0,-1 1 1 0 0,4 3-1 0 0,8 15-3734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1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520 224 15576 0 0,'4'-2'1119'0'0,"12"-6"5"0"0,-14 7-789 0 0,-1-1 0 0 0,1 1 0 0 0,-1-1 0 0 0,0 0 0 0 0,1 0 0 0 0,-1 1 0 0 0,0-1 0 0 0,0 0 0 0 0,-1 0 0 0 0,2-3 0 0 0,3-5 115 0 0,-2 5-371 0 0,-1 0-1 0 0,0 1 1 0 0,0-1-1 0 0,0 0 1 0 0,0 0 0 0 0,-1 0-1 0 0,0 0 1 0 0,0 0 0 0 0,-1-1-1 0 0,1 1 1 0 0,-1 0-1 0 0,0 0 1 0 0,0 0 0 0 0,-1-1-1 0 0,1 1 1 0 0,-1 0 0 0 0,-1 0-1 0 0,1 0 1 0 0,-1 0-1 0 0,1 0 1 0 0,-4-5 0 0 0,3 6-35 0 0,0 0 0 0 0,0 0 0 0 0,-1 0 1 0 0,1 0-1 0 0,-1 0 0 0 0,0 0 0 0 0,0 1 1 0 0,0 0-1 0 0,0-1 0 0 0,-1 1 0 0 0,0 0 1 0 0,1 1-1 0 0,-1-1 0 0 0,0 1 0 0 0,0-1 1 0 0,-1 1-1 0 0,1 0 0 0 0,0 1 0 0 0,-1-1 1 0 0,1 1-1 0 0,-1 0 0 0 0,1 0 0 0 0,-1 0 1 0 0,-6 0-1 0 0,-4 2 30 0 0,-1 1-1 0 0,1 1 1 0 0,-1 0 0 0 0,1 1 0 0 0,0 1-1 0 0,1 0 1 0 0,-1 1 0 0 0,1 0 0 0 0,0 2-1 0 0,-23 15 1 0 0,12-6 49 0 0,0 2-1 0 0,2 0 1 0 0,0 2-1 0 0,-31 35 1 0 0,39-37-47 0 0,0 1 0 0 0,2 1-1 0 0,0 0 1 0 0,1 1 0 0 0,1 0 0 0 0,1 1 0 0 0,1 0 0 0 0,2 0 0 0 0,0 1-1 0 0,1 0 1 0 0,1 1 0 0 0,2-1 0 0 0,0 1 0 0 0,2 0 0 0 0,0-1 0 0 0,2 1-1 0 0,0 0 1 0 0,9 38 0 0 0,-9-59-63 0 0,0 1 1 0 0,0-1-1 0 0,1 0 0 0 0,-1 1 1 0 0,1-1-1 0 0,0 0 0 0 0,1 0 0 0 0,-1 0 1 0 0,1 0-1 0 0,0 0 0 0 0,0-1 0 0 0,0 1 1 0 0,0-1-1 0 0,0 0 0 0 0,1 0 1 0 0,-1 0-1 0 0,1 0 0 0 0,0-1 0 0 0,0 1 1 0 0,0-1-1 0 0,0 0 0 0 0,1 0 0 0 0,-1-1 1 0 0,0 1-1 0 0,1-1 0 0 0,-1 0 1 0 0,1 0-1 0 0,-1 0 0 0 0,10-1 0 0 0,-4 0 5 0 0,0 0 0 0 0,0-1 0 0 0,0 0 0 0 0,0-1 0 0 0,0 0 0 0 0,0 0 0 0 0,0-1 0 0 0,-1-1 0 0 0,0 1 0 0 0,1-1 0 0 0,-1-1 0 0 0,15-10 0 0 0,-2-2 3 0 0,-1-1 1 0 0,-1-1-1 0 0,0 0 0 0 0,-2-2 0 0 0,0 0 0 0 0,-1-1 1 0 0,-2-1-1 0 0,0 0 0 0 0,-1-1 0 0 0,-2-1 1 0 0,19-48-1 0 0,-15 31-9 0 0,-5 13-6 0 0,11-38 1 0 0,-22 61-7 0 0,1 4 0 0 0,-1 0 0 0 0,0 0 0 0 0,1 0 0 0 0,0 1 0 0 0,-1-1 0 0 0,1 0 0 0 0,0 1 0 0 0,0-1 0 0 0,-1 0 0 0 0,1 1 0 0 0,1-1 0 0 0,-1 1 0 0 0,0 0 0 0 0,0-1 0 0 0,0 1 0 0 0,1 0 0 0 0,-1 0 0 0 0,3-2 0 0 0,7-4 0 0 0,-11 7 0 0 0,1-1 0 0 0,-1 1 0 0 0,1 0 0 0 0,-1 0 0 0 0,0 0 0 0 0,1 0 0 0 0,-1 0 0 0 0,0 0 0 0 0,1 0 0 0 0,-1 0 0 0 0,1 0 0 0 0,-1 0-1 0 0,0 0 1 0 0,1 0 0 0 0,-1 0 0 0 0,1 0 0 0 0,-1 0 0 0 0,0 0 0 0 0,1 0 0 0 0,-1 0 0 0 0,1 0 0 0 0,-1 1 0 0 0,0-1 0 0 0,1 0 0 0 0,-1 0 0 0 0,1 1 0 0 0,0 1-1 0 0,1 0 0 0 0,0 1 1 0 0,-1-1-1 0 0,1 0 0 0 0,-1 1 1 0 0,0-1-1 0 0,0 1 0 0 0,0 0 1 0 0,0-1-1 0 0,-1 1 0 0 0,1 0 0 0 0,0 2 1 0 0,3 42-6 0 0,-3-27 5 0 0,2 85-6 0 0,-3-67 7 0 0,9 73 0 0 0,-8-107 13 0 0,0 1 0 0 0,1-1-1 0 0,-1 0 1 0 0,1 0 0 0 0,0 0-1 0 0,0 0 1 0 0,1 0 0 0 0,-1 0-1 0 0,1-1 1 0 0,-1 1 0 0 0,1-1-1 0 0,0 1 1 0 0,1-1 0 0 0,-1 0-1 0 0,0 0 1 0 0,1-1 0 0 0,0 1-1 0 0,-1-1 1 0 0,8 3 0 0 0,4 2-502 0 0,2 0 1 0 0,-1-1-1 0 0,27 5 0 0 0,-26-7-1343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2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1 292 1600 0 0,'1'-6'2067'0'0,"2"-3"-1997"0"0,0 1 0 0 0,1-1 1 0 0,0 0-1 0 0,8-12 1 0 0,-10 19-351 0 0,-2-5 445 0 0,-4 48 2508 0 0,2-31-2014 0 0,1 0 0 0 0,0 0 1 0 0,0 0-1 0 0,2 12 0 0 0,13 63 3336 0 0,29 93 0 0 0,-35-154-3372 0 0,1-1 0 0 0,1 0 0 0 0,13 23-1 0 0,-10-22 208 0 0,-2 0-1 0 0,13 37 0 0 0,-11-29 138 0 0,-4-21-141 0 0,-9-11-784 0 0,0 0 0 0 0,1 0 0 0 0,-1 0 0 0 0,0 0 0 0 0,0 0-1 0 0,1 0 1 0 0,-1-1 0 0 0,0 1 0 0 0,1 0 0 0 0,-1 0 0 0 0,0 0 0 0 0,0 0 0 0 0,0-1 0 0 0,1 1 0 0 0,-1 0 0 0 0,0 0 0 0 0,0 0 0 0 0,0-1 0 0 0,1 1 0 0 0,-1 0 0 0 0,0 0 0 0 0,0-1 0 0 0,0 1-1 0 0,0 0 1 0 0,0-1 0 0 0,0 1 0 0 0,0 0 0 0 0,1 0 0 0 0,-1-1 0 0 0,0 1 0 0 0,0 0 0 0 0,0-1 0 0 0,0 1 0 0 0,0 0 0 0 0,0-1 0 0 0,-1 1 0 0 0,1 0 0 0 0,0 0 0 0 0,0-1 0 0 0,6-86 335 0 0,-5 53-194 0 0,9-59 1 0 0,4 40-22 0 0,2 0 1 0 0,38-83 0 0 0,-45 116-130 0 0,22-48 89 0 0,4 1 1 0 0,2 2 0 0 0,72-96-1 0 0,-97 153 14 0 0,-6 15-101 0 0,-3 23-22 0 0,-9 33-341 0 0,3-42-2850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4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379 296 2208 0 0,'0'0'4132'0'0,"4"-2"-3448"0"0,133-45 4854 0 0,-134 46-5260 0 0,0-1 0 0 0,1 1 0 0 0,-1-1 0 0 0,0 0 0 0 0,-1 0 0 0 0,1 0 0 0 0,0 0 0 0 0,-1 0 0 0 0,1-1 0 0 0,-1 1 0 0 0,1-1 0 0 0,-1 1 0 0 0,0-1 0 0 0,0 0 0 0 0,0 0 0 0 0,-1 0 0 0 0,1 0 0 0 0,-1 0 0 0 0,3-7 0 0 0,-4 5-83 0 0,1 0-1 0 0,0-1 1 0 0,-1 1 0 0 0,0 0-1 0 0,0 0 1 0 0,-1-1-1 0 0,1 1 1 0 0,-1 0-1 0 0,0 0 1 0 0,-1-1-1 0 0,-2-7 1 0 0,1 5-28 0 0,0 0 0 0 0,-1 1 0 0 0,0-1 0 0 0,0 1 0 0 0,0 0 0 0 0,-1 0 0 0 0,0 0 1 0 0,-1 0-1 0 0,0 1 0 0 0,1 0 0 0 0,-2 0 0 0 0,1 1 0 0 0,-8-5 0 0 0,9 6-43 0 0,-1 1 0 0 0,0 1 1 0 0,0-1-1 0 0,0 1 0 0 0,0 0 0 0 0,0 0 0 0 0,-1 1 0 0 0,1 0 1 0 0,0 0-1 0 0,-1 0 0 0 0,1 1 0 0 0,-1 0 0 0 0,1 0 1 0 0,-1 0-1 0 0,1 1 0 0 0,0 0 0 0 0,-13 4 0 0 0,6 0 18 0 0,0 0 0 0 0,1 0 0 0 0,-1 1 0 0 0,1 1-1 0 0,0 0 1 0 0,-10 9 0 0 0,-62 56 536 0 0,83-72-674 0 0,-13 14 108 0 0,1 1 0 0 0,0 0 0 0 0,2 1 0 0 0,-1 0 1 0 0,2 1-1 0 0,0 0 0 0 0,-14 33 0 0 0,2 10 207 0 0,-15 65 0 0 0,31-103-249 0 0,3-10-16 0 0,1 0 0 0 0,0 0-1 0 0,1 0 1 0 0,0 0 0 0 0,1 0-1 0 0,1 0 1 0 0,0 0 0 0 0,0 1 0 0 0,1-2-1 0 0,1 1 1 0 0,0 0 0 0 0,0 0-1 0 0,8 16 1 0 0,-9-26-39 0 0,-1 1-1 0 0,0-1 1 0 0,1 1-1 0 0,0-1 1 0 0,-1 0 0 0 0,1 1-1 0 0,0-1 1 0 0,0 0-1 0 0,0 0 1 0 0,1-1-1 0 0,-1 1 1 0 0,0 0 0 0 0,1-1-1 0 0,-1 1 1 0 0,1-1-1 0 0,-1 0 1 0 0,1 0 0 0 0,0 0-1 0 0,-1 0 1 0 0,5 1-1 0 0,-4-2-2 0 0,1 0-1 0 0,0-1 1 0 0,0 1-1 0 0,-1-1 1 0 0,1 1-1 0 0,0-1 1 0 0,-1 0-1 0 0,1 0 1 0 0,-1-1-1 0 0,0 1 1 0 0,1-1-1 0 0,-1 0 1 0 0,5-3-1 0 0,8-7 14 0 0,-1-1-1 0 0,-1 0 0 0 0,0-1 1 0 0,19-25-1 0 0,-30 35-18 0 0,19-25 45 0 0,-2-2 1 0 0,-1 0 0 0 0,16-37-1 0 0,-17 42-18 0 0,-12 20-24 0 0,0-1 0 0 0,0 0 1 0 0,-1 0-1 0 0,8-15 0 0 0,-10 16-1 0 0,-2 5-8 0 0,16-12 8 0 0,-8 7-8 0 0,-8 5 1 0 0,1 1-1 0 0,-1 0 1 0 0,1-1-1 0 0,-1 1 0 0 0,1 0 1 0 0,-1 0-1 0 0,0 0 1 0 0,1 0-1 0 0,-1 1 1 0 0,1-1-1 0 0,-1 0 1 0 0,1 1-1 0 0,-1-1 1 0 0,0 0-1 0 0,1 1 1 0 0,-1 0-1 0 0,0-1 1 0 0,1 1-1 0 0,-1 0 1 0 0,0 0-1 0 0,0-1 1 0 0,0 1-1 0 0,0 0 1 0 0,0 0-1 0 0,0 0 1 0 0,0 1-1 0 0,0-1 0 0 0,0 0 1 0 0,0 0-1 0 0,0 0 1 0 0,-1 1-1 0 0,1-1 1 0 0,-1 0-1 0 0,2 3 1 0 0,1 1 3 0 0,6 11-3 0 0,-1 1-1 0 0,0-1 1 0 0,-1 1-1 0 0,-1 1 1 0 0,6 22-1 0 0,9 27 0 0 0,-15-50 0 0 0,1 1 0 0 0,1-1 0 0 0,1 0 0 0 0,1-1 0 0 0,0 0 0 0 0,1-1 0 0 0,15 17 0 0 0,-19-24 0 0 0,1-1 0 0 0,1 0 0 0 0,-1 0 0 0 0,1-1 0 0 0,0-1 0 0 0,1 1 0 0 0,-1-1 0 0 0,1-1 0 0 0,0 0 0 0 0,0 0 0 0 0,0-1 0 0 0,1 0 0 0 0,-1-1 0 0 0,13 2 0 0 0,-8-3 5 0 0,1 1-1 0 0,0-2 1 0 0,-1 0-1 0 0,1-1 1 0 0,0 0-1 0 0,-1-1 1 0 0,1-1 0 0 0,-1-1-1 0 0,0 0 1 0 0,0-1-1 0 0,17-8 1 0 0,-28 12 17 0 0,1-1-208 0 0,11-9-3390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6.5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92 122 11352 0 0,'0'0'1684'0'0,"0"-5"-1391"0"0,-3-8-165 0 0,0 0 0 0 0,-1 1 0 0 0,0-1 1 0 0,-1 1-1 0 0,0 0 0 0 0,-8-14 0 0 0,11 24-2 0 0,-18-12 3924 0 0,19 14-3950 0 0,0 1-1 0 0,1-1 1 0 0,-1 1 0 0 0,0-1-1 0 0,0 0 1 0 0,0 1 0 0 0,0-1-1 0 0,0 1 1 0 0,0 0 0 0 0,1-1-1 0 0,-1 1 1 0 0,0 0-1 0 0,1-1 1 0 0,-1 1 0 0 0,0 0-1 0 0,1 0 1 0 0,-1 0 0 0 0,1-1-1 0 0,-1 1 1 0 0,1 0 0 0 0,-1 0-1 0 0,1 0 1 0 0,0 0-1 0 0,-1 0 1 0 0,1 0 0 0 0,0 0-1 0 0,0 1 1 0 0,-7 40 1233 0 0,3-15-635 0 0,2-20-540 0 0,1 1 0 0 0,0-1 0 0 0,1 1-1 0 0,-1 0 1 0 0,1-1 0 0 0,1 1 0 0 0,-1 0 0 0 0,2-1-1 0 0,-1 1 1 0 0,1-1 0 0 0,2 9 0 0 0,6 13 273 0 0,20 40-1 0 0,-16-38-274 0 0,85 172 873 0 0,38 95 20 0 0,-130-272-942 0 0,-1 1 0 0 0,-1 0-1 0 0,-1 1 1 0 0,-2-1-1 0 0,0 1 1 0 0,-4 36-1 0 0,1-17 111 0 0,1-45-146 0 0,0-2-70 0 0,0 0 0 0 0,0 1 0 0 0,-1-1 0 0 0,1 0 0 0 0,0 0 0 0 0,0 1 1 0 0,-1-1-1 0 0,1 0 0 0 0,0 0 0 0 0,-1 0 0 0 0,1 1 0 0 0,0-1 0 0 0,-1 0 0 0 0,1 0 1 0 0,0 0-1 0 0,-1 0 0 0 0,1 0 0 0 0,0 0 0 0 0,-1 0 0 0 0,1 0 0 0 0,-1 0 0 0 0,1 0 1 0 0,0 0-1 0 0,-1 0 0 0 0,1 0 0 0 0,0 0 0 0 0,-1 0 0 0 0,1 0 0 0 0,0 0 0 0 0,-1-1 0 0 0,-7-8-3651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904 1 17791 0 0,'0'0'4506'0'0,"-2"4"-4205"0"0,-7 13-80 0 0,0-1 0 0 0,0 0 0 0 0,-21 24 0 0 0,4-4 0 0 0,-97 132 554 0 0,34-49-342 0 0,-347 437 1273 0 0,423-540-1660 0 0,-121 134 500 0 0,130-146-568 0 0,-13 11 365 0 0,14-16-132 0 0,7-10-153 0 0,5-6 16 0 0,0 0 0 0 0,1 1 0 0 0,1 0 0 0 0,1 1 0 0 0,0 0 0 0 0,26-23 1 0 0,-8 11-1961 0 0,67-43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9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1400 0 0,'0'0'1744'0'0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9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101 859 12864 0 0,'0'0'770'0'0,"0"5"46"0"0,0 4-407 0 0,-1 0-1 0 0,0-1 1 0 0,-1 1-1 0 0,0 0 1 0 0,0-1-1 0 0,-1 1 1 0 0,-6 14-1 0 0,-36 57 3012 0 0,44-79-3355 0 0,-22 34 2043 0 0,21-33-1758 0 0,-7 9 1006 0 0,34-162 509 0 0,-5 45-1651 0 0,40-165 270 0 0,-38 198-346 0 0,2-12 46 0 0,4 2 1 0 0,50-103-1 0 0,-65 154-105 0 0,-11 26-51 0 0,0 0-1 0 0,0 0 0 0 0,1 1 1 0 0,0-1-1 0 0,0 1 0 0 0,5-7 1 0 0,-7 10 33 0 0,10-4 23 0 0,-3 39-53 0 0,-1 0 0 0 0,1 39 0 0 0,4 15 5 0 0,-6-48-19 0 0,16 72 4 0 0,-4-29-8 0 0,2 11 14 0 0,-20-91-26 0 0,1 0 1 0 0,-1-1-1 0 0,1 1 1 0 0,0 0-1 0 0,-1-1 0 0 0,1 1 1 0 0,0-1-1 0 0,0 1 1 0 0,0-1-1 0 0,0 1 0 0 0,0-1 1 0 0,1 0-1 0 0,-1 1 1 0 0,0-1-1 0 0,0 0 1 0 0,3 2-1 0 0,-3-3 0 0 0,0 0-1 0 0,1 1 1 0 0,-1-1-1 0 0,0 0 1 0 0,0 0-1 0 0,0 1 1 0 0,0-1 0 0 0,0 0-1 0 0,1 0 1 0 0,-1-1-1 0 0,0 1 1 0 0,0 0-1 0 0,0 0 1 0 0,0 0-1 0 0,0-1 1 0 0,0 1 0 0 0,0 0-1 0 0,1-1 1 0 0,0 0-1 0 0,3-3 1 0 0,0 1 0 0 0,0-1 0 0 0,0-1 1 0 0,0 1-1 0 0,-1 0 0 0 0,1-1 0 0 0,5-9 0 0 0,15-25 8 0 0,-2-1 0 0 0,23-54 1 0 0,-22 43-2 0 0,23-57 4 0 0,-35 76-5 0 0,1 0 1 0 0,1 2-1 0 0,2 0 1 0 0,1 0 0 0 0,36-46-1 0 0,-53 76-5 0 0,0 0 0 0 0,0-1 0 0 0,0 1-1 0 0,0 0 1 0 0,0-1 0 0 0,1 1 0 0 0,-1 0 0 0 0,0-1 0 0 0,0 1-1 0 0,1 0 1 0 0,-1 0 0 0 0,0-1 0 0 0,0 1 0 0 0,1 0 0 0 0,-1 0 0 0 0,0-1-1 0 0,1 1 1 0 0,-1 0 0 0 0,0 0 0 0 0,1 0 0 0 0,-1 0 0 0 0,0-1-1 0 0,1 1 1 0 0,-1 0 0 0 0,0 0 0 0 0,1 0 0 0 0,-1 0 0 0 0,1 0-1 0 0,-1 0 1 0 0,0 0 0 0 0,1 0 0 0 0,-1 0 0 0 0,0 0 0 0 0,1 0-1 0 0,-1 0 1 0 0,1 1 0 0 0,-1-1 0 0 0,0 0 0 0 0,1 0 0 0 0,-1 0-1 0 0,0 0 1 0 0,1 1 0 0 0,3 19 22 0 0,-7 36-22 0 0,3-52 5 0 0,-8 227 28 0 0,1-13-6 0 0,7-214-28 0 0,-5 59 20 0 0,-3-1 1 0 0,-28 111-1 0 0,22-116-12 0 0,9-33 3 0 0,-14 41-1 0 0,14-53 1 0 0,1-3-3675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20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8 11256 0 0,'0'0'4413'0'0,"-4"-1"-3961"0"0,-13-5 49 0 0,15 6-313 0 0,0 1 1 0 0,-1 0-1 0 0,1 0 0 0 0,0 0 1 0 0,0 0-1 0 0,0 0 0 0 0,-1 0 1 0 0,1 0-1 0 0,1 1 0 0 0,-1-1 1 0 0,-3 4-1 0 0,3-3-58 0 0,0-1 0 0 0,0 1 0 0 0,0 0-1 0 0,0 0 1 0 0,1 0 0 0 0,-1 0 0 0 0,1 0 0 0 0,-1 0 0 0 0,1 1-1 0 0,0-1 1 0 0,0 0 0 0 0,0 1 0 0 0,0-1 0 0 0,0 1-1 0 0,1-1 1 0 0,-1 5 0 0 0,-2 42 1281 0 0,3-41-1257 0 0,3 84 1277 0 0,-3 61-243 0 0,-30 181 765 0 0,22-280-1683 0 0,5-33-120 0 0,0-1-1 0 0,0 24 0 0 0,-6 57 594 0 0,9-99-624 0 0,7-3-98 0 0,1-1 1 0 0,0 0-1 0 0,0 0 0 0 0,-1 0 1 0 0,1-1-1 0 0,-1 0 0 0 0,12-7 1 0 0,12-5 31 0 0,9 3-27 0 0,1 1 0 0 0,0 2 0 0 0,74-6 1 0 0,-104 14-26 0 0,47-7 23 0 0,0-2-1 0 0,76-24 0 0 0,-58 19 10 0 0,-10 3 32 0 0,-64 11-45 0 0,-1 2-23 0 0,-1-1 0 0 0,1 1 0 0 0,0 0 0 0 0,-1-1-1 0 0,1 1 1 0 0,-1-1 0 0 0,1 1 0 0 0,-1 0-1 0 0,1-1 1 0 0,-1 1 0 0 0,1 0 0 0 0,-1 0 0 0 0,0-1-1 0 0,1 1 1 0 0,-1 0 0 0 0,0 0 0 0 0,0 0-1 0 0,1-1 1 0 0,-1 1 0 0 0,0 0 0 0 0,0 0 0 0 0,0 0-1 0 0,0 0 1 0 0,0-1 0 0 0,-1 3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36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195 207 14168 0 0,'0'0'1149'0'0,"-1"-4"-513"0"0,-5-14-47 0 0,4 14-257 0 0,-10-1-25 0 0,7 3-308 0 0,1 0 1 0 0,-1 1-1 0 0,1 0 0 0 0,-1 0 1 0 0,0 0-1 0 0,1 0 0 0 0,-1 1 1 0 0,0 0-1 0 0,0 0 0 0 0,1 0 1 0 0,-1 1-1 0 0,0-1 0 0 0,0 1 1 0 0,1 0-1 0 0,-1 1 0 0 0,1-1 1 0 0,-1 1-1 0 0,-6 3 0 0 0,0-1 0 0 0,-39 13 1920 0 0,33-15 5324 0 0,19 0-7185 0 0,1 0 0 0 0,0 0 0 0 0,1 0 0 0 0,-1-1 0 0 0,0 1 0 0 0,0-1 0 0 0,1 1 0 0 0,-1-1 0 0 0,1 0 0 0 0,-1-1 0 0 0,1 1 0 0 0,-1-1 0 0 0,1 1 0 0 0,7-1 0 0 0,61-6 538 0 0,-41 2-349 0 0,158-26 418 0 0,-95 12-488 0 0,122-5 118 0 0,-134 17-154 0 0,97-20 1 0 0,-126 16-105 0 0,-27 6 15 0 0,0-2 0 0 0,41-13 0 0 0,-17 3 12 0 0,-37 12-27 0 0,0 0-1 0 0,1-1 0 0 0,-2 0 0 0 0,15-9 0 0 0,-18 11-6 0 0,-7 2-26 0 0,-1 1-1 0 0,1-1 1 0 0,-1 0-1 0 0,1 1 0 0 0,-1-1 1 0 0,1 0-1 0 0,-1 0 1 0 0,0 0-1 0 0,0 0 1 0 0,1 0-1 0 0,-1 0 0 0 0,0 0 1 0 0,0 0-1 0 0,2-3 1 0 0,-1 2 5 0 0,-14 8-1 0 0,11-2-8 0 0,-1-1 0 0 0,0 1 0 0 0,1 0 0 0 0,0-1 0 0 0,0 1 0 0 0,0 0 0 0 0,0 0 0 0 0,0 0 0 0 0,1 0 0 0 0,0 0 0 0 0,0 0 0 0 0,0 5 0 0 0,0 8 0 0 0,-2 43 0 0 0,2 0 0 0 0,3 0 0 0 0,3 0 0 0 0,2-1 0 0 0,3 0 0 0 0,2 0 0 0 0,3-1 0 0 0,2-1 0 0 0,3-1 0 0 0,2-1 0 0 0,3-1 0 0 0,35 56 0 0 0,-59-107 0 0 0,89 161 0 0 0,-80-141 0 0 0,-1 0 0 0 0,-1 1 0 0 0,-2 0 0 0 0,0 1 0 0 0,4 35 0 0 0,-10-50 0 0 0,-1 0 0 0 0,0 0 0 0 0,-1 0 0 0 0,0-1 0 0 0,0 1 0 0 0,-1 0 0 0 0,-1-1 0 0 0,0 1 0 0 0,0-1 0 0 0,0 0 0 0 0,-1 0 0 0 0,-1 0 0 0 0,1-1 0 0 0,-2 1 0 0 0,-8 11 0 0 0,-9 7 2 0 0,-1 0 0 0 0,-50 43 0 0 0,67-64-1 0 0,-12 11 1 0 0,-1-2 1 0 0,0 0-1 0 0,-1 0 0 0 0,-1-2 1 0 0,0-1-1 0 0,-38 15 0 0 0,48-22 1 0 0,-1-1-1 0 0,0-1 0 0 0,-1 0 0 0 0,1 0 0 0 0,0-2 0 0 0,-1 1 0 0 0,1-2 0 0 0,-1 0 0 0 0,0 0 0 0 0,1-1 0 0 0,-1-1 1 0 0,1 0-1 0 0,0-1 0 0 0,-13-5 0 0 0,-8-5 3 0 0,0-1-1 0 0,2-1 1 0 0,0-2 0 0 0,-59-42-1 0 0,76 48-1 0 0,0-1-1 0 0,2 0 0 0 0,-1-1 0 0 0,1 0 0 0 0,1-1 0 0 0,0-1 0 0 0,1 0 1 0 0,1-1-1 0 0,0 0 0 0 0,2 0 0 0 0,-12-28 0 0 0,18 37-2 0 0,1 1 0 0 0,-1-1 0 0 0,1 0 0 0 0,1 1 0 0 0,0-1 0 0 0,0 0 0 0 0,0 0 0 0 0,0 1 0 0 0,1-1 0 0 0,1 0 0 0 0,-1 1 0 0 0,1-1 1 0 0,0 1-1 0 0,0-1 0 0 0,1 1 0 0 0,0 0 0 0 0,0 0 0 0 0,5-7 0 0 0,-5 8-1 0 0,0 0 1 0 0,0 1 0 0 0,1-1-1 0 0,0 1 1 0 0,0 0 0 0 0,0 0-1 0 0,1 0 1 0 0,-1 1 0 0 0,1 0 0 0 0,0 0-1 0 0,0 0 1 0 0,0 0 0 0 0,0 1-1 0 0,0-1 1 0 0,1 1 0 0 0,-1 1-1 0 0,1-1 1 0 0,-1 1 0 0 0,1 0-1 0 0,0 0 1 0 0,-1 1 0 0 0,7-1-1 0 0,16 5-3762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37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 54 16983 0 0,'0'0'6471'0'0,"-4"4"-6348"0"0,-12 9 5 0 0,14-13-110 0 0,1 0 0 0 0,-1 0 0 0 0,1 0 0 0 0,-1 0 0 0 0,0 0 0 0 0,1 0 1 0 0,-1-1-1 0 0,0 1 0 0 0,1 0 0 0 0,-1-1 0 0 0,1 1 0 0 0,-1-1 1 0 0,1 0-1 0 0,-1 1 0 0 0,1-1 0 0 0,0 0 0 0 0,-1 0 0 0 0,1 0 0 0 0,0 0 1 0 0,-2-2-1 0 0,2 2 13 0 0,-21-21 261 0 0,21 19-243 0 0,-1 1 1 0 0,0-1-1 0 0,0 1 1 0 0,0 0-1 0 0,0 0 1 0 0,0 0-1 0 0,-1 0 1 0 0,1 0-1 0 0,-1 0 0 0 0,1 1 1 0 0,-1-1-1 0 0,1 1 1 0 0,-1 0-1 0 0,0-1 1 0 0,0 1-1 0 0,-5-1 1 0 0,0 1 55 0 0,1 0 0 0 0,-1 0 0 0 0,0 0 0 0 0,0 1 0 0 0,0 1 0 0 0,1-1 0 0 0,-10 3 0 0 0,12-2-53 0 0,0 1 0 0 0,0 0 0 0 0,0 1-1 0 0,0 0 1 0 0,0-1 0 0 0,0 1-1 0 0,1 1 1 0 0,-1-1 0 0 0,1 1 0 0 0,0 0-1 0 0,-4 4 1 0 0,-18 20 127 0 0,2 1 0 0 0,1 1 0 0 0,1 1 0 0 0,-35 65 0 0 0,51-81-134 0 0,1 0 1 0 0,0 0 0 0 0,0 1-1 0 0,2 0 1 0 0,0 0 0 0 0,1-1-1 0 0,-1 31 1 0 0,4-18 3 0 0,0 0 0 0 0,2 0 0 0 0,9 43 0 0 0,-9-61-29 0 0,-1-1 1 0 0,1 0-1 0 0,1 0 0 0 0,0 0 1 0 0,0 0-1 0 0,1-1 0 0 0,6 9 1 0 0,-9-13-10 0 0,1 0 1 0 0,1 0 0 0 0,-1-1 0 0 0,0 1-1 0 0,1-1 1 0 0,0 0 0 0 0,-1 0 0 0 0,1 0-1 0 0,0-1 1 0 0,1 0 0 0 0,-1 1 0 0 0,0-1 0 0 0,1-1-1 0 0,-1 1 1 0 0,10 2 0 0 0,-6-3 6 0 0,0 0 1 0 0,0-1-1 0 0,0 1 0 0 0,0-1 1 0 0,0-1-1 0 0,0 0 0 0 0,0 0 1 0 0,0 0-1 0 0,0-1 1 0 0,-1 0-1 0 0,1-1 0 0 0,0 0 1 0 0,8-4-1 0 0,-6 1 0 0 0,1-1-1 0 0,-2 0 1 0 0,1 0-1 0 0,-1-1 1 0 0,0 0-1 0 0,-1 0 1 0 0,0-1 0 0 0,8-11-1 0 0,3-9 17 0 0,-1-1 0 0 0,-1-1 0 0 0,-2-1 1 0 0,-1 0-1 0 0,12-39 0 0 0,-15 28 8 0 0,13-79 0 0 0,-9 31-2 0 0,-7 65-32 0 0,-8 26-8 0 0,0-1 0 0 0,0 1 0 0 0,0 0 0 0 0,0 0 0 0 0,1-1 0 0 0,-1 1 0 0 0,0 0 0 0 0,0 0 0 0 0,0-1 0 0 0,0 1 0 0 0,0 0 0 0 0,1 0 0 0 0,-1-1 0 0 0,0 1 0 0 0,0 0 0 0 0,0 0 0 0 0,1 0 0 0 0,-1 0 1 0 0,0-1-1 0 0,0 1 0 0 0,0 0 0 0 0,1 0 0 0 0,-1 0 0 0 0,0 0 0 0 0,1 0 0 0 0,-1 0 0 0 0,0 0 0 0 0,0 0 0 0 0,1-1 0 0 0,-1 1 0 0 0,0 0 0 0 0,0 0 0 0 0,1 0 0 0 0,-1 0 0 0 0,0 0 0 0 0,1 1 0 0 0,-1-1 0 0 0,0 0 0 0 0,0 0 0 0 0,1 0 0 0 0,-1 0 0 0 0,0 0 0 0 0,0 0 0 0 0,1 0 1 0 0,-1 0-1 0 0,0 1 0 0 0,0-1 0 0 0,1 0 0 0 0,-1 0 0 0 0,0 0 0 0 0,0 1 0 0 0,0-1 0 0 0,0 0 0 0 0,1 0 0 0 0,-1 0 0 0 0,0 1 0 0 0,0-1 0 0 0,0 0 0 0 0,0 0 0 0 0,0 1 0 0 0,0-1 0 0 0,1 0 0 0 0,-1 0 0 0 0,0 1 0 0 0,0-1 0 0 0,0 0 0 0 0,0 1 0 0 0,49 106 15 0 0,-19-36-15 0 0,-11-30-1 0 0,-5-9 3 0 0,1 0-1 0 0,2 0 1 0 0,1-2 0 0 0,31 40 0 0 0,-39-57 0 0 0,1-1 0 0 0,1 0 0 0 0,0 0 0 0 0,15 11 0 0 0,-22-20-1 0 0,0 0 1 0 0,0 0-1 0 0,0-1 1 0 0,0 1-1 0 0,0-1 0 0 0,0 0 1 0 0,1-1-1 0 0,-1 1 1 0 0,1-1-1 0 0,0 0 1 0 0,-1-1-1 0 0,1 1 1 0 0,0-1-1 0 0,-1 0 1 0 0,11-2-1 0 0,22-9 24 0 0,-24 4-3711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39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1 271 17383 0 0,'0'0'2887'0'0,"4"-4"-2198"0"0,13-9 388 0 0,36-22 0 0 0,-51 34-895 0 0,19 27 390 0 0,-2 22-119 0 0,19 68 0 0 0,-22-62-72 0 0,25 55-1 0 0,70 149 1172 0 0,-100-232-1249 0 0,1-1 0 0 0,1 0 0 0 0,2-1 0 0 0,28 36-1 0 0,-41-57-214 0 0,-2-3-84 0 0,0 0 1 0 0,0 0-1 0 0,0 0 0 0 0,0 0 0 0 0,0 0 0 0 0,0 1 0 0 0,0-1 0 0 0,0 0 0 0 0,0 0 0 0 0,0 0 0 0 0,1 0 0 0 0,-1 0 0 0 0,0 0 0 0 0,0 0 0 0 0,0 1 0 0 0,0-1 0 0 0,0 0 0 0 0,1 0 0 0 0,-1 0 0 0 0,0 0 0 0 0,0 0 0 0 0,0 0 0 0 0,0 0 0 0 0,1 0 0 0 0,-1 0 0 0 0,0 0 0 0 0,0 0 0 0 0,0 0 0 0 0,0 0 0 0 0,1 0 0 0 0,-1 0 0 0 0,0 0 0 0 0,0 0 0 0 0,0 0 0 0 0,0 0 0 0 0,0 0 0 0 0,1 0 0 0 0,-1 0 0 0 0,0 0 0 0 0,0 0 0 0 0,0 0 1 0 0,0-1-1 0 0,0 1 0 0 0,1 0 0 0 0,-1 0 0 0 0,0 0 0 0 0,0 0 0 0 0,0 0 0 0 0,0 0 0 0 0,0 0 0 0 0,0-1 0 0 0,0 1 0 0 0,1 0 0 0 0,-1 0 0 0 0,0 0 0 0 0,0 0 0 0 0,0 0 0 0 0,0-1 0 0 0,0 1 0 0 0,0 0 0 0 0,0 0 0 0 0,0 0 0 0 0,0 0 0 0 0,0-1 0 0 0,0 1 0 0 0,8-11 69 0 0,-7-2-44 0 0,0 0-1 0 0,-1 0 1 0 0,-1 0-1 0 0,0 0 1 0 0,-6-24-1 0 0,3 8 5 0 0,3 24-28 0 0,-5-35 49 0 0,2 1-1 0 0,1-1 0 0 0,5-70 1 0 0,7 28 51 0 0,4 1 0 0 0,45-154-1 0 0,-36 154-48 0 0,-14 48-15 0 0,18-44 0 0 0,-11 52 57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40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801 178 16983 0 0,'0'0'4399'0'0,"-4"0"-4044"0"0,3 0-325 0 0,-1-1 1 0 0,1 1 0 0 0,-1 0 0 0 0,1-1-1 0 0,-1 1 1 0 0,1-1 0 0 0,0 1 0 0 0,-1-1 0 0 0,1 0-1 0 0,0 0 1 0 0,-1 0 0 0 0,1 0 0 0 0,0 1-1 0 0,0-2 1 0 0,0 1 0 0 0,0 0 0 0 0,0 0-1 0 0,0 0 1 0 0,0 0 0 0 0,0-1 0 0 0,1 1-1 0 0,-1 0 1 0 0,0-1 0 0 0,1 1 0 0 0,-1 0-1 0 0,1-1 1 0 0,-1-1 0 0 0,-8-15 118 0 0,2 6-3 0 0,-1 0 0 0 0,0 0-1 0 0,0 1 1 0 0,-2 0-1 0 0,1 1 1 0 0,-13-11 0 0 0,17 16-42 0 0,-1 1 0 0 0,0-1 1 0 0,-1 1-1 0 0,1 1 1 0 0,-1-1-1 0 0,1 1 1 0 0,-1 0-1 0 0,0 1 0 0 0,0-1 1 0 0,0 1-1 0 0,-1 1 1 0 0,1-1-1 0 0,-12 1 1 0 0,1 1 42 0 0,0 2 1 0 0,0 0 0 0 0,0 1 0 0 0,0 1 0 0 0,0 1 0 0 0,1 1 0 0 0,-1 0 0 0 0,2 1-1 0 0,-1 0 1 0 0,1 2 0 0 0,0 0 0 0 0,-27 21 0 0 0,-6 8 117 0 0,2 3 1 0 0,-58 65-1 0 0,86-86-179 0 0,1 0 0 0 0,0 1 0 0 0,2 1-1 0 0,-14 26 1 0 0,25-41-58 0 0,1 1 0 0 0,1 0 1 0 0,0 1-1 0 0,0-1 0 0 0,0 0 0 0 0,1 1 0 0 0,0-1 0 0 0,1 1 0 0 0,0 0 0 0 0,0 0 0 0 0,1 0 0 0 0,0-1 0 0 0,1 1 1 0 0,0 0-1 0 0,0 0 0 0 0,4 11 0 0 0,-3-15-13 0 0,0 1 0 0 0,1-1 1 0 0,0 0-1 0 0,0 0 0 0 0,0 0 0 0 0,1 0 1 0 0,0 0-1 0 0,0-1 0 0 0,0 0 1 0 0,0 0-1 0 0,1 0 0 0 0,0 0 0 0 0,0-1 1 0 0,0 1-1 0 0,0-1 0 0 0,6 2 1 0 0,3 2 8 0 0,0-1 0 0 0,0-1 0 0 0,0 0 1 0 0,1-1-1 0 0,17 3 0 0 0,-11-4-4 0 0,-1 0 0 0 0,1-2-1 0 0,0 0 1 0 0,0-1 0 0 0,-1-2 0 0 0,1 0 0 0 0,-1-1-1 0 0,38-10 1 0 0,-48 9-5 0 0,0 1 0 0 0,0-2 0 0 0,0 1 0 0 0,-1-1 0 0 0,0-1 0 0 0,0 1-1 0 0,-1-2 1 0 0,1 1 0 0 0,-1-1 0 0 0,0 0 0 0 0,-1-1 0 0 0,0 0 0 0 0,0 0 0 0 0,-1-1 0 0 0,0 1 0 0 0,0-2-1 0 0,-1 1 1 0 0,0 0 0 0 0,3-12 0 0 0,-2 4 5 0 0,-2 0 0 0 0,0 0 0 0 0,-1 0 1 0 0,0-1-1 0 0,-2 1 0 0 0,0-1 0 0 0,-1 1 0 0 0,0-1 0 0 0,-2 0 0 0 0,0 1 0 0 0,-1-1 0 0 0,-5-16 0 0 0,-3-11 56 0 0,11 43-54 0 0,0 1-18 0 0,0 0 1 0 0,0 0 0 0 0,0 0 0 0 0,0 0-1 0 0,0 0 1 0 0,0 0 0 0 0,0 0 0 0 0,1 0-1 0 0,-1 0 1 0 0,0 0 0 0 0,1 0-1 0 0,-1 0 1 0 0,1 0 0 0 0,-1 0 0 0 0,1 0-1 0 0,-1 0 1 0 0,1 0 0 0 0,0 0 0 0 0,-1 0-1 0 0,1 1 1 0 0,2-2 0 0 0,-2 1-4 0 0,1 0 0 0 0,0 1 1 0 0,0 0-1 0 0,0-1 1 0 0,0 1-1 0 0,0 0 0 0 0,0 0 1 0 0,-1 0-1 0 0,1 0 0 0 0,0 0 1 0 0,0 0-1 0 0,0 1 0 0 0,0-1 1 0 0,0 1-1 0 0,0-1 0 0 0,0 1 1 0 0,-1 0-1 0 0,1-1 1 0 0,0 1-1 0 0,-1 0 0 0 0,1 0 1 0 0,0 0-1 0 0,-1 1 0 0 0,1-1 1 0 0,-1 0-1 0 0,0 1 0 0 0,3 1 1 0 0,4 5 0 0 0,-1 1 1 0 0,1-1-1 0 0,9 17 1 0 0,18 30 0 0 0,-14-20 2 0 0,1 0 1 0 0,2-1-1 0 0,35 36 1 0 0,-49-60-6 0 0,1 0 0 0 0,0 0 0 0 0,1-1 0 0 0,0-1 0 0 0,0 0 0 0 0,1-1 0 0 0,0 0 0 0 0,0-1 0 0 0,1 0 0 0 0,15 4-1 0 0,-18-7 2 0 0,1-1 0 0 0,0 0-1 0 0,0 0 1 0 0,0-1-1 0 0,0-1 1 0 0,0 0-1 0 0,0-1 1 0 0,0 0 0 0 0,0-1-1 0 0,0 0 1 0 0,0-1-1 0 0,19-7 1 0 0,-7-1 4 0 0,0-2 0 0 0,-1 0-1 0 0,-1-1 1 0 0,23-19 0 0 0,-8 6 12 0 0,-19 17-104 0 0,-22 20 415 0 0,-18 15-4310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1.9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44 160 13168 0 0,'0'0'1441'0'0,"-2"-5"-713"0"0,-5-20-255 0 0,1 0 0 0 0,1 0 0 0 0,-1-31 0 0 0,3 32 5099 0 0,-2 46-5289 0 0,1 1 0 0 0,1-1 0 0 0,1 1 1 0 0,1-1-1 0 0,2 1 0 0 0,0 0 0 0 0,1-1 1 0 0,9 41-1 0 0,19 42 325 0 0,5-1 0 0 0,84 172 0 0 0,-48-151-300 0 0,14 27-18 0 0,-52-87-127 0 0,47 70 0 0 0,25 47 97 0 0,-69-114-95 0 0,54 77 0 0 0,-22-40 51 0 0,-50-71 24 0 0,-11-18-3971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2.8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1394 16879 0 0,'0'0'1431'0'0,"-5"2"-138"0"0,-37 18 726 0 0,38-19-1984 0 0,-2-1-87 0 0,-1 1 1 0 0,0-1 0 0 0,0 1 0 0 0,0 0-1 0 0,0 1 1 0 0,1 0 0 0 0,-1 0-1 0 0,1 0 1 0 0,0 1 0 0 0,-1 0 0 0 0,1 0-1 0 0,0 1 1 0 0,1 0 0 0 0,-8 5-1 0 0,-4 6-96 0 0,17-15 149 0 0,0 0 0 0 0,0 0 0 0 0,-1 0-1 0 0,1 0 1 0 0,0 0 0 0 0,0 0 0 0 0,0 0 0 0 0,0 1 0 0 0,0-1 0 0 0,0 0-1 0 0,0 0 1 0 0,0 0 0 0 0,0 0 0 0 0,0 0 0 0 0,0 0 0 0 0,0 0 0 0 0,0 0-1 0 0,0 1 1 0 0,0-1 0 0 0,0 0 0 0 0,0 0 0 0 0,0 0 0 0 0,0 0 0 0 0,0 0-1 0 0,0 0 1 0 0,0 0 0 0 0,0 0 0 0 0,0 1 0 0 0,0-1 0 0 0,0 0 0 0 0,0 0-1 0 0,0 0 1 0 0,0 0 0 0 0,0 0 0 0 0,0 0 0 0 0,0 0 0 0 0,0 0 0 0 0,0 1-1 0 0,0-1 1 0 0,0 0 0 0 0,0 0 0 0 0,1 0 0 0 0,-1 0 0 0 0,0 0 0 0 0,0 0-1 0 0,0 0 1 0 0,0 0 0 0 0,0 0 0 0 0,0 0 0 0 0,0 0 0 0 0,0 0 0 0 0,0 0-1 0 0,1 0 1 0 0,-1 0 0 0 0,0 0 0 0 0,0 0 0 0 0,0 0 0 0 0,0 0 0 0 0,0 0-1 0 0,0 0 1 0 0,0 0 0 0 0,0 0 0 0 0,1 0 0 0 0,-1 0 0 0 0,0 0 0 0 0,0 0-1 0 0,0 0 1 0 0,0 0 0 0 0,4-1 29 0 0,0 0-1 0 0,0 0 1 0 0,-1 0-1 0 0,1-1 1 0 0,0 1-1 0 0,-1-1 1 0 0,5-3-1 0 0,22-15 238 0 0,-1-2 0 0 0,-2 0 0 0 0,0-2 0 0 0,-1-1 1 0 0,-1-1-1 0 0,-2-1 0 0 0,0-1 0 0 0,21-37 0 0 0,55-90 782 0 0,88-150 201 0 0,109-173 51 0 0,-149 298-633 0 0,-107 133-424 0 0,-36 43-198 0 0,0 0-1 0 0,0 0 1 0 0,0 1 0 0 0,1-1-1 0 0,-1 1 1 0 0,1 0 0 0 0,0 1 0 0 0,0-1-1 0 0,5-1 1 0 0,-8 3 42 0 0,3 3-32 0 0,-5-2-55 0 0,0 0 0 0 0,1 0 0 0 0,-1 0-1 0 0,0 0 1 0 0,1 0 0 0 0,-1 0 0 0 0,0 0 0 0 0,1 0 0 0 0,-1 0 0 0 0,0 0 0 0 0,0 0 0 0 0,1 0 0 0 0,-1 0 0 0 0,0 1 0 0 0,1-1 0 0 0,-1 0 0 0 0,0 0 0 0 0,0 0 0 0 0,1 0 0 0 0,-1 1 0 0 0,0-1 0 0 0,0 0 0 0 0,1 0 0 0 0,-1 1 0 0 0,0-1 0 0 0,0 0-1 0 0,0 0 1 0 0,0 1 0 0 0,1-1 0 0 0,-1 0 0 0 0,0 0 0 0 0,0 1 0 0 0,0-1 0 0 0,2 12-3563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4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1369 15880 0 0,'0'0'3831'0'0,"3"-4"-3701"0"0,-2 2-39 0 0,0 1 1 0 0,0-1 0 0 0,0 0-1 0 0,0 0 1 0 0,0 0 0 0 0,0 0-1 0 0,-1 1 1 0 0,1-1-1 0 0,-1-1 1 0 0,1 1 0 0 0,-1 0-1 0 0,0 0 1 0 0,1 0 0 0 0,-1 0-1 0 0,0 0 1 0 0,-1 0 0 0 0,1 0-1 0 0,0 0 1 0 0,0 0-1 0 0,-1 0 1 0 0,0 0 0 0 0,1 0-1 0 0,-1 0 1 0 0,0 0 0 0 0,-1-3-1 0 0,0 2-13 0 0,1-1 1 0 0,1 1-1 0 0,-1 0 0 0 0,0-1 0 0 0,1 1 0 0 0,0 0 0 0 0,-1-1 1 0 0,2 1-1 0 0,-1-1 0 0 0,0 1 0 0 0,1 0 0 0 0,-1-1 0 0 0,2-4 0 0 0,18-50 352 0 0,-10 34-239 0 0,198-559 2486 0 0,-176 476-2351 0 0,-22 69-90 0 0,25-62 1 0 0,-24 71-19 0 0,-1-1 0 0 0,6-31 0 0 0,-10 35-95 0 0,1 1-1 0 0,2 0 1 0 0,16-36 0 0 0,-16 41-78 0 0,-6 15-28 0 0,-1 0-1 0 0,1-1 0 0 0,0 1 1 0 0,0 0-1 0 0,1 0 0 0 0,-1 1 0 0 0,1-1 1 0 0,5-4-1 0 0,-6 7 17 0 0,-2 0-16 0 0,1 0 0 0 0,0 1 0 0 0,0-1-1 0 0,1 1 1 0 0,-1-1 0 0 0,0 1 0 0 0,0 0-1 0 0,5-1 1 0 0,-2 5-6 0 0,0 1 0 0 0,0 0 0 0 0,-1 0 0 0 0,0 0 0 0 0,0 1 0 0 0,0-1 0 0 0,0 1 0 0 0,0 0 0 0 0,-1 0 0 0 0,0 1 0 0 0,0-1 0 0 0,-1 1 0 0 0,1-1 0 0 0,-1 1 0 0 0,3 11 0 0 0,-1 7 14 0 0,0 0 0 0 0,1 43 0 0 0,-1-2 33 0 0,2-5-6 0 0,-4-33-33 0 0,1-1 0 0 0,2 0 0 0 0,0 0 0 0 0,11 30 0 0 0,-15-51-16 0 0,4 8 8 0 0,0 0-1 0 0,0 0 1 0 0,2-1 0 0 0,12 21-1 0 0,-17-30-7 0 0,0-1 0 0 0,-1 0 0 0 0,1 1 0 0 0,0-1 0 0 0,0 0-1 0 0,0 0 1 0 0,1-1 0 0 0,-1 1 0 0 0,0 0 0 0 0,1-1-1 0 0,-1 1 1 0 0,1-1 0 0 0,-1 0 0 0 0,1 0 0 0 0,0 0 0 0 0,0 0-1 0 0,-1 0 1 0 0,1-1 0 0 0,0 1 0 0 0,0-1 0 0 0,0 0 0 0 0,0 1-1 0 0,-1-2 1 0 0,1 1 0 0 0,0 0 0 0 0,0 0 0 0 0,0-1 0 0 0,0 0-1 0 0,-1 1 1 0 0,4-2 0 0 0,7-4 3 0 0,-1 0 1 0 0,0 0-1 0 0,-1-1 0 0 0,0-1 0 0 0,0 0 1 0 0,0 0-1 0 0,11-12 0 0 0,62-75 17 0 0,-52 55-15 0 0,9-13 2 0 0,-3-2-1 0 0,-3-2 0 0 0,31-65 1 0 0,-53 95-6 0 0,-6 9 0 0 0,2 2 1 0 0,15-26-1 0 0,-18 34-5 0 0,-3 5-6 0 0,4-2-1 0 0,-5 4 0 0 0,0 3 7 0 0,-1 1-1 0 0,1 0 1 0 0,0-1-1 0 0,-1 1 1 0 0,0 0-1 0 0,0 0 1 0 0,0 0-1 0 0,0 0 1 0 0,0 0 0 0 0,0 0-1 0 0,-1 0 1 0 0,1 0-1 0 0,-1 0 1 0 0,0 6-1 0 0,-4 50 0 0 0,2-42 2 0 0,-23 356 0 0 0,14-198 0 0 0,4-88 0 0 0,3 0 0 0 0,10 107 0 0 0,35 328 33 0 0,-40-502-28 0 0,-1-8 0 0 0,1 0 0 0 0,1 0 0 0 0,0 0 0 0 0,5 19 0 0 0,-3-21-3709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5.8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166 1 15880 0 0,'0'0'3814'0'0,"-4"0"-3581"0"0,2 0-209 0 0,1 0-1 0 0,0 0 0 0 0,-1 0 1 0 0,1 0-1 0 0,0 0 0 0 0,-1 1 1 0 0,1-1-1 0 0,0 1 0 0 0,-1-1 1 0 0,1 1-1 0 0,0-1 0 0 0,0 1 1 0 0,0 0-1 0 0,-1-1 0 0 0,1 1 1 0 0,0 0-1 0 0,0 0 0 0 0,0 0 1 0 0,0 0-1 0 0,-1 2 0 0 0,-1 1 54 0 0,0 0 0 0 0,1 0 0 0 0,-1 1-1 0 0,1-1 1 0 0,-3 9 0 0 0,1 0 166 0 0,1 0 0 0 0,0 0 0 0 0,1 0-1 0 0,0 0 1 0 0,1 1 0 0 0,1-1 0 0 0,0 0 0 0 0,3 19 0 0 0,24 111 1097 0 0,-6-45-798 0 0,-13-26-53 0 0,-2 97-1 0 0,-4-77-210 0 0,-2-31-21 0 0,-3 0 1 0 0,-17 96-1 0 0,-44 116 337 0 0,27-167-372 0 0,23-72 2 0 0,-17 70 1 0 0,38-107 370 0 0,11-16-414 0 0,31-29-68 0 0,-37 40-92 0 0,0 1 0 0 0,0 1 0 0 0,0 0 0 0 0,0 1 0 0 0,1 0 0 0 0,0 1 0 0 0,15-4 0 0 0,101-11 26 0 0,-27 5 1 0 0,-83 10-41 0 0,389-61 198 0 0,-388 63-187 0 0,0 1 0 0 0,1 1 0 0 0,-1 1 1 0 0,0 1-1 0 0,22 4 0 0 0,-38-5-13 0 0,1 0 0 0 0,0 0 0 0 0,-1 0 0 0 0,1 0 0 0 0,-1 1 0 0 0,0 0 0 0 0,1 0 0 0 0,-1 0 0 0 0,0 1 0 0 0,0-1 0 0 0,-1 1 0 0 0,1 0 0 0 0,0 0 0 0 0,-1 0 0 0 0,0 1 0 0 0,0-1 0 0 0,0 1 0 0 0,0 0 0 0 0,0 0 0 0 0,-1 0 0 0 0,1 0 0 0 0,-1 0 0 0 0,0 0 0 0 0,-1 1 0 0 0,1-1 0 0 0,-1 1 0 0 0,2 7 0 0 0,-3-5 24 0 0,0-1-1 0 0,0 0 1 0 0,-1 1-1 0 0,1-1 1 0 0,-1 0-1 0 0,-1 0 1 0 0,1 1-1 0 0,-1-1 1 0 0,0 0 0 0 0,-1 0-1 0 0,1 0 1 0 0,-5 6-1 0 0,2-3-605 0 0,0-1 0 0 0,-1-1 0 0 0,1 1-1 0 0,-2-1 1 0 0,1 0 0 0 0,-11 8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33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0,'541'0,"-513"1,0 2,29 7,39 3,-62-11,-1 1,0 2,0 1,42 14,-52-14,0 0,0-2,0 0,27-1,97-4,-55-1,-24 0,82 4,-37 22,-35-10,-54-8,0-2,37 3,-38-5,-1 1,0 0,0 2,25 9,-26-7,1-1,0-1,0-1,29 2,529-6,-257-2,-209 0,125 5,-220 0,0 0,0 2,30 11,-32-9,0-2,0 0,0-1,28 3,72 6,-71-6,63 1,411-9,-506 1,0 2,-1 0,1 1,-1 0,0 1,0 0,0 1,0 1,13 7,30 13,-41-21,1-1,-1-1,1 0,0-1,30-1,36 6,-2 12,-56-12,1-1,0-1,42 3,477-8,-242-2,1719 2,-1999-1,0-1,-1-2,24-6,9-1,-10 1,-1-2,44-18,-38 13,54-13,-45 15,-37 9,-1 1,1 0,24-1,-23 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36.4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1 249,'4178'0,"-4153"-2,0-1,1-1,-2-1,1-2,35-13,-34 10,1 2,0 1,0 0,38-2,-24 5,0-2,44-12,-50 9,1 2,0 1,46-1,-56 7,0-1,0-1,43-9,-27 4,1 2,-1 2,85 5,-37 0,-66-3,-1-1,0-1,0-1,0-1,-1 0,0-2,43-20,-48 21,1 0,-1 1,1 1,0 0,36-2,95 7,-64 2,-62-3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39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1 143,'0'1,"0"0,1 0,-1 0,0 0,1 0,-1-1,1 1,-1 0,1 0,-1 0,1 0,0-1,0 1,-1 0,1-1,0 1,0-1,-1 1,1-1,0 1,0-1,0 1,0-1,0 0,0 1,2-1,29 6,-29-6,77 6,105-7,-66-1,728 2,-830-1,1-1,0-1,-1-1,0 0,23-9,-21 6,0 1,0 1,1 1,20-2,-29 6,24-2,-1-1,35-8,-25 4,0 2,0 2,79 6,-33-1,1930-2,-1994-2,-1 0,36-9,-33 6,51-4,532 7,-294 4,1349-2,-1638-1,-1-2,31-7,-28 5,46-3,500 6,-278 4,-241-1,-31 1,0-1,0-2,0-1,48-9,-33 2,2 3,-1 2,1 1,82 6,-26-1,1103-2,-1179 2,0 0,42 11,-13-3,4 2,-33-7,0 0,38 1,94 8,-65-3,233-6,-178-7,209 2,-346 0,0 0,0 1,17 3,-8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43.1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30,'2350'0,"-2321"2,-1 2,0 0,0 2,-1 1,0 2,35 15,-34-13,1 0,0-2,0-1,1-2,40 4,278-9,-156-3,764 2,-930-3,1 0,0-1,-1-2,47-16,26-6,-61 22,-1 2,47 0,-1 0,-59 1,0-1,-1-1,25-9,-26 6,0 2,1 1,35-4,288 7,-167 5,2902-3,-3057 1,0 2,1 1,-1 1,32 10,-31-7,0-1,1-2,46 4,-38-8,-17-2,0 1,-1 1,1 0,0 2,-1 0,1 0,-1 2,24 9,-27-9,0 0,0-1,1 0,0-1,-1-1,23 2,88-6,-53 0,34 0,145 4,-145 16,-74-11,-20-4,-1 0,1 1,-1 0,14 8,-15-7,0 0,1-1,-1 0,1-1,15 3,52-1,-60-5,0 0,0 1,0 1,17 5,29 8,1-2,76 4,43 9,-115-17,-8 0,84 1,592-11,-712 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4.jpg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9.xml"/><Relationship Id="rId18" Type="http://schemas.openxmlformats.org/officeDocument/2006/relationships/image" Target="../media/image16.png"/><Relationship Id="rId3" Type="http://schemas.openxmlformats.org/officeDocument/2006/relationships/image" Target="../media/image3.png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13.png"/><Relationship Id="rId17" Type="http://schemas.openxmlformats.org/officeDocument/2006/relationships/customXml" Target="../ink/ink11.xml"/><Relationship Id="rId2" Type="http://schemas.openxmlformats.org/officeDocument/2006/relationships/image" Target="../media/image6.jpe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10" Type="http://schemas.openxmlformats.org/officeDocument/2006/relationships/image" Target="../media/image12.png"/><Relationship Id="rId19" Type="http://schemas.openxmlformats.org/officeDocument/2006/relationships/customXml" Target="../ink/ink12.xml"/><Relationship Id="rId4" Type="http://schemas.openxmlformats.org/officeDocument/2006/relationships/image" Target="../media/image4.jpg"/><Relationship Id="rId9" Type="http://schemas.openxmlformats.org/officeDocument/2006/relationships/customXml" Target="../ink/ink7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18.xml"/><Relationship Id="rId18" Type="http://schemas.openxmlformats.org/officeDocument/2006/relationships/image" Target="../media/image170.png"/><Relationship Id="rId3" Type="http://schemas.openxmlformats.org/officeDocument/2006/relationships/image" Target="../media/image4.jpg"/><Relationship Id="rId7" Type="http://schemas.openxmlformats.org/officeDocument/2006/relationships/customXml" Target="../ink/ink15.xml"/><Relationship Id="rId12" Type="http://schemas.openxmlformats.org/officeDocument/2006/relationships/image" Target="../media/image140.png"/><Relationship Id="rId17" Type="http://schemas.openxmlformats.org/officeDocument/2006/relationships/customXml" Target="../ink/ink20.xml"/><Relationship Id="rId2" Type="http://schemas.openxmlformats.org/officeDocument/2006/relationships/image" Target="../media/image3.png"/><Relationship Id="rId16" Type="http://schemas.openxmlformats.org/officeDocument/2006/relationships/image" Target="../media/image160.png"/><Relationship Id="rId20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130.png"/><Relationship Id="rId19" Type="http://schemas.openxmlformats.org/officeDocument/2006/relationships/customXml" Target="../ink/ink21.xml"/><Relationship Id="rId4" Type="http://schemas.openxmlformats.org/officeDocument/2006/relationships/image" Target="../media/image7.jpeg"/><Relationship Id="rId9" Type="http://schemas.openxmlformats.org/officeDocument/2006/relationships/customXml" Target="../ink/ink16.xml"/><Relationship Id="rId1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60.png"/><Relationship Id="rId12" Type="http://schemas.openxmlformats.org/officeDocument/2006/relationships/customXml" Target="../ink/ink2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.xml"/><Relationship Id="rId11" Type="http://schemas.openxmlformats.org/officeDocument/2006/relationships/image" Target="../media/image28.png"/><Relationship Id="rId5" Type="http://schemas.openxmlformats.org/officeDocument/2006/relationships/image" Target="../media/image4.jpg"/><Relationship Id="rId10" Type="http://schemas.openxmlformats.org/officeDocument/2006/relationships/customXml" Target="../ink/ink24.xml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6500819" y="0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עכשיו נתחיל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535578" y="1909244"/>
            <a:ext cx="1031965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אנחנו נשתמש ב-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 studio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ושפת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535578" y="3711919"/>
            <a:ext cx="1031965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בבגרות לא בודקים ידע של תלמיד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 studio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הוא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חייב לדעת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להשתמש טוב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בכלי זה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B8C6A-BB9E-47F3-6269-F416ACFFB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FEE604-80F3-CAC8-DC9C-077ED3B73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788230" y="243283"/>
            <a:ext cx="632092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פרויקט חדש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808293" y="1795790"/>
            <a:ext cx="936606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לשים לב על "מזהה של אפליקציה"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על המיקום בו נמצאים קבצי הפרויקט. </a:t>
            </a:r>
          </a:p>
        </p:txBody>
      </p:sp>
      <p:sp>
        <p:nvSpPr>
          <p:cNvPr id="6" name="מלבן 5"/>
          <p:cNvSpPr/>
          <p:nvPr/>
        </p:nvSpPr>
        <p:spPr>
          <a:xfrm>
            <a:off x="1541417" y="4338935"/>
            <a:ext cx="936606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חשוב: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אין צורך להגדיר כל פעם מחדש את הנתונים האלה</a:t>
            </a:r>
            <a:endParaRPr lang="he-IL" sz="44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A298F1-01C6-C33C-1D6B-09015B8EE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EA1C64-B332-8D19-1D21-F96D5BFD2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7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1867990" y="243283"/>
            <a:ext cx="824116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תיקיות הפרויקט החשובות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8177348" y="1909244"/>
            <a:ext cx="37490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106" y="1172118"/>
            <a:ext cx="5554300" cy="5504855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8177348" y="1921696"/>
            <a:ext cx="3749039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manifests</a:t>
            </a:r>
          </a:p>
          <a:p>
            <a:pPr algn="l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 (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ראשונה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l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drawable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values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raw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BED39-A899-BF8E-A31A-90CE1A3AC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C912A2-57FD-F1C3-F25B-D84223615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48CACA-76CE-8759-F2D5-2DC2D6612688}"/>
                  </a:ext>
                </a:extLst>
              </p14:cNvPr>
              <p14:cNvContentPartPr/>
              <p14:nvPr/>
            </p14:nvContentPartPr>
            <p14:xfrm>
              <a:off x="2448337" y="1455101"/>
              <a:ext cx="1542960" cy="2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48CACA-76CE-8759-F2D5-2DC2D66126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94337" y="1347461"/>
                <a:ext cx="16506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037635-6312-CE06-FEC0-313DC545DC68}"/>
                  </a:ext>
                </a:extLst>
              </p14:cNvPr>
              <p14:cNvContentPartPr/>
              <p14:nvPr/>
            </p14:nvContentPartPr>
            <p14:xfrm>
              <a:off x="3244297" y="2086181"/>
              <a:ext cx="1208880" cy="116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037635-6312-CE06-FEC0-313DC545DC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90657" y="1978181"/>
                <a:ext cx="13165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058B07-2F23-7C9E-53DD-0CE344E2FA24}"/>
                  </a:ext>
                </a:extLst>
              </p14:cNvPr>
              <p14:cNvContentPartPr/>
              <p14:nvPr/>
            </p14:nvContentPartPr>
            <p14:xfrm>
              <a:off x="2909857" y="2830661"/>
              <a:ext cx="1307160" cy="30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058B07-2F23-7C9E-53DD-0CE344E2FA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56217" y="2723021"/>
                <a:ext cx="14148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CB20385-14AC-EE86-841C-B5D2E8852CEC}"/>
                  </a:ext>
                </a:extLst>
              </p14:cNvPr>
              <p14:cNvContentPartPr/>
              <p14:nvPr/>
            </p14:nvContentPartPr>
            <p14:xfrm>
              <a:off x="2713657" y="4777181"/>
              <a:ext cx="1336680" cy="81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CB20385-14AC-EE86-841C-B5D2E8852C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59657" y="4669181"/>
                <a:ext cx="1444320" cy="29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33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258492" y="277359"/>
            <a:ext cx="404798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מושגי יסוד</a:t>
            </a:r>
          </a:p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החשובים ביותר</a:t>
            </a:r>
          </a:p>
        </p:txBody>
      </p:sp>
      <p:sp>
        <p:nvSpPr>
          <p:cNvPr id="5" name="מלבן 4"/>
          <p:cNvSpPr/>
          <p:nvPr/>
        </p:nvSpPr>
        <p:spPr>
          <a:xfrm>
            <a:off x="2831690" y="2255339"/>
            <a:ext cx="5601155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אקטיביטי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activity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תסדיר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	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	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element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מאזין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	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listener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E2701-94B9-3F01-5454-B49EBA4A7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45D4EF-B738-7100-D2B4-357BD5EFA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 чему чешется правая или левая рука: ответ вас удивит - ЗНАЙ ЮА">
            <a:extLst>
              <a:ext uri="{FF2B5EF4-FFF2-40B4-BE49-F238E27FC236}">
                <a16:creationId xmlns:a16="http://schemas.microsoft.com/office/drawing/2014/main" id="{8FE5E04F-FEBA-7FE5-0FB5-FF32D74A7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85913"/>
            <a:ext cx="12192000" cy="502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/>
          <p:cNvSpPr/>
          <p:nvPr/>
        </p:nvSpPr>
        <p:spPr>
          <a:xfrm>
            <a:off x="6061166" y="243283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2033452" y="2284828"/>
            <a:ext cx="812509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מורכבת תמיד מלפחות 2 קבצים:</a:t>
            </a:r>
          </a:p>
          <a:p>
            <a:pPr algn="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איך מסך נראה = קובץ (קבצים)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מתבצע בו = קובץ (קבצים)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ACAE58-F7B9-2E18-148D-BCBB7545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FC838-5A4A-62F1-5BC7-5A2EB0039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5787568-CD7E-932B-6B8A-E17603745231}"/>
              </a:ext>
            </a:extLst>
          </p:cNvPr>
          <p:cNvGrpSpPr/>
          <p:nvPr/>
        </p:nvGrpSpPr>
        <p:grpSpPr>
          <a:xfrm>
            <a:off x="9190057" y="5534261"/>
            <a:ext cx="1562400" cy="549000"/>
            <a:chOff x="9190057" y="5534261"/>
            <a:chExt cx="1562400" cy="5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8B46CB-8135-275B-37F6-9C235A33C478}"/>
                    </a:ext>
                  </a:extLst>
                </p14:cNvPr>
                <p14:cNvContentPartPr/>
                <p14:nvPr/>
              </p14:nvContentPartPr>
              <p14:xfrm>
                <a:off x="9190057" y="5534261"/>
                <a:ext cx="365400" cy="530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8B46CB-8135-275B-37F6-9C235A33C4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72057" y="5516261"/>
                  <a:ext cx="4010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B96F53-5DA8-1FBC-0853-9837DEC0E6F2}"/>
                    </a:ext>
                  </a:extLst>
                </p14:cNvPr>
                <p14:cNvContentPartPr/>
                <p14:nvPr/>
              </p14:nvContentPartPr>
              <p14:xfrm>
                <a:off x="9649777" y="5808581"/>
                <a:ext cx="277920" cy="27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B96F53-5DA8-1FBC-0853-9837DEC0E6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31777" y="5790581"/>
                  <a:ext cx="313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E004F62-2005-8BC6-42A0-949D8CA9825B}"/>
                    </a:ext>
                  </a:extLst>
                </p14:cNvPr>
                <p14:cNvContentPartPr/>
                <p14:nvPr/>
              </p14:nvContentPartPr>
              <p14:xfrm>
                <a:off x="10116697" y="5755301"/>
                <a:ext cx="197280" cy="30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004F62-2005-8BC6-42A0-949D8CA982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99057" y="5737661"/>
                  <a:ext cx="2329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310198-D878-5D60-8F18-B909F0A484AD}"/>
                    </a:ext>
                  </a:extLst>
                </p14:cNvPr>
                <p14:cNvContentPartPr/>
                <p14:nvPr/>
              </p14:nvContentPartPr>
              <p14:xfrm>
                <a:off x="10397137" y="5794181"/>
                <a:ext cx="355320" cy="28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310198-D878-5D60-8F18-B909F0A484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9137" y="5776541"/>
                  <a:ext cx="39096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433823-B24A-FCA2-9F03-9CD41BFBF4FB}"/>
              </a:ext>
            </a:extLst>
          </p:cNvPr>
          <p:cNvGrpSpPr/>
          <p:nvPr/>
        </p:nvGrpSpPr>
        <p:grpSpPr>
          <a:xfrm>
            <a:off x="1753897" y="5875541"/>
            <a:ext cx="1103400" cy="452880"/>
            <a:chOff x="1753897" y="5875541"/>
            <a:chExt cx="11034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5EB238-853C-5375-8C7E-265AB929CB53}"/>
                    </a:ext>
                  </a:extLst>
                </p14:cNvPr>
                <p14:cNvContentPartPr/>
                <p14:nvPr/>
              </p14:nvContentPartPr>
              <p14:xfrm>
                <a:off x="1888177" y="5875541"/>
                <a:ext cx="117360" cy="39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5EB238-853C-5375-8C7E-265AB929CB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70177" y="5857541"/>
                  <a:ext cx="153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BA51D6-695E-C0A8-B0E0-7A0300430BB4}"/>
                    </a:ext>
                  </a:extLst>
                </p14:cNvPr>
                <p14:cNvContentPartPr/>
                <p14:nvPr/>
              </p14:nvContentPartPr>
              <p14:xfrm>
                <a:off x="1753897" y="5911541"/>
                <a:ext cx="325440" cy="41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BA51D6-695E-C0A8-B0E0-7A0300430B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5897" y="5893901"/>
                  <a:ext cx="3610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645B8BE-E695-DD09-756D-CB9F3E168059}"/>
                    </a:ext>
                  </a:extLst>
                </p14:cNvPr>
                <p14:cNvContentPartPr/>
                <p14:nvPr/>
              </p14:nvContentPartPr>
              <p14:xfrm>
                <a:off x="2211097" y="625462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45B8BE-E695-DD09-756D-CB9F3E1680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93457" y="6236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70E136-273A-F088-9737-EED28D7DA397}"/>
                    </a:ext>
                  </a:extLst>
                </p14:cNvPr>
                <p14:cNvContentPartPr/>
                <p14:nvPr/>
              </p14:nvContentPartPr>
              <p14:xfrm>
                <a:off x="2174377" y="5933141"/>
                <a:ext cx="288360" cy="387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70E136-273A-F088-9737-EED28D7DA3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56737" y="5915141"/>
                  <a:ext cx="3240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AFB34B-C40C-10EC-FFCD-422DF00CAD83}"/>
                    </a:ext>
                  </a:extLst>
                </p14:cNvPr>
                <p14:cNvContentPartPr/>
                <p14:nvPr/>
              </p14:nvContentPartPr>
              <p14:xfrm>
                <a:off x="2585497" y="5941061"/>
                <a:ext cx="271800" cy="33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FB34B-C40C-10EC-FFCD-422DF00CAD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67857" y="5923421"/>
                  <a:ext cx="307440" cy="37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568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6061166" y="243283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579107" y="2298171"/>
            <a:ext cx="896107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הרכיבים הם עצמים,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לכן ניתן "לשלוט" בתכונות שלהם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על ידי קביעת הערכים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על ידי פעולות הקיימות בשפת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E1CF09-A3E1-D197-CA45-52D4846EB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57A34B-A5D6-A6F9-07DA-6EAB7072F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3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6061166" y="243283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579107" y="2298171"/>
            <a:ext cx="941031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לצור רכיבים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בכלל ללא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רק בעזרת פקודות של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– כן, אבל ממש לא שווה ולא כדאי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(פרט מהמקרים כאשר כן כדאי...)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448800-86BF-F701-A674-07DD1F28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2F4DD-68C9-6A7A-6991-8016E4606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3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6061166" y="243283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2252303" y="1060054"/>
            <a:ext cx="812509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 ביותר: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לצור קשר בין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לבין משתנים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AD94F-D4B2-6993-54EA-F94F32F3D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B6429-231D-D0DD-0916-6CB224B84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pic>
        <p:nvPicPr>
          <p:cNvPr id="1026" name="Picture 2" descr="Скачать картинки Рукопожатие, стоковые ...">
            <a:extLst>
              <a:ext uri="{FF2B5EF4-FFF2-40B4-BE49-F238E27FC236}">
                <a16:creationId xmlns:a16="http://schemas.microsoft.com/office/drawing/2014/main" id="{A16B5D03-3FF0-539C-1B7E-E2BFCF797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395" y="3806160"/>
            <a:ext cx="4696913" cy="312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750DB-5A74-8E46-D1C4-2E3A51E0B9A8}"/>
              </a:ext>
            </a:extLst>
          </p:cNvPr>
          <p:cNvGrpSpPr/>
          <p:nvPr/>
        </p:nvGrpSpPr>
        <p:grpSpPr>
          <a:xfrm>
            <a:off x="7242457" y="4488550"/>
            <a:ext cx="1763640" cy="596880"/>
            <a:chOff x="7242457" y="4488550"/>
            <a:chExt cx="176364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7CBCBD2-144A-3F53-9ACC-9332463183B2}"/>
                    </a:ext>
                  </a:extLst>
                </p14:cNvPr>
                <p14:cNvContentPartPr/>
                <p14:nvPr/>
              </p14:nvContentPartPr>
              <p14:xfrm>
                <a:off x="7242457" y="4488550"/>
                <a:ext cx="570960" cy="59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7CBCBD2-144A-3F53-9ACC-9332463183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24817" y="4470550"/>
                  <a:ext cx="60660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7E5BF7-E99B-37E3-5B5C-5D74B3E6028C}"/>
                    </a:ext>
                  </a:extLst>
                </p14:cNvPr>
                <p14:cNvContentPartPr/>
                <p14:nvPr/>
              </p14:nvContentPartPr>
              <p14:xfrm>
                <a:off x="7901977" y="4673230"/>
                <a:ext cx="339840" cy="25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7E5BF7-E99B-37E3-5B5C-5D74B3E602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3977" y="4655230"/>
                  <a:ext cx="375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C26FE7-1003-8E2B-83DB-7CEDDC21078F}"/>
                    </a:ext>
                  </a:extLst>
                </p14:cNvPr>
                <p14:cNvContentPartPr/>
                <p14:nvPr/>
              </p14:nvContentPartPr>
              <p14:xfrm>
                <a:off x="8296897" y="4545430"/>
                <a:ext cx="202320" cy="358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C26FE7-1003-8E2B-83DB-7CEDDC21078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79257" y="4527430"/>
                  <a:ext cx="2379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3AFC6E-1BB2-19D1-ADBE-4B32B74EABD1}"/>
                    </a:ext>
                  </a:extLst>
                </p14:cNvPr>
                <p14:cNvContentPartPr/>
                <p14:nvPr/>
              </p14:nvContentPartPr>
              <p14:xfrm>
                <a:off x="8524057" y="4560190"/>
                <a:ext cx="482040" cy="245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3AFC6E-1BB2-19D1-ADBE-4B32B74EAB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06057" y="4542550"/>
                  <a:ext cx="51768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1BB44D-E014-D405-FAD2-9A525E799ADA}"/>
              </a:ext>
            </a:extLst>
          </p:cNvPr>
          <p:cNvGrpSpPr/>
          <p:nvPr/>
        </p:nvGrpSpPr>
        <p:grpSpPr>
          <a:xfrm>
            <a:off x="4065457" y="4571710"/>
            <a:ext cx="1551960" cy="803880"/>
            <a:chOff x="4065457" y="4571710"/>
            <a:chExt cx="15519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7C56CF-D442-07B7-8624-86B822CF7825}"/>
                    </a:ext>
                  </a:extLst>
                </p14:cNvPr>
                <p14:cNvContentPartPr/>
                <p14:nvPr/>
              </p14:nvContentPartPr>
              <p14:xfrm>
                <a:off x="4165177" y="4571710"/>
                <a:ext cx="285480" cy="632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7C56CF-D442-07B7-8624-86B822CF78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47177" y="4553710"/>
                  <a:ext cx="32112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F9139A-8E0A-63B8-7F07-280F345E0C3B}"/>
                    </a:ext>
                  </a:extLst>
                </p14:cNvPr>
                <p14:cNvContentPartPr/>
                <p14:nvPr/>
              </p14:nvContentPartPr>
              <p14:xfrm>
                <a:off x="4065457" y="4649470"/>
                <a:ext cx="406440" cy="530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F9139A-8E0A-63B8-7F07-280F345E0C3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47817" y="4631470"/>
                  <a:ext cx="44208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9785A1-C31D-320E-3907-ED69A7E530A1}"/>
                    </a:ext>
                  </a:extLst>
                </p14:cNvPr>
                <p14:cNvContentPartPr/>
                <p14:nvPr/>
              </p14:nvContentPartPr>
              <p14:xfrm>
                <a:off x="4600057" y="4763590"/>
                <a:ext cx="434160" cy="602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9785A1-C31D-320E-3907-ED69A7E530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82057" y="4745950"/>
                  <a:ext cx="4698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CF803FB-632D-B8AA-81FE-96CB51A67700}"/>
                    </a:ext>
                  </a:extLst>
                </p14:cNvPr>
                <p14:cNvContentPartPr/>
                <p14:nvPr/>
              </p14:nvContentPartPr>
              <p14:xfrm>
                <a:off x="5227537" y="4806790"/>
                <a:ext cx="389880" cy="56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CF803FB-632D-B8AA-81FE-96CB51A677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09537" y="4789150"/>
                  <a:ext cx="425520" cy="60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81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6061166" y="243283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005324" y="1787790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ליצירת קשר בין "תכולה" של קבצי אקטיביטי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משתמשים בפעולה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findViewById()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1005324" y="4412528"/>
            <a:ext cx="1076627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פעולה זאת משתמשת בקובץ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R.java</a:t>
            </a:r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 נרשמים באופן אוטומטי (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לגעת!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החלקים (רכיבים, קבצים ועוד) של אפליקציה.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99D7C3-8208-DE41-428E-16785459C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0A18F-A2E7-1E56-E246-B1C2A4648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8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579106" y="2298171"/>
            <a:ext cx="102427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משטח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מלבני שבתוכו ניתן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לסדר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רכיבים.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937539" y="3583618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נכון להיום בפתיחת האקטיביטי החדשה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תמיד נוצר תסדיר מסוג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ConstraintLayout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81656" y="5276502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אני אישי משתדל לא להשתמש בו,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כי (לפי דעתי!) קל להסתבך בו...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F6E2CF-6091-8607-A17C-203C06D1F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C5EB7D-47DB-5A7B-B265-06C6767C5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4" y="628003"/>
            <a:ext cx="2426970" cy="5507355"/>
          </a:xfrm>
          <a:prstGeom prst="rect">
            <a:avLst/>
          </a:prstGeom>
        </p:spPr>
      </p:pic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588938" y="1610431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תסדיר "קווי אנכי"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Linearlayout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–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vertical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3094923" y="4306893"/>
            <a:ext cx="75242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בו ממוקמים 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מעל השני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(בכיוון אנכי)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966C8-4F7A-B910-4EC6-4FABA1861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566A3-25F9-BCA5-8A8E-D5D967C67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55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561703" y="1601079"/>
            <a:ext cx="1126018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תסדיר "קווי אופקי"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LinearLayout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–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horizontal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2695163" y="4681835"/>
            <a:ext cx="75242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בו ממוקמים 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ליד השני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(בכיוון אופקי)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D97730-0C39-2CB7-40C5-2E7657908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B081D-F954-B9B8-218E-4182EC727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DD0189-4D5A-4F8F-AC63-D85CDB8FB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014" y="2704301"/>
            <a:ext cx="7983495" cy="173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8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5603966" y="2298171"/>
            <a:ext cx="621792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להכניס תסדיר לתוך תסדיר בלי שום בעיה.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242" y="1244508"/>
            <a:ext cx="4166019" cy="4725217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5603965" y="4100845"/>
            <a:ext cx="6335485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חשוב: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מבנה "תסדיר בתסדיר" דורשת חשיבה ותכנות מקדים (ציור סקיצה, למשל)</a:t>
            </a:r>
            <a:endParaRPr lang="he-IL" sz="40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5E773-9708-B886-9A43-BDD8E97D8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E5D46-C73B-F5B5-7AED-CA039B94E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10789" y="1886056"/>
            <a:ext cx="9828578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"משבצות" (דומה למבנה הטבלה)</a:t>
            </a:r>
          </a:p>
          <a:p>
            <a:pPr algn="ctr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GridLayout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נוח ביותר כאשר יש צורך למקם במסך די הרבה רכיבים (דומים או שונים) אשר צריכים להיות מסודרים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לפי שורות ועמודות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(דף לוטו, מקלדת, קבוצת התמונות...)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47F208-7137-35FA-E395-DA7EE72E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2703B5-BF2A-0B66-B923-94D4C62AF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70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293222" y="1353402"/>
            <a:ext cx="1045028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התכונה הנפוצה ביותר היא "רקע" (צבע או תמונה)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92" y="2803950"/>
            <a:ext cx="2694948" cy="4791017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49192" y="2280730"/>
            <a:ext cx="5901984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28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kumimoji="0" lang="he-IL" altLang="he-IL" sz="28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:background</a:t>
            </a:r>
            <a:r>
              <a:rPr kumimoji="0" lang="he-IL" altLang="he-IL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he-IL" altLang="he-IL" sz="2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"#ABC123</a:t>
            </a:r>
            <a:r>
              <a:rPr kumimoji="0" lang="en-US" altLang="he-IL" sz="2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kumimoji="0" lang="he-IL" altLang="he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42149" y="6237163"/>
            <a:ext cx="7649851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28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kumimoji="0" lang="he-IL" altLang="he-IL" sz="28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:background=</a:t>
            </a:r>
            <a:r>
              <a:rPr kumimoji="0" lang="he-IL" altLang="he-IL" sz="28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"@drawable/players"</a:t>
            </a:r>
            <a:endParaRPr kumimoji="0" lang="he-IL" altLang="he-IL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792" y="2212035"/>
            <a:ext cx="2264135" cy="40251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646A60-AE18-B313-AF26-33EB86189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693221-FD5A-4008-82FA-975C3A5B7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88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10789" y="1886056"/>
            <a:ext cx="982857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מסודרים לפי קבוצות וניתן להוסיף אותם לתסדיר גם: </a:t>
            </a:r>
          </a:p>
          <a:p>
            <a:pPr algn="ctr" rtl="1"/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ידי גרירה מאוסף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Palette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על ידי "כתיבה ידנית ישירה"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18A35A-3156-6A77-9CBF-E100EA6BE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91B372-EAA8-EC79-BE8B-26CD78A8C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7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10789" y="1886056"/>
            <a:ext cx="9828578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הרכיבים הנפוצים ביותר (בסיסיים, לפי דעתי):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מדבקה 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TextView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לחצן 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Button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מסגרת לתמונה 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ImageView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לחצן-תמונה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ImageButton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לחצן "רדיו"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תיבת בחירה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CheckBox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88972A-81A6-B4ED-B05B-30330FD7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14DC50-3276-9B60-7294-7ECAE90FC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03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10789" y="1886056"/>
            <a:ext cx="9828578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תכונות בסיסיות לכל רכיב: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רוחב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layout_width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גובה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layout_height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מזהה 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5EC603-3628-4870-8223-C573EB2FE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7886FB-57AE-EBFA-28F7-A525790EC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2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62" y="3008675"/>
            <a:ext cx="7319927" cy="1628639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1951566" y="1368352"/>
            <a:ext cx="2616592" cy="840934"/>
          </a:xfrm>
          <a:prstGeom prst="wedgeRoundRectCallout">
            <a:avLst>
              <a:gd name="adj1" fmla="val 30780"/>
              <a:gd name="adj2" fmla="val 16621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סוג הרכיב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6406000" y="1347580"/>
            <a:ext cx="2616592" cy="840934"/>
          </a:xfrm>
          <a:prstGeom prst="wedgeRoundRectCallout">
            <a:avLst>
              <a:gd name="adj1" fmla="val -34120"/>
              <a:gd name="adj2" fmla="val 20505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מזהה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2495006" y="5417859"/>
            <a:ext cx="3566160" cy="1238865"/>
          </a:xfrm>
          <a:prstGeom prst="wedgeRoundRectCallout">
            <a:avLst>
              <a:gd name="adj1" fmla="val 81400"/>
              <a:gd name="adj2" fmla="val -1664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רוחב=בגודל של "תסדיר אב"</a:t>
            </a:r>
          </a:p>
        </p:txBody>
      </p:sp>
      <p:sp>
        <p:nvSpPr>
          <p:cNvPr id="11" name="הסבר מלבני מעוגל 10"/>
          <p:cNvSpPr/>
          <p:nvPr/>
        </p:nvSpPr>
        <p:spPr>
          <a:xfrm>
            <a:off x="7119257" y="5394400"/>
            <a:ext cx="3566160" cy="1238865"/>
          </a:xfrm>
          <a:prstGeom prst="wedgeRoundRectCallout">
            <a:avLst>
              <a:gd name="adj1" fmla="val -1384"/>
              <a:gd name="adj2" fmla="val -12530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גובה=בגודל "</a:t>
            </a:r>
            <a:r>
              <a:rPr lang="he-IL" sz="36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בהתאם לתוכן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19CF04-C6DE-772E-2E7D-7B9DA2CCE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1898B-ADFB-F8F1-4829-4F209BE19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3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10789" y="1886056"/>
            <a:ext cx="982857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אין תכונה חשובה יותר מאשר 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"מזהה" =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!!!</a:t>
            </a:r>
          </a:p>
        </p:txBody>
      </p:sp>
      <p:sp>
        <p:nvSpPr>
          <p:cNvPr id="15" name="הסבר חץ שמאלה-ימינה 14"/>
          <p:cNvSpPr/>
          <p:nvPr/>
        </p:nvSpPr>
        <p:spPr>
          <a:xfrm rot="757107">
            <a:off x="3621975" y="3755300"/>
            <a:ext cx="4473996" cy="1747536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6209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b="1" dirty="0"/>
              <a:t>findViewById()</a:t>
            </a:r>
            <a:endParaRPr lang="he-IL" sz="3600" b="1" dirty="0"/>
          </a:p>
        </p:txBody>
      </p:sp>
      <p:sp>
        <p:nvSpPr>
          <p:cNvPr id="6" name="מלבן 5"/>
          <p:cNvSpPr/>
          <p:nvPr/>
        </p:nvSpPr>
        <p:spPr>
          <a:xfrm>
            <a:off x="6956181" y="5156089"/>
            <a:ext cx="44805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משתנה בקובץ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לו שם</a:t>
            </a:r>
          </a:p>
        </p:txBody>
      </p:sp>
      <p:sp>
        <p:nvSpPr>
          <p:cNvPr id="5" name="מלבן 4"/>
          <p:cNvSpPr/>
          <p:nvPr/>
        </p:nvSpPr>
        <p:spPr>
          <a:xfrm>
            <a:off x="843776" y="3182518"/>
            <a:ext cx="361065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בקובץ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לו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DE7BE0-5A6B-6316-A9AB-411638FDE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CCCE6-B022-1B4B-B4D1-A8DC888B1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55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54434" y="24328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82" y="1409897"/>
            <a:ext cx="5844949" cy="1300465"/>
          </a:xfrm>
          <a:prstGeom prst="rect">
            <a:avLst/>
          </a:prstGeom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467" y="3435709"/>
            <a:ext cx="7127356" cy="3348329"/>
          </a:xfrm>
          <a:prstGeom prst="rect">
            <a:avLst/>
          </a:prstGeom>
        </p:spPr>
      </p:pic>
      <p:sp>
        <p:nvSpPr>
          <p:cNvPr id="7" name="הסבר מלבני מעוגל 6"/>
          <p:cNvSpPr/>
          <p:nvPr/>
        </p:nvSpPr>
        <p:spPr>
          <a:xfrm>
            <a:off x="8978438" y="1780455"/>
            <a:ext cx="2616592" cy="840934"/>
          </a:xfrm>
          <a:prstGeom prst="wedgeRoundRectCallout">
            <a:avLst>
              <a:gd name="adj1" fmla="val -98521"/>
              <a:gd name="adj2" fmla="val -620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9980023" y="4290819"/>
            <a:ext cx="2159392" cy="840934"/>
          </a:xfrm>
          <a:prstGeom prst="wedgeRoundRectCallout">
            <a:avLst>
              <a:gd name="adj1" fmla="val -67669"/>
              <a:gd name="adj2" fmla="val 12272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7567E1-EA36-EB7B-F4A4-70F57A62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930B9A-D72D-FC7D-38C3-0E5F215EA6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66F856-7D6D-47D2-9F00-D7982E25C39C}"/>
                  </a:ext>
                </a:extLst>
              </p14:cNvPr>
              <p14:cNvContentPartPr/>
              <p14:nvPr/>
            </p14:nvContentPartPr>
            <p14:xfrm>
              <a:off x="2339977" y="1828781"/>
              <a:ext cx="3086280" cy="148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66F856-7D6D-47D2-9F00-D7982E25C3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6337" y="1720781"/>
                <a:ext cx="319392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B528783-929F-DD51-75F9-37E6DA8C8B24}"/>
                  </a:ext>
                </a:extLst>
              </p14:cNvPr>
              <p14:cNvContentPartPr/>
              <p14:nvPr/>
            </p14:nvContentPartPr>
            <p14:xfrm>
              <a:off x="2968897" y="4098941"/>
              <a:ext cx="2162520" cy="89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B528783-929F-DD51-75F9-37E6DA8C8B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15257" y="3990941"/>
                <a:ext cx="22701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0BE1B37-6188-5868-728F-BD63171162CA}"/>
                  </a:ext>
                </a:extLst>
              </p14:cNvPr>
              <p14:cNvContentPartPr/>
              <p14:nvPr/>
            </p14:nvContentPartPr>
            <p14:xfrm>
              <a:off x="3381817" y="5897141"/>
              <a:ext cx="4046400" cy="6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0BE1B37-6188-5868-728F-BD63171162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8177" y="5789501"/>
                <a:ext cx="41540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CF9127E-EEC0-E6EA-DF9F-9C594FEB35AB}"/>
                  </a:ext>
                </a:extLst>
              </p14:cNvPr>
              <p14:cNvContentPartPr/>
              <p14:nvPr/>
            </p14:nvContentPartPr>
            <p14:xfrm>
              <a:off x="3401977" y="6085061"/>
              <a:ext cx="4236840" cy="109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CF9127E-EEC0-E6EA-DF9F-9C594FEB35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47977" y="5977061"/>
                <a:ext cx="4344480" cy="32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1169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617</TotalTime>
  <Words>587</Words>
  <Application>Microsoft Office PowerPoint</Application>
  <PresentationFormat>Widescreen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Assistant</vt:lpstr>
      <vt:lpstr>Consolas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105</cp:revision>
  <dcterms:created xsi:type="dcterms:W3CDTF">2019-01-05T16:01:25Z</dcterms:created>
  <dcterms:modified xsi:type="dcterms:W3CDTF">2024-07-01T17:25:42Z</dcterms:modified>
</cp:coreProperties>
</file>