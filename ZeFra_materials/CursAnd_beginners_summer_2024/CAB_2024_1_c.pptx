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7" r:id="rId2"/>
    <p:sldId id="258" r:id="rId3"/>
    <p:sldId id="259" r:id="rId4"/>
    <p:sldId id="263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8:21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100 512 19087 0 0,'0'0'552'0'0,"-4"-1"119"0"0,0 1-375 0 0,-1 0 1 0 0,1 0-1 0 0,-1 1 1 0 0,1-1-1 0 0,0 1 0 0 0,-1 0 1 0 0,1 0-1 0 0,0 0 1 0 0,0 1-1 0 0,0 0 0 0 0,0-1 1 0 0,0 1-1 0 0,0 1 1 0 0,0-1-1 0 0,1 1 0 0 0,-4 2 1 0 0,5-4-285 0 0,0 0 0 0 0,1 0-1 0 0,-1 1 1 0 0,1-1 0 0 0,-1 0 0 0 0,1 1 0 0 0,0-1 0 0 0,-1 1 0 0 0,1-1 0 0 0,0 1 0 0 0,0-1 0 0 0,0 1-1 0 0,0 0 1 0 0,1-1 0 0 0,-1 1 0 0 0,0 0 0 0 0,1 0 0 0 0,-1 0 0 0 0,1 0 0 0 0,-1 0 0 0 0,1-1 0 0 0,0 1-1 0 0,0 0 1 0 0,0 0 0 0 0,0 0 0 0 0,0 0 0 0 0,1 0 0 0 0,-1 0 0 0 0,0 0 0 0 0,1 0 0 0 0,-1-1 0 0 0,1 1-1 0 0,0 0 1 0 0,0 0 0 0 0,0-1 0 0 0,0 1 0 0 0,0 0 0 0 0,0-1 0 0 0,0 1 0 0 0,0-1 0 0 0,3 3 0 0 0,6 5 10 0 0,0-1 0 0 0,1 0 1 0 0,0-1-1 0 0,0 0 1 0 0,1 0-1 0 0,0-2 0 0 0,0 1 1 0 0,1-1-1 0 0,25 6 1 0 0,10-1 74 0 0,66 6 0 0 0,-90-13-62 0 0,388 33 440 0 0,-156-16-242 0 0,706 37 308 0 0,-851-53-501 0 0,1201 18 332 0 0,-451-14-215 0 0,147-34 30 0 0,-3-63 33 0 0,-324 25-50 0 0,407-49 27 0 0,-772 74-159 0 0,661-106 133 0 0,-848 117-113 0 0,195-70 0 0 0,-232 62 24 0 0,-2-4-1 0 0,149-90 0 0 0,-220 118-13 0 0,1 0-1 0 0,31-12 1 0 0,-50 23-65 0 0,0 1 0 0 0,0 0 0 0 0,0 0 0 0 0,0 0 0 0 0,0 0-1 0 0,0 0 1 0 0,0 1 0 0 0,0-1 0 0 0,0 0 0 0 0,0 0 0 0 0,0 1 0 0 0,0-1 0 0 0,0 0 0 0 0,0 1 0 0 0,-1-1 0 0 0,1 1 0 0 0,0-1 0 0 0,0 1 0 0 0,0 0 0 0 0,0-1 0 0 0,-1 1 0 0 0,1 0 0 0 0,0-1 0 0 0,-1 1 0 0 0,1 0 0 0 0,-1 0-1 0 0,1 0 1 0 0,-1-1 0 0 0,1 1 0 0 0,-1 0 0 0 0,1 0 0 0 0,-1 1 0 0 0,13 33 7 0 0,-12-32-7 0 0,9 42 2 0 0,-2 2-1 0 0,-3-1 1 0 0,-1 1-1 0 0,-3 57 0 0 0,0-64-3 0 0,-44 830-14 0 0,3-243 2 0 0,33 1192-34 0 0,14-720 26 0 0,16 489 26 0 0,1-140 2 0 0,-36-378 28 0 0,-51-1-2 0 0,48-910-31 0 0,-130 1154 25 0 0,-22 363 29 0 0,163-1560-43 0 0,16 180 0 0 0,-10-277-11 0 0,0-4-1 0 0,0-1 1 0 0,-1 0-1 0 0,-1 1 1 0 0,0-1-1 0 0,-4 26 0 0 0,0-29 3 0 0,4-11-6 0 0,0 1 0 0 0,0-1 0 0 0,0 1 0 0 0,0-1 0 0 0,-1 0 0 0 0,1 1 0 0 0,0-1 0 0 0,0 1 0 0 0,-1-1 0 0 0,1 0 0 0 0,0 1 0 0 0,-1-1 0 0 0,1 0 0 0 0,-1 1 1 0 0,1-1-1 0 0,0 0 0 0 0,-1 0 0 0 0,1 1 0 0 0,-1-1 0 0 0,1 0 0 0 0,0 0 0 0 0,-1 0 0 0 0,1 0 0 0 0,-1 0 0 0 0,0 1 0 0 0,-6-3 0 0 0,1 0 0 0 0,0 0 0 0 0,-1-1 0 0 0,1 1 0 0 0,0-2 0 0 0,0 1 0 0 0,1 0 0 0 0,-1-1 0 0 0,-8-8 0 0 0,-13-7-1 0 0,-10 0-5 0 0,-1 1 0 0 0,0 2 1 0 0,-1 2-1 0 0,-1 1 1 0 0,0 2-1 0 0,-1 2 0 0 0,0 1 1 0 0,-68-3-1 0 0,-16 7-13 0 0,-193 19 1 0 0,-241 24 14 0 0,-294 27 1 0 0,116 36 27 0 0,5 31 18 0 0,322-56-28 0 0,-1354 126 129 0 0,1387-186-98 0 0,-639-54 0 0 0,-254-145 107 0 0,1048 150-128 0 0,-25-3 13 0 0,182 22-28 0 0,-111-37 0 0 0,160 46-9 0 0,12 3 0 0 0,-1-1 0 0 0,1 1 0 0 0,-1-1 0 0 0,1 0 0 0 0,0 0 0 0 0,0 0 0 0 0,0 0 0 0 0,0-1 0 0 0,0 0 0 0 0,-3-3 0 0 0,6 6 0 0 0,0 0 0 0 0,1-1 0 0 0,-1 1 0 0 0,1-1 0 0 0,-1 1 0 0 0,1-1 0 0 0,-1 1 0 0 0,1-1 0 0 0,-1 1 0 0 0,1-1 0 0 0,-1 1 0 0 0,1-1 0 0 0,0 1 0 0 0,-1-1 0 0 0,1 0 0 0 0,0 1 0 0 0,0-1 0 0 0,-1 0 0 0 0,1 1 0 0 0,0-1 0 0 0,0 0 0 0 0,0 1 0 0 0,0-1 0 0 0,0 0 0 0 0,0 1 0 0 0,0-2 0 0 0,4-3 0 0 0,0-1 0 0 0,1 1 0 0 0,0 0 0 0 0,-1 1 0 0 0,2-1 0 0 0,-1 1 0 0 0,0 0 0 0 0,1 0 0 0 0,0 1 0 0 0,0 0 0 0 0,6-3 0 0 0,9-5 0 0 0,-10 4 0 0 0,-1 0-1 0 0,-1 0 1 0 0,1-1 0 0 0,-1-1-1 0 0,-1 1 1 0 0,1-1 0 0 0,-1-1-1 0 0,-1 1 1 0 0,0-2 0 0 0,7-12-1 0 0,-3 2 0 0 0,-2 0 0 0 0,0-1 0 0 0,-2 0 0 0 0,8-35 0 0 0,18-130-13 0 0,10-217 0 0 0,-39 363 12 0 0,19-967-3 0 0,-72-2 1 0 0,38 822 5 0 0,-199-2951 70 0 0,-1 1356 42 0 0,95 1004-60 0 0,37-4-4 0 0,64-1220 7 0 0,33 1642-44 0 0,4-255 8 0 0,13-105-19 0 0,-26 627-1 0 0,6-42 0 0 0,-9 115 0 0 0,4 7-1 0 0,-4 16-1 0 0,-1 13-4 0 0,-5-14 6 0 0,1 3-1 0 0,-1 1 0 0 0,1 0-1 0 0,-1-1 1 0 0,0 1 0 0 0,0 0 0 0 0,-1-1 0 0 0,1 1 0 0 0,-1-1 0 0 0,0 1 0 0 0,0 0 0 0 0,-1-1 0 0 0,1 0 0 0 0,-1 1 0 0 0,0-1 0 0 0,0 0 0 0 0,0 0-1 0 0,-1 0 1 0 0,0 0 0 0 0,1 0 0 0 0,-1-1 0 0 0,-1 1 0 0 0,1-1 0 0 0,0 0 0 0 0,-1 0 0 0 0,-4 3 0 0 0,2-3-640 0 0,-2 0 0 0 0,1-1 0 0 0,0 1 0 0 0,-1-1 0 0 0,-10 1 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8:49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937 0 18295 0 0,'-5'9'419'0'0,"-41"80"1990"0"0,-93 133-1 0 0,131-211-2307 0 0,-2-1-1 0 0,1 0 0 0 0,-1-1 1 0 0,0 0-1 0 0,-1-1 0 0 0,0 0 1 0 0,0 0-1 0 0,-1-1 0 0 0,0 0 1 0 0,0-1-1 0 0,-25 8 0 0 0,35-14 62 0 0,2 0-156 0 0,0 0 0 0 0,0-1 0 0 0,0 1 1 0 0,-1 0-1 0 0,1 0 0 0 0,0-1 0 0 0,0 1 1 0 0,0 0-1 0 0,0-1 0 0 0,0 1 0 0 0,0 0 1 0 0,0-1-1 0 0,0 1 0 0 0,0 0 0 0 0,0-1 1 0 0,0 1-1 0 0,0 0 0 0 0,0-1 0 0 0,1 1 1 0 0,-1 0-1 0 0,0 0 0 0 0,0-1 0 0 0,0 1 1 0 0,0 0-1 0 0,0-1 0 0 0,1 1 0 0 0,-1 0 1 0 0,0 0-1 0 0,0-1 0 0 0,0 1 0 0 0,1 0 1 0 0,-1 0-1 0 0,0 0 0 0 0,0-1 0 0 0,1 1 1 0 0,-1 0-1 0 0,0 0 0 0 0,1 0 0 0 0,-1 0 1 0 0,0 0-1 0 0,1-1 0 0 0,15-2 110 0 0,-12 2-104 0 0,41-4 169 0 0,-1 1 0 0 0,46 3 0 0 0,-2-1 47 0 0,35-2 43 0 0,0 6 0 0 0,202 28 0 0 0,-266-21-233 0 0,627 78 190 0 0,-410-75-109 0 0,-1-13 0 0 0,545-73 0 0 0,474-183 355 0 0,-946 149-267 0 0,-338 103-184 0 0,1 0-1 0 0,-1-1 0 0 0,0-1 1 0 0,0 1-1 0 0,-1-1 0 0 0,0-1 1 0 0,0 0-1 0 0,8-10 0 0 0,-15 16 26 0 0,8 17 0 0 0,-2 5-31 0 0,-1 0 0 0 0,-1 1 0 0 0,6 36 0 0 0,2 7 11 0 0,2-3-6 0 0,40 147 39 0 0,30 226 0 0 0,-14 511 10 0 0,-55-677-54 0 0,68 343-1 0 0,-59-458-5 0 0,9 288 0 0 0,-37-392-8 0 0,-2 1-1 0 0,-1-1 1 0 0,-24 87 0 0 0,-58 136 14 0 0,31-108 13 0 0,52-147 2 0 0,0 0-1 0 0,1 0 1 0 0,1 0-1 0 0,-1 34 1 0 0,3-49 14 0 0,-3-4-38 0 0,-1 1-1 0 0,1-1 0 0 0,-1 0 1 0 0,1 0-1 0 0,0 0 0 0 0,0-1 1 0 0,0 1-1 0 0,0-1 0 0 0,0 0 0 0 0,0 0 1 0 0,-3-4-1 0 0,-4-3 4 0 0,0 2-2 0 0,-1 0 0 0 0,0 1-1 0 0,0 0 1 0 0,-1 0 0 0 0,1 2 0 0 0,-1-1 0 0 0,-1 2-1 0 0,1-1 1 0 0,-1 2 0 0 0,0-1 0 0 0,-24-1-1 0 0,-80-12 35 0 0,-186-3 0 0 0,-89 25 10 0 0,0 27-17 0 0,70 16-28 0 0,-171 22 0 0 0,-21-25-8 0 0,390-42 0 0 0,1-6 0 0 0,-144-21 0 0 0,-77-38 0 0 0,18 3 0 0 0,219 44 0 0 0,-113 0 0 0 0,-134 20 0 0 0,340-4 1 0 0,1 2-1 0 0,-1 0 1 0 0,1 0-1 0 0,-1 1 1 0 0,1 1-1 0 0,0 0 1 0 0,1 1-1 0 0,-20 12 1 0 0,15-9 0 0 0,0 0 0 0 0,0-1 0 0 0,-23 6 0 0 0,36-13 0 0 0,-1 0-1 0 0,0-1 1 0 0,1 1-1 0 0,-1-1 0 0 0,0 0 1 0 0,0-1-1 0 0,1 1 1 0 0,-1-1-1 0 0,0 0 0 0 0,1 0 1 0 0,-1 0-1 0 0,1-1 1 0 0,-1 0-1 0 0,1 0 0 0 0,0 0 1 0 0,0 0-1 0 0,0-1 1 0 0,0 1-1 0 0,0-1 0 0 0,-4-4 1 0 0,-2-2 0 0 0,1 0 0 0 0,0 0-1 0 0,0-1 1 0 0,1 0 0 0 0,1-1 0 0 0,-9-13 0 0 0,-18-46-1 0 0,-49-141 0 0 0,70 174 0 0 0,-35-108 0 0 0,-12-34 0 0 0,-155-490 0 0 0,190 559 0 0 0,-17-177 0 0 0,17-115 0 0 0,25 401 0 0 0,-7-401 0 0 0,12 318 0 0 0,2 1 0 0 0,23-100 0 0 0,-25 161-2 0 0,0 1 1 0 0,1 0-1 0 0,2 0 0 0 0,0 1 0 0 0,1 0 0 0 0,1 0 1 0 0,0 1-1 0 0,2 1 0 0 0,0 0 0 0 0,1 0 1 0 0,1 1-1 0 0,1 1 0 0 0,0 0 0 0 0,1 1 0 0 0,0 1 1 0 0,2 0-1 0 0,20-12 0 0 0,-6 2-165 0 0,-16 14-15 0 0,10 15 67 0 0,-4 3 39 0 0,-17-5 59 0 0,-1-1-1 0 0,1 0 1 0 0,-1 0 0 0 0,1-1-1 0 0,0 1 1 0 0,-1-1-1 0 0,1 0 1 0 0,0-1-1 0 0,0 1 1 0 0,0-1 0 0 0,0 0-1 0 0,0 0 1 0 0,0 0-1 0 0,0-1 1 0 0,-1 1 0 0 0,1-1-1 0 0,8-3 1 0 0,-12 3 16 0 0,-1 0 0 0 0,1 1 1 0 0,0-1-1 0 0,0 0 0 0 0,0 0 0 0 0,0 0 1 0 0,-1 0-1 0 0,1 0 0 0 0,0 0 0 0 0,-1 0 1 0 0,1 0-1 0 0,-1-1 0 0 0,1 1 0 0 0,-1 0 1 0 0,0 0-1 0 0,1 0 0 0 0,-1-1 0 0 0,0 1 1 0 0,0 0-1 0 0,0 0 0 0 0,0-1 0 0 0,0 1 1 0 0,0 0-1 0 0,0 0 0 0 0,0 0 0 0 0,-1-1 1 0 0,1 1-1 0 0,-1-2 0 0 0,-12-35-12 0 0,11 35 13 0 0,-42-97 0 0 0,36 89 0 0 0,-1 0 0 0 0,7 10 0 0 0,1 0 0 0 0,1 0 0 0 0,-1 0 0 0 0,0 0 0 0 0,0 0 0 0 0,0 0 0 0 0,0 0 0 0 0,1-1 0 0 0,-1 1 0 0 0,1 0 0 0 0,-1 0 0 0 0,1-1 0 0 0,-1 1 0 0 0,1 0 0 0 0,0-1 0 0 0,-1 1 0 0 0,1 0 0 0 0,0-1 0 0 0,0 1 0 0 0,0 0 0 0 0,0-1 0 0 0,0 1 0 0 0,1 0 0 0 0,-1-1 0 0 0,0 1 0 0 0,1-3 0 0 0,1-2 0 0 0,3-20 0 0 0,1-1 0 0 0,1 2 0 0 0,2-1 0 0 0,22-47 0 0 0,-15 48 0 0 0,-8 17 2 0 0,0 0-1 0 0,1 1 0 0 0,0-1 1 0 0,1 2-1 0 0,0-1 1 0 0,18-8-1 0 0,43-29 6 0 0,78-73-33 0 0,-100 71-3519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8:59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957 631 13360 0 0,'0'0'4454'0'0,"-2"-4"-3987"0"0,1 0-228 0 0,-1-1 0 0 0,1 0 0 0 0,0 0 0 0 0,0 1 0 0 0,0-11 0 0 0,1 13-11 0 0,-1 0-149 0 0,1 0 0 0 0,0 1-1 0 0,-1-1 1 0 0,1 0-1 0 0,-1 0 1 0 0,0 0-1 0 0,0 0 1 0 0,0 0 0 0 0,0 1-1 0 0,0-1 1 0 0,-1-2-1 0 0,1 4-58 0 0,-37-49 884 0 0,-51-49-1 0 0,60 70-694 0 0,2-1 1 0 0,1-1-1 0 0,1-2 0 0 0,2 0 0 0 0,-23-43 1 0 0,-31-112 1208 0 0,77 187-1414 0 0,-1 0 0 0 0,1 0 0 0 0,0 1 0 0 0,0-1 0 0 0,0 0 0 0 0,0 0 0 0 0,0 0 0 0 0,0 0 0 0 0,0 0 0 0 0,-1 0 0 0 0,1 0 0 0 0,0 0 0 0 0,0 0 0 0 0,0 0 0 0 0,0 0 0 0 0,0 0-1 0 0,-1 1 1 0 0,1-1 0 0 0,0 0 0 0 0,0 0 0 0 0,0 0 0 0 0,0 0 0 0 0,0 0 0 0 0,-1 0 0 0 0,1 0 0 0 0,0-1 0 0 0,0 1 0 0 0,0 0 0 0 0,0 0 0 0 0,-1 0 0 0 0,1 0 0 0 0,0 0 0 0 0,0 0 0 0 0,0 0 0 0 0,0 0 0 0 0,0 0 0 0 0,0 0 0 0 0,-1 0 0 0 0,1 0 0 0 0,0-1-1 0 0,0 1 1 0 0,0 0 0 0 0,0 0 0 0 0,0 0 0 0 0,0 0 0 0 0,0 0 0 0 0,0 0 0 0 0,0-1 0 0 0,0 1 0 0 0,0 0 0 0 0,-1 0 0 0 0,1 0 0 0 0,0 0 0 0 0,0 0 0 0 0,0-1 0 0 0,0 1 0 0 0,0 0 0 0 0,0 0 0 0 0,0 0 0 0 0,0-1 0 0 0,-4 24 104 0 0,-2 17-52 0 0,3 1 1 0 0,1 0 0 0 0,2 0 0 0 0,8 63-1 0 0,40 168 120 0 0,-2-16-19 0 0,-34-161-50 0 0,-2 99 0 0 0,-11-161-74 0 0,0 0 0 0 0,-3 0-1 0 0,0-1 1 0 0,-2 1 0 0 0,-2-1 0 0 0,-19 55 0 0 0,22-76-20 0 0,0 0 1 0 0,-1 0 0 0 0,0-1 0 0 0,0 0-1 0 0,-1 0 1 0 0,0 0 0 0 0,-1-1 0 0 0,0 0 0 0 0,-1 0-1 0 0,0-1 1 0 0,0 0 0 0 0,-1-1 0 0 0,0 0 0 0 0,-11 6-1 0 0,12-9 0 0 0,0 0 0 0 0,-1 0-1 0 0,1-1 1 0 0,-1 0 0 0 0,0-1-1 0 0,1 0 1 0 0,-1-1 0 0 0,0 0-1 0 0,0 0 1 0 0,0-1 0 0 0,0-1-1 0 0,0 1 1 0 0,0-2 0 0 0,0 1-1 0 0,0-1 1 0 0,1-1 0 0 0,-15-5-1 0 0,6 0 5 0 0,1 0-1 0 0,0-2 1 0 0,0 0 0 0 0,1-1-1 0 0,0-1 1 0 0,-23-21 0 0 0,-78-92 42 0 0,112 120-57 0 0,1 1 1 0 0,0-1 1 0 0,1 1-1 0 0,-1-1 0 0 0,1 0 0 0 0,0 0 0 0 0,-5-10 0 0 0,7 13-2 0 0,1-1 0 0 0,0 1 0 0 0,-1-1 0 0 0,1 1 1 0 0,0 0-1 0 0,0-1 0 0 0,0 1 0 0 0,1-1 0 0 0,-1 1 0 0 0,1-1 1 0 0,-1 1-1 0 0,1 0 0 0 0,0-1 0 0 0,-1 1 0 0 0,1 0 0 0 0,1 0 1 0 0,-1 0-1 0 0,0 0 0 0 0,0 0 0 0 0,3-3 0 0 0,15-17 11 0 0,0 2 1 0 0,1 0-1 0 0,1 2 0 0 0,1 0 0 0 0,47-29 0 0 0,-7 11 88 0 0,-36 24-3590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9:00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538 6 17887 0 0,'0'0'1964'0'0,"6"-1"-917"0"0,3 0-615 0 0,46-2 1256 0 0,-53 3-1652 0 0,0 0 1 0 0,0 0-1 0 0,0 0 0 0 0,0 0 0 0 0,-1 0 0 0 0,1 1 0 0 0,0-1 0 0 0,0 1 0 0 0,0-1 0 0 0,0 1 0 0 0,0 0 0 0 0,-1 0 1 0 0,1 0-1 0 0,0 0 0 0 0,-1 0 0 0 0,1 0 0 0 0,-1 0 0 0 0,1 1 0 0 0,-1-1 0 0 0,0 0 0 0 0,1 1 0 0 0,-1-1 0 0 0,0 1 1 0 0,2 3-1 0 0,-1 3 1 0 0,0 1-1 0 0,-1-1 1 0 0,1 1 0 0 0,-2 0 0 0 0,1 0 0 0 0,-1 0 0 0 0,-1 0 0 0 0,-2 14 0 0 0,-19 73 141 0 0,18-80-139 0 0,-53 309 559 0 0,29-132-155 0 0,24-175-319 0 0,0-2 0 0 0,-7 22 0 0 0,10-38-117 0 0,1 0 1 0 0,-1 0-1 0 0,1 0 0 0 0,0 0 0 0 0,-1 1 1 0 0,1-1-1 0 0,-1 0 0 0 0,1 0 0 0 0,0 0 0 0 0,-1 0 1 0 0,1 0-1 0 0,-1-1 0 0 0,1 1 0 0 0,0 0 1 0 0,-1 0-1 0 0,1 0 0 0 0,-1 0 0 0 0,1 0 1 0 0,0 0-1 0 0,-1-1 0 0 0,1 1 0 0 0,0 0 0 0 0,-1 0 1 0 0,1-1-1 0 0,0 1 0 0 0,-1 0 0 0 0,1-1 1 0 0,0 1-1 0 0,0 0 0 0 0,-1-1 0 0 0,-7-10 30 0 0,1 1 0 0 0,1-1 0 0 0,-1-1 0 0 0,2 1 0 0 0,0-1 0 0 0,-7-22-1 0 0,3 8-2 0 0,-80-271 209 0 0,86 285-232 0 0,-21-69 32 0 0,22 76-39 0 0,0 0 0 0 0,0 0 0 0 0,0 0 0 0 0,-1 0 0 0 0,0 1 1 0 0,0-1-1 0 0,0 1 0 0 0,-1-1 0 0 0,1 1 0 0 0,-1 0 0 0 0,0 1 1 0 0,-5-5-1 0 0,8 8-3 0 0,1 0-1 0 0,-1-1 1 0 0,0 1 0 0 0,0-1 0 0 0,1 1 0 0 0,-1 0 0 0 0,0 0-1 0 0,0-1 1 0 0,0 1 0 0 0,1 0 0 0 0,-1 0 0 0 0,0 0 0 0 0,0 0-1 0 0,0 0 1 0 0,1 0 0 0 0,-1 0 0 0 0,0 0 0 0 0,0 1 0 0 0,0-1-1 0 0,0 0 1 0 0,1 0 0 0 0,-1 1 0 0 0,0-1 0 0 0,0 0 0 0 0,1 1-1 0 0,-1-1 1 0 0,0 1 0 0 0,1-1 0 0 0,-2 1 0 0 0,-16 22 6 0 0,16-20-6 0 0,-19 32 12 0 0,1 1-1 0 0,-25 65 1 0 0,-21 87 57 0 0,59-167-58 0 0,-3 13 53 0 0,-2-1 0 0 0,-1 0-1 0 0,-30 52 1 0 0,30-65-3430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9:00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19199 0 0,'0'0'1048'0'0,"19"24"-336"0"0,-9-11-8 0 0,0 14-320 0 0,-4 22 0 0 0,-6 17-72 0 0,-6 10 0 0 0,-4 5-56 0 0,2-5 0 0 0,6-3-40 0 0,7-6 0 0 0,4-14-136 0 0,2-9 16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9:01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5016 0 0,'0'0'1248'0'0,"-12"24"8"0"0,7-10-1256 0 0,-3 4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9:01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778 0 17183 0 0,'0'0'418'0'0,"-4"4"132"0"0,2 0-462 0 0,0-1-1 0 0,1 1 1 0 0,-1-1-1 0 0,0 1 1 0 0,1-1-1 0 0,0 1 0 0 0,0 0 1 0 0,0 0-1 0 0,0-1 1 0 0,1 1-1 0 0,-1 5 1 0 0,2 50 549 0 0,1-29-378 0 0,3 125 906 0 0,6 1-1 0 0,54 260 1 0 0,-34-275-743 0 0,32 116 262 0 0,-30-130-336 0 0,-29-111-271 0 0,-2 1-1 0 0,0-1 0 0 0,-1 1 1 0 0,-1-1-1 0 0,-3 31 0 0 0,2-43-52 0 0,0 0-1 0 0,0 0 1 0 0,0 0-1 0 0,0-1 1 0 0,-1 1-1 0 0,1 0 1 0 0,-1-1-1 0 0,0 1 1 0 0,0-1-1 0 0,0 1 1 0 0,-1-1-1 0 0,1 0 1 0 0,-1 0-1 0 0,0 0 1 0 0,-4 3-1 0 0,2-2 5 0 0,-1 0 0 0 0,0-1 0 0 0,0 0 0 0 0,0 0 0 0 0,0 0-1 0 0,0-1 1 0 0,-1 1 0 0 0,-8 0 0 0 0,-7 1 24 0 0,-1-1 0 0 0,0-1 1 0 0,0-1-1 0 0,-26-3 0 0 0,-199-30 231 0 0,170 19-128 0 0,-138-6-1 0 0,191 19-116 0 0,-50 7 0 0 0,68-6-32 0 0,-1 1-1 0 0,1-1 1 0 0,0 1 0 0 0,0 1-1 0 0,1-1 1 0 0,-1 1 0 0 0,0 0-1 0 0,1 0 1 0 0,0 1 0 0 0,0 0-1 0 0,-8 6 1 0 0,13-9-5 0 0,0 1 1 0 0,0-1-1 0 0,1 0 0 0 0,-1 1 1 0 0,0-1-1 0 0,0 0 0 0 0,1 1 1 0 0,-1-1-1 0 0,1 1 0 0 0,-1-1 1 0 0,1 1-1 0 0,0-1 0 0 0,-1 1 0 0 0,1-1 1 0 0,0 1-1 0 0,0-1 0 0 0,0 1 1 0 0,0-1-1 0 0,0 1 0 0 0,1-1 1 0 0,0 4-1 0 0,2 6-3390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9:02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1 164 18991 0 0,'90'-17'1515'0'0,"164"-53"0"0"0,-197 52-1237 0 0,-41 13-202 0 0,25-9 191 0 0,1 2 0 0 0,0 2-1 0 0,68-7 1 0 0,-103 17-210 0 0,0 0-1 0 0,0 0 1 0 0,0 0 0 0 0,0 1 0 0 0,0 0 0 0 0,0 1-1 0 0,0 0 1 0 0,6 2 0 0 0,-10-3-36 0 0,-1 0 1 0 0,0 0-1 0 0,0 0 0 0 0,0 0 0 0 0,0 1 1 0 0,0-1-1 0 0,0 1 0 0 0,0-1 1 0 0,0 1-1 0 0,-1 0 0 0 0,1-1 1 0 0,0 1-1 0 0,-1 0 0 0 0,0 0 1 0 0,1 0-1 0 0,-1 1 0 0 0,0-1 1 0 0,0 0-1 0 0,0 0 0 0 0,0 0 1 0 0,-1 1-1 0 0,1-1 0 0 0,-1 1 1 0 0,1-1-1 0 0,-1 0 0 0 0,0 5 1 0 0,-1 4 12 0 0,0 1 1 0 0,-1-1 0 0 0,0 0 0 0 0,-1 0 0 0 0,-1 0-1 0 0,-4 11 1 0 0,-5 7-3032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9:02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19399 0 0,'3'11'0'0'0,"2"10"680"0"0,2 11 8 0 0,7 3 416 0 0,4 2 8 0 0,-1-1-504 0 0,0 2 0 0 0,-2 0-408 0 0,-12-6-8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9:04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1 659 17887 0 0,'0'0'920'0'0,"4"-3"40"0"0,14-8 36 0 0,-13 8-305 0 0,-3 4-146 0 0,67 56 175 0 0,-50-39-662 0 0,1-1 0 0 0,1-1-1 0 0,0-1 1 0 0,43 22-1 0 0,-26-21 0 0 0,1-2 1 0 0,1-2-1 0 0,0-1 0 0 0,64 8 0 0 0,169 5 222 0 0,-255-23-258 0 0,532-1 546 0 0,1-36-74 0 0,-259 14-273 0 0,997-103 582 0 0,-6-57-175 0 0,-759 92-359 0 0,-10-40 65 0 0,-281 55-118 0 0,260-124-1 0 0,-472 189-200 0 0,-13 5-7 0 0,0 1-1 0 0,0 0 1 0 0,0 0 0 0 0,1 1 0 0 0,0 0 0 0 0,-1 1 0 0 0,1 0-1 0 0,11-2 1 0 0,-19 4-6 0 0,0 0 1 0 0,0 0-1 0 0,-1 0 0 0 0,1 1 0 0 0,0-1 1 0 0,0 0-1 0 0,0 0 0 0 0,0 1 0 0 0,-1-1 0 0 0,1 0 1 0 0,0 1-1 0 0,0-1 0 0 0,-1 1 0 0 0,1-1 1 0 0,0 1-1 0 0,-1-1 0 0 0,1 1 0 0 0,0-1 1 0 0,-1 1-1 0 0,1 0 0 0 0,-1-1 0 0 0,1 1 1 0 0,-1 0-1 0 0,1-1 0 0 0,-1 1 0 0 0,0 0 0 0 0,1 0 1 0 0,-1-1-1 0 0,0 1 0 0 0,0 0 0 0 0,1 0 1 0 0,-1 0-1 0 0,0 0 0 0 0,0 32 28 0 0,-11 48 12 0 0,4-32-9 0 0,1 1 0 0 0,3-1-1 0 0,3 60 1 0 0,14-8 13 0 0,5-1 0 0 0,39 126 0 0 0,18 85 28 0 0,-2 56-23 0 0,36 259 30 0 0,-103-562-63 0 0,0 2 17 0 0,-2 100 1 0 0,-6-146-22 0 0,-1 0 1 0 0,-1 0 0 0 0,-1 0-1 0 0,0 0 1 0 0,-2-1 0 0 0,-12 31-1 0 0,13-40-5 0 0,0 0-1 0 0,0 0 0 0 0,-2-1 0 0 0,1 1 0 0 0,-1-2 0 0 0,0 1 1 0 0,-1-1-1 0 0,0 0 0 0 0,0 0 0 0 0,-1-1 0 0 0,0 0 0 0 0,0-1 1 0 0,-13 7-1 0 0,-7 1 6 0 0,-1-1 1 0 0,0-2-1 0 0,-1 0 1 0 0,0-3-1 0 0,-1 0 1 0 0,1-2-1 0 0,-2-2 1 0 0,1-1-1 0 0,-42-1 1 0 0,-27-7 17 0 0,-163-29 0 0 0,84 8-16 0 0,-6 10 6 0 0,0 8 1 0 0,-261 22 0 0 0,-371 80 24 0 0,414-41-37 0 0,-895 73 9 0 0,578-99-13 0 0,2-41-3 0 0,301-30 4 0 0,338 30-3 0 0,0-4 0 0 0,2-4 0 0 0,-85-34-1 0 0,129 39 92 0 0,24 77-4 0 0,10-60-89 0 0,0 1-1 0 0,0-1 1 0 0,0 1-1 0 0,-1-1 0 0 0,1 1 1 0 0,0-1-1 0 0,0 0 0 0 0,-1 1 1 0 0,1-1-1 0 0,0 1 0 0 0,0-1 1 0 0,-1 0-1 0 0,1 1 0 0 0,0-1 1 0 0,-1 0-1 0 0,1 1 1 0 0,-1-1-1 0 0,1 0 0 0 0,0 0 1 0 0,-1 0-1 0 0,1 1 0 0 0,-1-1 1 0 0,1 0-1 0 0,-1 0 0 0 0,1 0 1 0 0,-1 0-1 0 0,1 0 0 0 0,0 0 1 0 0,-1 0-1 0 0,1 0 1 0 0,-1 0-1 0 0,1 0 0 0 0,-1 0 1 0 0,1 0-1 0 0,-1 0 0 0 0,1 0 1 0 0,-1 0-1 0 0,1 0 0 0 0,-1 0 1 0 0,1-1-1 0 0,0 1 0 0 0,-1 0 1 0 0,1 0-1 0 0,-1 0 1 0 0,1-1-1 0 0,0 1 0 0 0,-1 0 1 0 0,1-1-1 0 0,0 1 0 0 0,-1 0 1 0 0,1-1-1 0 0,0 1 0 0 0,-1-1 1 0 0,1 1-1 0 0,0-1 0 0 0,-1 1 2 0 0,-5-7-2 0 0,-1 1 0 0 0,1-1 0 0 0,0 0 1 0 0,1-1-1 0 0,0 1 0 0 0,0-1 0 0 0,-6-13 0 0 0,-22-65 0 0 0,30 77 0 0 0,-30-100 0 0 0,4-2 0 0 0,-20-164 0 0 0,5-232 0 0 0,39 415 0 0 0,-15-420 0 0 0,20 512 0 0 0,0 0 0 0 0,0 0 0 0 0,0 1 0 0 0,1-1 0 0 0,-1 0 0 0 0,0 0 0 0 0,0 0 0 0 0,0 0 0 0 0,0 0 0 0 0,0 0 0 0 0,0 0 0 0 0,0 0 0 0 0,0 0 0 0 0,0 0 0 0 0,0 0 0 0 0,0 0 0 0 0,0 0 0 0 0,0 0 0 0 0,0 0 0 0 0,1 0 0 0 0,-1 0 0 0 0,0 0 0 0 0,0 0 0 0 0,0 0 0 0 0,0 0 0 0 0,0 0 0 0 0,0 0 0 0 0,0 0 0 0 0,0 0 0 0 0,0 0 0 0 0,0 0 0 0 0,0 0 0 0 0,1 0 0 0 0,-1 0 0 0 0,0 0 0 0 0,0 0 0 0 0,0 0 0 0 0,0 0 0 0 0,0 0 0 0 0,0 0 0 0 0,0 0 0 0 0,0 0 0 0 0,0 0 0 0 0,0 0 0 0 0,0 0 0 0 0,0 0 0 0 0,0 0 0 0 0,1 0 0 0 0,-1 0 0 0 0,0 0 0 0 0,0-1 0 0 0,0 1 0 0 0,0 0 0 0 0,0 0 0 0 0,0 0 0 0 0,0 0 0 0 0,0 0 0 0 0,0 0 0 0 0,0 0 0 0 0,0 0 0 0 0,0 0 0 0 0,0 0 0 0 0,0 0 0 0 0,0-1 0 0 0,0 1 0 0 0,8 10 0 0 0,10 19 0 0 0,-16-27 0 0 0,27 39 779 0 0,-9-17-5164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9:05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1 280 12056 0 0,'0'0'257'0'0,"7"-3"114"0"0,68-27 686 0 0,-1-3 1 0 0,106-65 0 0 0,-152 81-936 0 0,0 1 0 0 0,1 1 0 0 0,1 2-1 0 0,0 0 1 0 0,1 3 0 0 0,45-11 0 0 0,-56 17 15 0 0,-1 1 0 0 0,1 1 0 0 0,0 1 0 0 0,0 1 0 0 0,0 0-1 0 0,0 2 1 0 0,0 0 0 0 0,-1 1 0 0 0,1 1 0 0 0,-1 1 0 0 0,32 13 0 0 0,-39-14 0 0 0,-1 2 0 0 0,1 0 0 0 0,-1 0 0 0 0,-1 1 0 0 0,0 0 0 0 0,0 1 0 0 0,0 0 0 0 0,-1 1 0 0 0,13 15 0 0 0,-18-20-57 0 0,-1 1 0 0 0,1 0 0 0 0,-1 0 0 0 0,-1 0 0 0 0,1 1 0 0 0,-1-1 0 0 0,1 0 0 0 0,-2 1 0 0 0,1 0 0 0 0,-1 0 0 0 0,1-1 0 0 0,-2 1-1 0 0,1 0 1 0 0,-1 0 0 0 0,0 0 0 0 0,0 0 0 0 0,0 0 0 0 0,-1 0 0 0 0,0 0 0 0 0,0-1 0 0 0,0 1 0 0 0,-3 6 0 0 0,-3 2 44 0 0,1 0 0 0 0,-2-1 0 0 0,0 0 0 0 0,0 0 0 0 0,-1-1 1 0 0,-1-1-1 0 0,0 1 0 0 0,-1-1 0 0 0,0-1 0 0 0,0 0 0 0 0,-21 13 0 0 0,-5 2 187 0 0,-2-2 0 0 0,-68 29-1 0 0,72-37-115 0 0,-1-1 0 0 0,0-2 0 0 0,-62 12-1 0 0,79-20-138 0 0,-1-2 0 0 0,1-1 0 0 0,-1 0 0 0 0,1-1 0 0 0,0-1 0 0 0,-1-1 0 0 0,1-1 0 0 0,0 0 0 0 0,-20-7 0 0 0,-4-5-3145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9:05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 18695 0 0,'0'0'4202'0'0,"4"4"-3528"0"0,4 5-581 0 0,0-1-1 0 0,-1 1 0 0 0,0 0 1 0 0,-1 1-1 0 0,0-1 1 0 0,-1 1-1 0 0,0 0 1 0 0,0 1-1 0 0,-1-1 0 0 0,5 21 1 0 0,-5-13-23 0 0,-2 0 1 0 0,0 0 0 0 0,-1 0-1 0 0,0 0 1 0 0,-2 0-1 0 0,-2 21 1 0 0,-8 18 77 0 0,-2-1-1 0 0,-3 0 1 0 0,-28 68 0 0 0,42-118-227 0 0,-64 149 554 0 0,30-98-3653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9:06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2107 543 18695 0 0,'-35'-32'570'0'0,"1"-1"-1"0"0,2-2 0 0 0,2-1 0 0 0,-39-59 0 0 0,38 50-320 0 0,-2 1 1 0 0,-65-67-1 0 0,64 78-55 0 0,22 20-23 0 0,0 1 0 0 0,-1 0 0 0 0,0 1 0 0 0,-23-15 0 0 0,35 25-144 0 0,-1 1 0 0 0,0-1-1 0 0,0 0 1 0 0,0 1 0 0 0,0-1 0 0 0,-1 1-1 0 0,1-1 1 0 0,0 1 0 0 0,0 0 0 0 0,0 0 0 0 0,0 0-1 0 0,0 0 1 0 0,0 0 0 0 0,0 1 0 0 0,0-1-1 0 0,-1 1 1 0 0,1-1 0 0 0,0 1 0 0 0,0 0 0 0 0,1 0-1 0 0,-1 0 1 0 0,0 0 0 0 0,0 0 0 0 0,0 0 0 0 0,1 0-1 0 0,-1 1 1 0 0,0-1 0 0 0,1 1 0 0 0,-1-1-1 0 0,-1 3 1 0 0,-5 5 39 0 0,1 1 0 0 0,1-1 0 0 0,-1 1 0 0 0,-5 14 0 0 0,-12 32 102 0 0,2 2 0 0 0,3 0 0 0 0,-21 105 0 0 0,-14 49 97 0 0,29-140-176 0 0,-3-1 0 0 0,-2-1 0 0 0,-4-1 0 0 0,-3-2 0 0 0,-63 88 0 0 0,80-130-59 0 0,-2 0 1 0 0,0-2-1 0 0,-2 0 1 0 0,0-1-1 0 0,-2-2 1 0 0,0-1-1 0 0,-1-1 1 0 0,-1-1-1 0 0,0-1 1 0 0,-2-1-1 0 0,1-2 1 0 0,-2-1-1 0 0,0-2 1 0 0,0-1-1 0 0,0-1 1 0 0,-42 4-1 0 0,45-8-1 0 0,0-2-1 0 0,0-1 1 0 0,0-1-1 0 0,0-1 1 0 0,0-2-1 0 0,0-1 1 0 0,0-1-1 0 0,1-1 1 0 0,0-1-1 0 0,0-2 0 0 0,0-1 1 0 0,2-1-1 0 0,-1-1 1 0 0,1-1-1 0 0,1-1 1 0 0,0-1-1 0 0,1-2 1 0 0,1 0-1 0 0,-20-21 1 0 0,31 28-7 0 0,-24-26 42 0 0,33 34-57 0 0,0 0 1 0 0,0-1 0 0 0,1 1-1 0 0,-1 0 1 0 0,1-1 0 0 0,-1 1-1 0 0,1 0 1 0 0,0-1 0 0 0,0 0-1 0 0,0 1 1 0 0,1-1 0 0 0,-1 0-1 0 0,0-4 1 0 0,1 6-4 0 0,0 0-1 0 0,1 0 1 0 0,-1 0 0 0 0,1 0 0 0 0,-1 0 0 0 0,1 0-1 0 0,-1 0 1 0 0,1 0 0 0 0,0 0 0 0 0,-1 0 0 0 0,1 0-1 0 0,0 0 1 0 0,0 1 0 0 0,-1-1 0 0 0,1 0 0 0 0,0 0 0 0 0,0 1-1 0 0,0-1 1 0 0,0 1 0 0 0,0-1 0 0 0,0 1 0 0 0,0-1-1 0 0,0 1 1 0 0,0 0 0 0 0,0-1 0 0 0,0 1 0 0 0,2 0-1 0 0,38-5 43 0 0,-33 5-34 0 0,169-7-2 0 0,42-3 458 0 0,-172 5-1695 0 0,-1-1 0 0 0,67-18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9:06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1 220 16687 0 0,'4'-4'330'0'0,"7"-6"150"0"0,-1-2 0 0 0,0 1 0 0 0,-1-1-1 0 0,10-18 1 0 0,-8 14-196 0 0,0 0-1 0 0,23-24 0 0 0,-26 32-197 0 0,0 1 1 0 0,1 0-1 0 0,0 0 0 0 0,0 1 1 0 0,0 0-1 0 0,1 0 0 0 0,16-6 1 0 0,-20 10-24 0 0,0 0 0 0 0,1 0 1 0 0,-1 1-1 0 0,1 0 0 0 0,-1 0 0 0 0,1 0 1 0 0,0 1-1 0 0,-1 0 0 0 0,1 1 1 0 0,0-1-1 0 0,-1 1 0 0 0,1 0 0 0 0,-1 1 1 0 0,7 2-1 0 0,9 4 96 0 0,-2 1-1 0 0,1 1 1 0 0,-1 1-1 0 0,-1 1 1 0 0,0 1-1 0 0,-1 0 1 0 0,0 1-1 0 0,23 25 1 0 0,-28-25-49 0 0,0 0 1 0 0,-1 1 0 0 0,0 0-1 0 0,-2 1 1 0 0,0 0 0 0 0,0 1-1 0 0,-2 0 1 0 0,0 1 0 0 0,-1 0-1 0 0,7 27 1 0 0,-13-41-86 0 0,0 1-1 0 0,-1-1 1 0 0,1 1 0 0 0,-1 0-1 0 0,0-1 1 0 0,-1 1 0 0 0,1 0-1 0 0,-1-1 1 0 0,0 1 0 0 0,0-1-1 0 0,0 1 1 0 0,0-1-1 0 0,-1 0 1 0 0,0 1 0 0 0,0-1-1 0 0,0 0 1 0 0,-1 0 0 0 0,1 0-1 0 0,-1-1 1 0 0,0 1 0 0 0,0-1-1 0 0,0 1 1 0 0,-6 4 0 0 0,-28 17-3141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9:07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1772 379 17983 0 0,'0'0'975'0'0,"2"5"-348"0"0,6 13 37 0 0,-6-13 622 0 0,-2-5-1271 0 0,1 0-1 0 0,-1 0 0 0 0,0 0 0 0 0,0 0 1 0 0,0 0-1 0 0,0 0 0 0 0,0 0 0 0 0,1 0 1 0 0,-1 0-1 0 0,0 0 0 0 0,0 0 0 0 0,0 0 1 0 0,0 0-1 0 0,0 0 0 0 0,0 1 0 0 0,0-1 1 0 0,0 0-1 0 0,1 0 0 0 0,-1 0 0 0 0,0 0 1 0 0,0 0-1 0 0,0 0 0 0 0,0 0 0 0 0,0 1 1 0 0,0-1-1 0 0,0 0 0 0 0,0 0 0 0 0,0 0 1 0 0,0 0-1 0 0,0 0 0 0 0,0 1 0 0 0,0-1 1 0 0,0 0-1 0 0,0 0 0 0 0,0 0 0 0 0,0 0 1 0 0,0 0-1 0 0,0 1 0 0 0,0-1 0 0 0,0 0 0 0 0,0 0 1 0 0,0 0-1 0 0,0 0 0 0 0,0 0 0 0 0,0 0 1 0 0,0 1-1 0 0,-1-1 0 0 0,1 0 0 0 0,0 0 1 0 0,0 0-1 0 0,0 0 0 0 0,0 0 0 0 0,0 0 1 0 0,0 0-1 0 0,0 0 0 0 0,0 0 0 0 0,-1 1 1 0 0,1-1-1 0 0,0 0 0 0 0,0 0 0 0 0,0 0 1 0 0,0 0-1 0 0,0 0 0 0 0,0 0 0 0 0,-1 0 1 0 0,1 0-1 0 0,-9 7 221 0 0,3-6-193 0 0,1 0 0 0 0,0-1 0 0 0,-1 0 1 0 0,1 0-1 0 0,0 0 0 0 0,-1 0 0 0 0,1-1 1 0 0,0 0-1 0 0,-1 0 0 0 0,1 0 0 0 0,-5-3 1 0 0,-54-25 206 0 0,53 22-201 0 0,0 0 1 0 0,1-1-1 0 0,0 0 1 0 0,0-1-1 0 0,1 0 1 0 0,0-1-1 0 0,1 0 1 0 0,0 0-1 0 0,0-1 1 0 0,1 0 0 0 0,1 0-1 0 0,-8-18 1 0 0,-5-15 149 0 0,3-1 0 0 0,-11-48 0 0 0,16 54-22 0 0,11 38-149 0 0,0 0-1 0 0,0 0 1 0 0,0-1-1 0 0,0 1 1 0 0,-1 0 0 0 0,1 0-1 0 0,0 0 1 0 0,-1 0-1 0 0,1 0 1 0 0,-1-1 0 0 0,1 1-1 0 0,-1 0 1 0 0,1 0-1 0 0,-1 0 1 0 0,0 0 0 0 0,1 0-1 0 0,-1 1 1 0 0,0-1-1 0 0,0 0 1 0 0,-1-1 0 0 0,-8 26 446 0 0,6-10-564 0 0,-31 98 161 0 0,-5-3-1 0 0,-5-1 0 0 0,-5-2 1 0 0,-4-2-1 0 0,-5-3 0 0 0,-4-2 1 0 0,-4-4-1 0 0,-5-2 0 0 0,-3-4 1 0 0,-109 101-1 0 0,131-142-14 0 0,-75 51 1 0 0,103-82-34 0 0,0-1 1 0 0,-1-2 0 0 0,0 0-1 0 0,-1-2 1 0 0,-51 16 0 0 0,69-26-18 0 0,-1 0 1 0 0,1 0 0 0 0,-1-1 0 0 0,0 0 0 0 0,1 0 0 0 0,-1-1-1 0 0,0-1 1 0 0,0 1 0 0 0,1-2 0 0 0,-1 1 0 0 0,1-1 0 0 0,-1-1-1 0 0,1 0 1 0 0,0 0 0 0 0,0-1 0 0 0,0 0 0 0 0,0 0 0 0 0,1-1-1 0 0,-1 0 1 0 0,1-1 0 0 0,1 0 0 0 0,-1 0 0 0 0,1 0 0 0 0,0-1-1 0 0,0 0 1 0 0,1-1 0 0 0,0 0 0 0 0,0 1 0 0 0,1-2 0 0 0,0 1-1 0 0,1-1 1 0 0,-1 0 0 0 0,2 0 0 0 0,-1 0 0 0 0,1 0 0 0 0,-2-13 0 0 0,2 6 3 0 0,1-1 1 0 0,0 1 0 0 0,2 0-1 0 0,-1-1 1 0 0,5-29 0 0 0,3 0-3431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9:34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716 4 17079 0 0,'0'0'27'0'0,"-5"-1"108"0"0,-34-1 1050 0 0,38 2-449 0 0,-31 4 1567 0 0,22 0-2122 0 0,0 0 0 0 0,1 1 0 0 0,0 0 0 0 0,-1 1 0 0 0,2 0 0 0 0,-1 0 0 0 0,-14 15 0 0 0,22-20-150 0 0,1 0 0 0 0,-1 0 0 0 0,1 0 0 0 0,-1 0 0 0 0,1 0 0 0 0,0 0 0 0 0,0 0 1 0 0,-1 0-1 0 0,1 0 0 0 0,0 0 0 0 0,0 0 0 0 0,0 0 0 0 0,0 0 0 0 0,0 0 0 0 0,0 1 0 0 0,1-1 1 0 0,-1 0-1 0 0,0 0 0 0 0,0 0 0 0 0,1 0 0 0 0,-1 0 0 0 0,1 0 0 0 0,-1 0 0 0 0,1-1 1 0 0,-1 1-1 0 0,1 0 0 0 0,1 1 0 0 0,20 23 172 0 0,-21-24-175 0 0,10 9 31 0 0,0-2-1 0 0,1 1 1 0 0,0-1 0 0 0,1-1-1 0 0,-1 0 1 0 0,1-1-1 0 0,1-1 1 0 0,23 8 0 0 0,123 20 277 0 0,-106-24-217 0 0,297 40 456 0 0,204-28-83 0 0,91 6-118 0 0,-553-21-318 0 0,248 10 171 0 0,-251-16-124 0 0,161-22 1 0 0,-171 7-37 0 0,-1-3 1 0 0,-1-3 0 0 0,0-4 0 0 0,-2-3-1 0 0,110-58 1 0 0,-83 21 9 0 0,-69 41-16 0 0,42-21 1 0 0,-71 44-47 0 0,-3 1-14 0 0,0 0 0 0 0,0 0 0 0 0,1 0 0 0 0,-1 0 0 0 0,0 1 0 0 0,0-1 1 0 0,0 1-1 0 0,0 0 0 0 0,0-1 0 0 0,0 1 0 0 0,0 0 0 0 0,0 0 0 0 0,0 0 0 0 0,0 0 0 0 0,0 1 0 0 0,0-1 0 0 0,-1 0 1 0 0,1 1-1 0 0,2 2 0 0 0,-1 0-1 0 0,-1 1 1 0 0,1-1-1 0 0,-1 0 0 0 0,0 1 1 0 0,0-1-1 0 0,1 7 1 0 0,2 3 0 0 0,27 73 12 0 0,32 146 0 0 0,-3 98 24 0 0,-41-215-27 0 0,31 234 29 0 0,-49-81 34 0 0,-3-216-54 0 0,-11 67 9 0 0,6-77-15 0 0,0 48 0 0 0,6-62-4 0 0,-7 51 0 0 0,6-71-8 0 0,-1 0 1 0 0,0 0 0 0 0,-1-1-1 0 0,1 1 1 0 0,-2-1 0 0 0,1 1-1 0 0,-1-1 1 0 0,-1 0 0 0 0,1 0-1 0 0,-7 8 1 0 0,4-10 0 0 0,1 0 0 0 0,-1 0 0 0 0,0-1 0 0 0,0 0 0 0 0,0 0 0 0 0,-1-1 1 0 0,1 0-1 0 0,-1 0 0 0 0,-15 5 0 0 0,-10 1 9 0 0,-38 7 1 0 0,42-10-2 0 0,-157 30 35 0 0,-2-8-1 0 0,-350 9 1 0 0,322-40-8 0 0,-240 7 33 0 0,-17 38 19 0 0,413-34-79 0 0,-401 47 70 0 0,51-35-25 0 0,-31-17-35 0 0,329-7-13 0 0,-145-16 4 0 0,146 9-9 0 0,60 7-2 0 0,50 3 0 0 0,0-1 0 0 0,0 1 0 0 0,0 0 0 0 0,0 0 0 0 0,1 0 0 0 0,-1-1 0 0 0,0 1 0 0 0,0-1 0 0 0,0 1 0 0 0,1 0 0 0 0,-1-1 0 0 0,0 0 0 0 0,1 1 0 0 0,-1-1 0 0 0,0 1 0 0 0,1-1 0 0 0,-1 0 0 0 0,0-1 0 0 0,-5-7 0 0 0,0 0 0 0 0,1-1 0 0 0,0 0 0 0 0,1 0 0 0 0,0-1 0 0 0,0 1 0 0 0,1-1 0 0 0,1 1 0 0 0,0-1 0 0 0,-1-15 0 0 0,-3-123 0 0 0,6 120 0 0 0,6-440 15 0 0,7-23-6 0 0,-14 461-12 0 0,-2 1 0 0 0,0 0 0 0 0,-2 0 0 0 0,-2 1 0 0 0,-9-30-1 0 0,13 45-5 0 0,1 1 0 0 0,1 0 0 0 0,0-1 0 0 0,1 1 0 0 0,0-1 0 0 0,1 1 0 0 0,1-1 0 0 0,0 1 0 0 0,1 0 0 0 0,5-15-1 0 0,8-7-1207 0 0,-13 30-1180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9:35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641 418 18895 0 0,'-1'-7'530'0'0,"-1"-14"64"0"0,1 0 1 0 0,0 1 0 0 0,2-1-1 0 0,0 0 1 0 0,2 0 0 0 0,8-37-1 0 0,3-29 108 0 0,-13 82-661 0 0,0-1 0 0 0,-1 1 0 0 0,0-1 0 0 0,0 1-1 0 0,0-1 1 0 0,-1 1 0 0 0,0-1 0 0 0,0 1 0 0 0,0-1 0 0 0,-1 1 0 0 0,0 0 0 0 0,0 0 0 0 0,0 0 0 0 0,-1 0 0 0 0,1 0 0 0 0,-1 0 0 0 0,0 1 0 0 0,-6-8 0 0 0,5 9-19 0 0,-1-1 1 0 0,1 1-1 0 0,-1-1 0 0 0,0 2 0 0 0,0-1 1 0 0,0 0-1 0 0,0 1 0 0 0,0 0 0 0 0,0 0 1 0 0,-1 0-1 0 0,1 1 0 0 0,-1 0 0 0 0,1 0 1 0 0,-1 0-1 0 0,0 1 0 0 0,1 0 0 0 0,-1 0 1 0 0,-7 1-1 0 0,-5 2 1 0 0,0 0 0 0 0,0 1 1 0 0,0 1-1 0 0,1 1 0 0 0,0 0 1 0 0,0 2-1 0 0,1-1 0 0 0,0 2 1 0 0,0 0-1 0 0,1 1 0 0 0,0 1 1 0 0,1 0-1 0 0,0 1 0 0 0,1 1 0 0 0,-21 24 1 0 0,6-2 13 0 0,2 1 0 0 0,1 1 0 0 0,2 1 1 0 0,2 1-1 0 0,-24 59 0 0 0,27-51 10 0 0,2 0 1 0 0,2 1-1 0 0,3 1 1 0 0,1 0-1 0 0,3 0 1 0 0,1 1-1 0 0,3-1 1 0 0,3 1-1 0 0,5 56 1 0 0,2-25 43 0 0,-5-52-3445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9:36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34 16983 0 0,'0'0'754'0'0,"1"-4"92"0"0,0-4-555 0 0,4-13 2708 0 0,-3 20-1779 0 0,0 16-1182 0 0,-2 17 162 0 0,-4 35 0 0 0,0 5-58 0 0,2-6 3 0 0,-3 0-1 0 0,-24 119 1 0 0,10-78 1 0 0,19-105-112 0 0,-2-4-16 0 0,-2-4-14 0 0,1 1 1 0 0,0-1-1 0 0,1 1 1 0 0,0-1-1 0 0,-1 0 1 0 0,2 0 0 0 0,-1 0-1 0 0,1 0 1 0 0,0 0-1 0 0,-1-7 1 0 0,-1-69 22 0 0,3 76-24 0 0,1-10 5 0 0,0 0 0 0 0,0 0 1 0 0,2 0-1 0 0,0 0 0 0 0,1 1 0 0 0,0 0 1 0 0,1-1-1 0 0,1 2 0 0 0,0-1 1 0 0,12-19-1 0 0,-12 24 3 0 0,1 0 0 0 0,0 1 0 0 0,1-1 0 0 0,0 2 0 0 0,0-1 0 0 0,0 1 0 0 0,1 0 0 0 0,1 1 0 0 0,-1 0 0 0 0,1 0 0 0 0,1 1 0 0 0,-1 0 0 0 0,1 1 0 0 0,18-6 0 0 0,-23 9 2 0 0,-1 1 1 0 0,1-1 0 0 0,0 1 0 0 0,-1 1 0 0 0,1-1 0 0 0,0 1 0 0 0,0 0 0 0 0,-1 1 0 0 0,1-1 0 0 0,0 1 0 0 0,-1 0-1 0 0,1 1 1 0 0,-1-1 0 0 0,1 1 0 0 0,-1 0 0 0 0,1 0 0 0 0,-1 1 0 0 0,0-1 0 0 0,0 1 0 0 0,-1 1 0 0 0,1-1 0 0 0,0 1-1 0 0,-1-1 1 0 0,0 1 0 0 0,0 0 0 0 0,0 1 0 0 0,0-1 0 0 0,3 7 0 0 0,1 1 17 0 0,0 0 1 0 0,-2 1-1 0 0,1-1 0 0 0,-2 1 1 0 0,0 0-1 0 0,0 1 0 0 0,-1-1 1 0 0,-1 1-1 0 0,0 0 0 0 0,1 21 1 0 0,-1 10 94 0 0,-7 69 0 0 0,-6-55-3317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9:37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11 17887 0 0,'0'0'4744'0'0,"6"-1"-4192"0"0,56-5-66 0 0,88 2 1 0 0,-115 6-425 0 0,0 1 0 0 0,0 1 1 0 0,0 2-1 0 0,39 12 0 0 0,-68-16-53 0 0,0 0 1 0 0,0 0-1 0 0,-1 0 0 0 0,1 1 0 0 0,0 0 0 0 0,-1 1 0 0 0,0-1 0 0 0,1 1 0 0 0,-2 0 0 0 0,1 0 1 0 0,0 0-1 0 0,-1 1 0 0 0,0 0 0 0 0,0-1 0 0 0,0 2 0 0 0,0-1 0 0 0,-1 0 0 0 0,4 8 0 0 0,-5-7-3 0 0,0 1 0 0 0,0 0-1 0 0,-1 0 1 0 0,0-1 0 0 0,0 1-1 0 0,0 0 1 0 0,-1 0 0 0 0,0 0-1 0 0,-1 0 1 0 0,1 0 0 0 0,-1 0-1 0 0,0 0 1 0 0,-1 0 0 0 0,0-1-1 0 0,0 1 1 0 0,-4 7 0 0 0,-2 5 2 0 0,-2-2 0 0 0,0 1 1 0 0,-1-1-1 0 0,0-1 1 0 0,-1 0-1 0 0,-1 0 1 0 0,-21 18-1 0 0,-113 87 30 0 0,121-101-31 0 0,-13 9 1 0 0,-46 25 1 0 0,65-43-6 0 0,1-1-1 0 0,-1-1 0 0 0,-1-1 1 0 0,-34 9-1 0 0,52-16-2 0 0,0 0 0 0 0,0 0 0 0 0,0-1 0 0 0,-1 1 0 0 0,1-1 1 0 0,0 0-1 0 0,0 0 0 0 0,0-1 0 0 0,-1 1 0 0 0,1 0 0 0 0,0-1 0 0 0,-3-1 0 0 0,4 1 0 0 0,1 1 0 0 0,0-1 0 0 0,0 0 0 0 0,1 0 0 0 0,-1 0 0 0 0,0 1 0 0 0,0-1 0 0 0,0 0 0 0 0,0 0 0 0 0,1 0 0 0 0,-1-1 0 0 0,1 1 0 0 0,-1 0 0 0 0,1 0 0 0 0,-1 0 0 0 0,1 0 0 0 0,-1-1 0 0 0,1 1 0 0 0,0 0 0 0 0,0 0 0 0 0,0 0 0 0 0,0-1 0 0 0,0 1 0 0 0,0 0 0 0 0,0 0 0 0 0,0-1 0 0 0,0 1 0 0 0,0 0 0 0 0,1 0 0 0 0,-1-1 0 0 0,1-1 0 0 0,3-11 0 0 0,1-1 0 0 0,1 1 0 0 0,0 1 0 0 0,0-1 0 0 0,1 1 0 0 0,1 0 0 0 0,0 0 0 0 0,1 1 1 0 0,1 0-1 0 0,-1 1 0 0 0,2 0 0 0 0,12-10 0 0 0,-3 4 1 0 0,1 0 0 0 0,1 2 0 0 0,1 1 1 0 0,0 0-1 0 0,1 2 0 0 0,26-10 1 0 0,-37 17-1 0 0,0 0 1 0 0,0 2-1 0 0,0-1 1 0 0,0 2 0 0 0,1 0-1 0 0,0 0 1 0 0,-1 1-1 0 0,1 1 1 0 0,0 0 0 0 0,0 1-1 0 0,24 5 1 0 0,-30-4-1 0 0,0 0 0 0 0,0 1 0 0 0,0 0-1 0 0,0 1 1 0 0,0 0 0 0 0,-1 0 0 0 0,1 0 0 0 0,-1 1 0 0 0,0 0 0 0 0,-1 0 0 0 0,1 1 0 0 0,-1 0 0 0 0,0 0 0 0 0,0 1 0 0 0,-1-1 0 0 0,0 1 0 0 0,0 0-1 0 0,-1 1 1 0 0,0-1 0 0 0,3 9 0 0 0,-1-2 4 0 0,-1 0 0 0 0,-1 1 0 0 0,-1 0-1 0 0,0 0 1 0 0,0-1 0 0 0,-2 2 0 0 0,0-1-1 0 0,-1 0 1 0 0,0 0 0 0 0,-1 0 0 0 0,-1 0-1 0 0,0 0 1 0 0,-1 0 0 0 0,-1-1 0 0 0,-9 26-1 0 0,8-29 3 0 0,1 0-1 0 0,-2 0 0 0 0,0-1 0 0 0,0 0 0 0 0,-1 0 1 0 0,0 0-1 0 0,0-1 0 0 0,-1 0 0 0 0,-1 0 1 0 0,1-1-1 0 0,-1 0 0 0 0,-1 0 0 0 0,1-1 0 0 0,-1-1 1 0 0,-1 1-1 0 0,1-2 0 0 0,-1 1 0 0 0,0-2 0 0 0,0 1 1 0 0,-15 3-1 0 0,5-5 24 0 0,0 0 0 0 0,0-2 1 0 0,0 0-1 0 0,-1-1 0 0 0,1-1 0 0 0,0-1 1 0 0,0-1-1 0 0,0-1 0 0 0,0-1 0 0 0,0-1 1 0 0,-38-16-1 0 0,-2-5-1164 0 0,1-4 1 0 0,-75-50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17:29:38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0 14872 0 0,'0'0'513'0'0,"-4"3"54"0"0,-8 7 122 0 0,1 0 1 0 0,0 1 0 0 0,-12 14 0 0 0,-22 21 120 0 0,41-42-730 0 0,1 1 1 0 0,-1-1-1 0 0,1 0 0 0 0,0 1 1 0 0,0 0-1 0 0,1 0 0 0 0,-1 0 1 0 0,1 0-1 0 0,0 0 1 0 0,0 0-1 0 0,1 1 0 0 0,0-1 1 0 0,0 1-1 0 0,0-1 1 0 0,0 1-1 0 0,1-1 0 0 0,0 1 1 0 0,0-1-1 0 0,2 9 1 0 0,1 11 185 0 0,1-1 1 0 0,15 46 0 0 0,-17-63-230 0 0,33 97 513 0 0,-16-47-156 0 0,14 61-1 0 0,-24-67-176 0 0,-2 0 0 0 0,-2 0 0 0 0,-3 1 0 0 0,-2-1 0 0 0,-8 68 0 0 0,-4-39 61 0 0,-3 0-1 0 0,-42 128 1 0 0,-13 18 22 0 0,48-145-3469 0 0,18-63-12952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כ"ה/סיון/תשפ"ד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2.png"/><Relationship Id="rId21" Type="http://schemas.openxmlformats.org/officeDocument/2006/relationships/image" Target="../media/image13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7.png"/><Relationship Id="rId41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1.png"/><Relationship Id="rId40" Type="http://schemas.openxmlformats.org/officeDocument/2006/relationships/customXml" Target="../ink/ink19.xml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10" Type="http://schemas.openxmlformats.org/officeDocument/2006/relationships/customXml" Target="../ink/ink4.xml"/><Relationship Id="rId19" Type="http://schemas.openxmlformats.org/officeDocument/2006/relationships/image" Target="../media/image12.png"/><Relationship Id="rId31" Type="http://schemas.openxmlformats.org/officeDocument/2006/relationships/image" Target="../media/image18.png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6.png"/><Relationship Id="rId30" Type="http://schemas.openxmlformats.org/officeDocument/2006/relationships/customXml" Target="../ink/ink14.xml"/><Relationship Id="rId35" Type="http://schemas.openxmlformats.org/officeDocument/2006/relationships/image" Target="../media/image20.png"/><Relationship Id="rId43" Type="http://schemas.openxmlformats.org/officeDocument/2006/relationships/image" Target="../media/image24.png"/><Relationship Id="rId8" Type="http://schemas.openxmlformats.org/officeDocument/2006/relationships/customXml" Target="../ink/ink3.xml"/><Relationship Id="rId3" Type="http://schemas.openxmlformats.org/officeDocument/2006/relationships/image" Target="../media/image4.jpg"/><Relationship Id="rId12" Type="http://schemas.openxmlformats.org/officeDocument/2006/relationships/customXml" Target="../ink/ink5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33" Type="http://schemas.openxmlformats.org/officeDocument/2006/relationships/image" Target="../media/image19.png"/><Relationship Id="rId38" Type="http://schemas.openxmlformats.org/officeDocument/2006/relationships/customXml" Target="../ink/ink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4218059" y="97170"/>
            <a:ext cx="678423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</a:rPr>
              <a:t>אפליקציה "שני מספרים"</a:t>
            </a:r>
            <a:r>
              <a:rPr lang="ru-RU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</a:rPr>
              <a:t> </a:t>
            </a:r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</a:rPr>
              <a:t>(שלב א')</a:t>
            </a:r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946A3F-9B5F-A2F1-B06D-CDBBD7EFF94A}"/>
              </a:ext>
            </a:extLst>
          </p:cNvPr>
          <p:cNvSpPr/>
          <p:nvPr/>
        </p:nvSpPr>
        <p:spPr>
          <a:xfrm>
            <a:off x="2163097" y="1276584"/>
            <a:ext cx="8749594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b="0" cap="none" spc="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בנה אפליקציה המלמדת לעשות השוואה נכונה בין שני מספרים.</a:t>
            </a:r>
          </a:p>
          <a:p>
            <a:pPr algn="r" rtl="1"/>
            <a:endParaRPr lang="he-IL" sz="3600" b="0" cap="none" spc="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אפליקציה צריכה להציג שני מספרים אקראיים ולאפשר לתלמיד לקבוע השוואה נכונה ביניהם: "גדול", "קטן", "שווה".</a:t>
            </a:r>
          </a:p>
          <a:p>
            <a:pPr algn="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r" rtl="1"/>
            <a:r>
              <a:rPr lang="he-IL" sz="3600" b="0" cap="none" spc="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אחרי בחירת התלמיד אפליקציה 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צ</a:t>
            </a:r>
            <a:r>
              <a:rPr lang="he-IL" sz="3600" b="0" cap="none" spc="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ריכה להגיב לבחירתו.</a:t>
            </a:r>
            <a:endParaRPr lang="en-US" sz="3600" b="0" cap="none" spc="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58B18A-36CB-F420-A2E6-0E632B05D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2823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EF8599-76D3-FEA5-9150-9C10E6A85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006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370740" y="92987"/>
            <a:ext cx="545053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</a:rPr>
              <a:t>אפליקציה "שני מספרים"</a:t>
            </a:r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3946A3F-9B5F-A2F1-B06D-CDBBD7EFF94A}"/>
              </a:ext>
            </a:extLst>
          </p:cNvPr>
          <p:cNvSpPr/>
          <p:nvPr/>
        </p:nvSpPr>
        <p:spPr>
          <a:xfrm>
            <a:off x="1956619" y="1650210"/>
            <a:ext cx="8926575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b="0" cap="none" spc="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בהתחלה אפליקציה תציג לתלמיד "מסך פתיחה" (ראה המשך) ולאחר מכן תתקדם למסך תרגילים.</a:t>
            </a:r>
          </a:p>
          <a:p>
            <a:pPr algn="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r" rtl="1"/>
            <a:r>
              <a:rPr lang="he-IL" sz="3600" b="0" cap="none" spc="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במסך תרגילים פעם אחרי פעם צרך להופיע זוג מספרים שלמים ולתלמיד בכל פעם צריכה להיות אפשרות לקבוע "השוואה" המתאימה.</a:t>
            </a:r>
          </a:p>
          <a:p>
            <a:pPr algn="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אחרי בחירתו התלמיד אפליקציה צריכה להגיב על בחירתו.</a:t>
            </a:r>
            <a:r>
              <a:rPr lang="he-IL" sz="3600" b="0" cap="none" spc="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endParaRPr lang="en-US" sz="3600" b="0" cap="none" spc="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53A9AD-99AB-066B-973E-137E92816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2823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D03959-5120-4074-3EA3-C4369DC0D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067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370740" y="92987"/>
            <a:ext cx="545053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</a:rPr>
              <a:t>אפליקציה "שני מספרים"</a:t>
            </a:r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946A3F-9B5F-A2F1-B06D-CDBBD7EFF94A}"/>
              </a:ext>
            </a:extLst>
          </p:cNvPr>
          <p:cNvSpPr/>
          <p:nvPr/>
        </p:nvSpPr>
        <p:spPr>
          <a:xfrm>
            <a:off x="7384025" y="1256920"/>
            <a:ext cx="240778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b="0" cap="none" spc="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מסך פתיחה</a:t>
            </a:r>
            <a:endParaRPr lang="en-US" sz="3600" b="0" cap="none" spc="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60A23A-AA0B-BBD0-C446-67BEA70A4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2823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A76E1A-8654-4C25-6BD9-C471EBC39D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2AB65EC-8C0A-0873-39C7-A36A838E3D5F}"/>
                  </a:ext>
                </a:extLst>
              </p14:cNvPr>
              <p14:cNvContentPartPr/>
              <p14:nvPr/>
            </p14:nvContentPartPr>
            <p14:xfrm>
              <a:off x="2677657" y="1405061"/>
              <a:ext cx="3731040" cy="5096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2AB65EC-8C0A-0873-39C7-A36A838E3D5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71537" y="1398941"/>
                <a:ext cx="3743280" cy="510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17C4B60-8B21-424B-6EE0-171FCD8552D0}"/>
                  </a:ext>
                </a:extLst>
              </p14:cNvPr>
              <p14:cNvContentPartPr/>
              <p14:nvPr/>
            </p14:nvContentPartPr>
            <p14:xfrm>
              <a:off x="3321337" y="3078701"/>
              <a:ext cx="2073600" cy="1526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17C4B60-8B21-424B-6EE0-171FCD8552D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15217" y="3072581"/>
                <a:ext cx="2085840" cy="153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61693EEA-E476-140A-CAA1-681D7EDD7F3B}"/>
              </a:ext>
            </a:extLst>
          </p:cNvPr>
          <p:cNvGrpSpPr/>
          <p:nvPr/>
        </p:nvGrpSpPr>
        <p:grpSpPr>
          <a:xfrm>
            <a:off x="3718057" y="3608261"/>
            <a:ext cx="1398960" cy="775080"/>
            <a:chOff x="3718057" y="3608261"/>
            <a:chExt cx="1398960" cy="77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B329612-C17E-D8A1-270C-AC5E5B32F3C1}"/>
                    </a:ext>
                  </a:extLst>
                </p14:cNvPr>
                <p14:cNvContentPartPr/>
                <p14:nvPr/>
              </p14:nvContentPartPr>
              <p14:xfrm>
                <a:off x="4772137" y="3654341"/>
                <a:ext cx="344880" cy="560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B329612-C17E-D8A1-270C-AC5E5B32F3C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66017" y="3648221"/>
                  <a:ext cx="35712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529D896-048D-DD85-958C-6E325442F1F0}"/>
                    </a:ext>
                  </a:extLst>
                </p14:cNvPr>
                <p14:cNvContentPartPr/>
                <p14:nvPr/>
              </p14:nvContentPartPr>
              <p14:xfrm>
                <a:off x="4600417" y="3678821"/>
                <a:ext cx="237240" cy="306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529D896-048D-DD85-958C-6E325442F1F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94297" y="3672701"/>
                  <a:ext cx="2494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1A1D6E0-192D-6006-AA47-4BCBB50FAD4E}"/>
                    </a:ext>
                  </a:extLst>
                </p14:cNvPr>
                <p14:cNvContentPartPr/>
                <p14:nvPr/>
              </p14:nvContentPartPr>
              <p14:xfrm>
                <a:off x="4478737" y="3748661"/>
                <a:ext cx="16920" cy="234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1A1D6E0-192D-6006-AA47-4BCBB50FAD4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72617" y="3742541"/>
                  <a:ext cx="291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5E60683-1BEB-7C40-CB18-31B67F7F3EB2}"/>
                    </a:ext>
                  </a:extLst>
                </p14:cNvPr>
                <p14:cNvContentPartPr/>
                <p14:nvPr/>
              </p14:nvContentPartPr>
              <p14:xfrm>
                <a:off x="4520497" y="3608261"/>
                <a:ext cx="9000" cy="20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5E60683-1BEB-7C40-CB18-31B67F7F3E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14377" y="3602141"/>
                  <a:ext cx="21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1CD0D6F-72A0-EBFC-FA63-86B5C75F6424}"/>
                    </a:ext>
                  </a:extLst>
                </p14:cNvPr>
                <p14:cNvContentPartPr/>
                <p14:nvPr/>
              </p14:nvContentPartPr>
              <p14:xfrm>
                <a:off x="3921817" y="3790781"/>
                <a:ext cx="352800" cy="592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1CD0D6F-72A0-EBFC-FA63-86B5C75F642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15697" y="3784661"/>
                  <a:ext cx="365040" cy="6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B23FB97-264B-862A-F8F4-688C3F4AFC8E}"/>
                    </a:ext>
                  </a:extLst>
                </p14:cNvPr>
                <p14:cNvContentPartPr/>
                <p14:nvPr/>
              </p14:nvContentPartPr>
              <p14:xfrm>
                <a:off x="3718057" y="3971141"/>
                <a:ext cx="273600" cy="65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B23FB97-264B-862A-F8F4-688C3F4AFC8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11937" y="3965021"/>
                  <a:ext cx="2858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0E240D3-D681-D00B-2C4D-A5F0ABB34A9B}"/>
                    </a:ext>
                  </a:extLst>
                </p14:cNvPr>
                <p14:cNvContentPartPr/>
                <p14:nvPr/>
              </p14:nvContentPartPr>
              <p14:xfrm>
                <a:off x="3927937" y="4156901"/>
                <a:ext cx="36000" cy="101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0E240D3-D681-D00B-2C4D-A5F0ABB34A9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21817" y="4150781"/>
                  <a:ext cx="4824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BD0218A-0CCE-B0AB-3196-725C580EB2F7}"/>
              </a:ext>
            </a:extLst>
          </p:cNvPr>
          <p:cNvGrpSpPr/>
          <p:nvPr/>
        </p:nvGrpSpPr>
        <p:grpSpPr>
          <a:xfrm>
            <a:off x="3229177" y="1820861"/>
            <a:ext cx="2518560" cy="1114200"/>
            <a:chOff x="3229177" y="1820861"/>
            <a:chExt cx="2518560" cy="111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DD6A7E4-4EC2-65BD-F7B7-2AB92EBCBAA5}"/>
                    </a:ext>
                  </a:extLst>
                </p14:cNvPr>
                <p14:cNvContentPartPr/>
                <p14:nvPr/>
              </p14:nvContentPartPr>
              <p14:xfrm>
                <a:off x="3229177" y="1820861"/>
                <a:ext cx="2518560" cy="1085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DD6A7E4-4EC2-65BD-F7B7-2AB92EBCBAA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23057" y="1814741"/>
                  <a:ext cx="2530800" cy="10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C292D5-A60D-EB70-2370-EEBF54400B4D}"/>
                    </a:ext>
                  </a:extLst>
                </p14:cNvPr>
                <p14:cNvContentPartPr/>
                <p14:nvPr/>
              </p14:nvContentPartPr>
              <p14:xfrm>
                <a:off x="5131777" y="2244581"/>
                <a:ext cx="362160" cy="209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C292D5-A60D-EB70-2370-EEBF54400B4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25657" y="2238461"/>
                  <a:ext cx="3744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9A47045-927A-BD90-FF92-16BD5627EFB3}"/>
                    </a:ext>
                  </a:extLst>
                </p14:cNvPr>
                <p14:cNvContentPartPr/>
                <p14:nvPr/>
              </p14:nvContentPartPr>
              <p14:xfrm>
                <a:off x="5041777" y="2306141"/>
                <a:ext cx="69480" cy="284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9A47045-927A-BD90-FF92-16BD5627EFB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35657" y="2300021"/>
                  <a:ext cx="817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6317CD3-7F6B-DF0E-3459-25ACF2AE535E}"/>
                    </a:ext>
                  </a:extLst>
                </p14:cNvPr>
                <p14:cNvContentPartPr/>
                <p14:nvPr/>
              </p14:nvContentPartPr>
              <p14:xfrm>
                <a:off x="4230337" y="2296421"/>
                <a:ext cx="758520" cy="514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6317CD3-7F6B-DF0E-3459-25ACF2AE535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24217" y="2290301"/>
                  <a:ext cx="77076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853E295-8379-81F0-98D4-9E115E13E6E6}"/>
                    </a:ext>
                  </a:extLst>
                </p14:cNvPr>
                <p14:cNvContentPartPr/>
                <p14:nvPr/>
              </p14:nvContentPartPr>
              <p14:xfrm>
                <a:off x="4252657" y="2381021"/>
                <a:ext cx="226800" cy="171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853E295-8379-81F0-98D4-9E115E13E6E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46537" y="2374901"/>
                  <a:ext cx="2390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017BC0A-7EEB-FBD5-6FCF-3CF27F06CA15}"/>
                    </a:ext>
                  </a:extLst>
                </p14:cNvPr>
                <p14:cNvContentPartPr/>
                <p14:nvPr/>
              </p14:nvContentPartPr>
              <p14:xfrm>
                <a:off x="3471097" y="2394341"/>
                <a:ext cx="643680" cy="540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017BC0A-7EEB-FBD5-6FCF-3CF27F06CA1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64977" y="2388221"/>
                  <a:ext cx="655920" cy="55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5B13DDA-D7AA-7FCE-7BCF-E8FF75914634}"/>
              </a:ext>
            </a:extLst>
          </p:cNvPr>
          <p:cNvGrpSpPr/>
          <p:nvPr/>
        </p:nvGrpSpPr>
        <p:grpSpPr>
          <a:xfrm>
            <a:off x="3552097" y="5168141"/>
            <a:ext cx="1563480" cy="1063080"/>
            <a:chOff x="3552097" y="5168141"/>
            <a:chExt cx="1563480" cy="106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471A8D6-1027-00CE-5892-236C4EFBC007}"/>
                    </a:ext>
                  </a:extLst>
                </p14:cNvPr>
                <p14:cNvContentPartPr/>
                <p14:nvPr/>
              </p14:nvContentPartPr>
              <p14:xfrm>
                <a:off x="3552097" y="5168141"/>
                <a:ext cx="1563480" cy="828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471A8D6-1027-00CE-5892-236C4EFBC00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45977" y="5162021"/>
                  <a:ext cx="1575720" cy="84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DE6334F-8889-0EDE-A6D2-88C5299D7DFE}"/>
                    </a:ext>
                  </a:extLst>
                </p14:cNvPr>
                <p14:cNvContentPartPr/>
                <p14:nvPr/>
              </p14:nvContentPartPr>
              <p14:xfrm>
                <a:off x="4686457" y="5344901"/>
                <a:ext cx="240840" cy="393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DE6334F-8889-0EDE-A6D2-88C5299D7DF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80337" y="5338781"/>
                  <a:ext cx="25308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9F40EA1-8D4F-5743-2D80-B8F3082DE5B2}"/>
                    </a:ext>
                  </a:extLst>
                </p14:cNvPr>
                <p14:cNvContentPartPr/>
                <p14:nvPr/>
              </p14:nvContentPartPr>
              <p14:xfrm>
                <a:off x="4471897" y="5572061"/>
                <a:ext cx="149760" cy="220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9F40EA1-8D4F-5743-2D80-B8F3082DE5B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65777" y="5565941"/>
                  <a:ext cx="1620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CCADD61-089E-A6EE-4CFC-1242D1937E2F}"/>
                    </a:ext>
                  </a:extLst>
                </p14:cNvPr>
                <p14:cNvContentPartPr/>
                <p14:nvPr/>
              </p14:nvContentPartPr>
              <p14:xfrm>
                <a:off x="4081297" y="5406461"/>
                <a:ext cx="275040" cy="319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CCADD61-089E-A6EE-4CFC-1242D1937E2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75177" y="5400341"/>
                  <a:ext cx="2872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AD38DAE-E90D-6373-17C9-CD7BD88DCF60}"/>
                    </a:ext>
                  </a:extLst>
                </p14:cNvPr>
                <p14:cNvContentPartPr/>
                <p14:nvPr/>
              </p14:nvContentPartPr>
              <p14:xfrm>
                <a:off x="3851977" y="5623181"/>
                <a:ext cx="69120" cy="608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AD38DAE-E90D-6373-17C9-CD7BD88DCF6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45857" y="5617061"/>
                  <a:ext cx="81360" cy="620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55965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370740" y="92987"/>
            <a:ext cx="545053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</a:rPr>
              <a:t>אפליקציה "שני מספרים"</a:t>
            </a:r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946A3F-9B5F-A2F1-B06D-CDBBD7EFF94A}"/>
              </a:ext>
            </a:extLst>
          </p:cNvPr>
          <p:cNvSpPr/>
          <p:nvPr/>
        </p:nvSpPr>
        <p:spPr>
          <a:xfrm>
            <a:off x="2057134" y="2131991"/>
            <a:ext cx="8229600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b="0" cap="none" spc="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מסך פתיחה</a:t>
            </a:r>
            <a:endParaRPr lang="en-US" sz="3600" b="0" cap="none" spc="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r" rtl="1"/>
            <a:endParaRPr lang="en-US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742950" indent="-742950" algn="r" rtl="1">
              <a:buAutoNum type="arabicPeriod"/>
            </a:pP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אפשר להוסיף אנימציה פשוטה</a:t>
            </a:r>
          </a:p>
          <a:p>
            <a:pPr marL="742950" indent="-742950" algn="r" rtl="1">
              <a:buAutoNum type="arabicPeriod"/>
            </a:pP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אפשר להוסיף מעבר "הלאה" אוטומטי</a:t>
            </a:r>
          </a:p>
          <a:p>
            <a:pPr marL="742950" indent="-742950" algn="r" rtl="1">
              <a:buAutoNum type="arabicPeriod"/>
            </a:pPr>
            <a:r>
              <a:rPr lang="he-IL" sz="3600" b="0" cap="none" spc="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צריך מעבר "הלאה" ע"י לחיצה על כפתור</a:t>
            </a:r>
            <a:endParaRPr lang="en-US" sz="3600" b="0" cap="none" spc="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D31D9-85FE-CCA7-A642-9D7ACB798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2823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C004F4-EBC6-5E5D-E09A-9EF3FE5F6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01067" y="12823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6350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844</TotalTime>
  <Words>137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Assistant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108</cp:revision>
  <dcterms:created xsi:type="dcterms:W3CDTF">2019-01-05T16:01:25Z</dcterms:created>
  <dcterms:modified xsi:type="dcterms:W3CDTF">2024-07-01T17:51:52Z</dcterms:modified>
</cp:coreProperties>
</file>