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258" r:id="rId3"/>
    <p:sldId id="401" r:id="rId4"/>
    <p:sldId id="402" r:id="rId5"/>
    <p:sldId id="399" r:id="rId6"/>
    <p:sldId id="412" r:id="rId7"/>
    <p:sldId id="400" r:id="rId8"/>
    <p:sldId id="403" r:id="rId9"/>
    <p:sldId id="4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635232" y="1481822"/>
            <a:ext cx="4921539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  <a:p>
            <a:pPr algn="ctr" rtl="1"/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en-US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06084-DC93-23DD-1D84-9176782D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78195" y="1149311"/>
            <a:ext cx="10205884" cy="563231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חלק חובה בכל פרויקט.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פעולות מינימום: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שמירה נתונים (תוך כדי ביצוע הפרויקט)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שליפת נתונים (קריאת נתונים השמורים בבסיס נתונים)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פעולות מומלצות: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עדכון נתונים, מחקת נתונים, חיפוש נתונים...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כמובן שצריך לעשות שימוש בנתונים.</a:t>
            </a:r>
            <a:endParaRPr lang="en-US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402323" y="2014550"/>
            <a:ext cx="10205884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מה צריך לעבודה עם בסיס נתונים?</a:t>
            </a:r>
          </a:p>
          <a:p>
            <a:pPr algn="ctr" rtl="1"/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just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בסיס נתונים=קובץ עם טבלאות המכילות נתונים</a:t>
            </a:r>
          </a:p>
          <a:p>
            <a:pPr marL="742950" indent="-742950" algn="just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הגדרות (שמות) הקשורות לבסיס נתונים</a:t>
            </a:r>
          </a:p>
          <a:p>
            <a:pPr marL="742950" indent="-742950" algn="just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פעולות (הקיימות כבר מראש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וגם אלה שנכתבו על ידי המתכנת)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2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402323" y="1166842"/>
            <a:ext cx="1020588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פעולות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בשפת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כבר קיימות מחלקות עזר שנכתבו על ידי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קהילת המפתחים של שפה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עבור מערכת אנדרואיד.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לקבל גישה למחלקות האלה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ובשביל זה להשתמש ב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ירושה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extends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17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BAA485-6947-1C45-03A0-F80355694EDC}"/>
              </a:ext>
            </a:extLst>
          </p:cNvPr>
          <p:cNvSpPr/>
          <p:nvPr/>
        </p:nvSpPr>
        <p:spPr>
          <a:xfrm>
            <a:off x="2151529" y="851647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0A24E-AAE1-5225-2B0D-9135E1C149D7}"/>
              </a:ext>
            </a:extLst>
          </p:cNvPr>
          <p:cNvSpPr/>
          <p:nvPr/>
        </p:nvSpPr>
        <p:spPr>
          <a:xfrm>
            <a:off x="4437529" y="851646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551ADA-ABBD-C533-D878-D541FD3B42FB}"/>
              </a:ext>
            </a:extLst>
          </p:cNvPr>
          <p:cNvSpPr/>
          <p:nvPr/>
        </p:nvSpPr>
        <p:spPr>
          <a:xfrm>
            <a:off x="6875929" y="851645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831CBD-80F8-FA77-CA29-24058DADA48A}"/>
              </a:ext>
            </a:extLst>
          </p:cNvPr>
          <p:cNvSpPr/>
          <p:nvPr/>
        </p:nvSpPr>
        <p:spPr>
          <a:xfrm>
            <a:off x="9108141" y="2008092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31E6B-0B17-31A2-5110-056146683E12}"/>
              </a:ext>
            </a:extLst>
          </p:cNvPr>
          <p:cNvSpPr/>
          <p:nvPr/>
        </p:nvSpPr>
        <p:spPr>
          <a:xfrm>
            <a:off x="779930" y="2008091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6185FD-FA70-7E0D-4049-4BC07ABED50C}"/>
              </a:ext>
            </a:extLst>
          </p:cNvPr>
          <p:cNvSpPr/>
          <p:nvPr/>
        </p:nvSpPr>
        <p:spPr>
          <a:xfrm>
            <a:off x="3429266" y="5378824"/>
            <a:ext cx="5479809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מחלקה שכבר קיימת ב-</a:t>
            </a:r>
            <a:r>
              <a:rPr lang="en-US" sz="3200" b="1" dirty="0"/>
              <a:t>Java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DD4925-7AD9-9447-D487-EEA89599DEA8}"/>
              </a:ext>
            </a:extLst>
          </p:cNvPr>
          <p:cNvSpPr/>
          <p:nvPr/>
        </p:nvSpPr>
        <p:spPr>
          <a:xfrm>
            <a:off x="8633011" y="3429000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5FC6-51BB-8A83-4EF3-DEFD179621AF}"/>
              </a:ext>
            </a:extLst>
          </p:cNvPr>
          <p:cNvSpPr/>
          <p:nvPr/>
        </p:nvSpPr>
        <p:spPr>
          <a:xfrm>
            <a:off x="1524000" y="3429000"/>
            <a:ext cx="1905266" cy="8247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Activity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ED9FC9-3BA9-E94A-51A3-1EE334E0838E}"/>
              </a:ext>
            </a:extLst>
          </p:cNvPr>
          <p:cNvCxnSpPr/>
          <p:nvPr/>
        </p:nvCxnSpPr>
        <p:spPr>
          <a:xfrm flipH="1" flipV="1">
            <a:off x="3429266" y="4347882"/>
            <a:ext cx="1008263" cy="887506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C30233-3994-2F2E-7A77-251A36C8CB17}"/>
              </a:ext>
            </a:extLst>
          </p:cNvPr>
          <p:cNvCxnSpPr>
            <a:cxnSpLocks/>
          </p:cNvCxnSpPr>
          <p:nvPr/>
        </p:nvCxnSpPr>
        <p:spPr>
          <a:xfrm flipH="1" flipV="1">
            <a:off x="2741359" y="2832845"/>
            <a:ext cx="2180265" cy="2420471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F97577-43FD-EC4E-D3D0-22196CAA5A9F}"/>
              </a:ext>
            </a:extLst>
          </p:cNvPr>
          <p:cNvCxnSpPr>
            <a:cxnSpLocks/>
          </p:cNvCxnSpPr>
          <p:nvPr/>
        </p:nvCxnSpPr>
        <p:spPr>
          <a:xfrm flipH="1" flipV="1">
            <a:off x="3773220" y="1909482"/>
            <a:ext cx="1719772" cy="3303496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4B1771-1411-1DE4-9248-3C3F5B7DFD42}"/>
              </a:ext>
            </a:extLst>
          </p:cNvPr>
          <p:cNvCxnSpPr>
            <a:cxnSpLocks/>
          </p:cNvCxnSpPr>
          <p:nvPr/>
        </p:nvCxnSpPr>
        <p:spPr>
          <a:xfrm flipH="1" flipV="1">
            <a:off x="5390163" y="1842245"/>
            <a:ext cx="446782" cy="3424522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D826AE-C15B-664A-F7CB-4237F4CE4CA3}"/>
              </a:ext>
            </a:extLst>
          </p:cNvPr>
          <p:cNvCxnSpPr>
            <a:cxnSpLocks/>
          </p:cNvCxnSpPr>
          <p:nvPr/>
        </p:nvCxnSpPr>
        <p:spPr>
          <a:xfrm flipV="1">
            <a:off x="6202984" y="2008091"/>
            <a:ext cx="1452578" cy="3227297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1302A8-56FA-F8B7-F6F9-9D4D076A0F1E}"/>
              </a:ext>
            </a:extLst>
          </p:cNvPr>
          <p:cNvCxnSpPr>
            <a:cxnSpLocks/>
          </p:cNvCxnSpPr>
          <p:nvPr/>
        </p:nvCxnSpPr>
        <p:spPr>
          <a:xfrm flipV="1">
            <a:off x="7036702" y="2420467"/>
            <a:ext cx="1954898" cy="2841818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07818E-52C3-882B-FCF4-9A5AADD59515}"/>
              </a:ext>
            </a:extLst>
          </p:cNvPr>
          <p:cNvCxnSpPr>
            <a:cxnSpLocks/>
          </p:cNvCxnSpPr>
          <p:nvPr/>
        </p:nvCxnSpPr>
        <p:spPr>
          <a:xfrm flipV="1">
            <a:off x="8105876" y="4482353"/>
            <a:ext cx="977449" cy="663393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מלבן 4">
            <a:extLst>
              <a:ext uri="{FF2B5EF4-FFF2-40B4-BE49-F238E27FC236}">
                <a16:creationId xmlns:a16="http://schemas.microsoft.com/office/drawing/2014/main" id="{8132F69A-9F5B-0A5B-174A-1F21EC0A3770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0EEEA1-BECF-DD42-DB34-59B075CE8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60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840782" y="1166842"/>
            <a:ext cx="8510436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חשוב מאוד: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ירושה מ-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דורשת הוספה לפחות 3 פעולות חובה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implement methods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וזה עלול לנפוח ללא צורך קוד האפליקציה.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במקרה הזה יש פתרון מואיל: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יוצרי מחלקת עזר יורשת מ-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SQLiteOpenHelper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וכל שאר מחלקות משתמשות בה.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D78FD401-80B5-88E4-37FB-0CD6AB261BBA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9DD79-6C58-E299-6512-9E75AB2A7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38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C6B1E8-6F11-2606-EFA1-9B3667817794}"/>
              </a:ext>
            </a:extLst>
          </p:cNvPr>
          <p:cNvSpPr/>
          <p:nvPr/>
        </p:nvSpPr>
        <p:spPr>
          <a:xfrm>
            <a:off x="1177204" y="2687562"/>
            <a:ext cx="3458722" cy="1946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מחלקות</a:t>
            </a:r>
          </a:p>
          <a:p>
            <a:pPr algn="ctr" rtl="1"/>
            <a:r>
              <a:rPr lang="he-IL" sz="3200" b="1" dirty="0"/>
              <a:t>שכבר קיימות</a:t>
            </a:r>
          </a:p>
          <a:p>
            <a:pPr algn="ctr" rtl="1"/>
            <a:r>
              <a:rPr lang="he-IL" sz="3200" b="1" dirty="0"/>
              <a:t>ב-</a:t>
            </a:r>
            <a:r>
              <a:rPr lang="en-US" sz="3200" b="1" dirty="0"/>
              <a:t>Java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638D93-3217-AA25-90E6-2379E9C513A9}"/>
              </a:ext>
            </a:extLst>
          </p:cNvPr>
          <p:cNvSpPr/>
          <p:nvPr/>
        </p:nvSpPr>
        <p:spPr>
          <a:xfrm>
            <a:off x="6068011" y="3038456"/>
            <a:ext cx="2311240" cy="1219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3200" b="1" dirty="0"/>
              <a:t>"מחלקת</a:t>
            </a:r>
          </a:p>
          <a:p>
            <a:pPr algn="ctr" rtl="1"/>
            <a:r>
              <a:rPr lang="he-IL" sz="3200" b="1" dirty="0"/>
              <a:t>המתווכת"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94DAE-CC9B-252C-0198-C79676CD1BB5}"/>
              </a:ext>
            </a:extLst>
          </p:cNvPr>
          <p:cNvSpPr/>
          <p:nvPr/>
        </p:nvSpPr>
        <p:spPr>
          <a:xfrm>
            <a:off x="10455141" y="2049881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D1DAF8-1402-F936-3351-D08DC6C4CE00}"/>
              </a:ext>
            </a:extLst>
          </p:cNvPr>
          <p:cNvSpPr/>
          <p:nvPr/>
        </p:nvSpPr>
        <p:spPr>
          <a:xfrm>
            <a:off x="10455141" y="2785400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1B3A4-D7E6-710B-2C18-2E7CB55DFAA0}"/>
              </a:ext>
            </a:extLst>
          </p:cNvPr>
          <p:cNvSpPr/>
          <p:nvPr/>
        </p:nvSpPr>
        <p:spPr>
          <a:xfrm>
            <a:off x="10455141" y="3394606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D700A1-BDDF-ED36-7637-7FFFE4B4E445}"/>
              </a:ext>
            </a:extLst>
          </p:cNvPr>
          <p:cNvSpPr/>
          <p:nvPr/>
        </p:nvSpPr>
        <p:spPr>
          <a:xfrm>
            <a:off x="10455141" y="4076120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489B57-C7C5-97F0-079B-CACCFA7FB6C9}"/>
              </a:ext>
            </a:extLst>
          </p:cNvPr>
          <p:cNvSpPr/>
          <p:nvPr/>
        </p:nvSpPr>
        <p:spPr>
          <a:xfrm>
            <a:off x="10455141" y="4679771"/>
            <a:ext cx="1120588" cy="363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CF405-3058-8AD3-6AB1-2EA7ACA17A17}"/>
              </a:ext>
            </a:extLst>
          </p:cNvPr>
          <p:cNvCxnSpPr>
            <a:cxnSpLocks/>
          </p:cNvCxnSpPr>
          <p:nvPr/>
        </p:nvCxnSpPr>
        <p:spPr>
          <a:xfrm flipV="1">
            <a:off x="4747718" y="3701849"/>
            <a:ext cx="1247748" cy="1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F7D114-F808-671E-CC7E-5568703AA1D9}"/>
              </a:ext>
            </a:extLst>
          </p:cNvPr>
          <p:cNvCxnSpPr>
            <a:cxnSpLocks/>
          </p:cNvCxnSpPr>
          <p:nvPr/>
        </p:nvCxnSpPr>
        <p:spPr>
          <a:xfrm flipV="1">
            <a:off x="8451796" y="2231416"/>
            <a:ext cx="1891553" cy="1416642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7AA9CB-2933-7179-8442-3442A791033B}"/>
              </a:ext>
            </a:extLst>
          </p:cNvPr>
          <p:cNvCxnSpPr>
            <a:cxnSpLocks/>
          </p:cNvCxnSpPr>
          <p:nvPr/>
        </p:nvCxnSpPr>
        <p:spPr>
          <a:xfrm flipV="1">
            <a:off x="8491043" y="2939738"/>
            <a:ext cx="1883317" cy="708318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321359-9677-F810-A910-1675D18B39C1}"/>
              </a:ext>
            </a:extLst>
          </p:cNvPr>
          <p:cNvCxnSpPr>
            <a:cxnSpLocks/>
          </p:cNvCxnSpPr>
          <p:nvPr/>
        </p:nvCxnSpPr>
        <p:spPr>
          <a:xfrm flipV="1">
            <a:off x="8451796" y="3601672"/>
            <a:ext cx="1891553" cy="59196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87643D-A18A-0AEF-FFD3-45D63E7EFA09}"/>
              </a:ext>
            </a:extLst>
          </p:cNvPr>
          <p:cNvCxnSpPr>
            <a:cxnSpLocks/>
          </p:cNvCxnSpPr>
          <p:nvPr/>
        </p:nvCxnSpPr>
        <p:spPr>
          <a:xfrm>
            <a:off x="8451796" y="3631270"/>
            <a:ext cx="1819835" cy="725108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20289B-111D-45FF-4370-1EC3C8825A0E}"/>
              </a:ext>
            </a:extLst>
          </p:cNvPr>
          <p:cNvCxnSpPr>
            <a:cxnSpLocks/>
          </p:cNvCxnSpPr>
          <p:nvPr/>
        </p:nvCxnSpPr>
        <p:spPr>
          <a:xfrm>
            <a:off x="8491043" y="3631270"/>
            <a:ext cx="1852306" cy="1334707"/>
          </a:xfrm>
          <a:prstGeom prst="straightConnector1">
            <a:avLst/>
          </a:prstGeom>
          <a:ln w="508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מלבן 4">
            <a:extLst>
              <a:ext uri="{FF2B5EF4-FFF2-40B4-BE49-F238E27FC236}">
                <a16:creationId xmlns:a16="http://schemas.microsoft.com/office/drawing/2014/main" id="{B03F31D9-9AA0-6F30-014F-04A14AB8490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5E071A-3354-F324-B86A-7BA463345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A5FEFFD-9B34-0C30-B224-6D7EFB35B24D}"/>
              </a:ext>
            </a:extLst>
          </p:cNvPr>
          <p:cNvSpPr/>
          <p:nvPr/>
        </p:nvSpPr>
        <p:spPr>
          <a:xfrm>
            <a:off x="10854813" y="1644930"/>
            <a:ext cx="442593" cy="40318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32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אקטיביטי</a:t>
            </a:r>
            <a:endParaRPr lang="en-US" sz="3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332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402323" y="1166842"/>
            <a:ext cx="10205884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פעולות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עדיף לרכז כל ההגדרות במחלקת עזר אחת כדי דרכה לגשת למחלקות שכבר קיימות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עבור עבודה עם בסיס נתונים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לשקול, איפה לכתוב את הפעולות הנוספות הדרושות באפליקציה: באקטיביטי או באותה מחלקת עזר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0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494503" y="1098016"/>
            <a:ext cx="10019071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כללים בסיסיים בעבודה עם בסיס נתונים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צור משתנים/עצמים כהופעה של מחלקת עזר כי דרכם תקבל אפשרות להשתמש בפעולות תקן ופעולות נוספות</a:t>
            </a:r>
          </a:p>
          <a:p>
            <a:pPr marL="742950" indent="-742950" algn="r" rtl="1">
              <a:buAutoNum type="arabicPeriod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פתח גישה מתאימה (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Read/Write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או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Read only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 לקובץ (טבלאות) של בסיס נתונים</a:t>
            </a:r>
          </a:p>
          <a:p>
            <a:pPr marL="742950" indent="-742950" algn="r" rtl="1">
              <a:buAutoNum type="arabicPeriod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אחרי עבודה עם נתונים בקובץ (טבלה) סגור גישה אליו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7275871" y="56709"/>
            <a:ext cx="357894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3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827</TotalTime>
  <Words>282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141</cp:revision>
  <dcterms:created xsi:type="dcterms:W3CDTF">2019-01-05T16:01:25Z</dcterms:created>
  <dcterms:modified xsi:type="dcterms:W3CDTF">2024-08-10T08:25:26Z</dcterms:modified>
</cp:coreProperties>
</file>