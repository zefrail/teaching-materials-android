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389" r:id="rId2"/>
    <p:sldId id="258" r:id="rId3"/>
    <p:sldId id="390" r:id="rId4"/>
    <p:sldId id="391" r:id="rId5"/>
    <p:sldId id="392" r:id="rId6"/>
    <p:sldId id="396" r:id="rId7"/>
    <p:sldId id="397" r:id="rId8"/>
    <p:sldId id="393" r:id="rId9"/>
    <p:sldId id="394" r:id="rId10"/>
    <p:sldId id="395" r:id="rId11"/>
    <p:sldId id="398" r:id="rId12"/>
    <p:sldId id="399" r:id="rId13"/>
    <p:sldId id="400" r:id="rId14"/>
    <p:sldId id="40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19T07:37:27.0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0,'3198'0,"-3188"1,1 1,0-1,0 2,-1-1,0 2,1-1,14 9,-13-7,0 0,0 0,0-1,0-1,19 3,223-4,-125-4,-99 2,-1 1,1 2,-1 1,1 1,-1 2,29 10,-41-12,0 0,0-2,0 0,31 2,74-7,-49 0,419 2,-465 1,0 2,32 7,-30-5,47 4,32-11,-69 1,1 0,-1 3,63 10,-39-3,0-2,0-3,97-6,-45 0,705 2,-793-1,0-2,32-7,-30 5,47-4,37 11,47-4,-94-10,-49 7,0 2,21-3,44 6,17-1,-89 0,1 0,0-1,-1-1,1 1,-1-2,19-8,8-5,-20 11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19T08:58:54.4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1 168,'3743'0,"-3734"0,1-1,0 0,-1 0,1-1,-1-1,0 1,1-1,9-6,5-3,36-26,-47 29,-4 4,0 1,1 0,-1 0,1 1,0 0,0 1,0 0,1 1,-1 0,18 0,-11 0,1 0,26-6,12-9,-33 9,0 0,0 2,0 1,31-2,357 7,-391 0,0 1,-1 1,20 6,-18-4,1-1,28 1,490-3,-260-4,-246 1,0-1,62-13,-45 8,1 2,-1 3,61 4,-23-1,-67 1,0 0,-1 2,23 5,10 3,1-1,-32-5,0-2,39 3,-46-7,0 1,-1 0,1 1,-1 1,0 1,0 0,0 1,19 9,-22-10,0 0,0 0,1-1,-1-1,1 0,21 0,-16-1,1 0,23 7,-34-6,33 9,0-1,1-2,84 5,365-15,-467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8-19T08:59:03.6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83,'4'-1,"0"1,-1-1,1 0,-1-1,1 1,-1 0,4-3,20-6,23 4,0 2,98 5,-48 2,781-3,-861 1,0 1,37 9,-35-7,-1 0,28 1,509-3,-269-4,-232 3,-31 1,0-2,0 0,0-2,48-10,-48 6,1 1,-1 1,39-1,85 6,-51 2,1268-3,-1328-2,59-10,-57 5,54 0,73 9,120-4,-209-11,-57 8,-1 1,28-1,309 4,-170 3,-165-2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ט"ו/אב/תשפ"ד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customXml" Target="../ink/ink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jpg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customXml" Target="../ink/ink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844426" y="1481822"/>
            <a:ext cx="4503156" cy="39703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0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</a:p>
          <a:p>
            <a:pPr algn="ctr" rtl="1"/>
            <a:endParaRPr lang="he-IL" sz="48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 rtl="1"/>
            <a:r>
              <a:rPr lang="en-US" sz="48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Options menu</a:t>
            </a:r>
          </a:p>
          <a:p>
            <a:pPr algn="ctr" rtl="1"/>
            <a:r>
              <a:rPr lang="en-US" sz="4800" b="1" dirty="0" err="1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PopUp</a:t>
            </a:r>
            <a:r>
              <a:rPr lang="en-US" sz="48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menu</a:t>
            </a:r>
          </a:p>
          <a:p>
            <a:pPr algn="ctr" rtl="1"/>
            <a:r>
              <a:rPr lang="he-IL" sz="48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en-US" sz="4000" b="1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C5EB78-2199-8F06-BF63-27D935A65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A06084-DC93-23DD-1D84-9176782D8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3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5" y="1997839"/>
            <a:ext cx="8878529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כאשר מוסיפים ל-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options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menu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סעיף (שורה) ע"י קוד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en-US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האם אפשר גם להוסיף לסעיף זה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icon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?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A13D6B-A96E-36D9-4D64-05028396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351" y="3352037"/>
            <a:ext cx="8037296" cy="44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431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5" y="1451825"/>
            <a:ext cx="8878529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כן, אפשר, אפילו קיימות 2 אפשרויות.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אפשרות 1#: תוספת לפקודה</a:t>
            </a:r>
          </a:p>
          <a:p>
            <a:pPr algn="ctr" rtl="1"/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3600" u="sng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אפשרות 2#: פקודה שונה</a:t>
            </a:r>
          </a:p>
          <a:p>
            <a:pPr algn="ctr" rtl="1"/>
            <a:endParaRPr lang="he-IL" sz="2400" u="sng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542118-4DBB-367C-C723-18778C182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843" y="5210082"/>
            <a:ext cx="8876397" cy="7621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0CCFB5-7F32-55B1-1153-AF0FA1128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4465" y="3429000"/>
            <a:ext cx="10817691" cy="41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5" y="2274838"/>
            <a:ext cx="8878529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האם אפשר במקום לשכפל קוד ל-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options menu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מאקטיביטי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לאקטיביטי,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לכתוב אותו במחלקה נפרדת ואז בכל אקטיביטי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לפנות למחלקה זאת?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143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5" y="1451825"/>
            <a:ext cx="88785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כן, גם זה אפשרי.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יוצרים מחלקה ורושמים בה 2 פעולות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הדרושות לעבודה עם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options menu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D6DB5D-B7E1-7C43-A076-DB86BC8C9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3689" y="3815750"/>
            <a:ext cx="5277891" cy="2200024"/>
          </a:xfrm>
          <a:prstGeom prst="rect">
            <a:avLst/>
          </a:prstGeom>
        </p:spPr>
      </p:pic>
      <p:sp>
        <p:nvSpPr>
          <p:cNvPr id="7" name="הסבר קווי 1 2">
            <a:extLst>
              <a:ext uri="{FF2B5EF4-FFF2-40B4-BE49-F238E27FC236}">
                <a16:creationId xmlns:a16="http://schemas.microsoft.com/office/drawing/2014/main" id="{CDC9006A-D583-3C17-6D27-047B4EFF3123}"/>
              </a:ext>
            </a:extLst>
          </p:cNvPr>
          <p:cNvSpPr/>
          <p:nvPr/>
        </p:nvSpPr>
        <p:spPr>
          <a:xfrm flipH="1">
            <a:off x="103239" y="3432276"/>
            <a:ext cx="2696658" cy="766950"/>
          </a:xfrm>
          <a:prstGeom prst="borderCallout1">
            <a:avLst>
              <a:gd name="adj1" fmla="val 52560"/>
              <a:gd name="adj2" fmla="val -833"/>
              <a:gd name="adj3" fmla="val 79187"/>
              <a:gd name="adj4" fmla="val -30064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מחלקה</a:t>
            </a:r>
          </a:p>
        </p:txBody>
      </p:sp>
      <p:sp>
        <p:nvSpPr>
          <p:cNvPr id="9" name="הסבר קווי 1 2">
            <a:extLst>
              <a:ext uri="{FF2B5EF4-FFF2-40B4-BE49-F238E27FC236}">
                <a16:creationId xmlns:a16="http://schemas.microsoft.com/office/drawing/2014/main" id="{20786ED6-4DDB-A373-1626-B79362586D26}"/>
              </a:ext>
            </a:extLst>
          </p:cNvPr>
          <p:cNvSpPr/>
          <p:nvPr/>
        </p:nvSpPr>
        <p:spPr>
          <a:xfrm flipH="1">
            <a:off x="8785123" y="3238900"/>
            <a:ext cx="2512141" cy="1153701"/>
          </a:xfrm>
          <a:prstGeom prst="borderCallout1">
            <a:avLst>
              <a:gd name="adj1" fmla="val 53842"/>
              <a:gd name="adj2" fmla="val 100164"/>
              <a:gd name="adj3" fmla="val 98927"/>
              <a:gd name="adj4" fmla="val 171532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פרמטר</a:t>
            </a:r>
          </a:p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עם מידע מאיזו אקטיביטי</a:t>
            </a:r>
          </a:p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נעשתה פניה</a:t>
            </a:r>
          </a:p>
        </p:txBody>
      </p:sp>
      <p:sp>
        <p:nvSpPr>
          <p:cNvPr id="10" name="הסבר קווי 1 2">
            <a:extLst>
              <a:ext uri="{FF2B5EF4-FFF2-40B4-BE49-F238E27FC236}">
                <a16:creationId xmlns:a16="http://schemas.microsoft.com/office/drawing/2014/main" id="{AFD2B6A3-4DD9-0634-34C8-48D2D5905377}"/>
              </a:ext>
            </a:extLst>
          </p:cNvPr>
          <p:cNvSpPr/>
          <p:nvPr/>
        </p:nvSpPr>
        <p:spPr>
          <a:xfrm flipH="1">
            <a:off x="8871579" y="5438924"/>
            <a:ext cx="1894743" cy="834058"/>
          </a:xfrm>
          <a:prstGeom prst="borderCallout1">
            <a:avLst>
              <a:gd name="adj1" fmla="val 53842"/>
              <a:gd name="adj2" fmla="val 100164"/>
              <a:gd name="adj3" fmla="val -8348"/>
              <a:gd name="adj4" fmla="val 167900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פעולה בונה</a:t>
            </a:r>
          </a:p>
        </p:txBody>
      </p:sp>
    </p:spTree>
    <p:extLst>
      <p:ext uri="{BB962C8B-B14F-4D97-AF65-F5344CB8AC3E}">
        <p14:creationId xmlns:p14="http://schemas.microsoft.com/office/powerpoint/2010/main" val="3381375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67A4F8-1F38-1A9F-27D6-72DE3A4AE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92" y="3238899"/>
            <a:ext cx="8081931" cy="327988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5" y="1451825"/>
            <a:ext cx="88785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כן, גם זה אפשרי.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יוצרים מחלקה ורושמים בה 2 פעולות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הדרושות לעבודה עם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options menu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9" name="הסבר קווי 1 2">
            <a:extLst>
              <a:ext uri="{FF2B5EF4-FFF2-40B4-BE49-F238E27FC236}">
                <a16:creationId xmlns:a16="http://schemas.microsoft.com/office/drawing/2014/main" id="{20786ED6-4DDB-A373-1626-B79362586D26}"/>
              </a:ext>
            </a:extLst>
          </p:cNvPr>
          <p:cNvSpPr/>
          <p:nvPr/>
        </p:nvSpPr>
        <p:spPr>
          <a:xfrm flipH="1">
            <a:off x="9279193" y="3378085"/>
            <a:ext cx="2512141" cy="1153701"/>
          </a:xfrm>
          <a:prstGeom prst="borderCallout1">
            <a:avLst>
              <a:gd name="adj1" fmla="val 53842"/>
              <a:gd name="adj2" fmla="val 100164"/>
              <a:gd name="adj3" fmla="val 34157"/>
              <a:gd name="adj4" fmla="val 243156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פעולה ליצירת תפריט</a:t>
            </a:r>
          </a:p>
        </p:txBody>
      </p:sp>
    </p:spTree>
    <p:extLst>
      <p:ext uri="{BB962C8B-B14F-4D97-AF65-F5344CB8AC3E}">
        <p14:creationId xmlns:p14="http://schemas.microsoft.com/office/powerpoint/2010/main" val="1988207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8C7282-6204-8572-7D7D-210974EA9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165" y="2418307"/>
            <a:ext cx="5303980" cy="42523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4" y="663981"/>
            <a:ext cx="88785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כן, גם זה אפשרי.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יוצרים מחלקה ורושמים בה 2 פעולות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הדרושות לעבודה עם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options menu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.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sp>
        <p:nvSpPr>
          <p:cNvPr id="9" name="הסבר קווי 1 2">
            <a:extLst>
              <a:ext uri="{FF2B5EF4-FFF2-40B4-BE49-F238E27FC236}">
                <a16:creationId xmlns:a16="http://schemas.microsoft.com/office/drawing/2014/main" id="{20786ED6-4DDB-A373-1626-B79362586D26}"/>
              </a:ext>
            </a:extLst>
          </p:cNvPr>
          <p:cNvSpPr/>
          <p:nvPr/>
        </p:nvSpPr>
        <p:spPr>
          <a:xfrm flipH="1">
            <a:off x="9279193" y="3378085"/>
            <a:ext cx="2512141" cy="1153701"/>
          </a:xfrm>
          <a:prstGeom prst="borderCallout1">
            <a:avLst>
              <a:gd name="adj1" fmla="val 53842"/>
              <a:gd name="adj2" fmla="val 100164"/>
              <a:gd name="adj3" fmla="val -57884"/>
              <a:gd name="adj4" fmla="val 293645"/>
            </a:avLst>
          </a:prstGeom>
          <a:ln w="254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פעולה להפעלת תפריט</a:t>
            </a:r>
          </a:p>
        </p:txBody>
      </p:sp>
    </p:spTree>
    <p:extLst>
      <p:ext uri="{BB962C8B-B14F-4D97-AF65-F5344CB8AC3E}">
        <p14:creationId xmlns:p14="http://schemas.microsoft.com/office/powerpoint/2010/main" val="2526653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976282" y="1016317"/>
            <a:ext cx="88785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במחלקה בה רוצים להשתמש 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options menu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קודם כל יוצרים משתנים הדרושים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לפניה למחלקה עם פעולות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C9AEA3-F5CC-3B05-C8A6-2DDFC5FB8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651" y="2881365"/>
            <a:ext cx="6279587" cy="391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205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5" y="1451825"/>
            <a:ext cx="88785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אחר כל רושמים 2 פעולות חובה,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אבל במקום לפרט בהן פקודות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רושמים זימון למחלקה עם פירוט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724977-3CF4-9F60-5CC4-43EE5916D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345" y="3429000"/>
            <a:ext cx="9621485" cy="303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60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5" y="1451825"/>
            <a:ext cx="8878529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האם גם שימוש ב-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אפשר לבצע דרך אותה מחלקת עזר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לשימוש בתפריטים?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התשובה היא "כן".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41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976282" y="944132"/>
            <a:ext cx="887852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מוסיפים למחלקה פעולה עבור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8F0497-9585-7EB1-F0F3-319BD04E48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8011" y="1527794"/>
            <a:ext cx="7026249" cy="5273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115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5" y="822561"/>
            <a:ext cx="8878529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שימו לב!!!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בכותרת הפעולה מציינים רכיב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(כסוג כללי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View</a:t>
            </a: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כי זה יכול להיות כל רכיב)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שלחיצה עליו צריכה לגרום להצגת התפריט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BE14D8-759F-BB15-EA4C-E5CEBAB262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298" y="4291781"/>
            <a:ext cx="8476293" cy="53585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898788C-FC56-4E9B-5EAA-141822D9D6FA}"/>
                  </a:ext>
                </a:extLst>
              </p14:cNvPr>
              <p14:cNvContentPartPr/>
              <p14:nvPr/>
            </p14:nvContentPartPr>
            <p14:xfrm>
              <a:off x="7511377" y="3677021"/>
              <a:ext cx="2734920" cy="60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898788C-FC56-4E9B-5EAA-141822D9D6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57737" y="3569021"/>
                <a:ext cx="2842560" cy="27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9565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1656735" y="1451825"/>
            <a:ext cx="887852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תוספת לפני 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context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מאפשרת לפקודה/פעולה לגשת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לכל אקטיביטי היורשת מ-</a:t>
            </a:r>
            <a:r>
              <a:rPr lang="en-US" sz="36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AppCompatActivity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7E2C3-07F1-0DB2-E611-DE481213B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434" y="3651850"/>
            <a:ext cx="5640159" cy="115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72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AB66D0-1169-5E88-9395-05914D2E0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BC06DC-0A6A-AD15-9BBA-6CF7917154FA}"/>
              </a:ext>
            </a:extLst>
          </p:cNvPr>
          <p:cNvSpPr/>
          <p:nvPr/>
        </p:nvSpPr>
        <p:spPr>
          <a:xfrm>
            <a:off x="6175535" y="3276115"/>
            <a:ext cx="575678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כך נראה זימון ל-</a:t>
            </a:r>
            <a:r>
              <a:rPr lang="en-US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popup menu</a:t>
            </a:r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מתוך אקטיביטי</a:t>
            </a:r>
            <a:endParaRPr lang="he-IL" sz="24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מלבן 4">
            <a:extLst>
              <a:ext uri="{FF2B5EF4-FFF2-40B4-BE49-F238E27FC236}">
                <a16:creationId xmlns:a16="http://schemas.microsoft.com/office/drawing/2014/main" id="{15AA4D8D-DDED-12A1-5CF6-54BDECADE2BA}"/>
              </a:ext>
            </a:extLst>
          </p:cNvPr>
          <p:cNvSpPr/>
          <p:nvPr/>
        </p:nvSpPr>
        <p:spPr>
          <a:xfrm>
            <a:off x="6597445" y="56709"/>
            <a:ext cx="408038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תפריט</a:t>
            </a:r>
            <a:r>
              <a:rPr lang="he-IL" sz="3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he-IL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(תוספות)</a:t>
            </a:r>
            <a:endParaRPr lang="he-IL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8D054-FF3C-4CC1-935B-DCC5F9231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1031791" y="0"/>
            <a:ext cx="1152832" cy="12672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CF9E40-CF23-D881-1F91-872E17792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10" y="1109981"/>
            <a:ext cx="6058425" cy="55325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646BB5E-8451-6D7C-9D3C-9D48581B1A70}"/>
                  </a:ext>
                </a:extLst>
              </p14:cNvPr>
              <p14:cNvContentPartPr/>
              <p14:nvPr/>
            </p14:nvContentPartPr>
            <p14:xfrm>
              <a:off x="983137" y="4147541"/>
              <a:ext cx="2781720" cy="61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646BB5E-8451-6D7C-9D3C-9D48581B1A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9497" y="4039901"/>
                <a:ext cx="288936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3BFDE06-D0B4-8575-1158-0E878C005907}"/>
                  </a:ext>
                </a:extLst>
              </p14:cNvPr>
              <p14:cNvContentPartPr/>
              <p14:nvPr/>
            </p14:nvContentPartPr>
            <p14:xfrm>
              <a:off x="432337" y="1995461"/>
              <a:ext cx="2084040" cy="31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3BFDE06-D0B4-8575-1158-0E878C00590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337" y="1887461"/>
                <a:ext cx="2191680" cy="24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72085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1601</TotalTime>
  <Words>295</Words>
  <Application>Microsoft Office PowerPoint</Application>
  <PresentationFormat>Widescreen</PresentationFormat>
  <Paragraphs>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Assistant</vt:lpstr>
      <vt:lpstr>Tahoma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213</cp:revision>
  <dcterms:created xsi:type="dcterms:W3CDTF">2019-01-05T16:01:25Z</dcterms:created>
  <dcterms:modified xsi:type="dcterms:W3CDTF">2024-08-19T08:59:16Z</dcterms:modified>
</cp:coreProperties>
</file>