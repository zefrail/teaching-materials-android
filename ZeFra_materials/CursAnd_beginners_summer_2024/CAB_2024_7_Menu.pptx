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258" r:id="rId3"/>
    <p:sldId id="407" r:id="rId4"/>
    <p:sldId id="416" r:id="rId5"/>
    <p:sldId id="417" r:id="rId6"/>
    <p:sldId id="391" r:id="rId7"/>
    <p:sldId id="385" r:id="rId8"/>
    <p:sldId id="386" r:id="rId9"/>
    <p:sldId id="387" r:id="rId10"/>
    <p:sldId id="368" r:id="rId11"/>
    <p:sldId id="392" r:id="rId12"/>
    <p:sldId id="369" r:id="rId13"/>
    <p:sldId id="370" r:id="rId14"/>
    <p:sldId id="408" r:id="rId15"/>
    <p:sldId id="409" r:id="rId16"/>
    <p:sldId id="372" r:id="rId17"/>
    <p:sldId id="388" r:id="rId18"/>
    <p:sldId id="410" r:id="rId19"/>
    <p:sldId id="411" r:id="rId20"/>
    <p:sldId id="373" r:id="rId21"/>
    <p:sldId id="412" r:id="rId22"/>
    <p:sldId id="374" r:id="rId23"/>
    <p:sldId id="413" r:id="rId24"/>
    <p:sldId id="414" r:id="rId25"/>
    <p:sldId id="379" r:id="rId26"/>
    <p:sldId id="41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18T09:15:12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0 169,'958'0,"-937"-1,-1-1,37-9,-35 7,0 0,26-1,15 5,-43 1,1 0,0-2,-1-1,1 0,22-6,-22 3,0 1,1 1,26 0,-25 2,0-1,37-9,-32 6,0 0,1 2,-1 1,37 3,40-3,-96 0,0 0,0 0,-1-1,1 0,-1 0,13-8,-12 6,1 1,-1 0,1 0,17-3,0 3,36 1,-38 3,0-1,26-6,20-3,1 3,0 4,80 5,-28 0,587-2,-695 2,-1-1,1 2,0 0,-1 1,26 10,-22-7,-1-1,1-1,23 3,-6-2,57 16,4 1,-73-19,1 1,-1 1,0 1,27 13,-23-10,0-1,1-1,-1-2,1 0,44 1,-62-5,60 10,-49-8,1 0,26 1,361-6,-387 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י"ד/אב/תשפ"ד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0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844426" y="1481822"/>
            <a:ext cx="4503156" cy="32316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</a:p>
          <a:p>
            <a:pPr algn="ctr" rtl="1"/>
            <a:endParaRPr lang="he-IL" sz="48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Options menu</a:t>
            </a:r>
          </a:p>
          <a:p>
            <a:pPr algn="ctr" rtl="1"/>
            <a:r>
              <a:rPr lang="en-US" sz="4800" b="1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PopUp</a:t>
            </a:r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</a:t>
            </a:r>
            <a:endParaRPr lang="en-US" sz="4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06084-DC93-23DD-1D84-9176782D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51398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אחד מהכלים הנפוצים ביותר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והנוחים ומועילים ביותר: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מאפשר לבציע פעולות שונות בקלות רבה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תופס מקום במסך, מופיע "מעליו"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לצור מבנה סטטי שיהיה זהה לכל מסכי אפליקציה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לשנות (להוסיף/להסתיר) סעיפים בהתאם למסך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די פשוט מבחינת קוד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24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...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533832" y="1314173"/>
            <a:ext cx="8878529" cy="46474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בגרסאות אחרונות "נעלם" פס עליון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הנקרא </a:t>
            </a:r>
            <a:r>
              <a:rPr lang="en-US" sz="44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ActionBar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עליו מופיעות "נקודות פתיחה" (זימון)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עבור התפריט הנשלף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 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קיימות 2 אפשרויות: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להחזיר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ActionBar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(וזה די פשוט)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להשתמש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Toolbar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שהוא מתקדם יותר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02207724-66C2-08E3-D443-E0DF0210B211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78C70-5CF9-78AC-475C-52283C54F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1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533832" y="1314173"/>
            <a:ext cx="8878529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אנחנו בינתיים נשתמש באפשרות הראשונה: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להחזיר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ActionBar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נגשים לתיקיה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res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נגשים לתיקיה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values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נגשים לתיקיה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themes (2)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ופותחים בה 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themes.xml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37118-563A-3C5A-D04D-AFE68DDA7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51" y="2502950"/>
            <a:ext cx="3883298" cy="3970318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BA72CF68-2E06-48A6-7C7F-5BAB4BE46DA6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DB563B-C459-7AF0-591E-918A0DF6A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6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533832" y="1314173"/>
            <a:ext cx="8878529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themes.xml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ניגשים לשורה 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ומשנים אותה ע"י מחיקת חלק בסוף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9AF35-EB62-2823-4ABE-A357DAB3B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4" y="2505933"/>
            <a:ext cx="9926638" cy="2001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7EF37B-41DC-AFAD-2523-B82E8591D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06" y="5773367"/>
            <a:ext cx="10731221" cy="4602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902B3F01-1921-AE65-BCD5-2DED16AE296B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0271DA-A835-C76E-814E-E6BD6826E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36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202426" y="1267298"/>
            <a:ext cx="9016182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אבל קודם כל יש לבנות קובץ בו נגדיר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סעיפי תפריט.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קודם כל יש להוסיף לתיקיה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res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עוד תיקיה,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(היא קיימת מהתחלה, אבל לא מופיעה).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אחר כל יש לצור בתיקיה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קובץ עם סעיפי התפריט.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6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8" y="2010472"/>
            <a:ext cx="7584120" cy="1696319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7" y="3706791"/>
            <a:ext cx="3962286" cy="29291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9340B6-A95F-C974-1F54-F0D8A38B5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40F08D2C-55C6-2BCB-5649-84D04D84C935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4E4999-7047-DB33-C20B-A8C8DB0B7E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667" y="2269669"/>
            <a:ext cx="9273882" cy="2929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68CB3A-7808-939D-340C-0ECA54D14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DD80A332-7486-10AF-D7BA-9F5D0BE939E6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0D2BAE-0DE2-55C9-0AFD-CDC5ECAEB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4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5" y="2217094"/>
            <a:ext cx="7684191" cy="4493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0126E-035C-C1F6-734C-3CE1F7E3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05781FF4-464C-5A81-F313-356D8CE2B830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601ABD-6FAC-DFF4-B86A-6516690F2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87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0DA68BF-C1AB-08AA-C730-4B2219AA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794" y="1920204"/>
            <a:ext cx="3635055" cy="4519052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0" y="1273873"/>
            <a:ext cx="966651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יוצרים בקובץ סעיפי התפריט (כותרת+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</a:p>
        </p:txBody>
      </p:sp>
      <p:sp>
        <p:nvSpPr>
          <p:cNvPr id="3" name="הסבר קווי 1 2"/>
          <p:cNvSpPr/>
          <p:nvPr/>
        </p:nvSpPr>
        <p:spPr>
          <a:xfrm flipH="1">
            <a:off x="1923945" y="2391046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-31064"/>
              <a:gd name="adj4" fmla="val -15633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סעיף התפריט</a:t>
            </a:r>
          </a:p>
        </p:txBody>
      </p:sp>
      <p:sp>
        <p:nvSpPr>
          <p:cNvPr id="8" name="הסבר קווי 1 7"/>
          <p:cNvSpPr/>
          <p:nvPr/>
        </p:nvSpPr>
        <p:spPr>
          <a:xfrm flipH="1">
            <a:off x="1379009" y="3962759"/>
            <a:ext cx="2728578" cy="766950"/>
          </a:xfrm>
          <a:prstGeom prst="borderCallout1">
            <a:avLst>
              <a:gd name="adj1" fmla="val 52560"/>
              <a:gd name="adj2" fmla="val -833"/>
              <a:gd name="adj3" fmla="val 23526"/>
              <a:gd name="adj4" fmla="val -13395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מזהה הסעיף</a:t>
            </a:r>
          </a:p>
        </p:txBody>
      </p:sp>
      <p:sp>
        <p:nvSpPr>
          <p:cNvPr id="9" name="הסבר קווי 1 8"/>
          <p:cNvSpPr/>
          <p:nvPr/>
        </p:nvSpPr>
        <p:spPr>
          <a:xfrm flipH="1">
            <a:off x="3154194" y="5372449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-4085"/>
              <a:gd name="adj4" fmla="val -11343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כותרת הסעיף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3AFE0-E1EE-E64D-EC53-4A3EFA991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00FC8F27-717A-08F2-8FAC-9036196DF679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EE18B4-16D3-B2A7-AF18-E94689AC0A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9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828802" y="2274838"/>
            <a:ext cx="884903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להגדרת תפריט ניתן להוסיף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די הרבה אפשרויות נוספות,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לתפריט כולו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וגם לכל סעיף התפריט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5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706482" y="1589383"/>
            <a:ext cx="888286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מוסיפים שתי פעולות: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לתצוגה ("ניפוח") של קובץ התפריט אותו בנינו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לתגובה על בחירת הסעיפים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1DC1E6-827E-F6C1-A244-9FD0543C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8A7914A2-52E8-E688-ED25-D67DB9776880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729240-5BEC-60D1-4BE4-C35A1914F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1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DA266F44-F849-FD01-6A0C-21922EFA9FDE}"/>
              </a:ext>
            </a:extLst>
          </p:cNvPr>
          <p:cNvSpPr/>
          <p:nvPr/>
        </p:nvSpPr>
        <p:spPr>
          <a:xfrm>
            <a:off x="1345813" y="1398346"/>
            <a:ext cx="950037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פעולה ראשונה: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מציגה ("מנפחת") קובץ תפריט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אותו בנינו בתיקיה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097E11-EC62-B9A0-668D-276941C3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420" y="3928420"/>
            <a:ext cx="6381665" cy="2020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70BFE1-31AB-0088-8B00-9BB99CE83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A2462404-FE95-69EA-4C50-5BAD45F517D8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32E60-69B7-6E5D-CCAC-8C867580FE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23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DA266F44-F849-FD01-6A0C-21922EFA9FDE}"/>
              </a:ext>
            </a:extLst>
          </p:cNvPr>
          <p:cNvSpPr/>
          <p:nvPr/>
        </p:nvSpPr>
        <p:spPr>
          <a:xfrm>
            <a:off x="6017342" y="1966055"/>
            <a:ext cx="553797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פעולה מציגה "נקודות זימון",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שלחיצה עליהן מציגה תפריט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7432B-6BAA-5FBC-C8C3-860C566F03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686"/>
          <a:stretch/>
        </p:blipFill>
        <p:spPr>
          <a:xfrm>
            <a:off x="1343925" y="2592210"/>
            <a:ext cx="3086100" cy="1324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634A6A-2742-BBAB-546D-BADA247F3D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0867"/>
          <a:stretch/>
        </p:blipFill>
        <p:spPr>
          <a:xfrm>
            <a:off x="4877414" y="3429000"/>
            <a:ext cx="3737909" cy="32506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A3E51-3903-BDB9-728A-3D730A1BD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FE9EC4F0-6C50-4CC6-6B20-2321EB7BB86F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B2B5FD-5A83-589D-7B87-BB899E4A99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26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DA266F44-F849-FD01-6A0C-21922EFA9FDE}"/>
              </a:ext>
            </a:extLst>
          </p:cNvPr>
          <p:cNvSpPr/>
          <p:nvPr/>
        </p:nvSpPr>
        <p:spPr>
          <a:xfrm>
            <a:off x="1927122" y="1674674"/>
            <a:ext cx="950037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פעולה שנייה: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עבור פעולות שצריך לבצע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אחרי לחיצה (בחירה ע"י משתמש)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כל אחד ואחד מסעיפי בתפריט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D5A14-115B-2203-699F-A69A5471E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963" y="4503536"/>
            <a:ext cx="8306066" cy="1668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CA0597-8AD7-AC15-132D-DA8DFDC4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3CC52993-ABCF-0B87-1029-268D32E8AE4B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4BFBBD-08DA-6EE9-CBB8-05CB2799B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52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430112" y="1409897"/>
            <a:ext cx="733177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לתגובה על בחירת הסעיף</a:t>
            </a: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(הפעלת סעיף)</a:t>
            </a: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לרשום פקודות (ידני)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62F7A-42F2-8A1F-B685-7D647560C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89" y="3586316"/>
            <a:ext cx="6946351" cy="2932471"/>
          </a:xfrm>
          <a:prstGeom prst="rect">
            <a:avLst/>
          </a:prstGeom>
        </p:spPr>
      </p:pic>
      <p:sp>
        <p:nvSpPr>
          <p:cNvPr id="11" name="הסבר קווי 1 2">
            <a:extLst>
              <a:ext uri="{FF2B5EF4-FFF2-40B4-BE49-F238E27FC236}">
                <a16:creationId xmlns:a16="http://schemas.microsoft.com/office/drawing/2014/main" id="{AD76683D-12D8-1A17-111D-DA7874985076}"/>
              </a:ext>
            </a:extLst>
          </p:cNvPr>
          <p:cNvSpPr/>
          <p:nvPr/>
        </p:nvSpPr>
        <p:spPr>
          <a:xfrm flipH="1">
            <a:off x="604684" y="3586316"/>
            <a:ext cx="2696658" cy="766950"/>
          </a:xfrm>
          <a:prstGeom prst="borderCallout1">
            <a:avLst>
              <a:gd name="adj1" fmla="val 52560"/>
              <a:gd name="adj2" fmla="val -833"/>
              <a:gd name="adj3" fmla="val 111237"/>
              <a:gd name="adj4" fmla="val -8183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מזהה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סעיף שנבחר (נלחץ)</a:t>
            </a:r>
          </a:p>
        </p:txBody>
      </p:sp>
      <p:sp>
        <p:nvSpPr>
          <p:cNvPr id="12" name="הסבר קווי 1 2">
            <a:extLst>
              <a:ext uri="{FF2B5EF4-FFF2-40B4-BE49-F238E27FC236}">
                <a16:creationId xmlns:a16="http://schemas.microsoft.com/office/drawing/2014/main" id="{DE485AF8-91D5-90BF-104E-797A7E47DD4B}"/>
              </a:ext>
            </a:extLst>
          </p:cNvPr>
          <p:cNvSpPr/>
          <p:nvPr/>
        </p:nvSpPr>
        <p:spPr>
          <a:xfrm flipH="1">
            <a:off x="8560453" y="1844314"/>
            <a:ext cx="2696658" cy="766950"/>
          </a:xfrm>
          <a:prstGeom prst="borderCallout1">
            <a:avLst>
              <a:gd name="adj1" fmla="val 98712"/>
              <a:gd name="adj2" fmla="val 39045"/>
              <a:gd name="adj3" fmla="val 277896"/>
              <a:gd name="adj4" fmla="val 669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סעיף שנבחר (נלחץ)</a:t>
            </a:r>
          </a:p>
        </p:txBody>
      </p:sp>
      <p:sp>
        <p:nvSpPr>
          <p:cNvPr id="13" name="הסבר קווי 1 2">
            <a:extLst>
              <a:ext uri="{FF2B5EF4-FFF2-40B4-BE49-F238E27FC236}">
                <a16:creationId xmlns:a16="http://schemas.microsoft.com/office/drawing/2014/main" id="{C19A56BF-8663-9F06-7DA9-910F5B02BA3F}"/>
              </a:ext>
            </a:extLst>
          </p:cNvPr>
          <p:cNvSpPr/>
          <p:nvPr/>
        </p:nvSpPr>
        <p:spPr>
          <a:xfrm flipH="1">
            <a:off x="530942" y="5064628"/>
            <a:ext cx="2696658" cy="766950"/>
          </a:xfrm>
          <a:prstGeom prst="borderCallout1">
            <a:avLst>
              <a:gd name="adj1" fmla="val 52560"/>
              <a:gd name="adj2" fmla="val -833"/>
              <a:gd name="adj3" fmla="val 13805"/>
              <a:gd name="adj4" fmla="val -8502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הפעלת תגובה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לסעיף שנבחר (נלחץ)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D2037-74B9-ED35-B9E6-785EA178C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18E1AC4C-67B8-CB02-11C8-E43C37BB4F6E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A4B54-4936-D981-CF94-CA2D990392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01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6D911-622F-8C1A-F14D-FA3912E4C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989" y="2756458"/>
            <a:ext cx="6015745" cy="2439952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751892" y="1668721"/>
            <a:ext cx="968367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להסתיר סעיפים לתפריט רק דרך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3" name="הסבר קווי 1 12"/>
          <p:cNvSpPr/>
          <p:nvPr/>
        </p:nvSpPr>
        <p:spPr>
          <a:xfrm flipH="1">
            <a:off x="638214" y="3592959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65233"/>
              <a:gd name="adj4" fmla="val -89620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 סעיף להסתרה</a:t>
            </a:r>
          </a:p>
        </p:txBody>
      </p:sp>
      <p:sp>
        <p:nvSpPr>
          <p:cNvPr id="14" name="הסבר קווי 1 13"/>
          <p:cNvSpPr/>
          <p:nvPr/>
        </p:nvSpPr>
        <p:spPr>
          <a:xfrm flipH="1">
            <a:off x="7648385" y="5637816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44355"/>
              <a:gd name="adj4" fmla="val 13875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הסתרת הסעיף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13C9-F93F-54EE-764E-CE9BBA746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14A25B71-0115-C375-1906-362B1600B072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D927D0-E31B-C3D0-CE91-9A5BB358E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4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C9E0F4-5EB8-A866-B795-596C63233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80" y="2872692"/>
            <a:ext cx="7331069" cy="1777966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254165" y="1658889"/>
            <a:ext cx="968367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להוסיף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icon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לסעיף של תפריט</a:t>
            </a:r>
          </a:p>
        </p:txBody>
      </p:sp>
      <p:sp>
        <p:nvSpPr>
          <p:cNvPr id="13" name="הסבר קווי 1 12"/>
          <p:cNvSpPr/>
          <p:nvPr/>
        </p:nvSpPr>
        <p:spPr>
          <a:xfrm flipH="1">
            <a:off x="638214" y="3592959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88309"/>
              <a:gd name="adj4" fmla="val -6440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תמונה של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icon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הסבר קווי 1 13"/>
          <p:cNvSpPr/>
          <p:nvPr/>
        </p:nvSpPr>
        <p:spPr>
          <a:xfrm flipH="1">
            <a:off x="7648385" y="5637816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59739"/>
              <a:gd name="adj4" fmla="val 7031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הוספת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icon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מלבן 6">
            <a:extLst>
              <a:ext uri="{FF2B5EF4-FFF2-40B4-BE49-F238E27FC236}">
                <a16:creationId xmlns:a16="http://schemas.microsoft.com/office/drawing/2014/main" id="{D50E5D1E-0FB0-BD05-E5B9-494CDFC7B306}"/>
              </a:ext>
            </a:extLst>
          </p:cNvPr>
          <p:cNvSpPr/>
          <p:nvPr/>
        </p:nvSpPr>
        <p:spPr>
          <a:xfrm>
            <a:off x="-2035285" y="5179002"/>
            <a:ext cx="968367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אבל בפועל הוא לא מופיע...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A64C0-54F5-DA1E-61DC-0B7CAA992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933C91D7-583D-6DA4-66CC-031F652E706B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E88DC-DBB8-62D1-64FE-460995793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6">
            <a:extLst>
              <a:ext uri="{FF2B5EF4-FFF2-40B4-BE49-F238E27FC236}">
                <a16:creationId xmlns:a16="http://schemas.microsoft.com/office/drawing/2014/main" id="{E5200878-CE28-2752-3EF0-F12F1EEFDAFC}"/>
              </a:ext>
            </a:extLst>
          </p:cNvPr>
          <p:cNvSpPr/>
          <p:nvPr/>
        </p:nvSpPr>
        <p:spPr>
          <a:xfrm>
            <a:off x="1381984" y="1491741"/>
            <a:ext cx="968367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תוספת לפעולה שמציגה את התפריט</a:t>
            </a: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עבור אפשרות להציג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icons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A4D76F-F0E7-D78D-900A-31343A005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274" y="2859218"/>
            <a:ext cx="5707452" cy="3937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9366DD-AE4D-9C8B-D4BC-1611EEE0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4E4F6274-D9BB-FE42-5AE8-C3A5944F4A1B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B7BD49-4480-E939-89BB-814E4E13D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44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0A633A-90C7-B0FB-F627-185ABE2AE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826" y="1428180"/>
            <a:ext cx="5998347" cy="4194044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603064" y="985635"/>
            <a:ext cx="968367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להוסיף סעיפים לתפריט גם דרך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3" name="הסבר קווי 1 12"/>
          <p:cNvSpPr/>
          <p:nvPr/>
        </p:nvSpPr>
        <p:spPr>
          <a:xfrm flipH="1">
            <a:off x="461936" y="5725572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-107251"/>
              <a:gd name="adj4" fmla="val -12530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 קבוצת הסעיפים</a:t>
            </a:r>
          </a:p>
        </p:txBody>
      </p:sp>
      <p:sp>
        <p:nvSpPr>
          <p:cNvPr id="14" name="הסבר קווי 1 13"/>
          <p:cNvSpPr/>
          <p:nvPr/>
        </p:nvSpPr>
        <p:spPr>
          <a:xfrm flipH="1">
            <a:off x="3958597" y="5872365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22488"/>
              <a:gd name="adj4" fmla="val -488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של סעיף</a:t>
            </a:r>
          </a:p>
        </p:txBody>
      </p:sp>
      <p:sp>
        <p:nvSpPr>
          <p:cNvPr id="15" name="הסבר קווי 1 14"/>
          <p:cNvSpPr/>
          <p:nvPr/>
        </p:nvSpPr>
        <p:spPr>
          <a:xfrm flipH="1">
            <a:off x="6769218" y="5851771"/>
            <a:ext cx="2183642" cy="766950"/>
          </a:xfrm>
          <a:prstGeom prst="borderCallout1">
            <a:avLst>
              <a:gd name="adj1" fmla="val -240"/>
              <a:gd name="adj2" fmla="val 50015"/>
              <a:gd name="adj3" fmla="val -120345"/>
              <a:gd name="adj4" fmla="val 7956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סדר מיקום של סעיף בתפריט</a:t>
            </a:r>
          </a:p>
        </p:txBody>
      </p:sp>
      <p:sp>
        <p:nvSpPr>
          <p:cNvPr id="16" name="הסבר קווי 1 15"/>
          <p:cNvSpPr/>
          <p:nvPr/>
        </p:nvSpPr>
        <p:spPr>
          <a:xfrm flipH="1">
            <a:off x="9668397" y="5808476"/>
            <a:ext cx="1455819" cy="713262"/>
          </a:xfrm>
          <a:prstGeom prst="borderCallout1">
            <a:avLst>
              <a:gd name="adj1" fmla="val -240"/>
              <a:gd name="adj2" fmla="val 50015"/>
              <a:gd name="adj3" fmla="val -125221"/>
              <a:gd name="adj4" fmla="val 18760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כותרת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D445FE-29B4-6EEE-7F06-237182EDB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759DB4C6-4EB9-6EB7-E460-D64A939ACBCB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626634-F46A-92A9-EE74-DE9C54519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12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0A633A-90C7-B0FB-F627-185ABE2AE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0" y="1631966"/>
            <a:ext cx="3884077" cy="2715746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603064" y="985635"/>
            <a:ext cx="968367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כמובן שצריך להוסיף גם לבחירת הסעיף הזה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204B2-0B98-99D7-7ECC-965B0892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693" y="2249909"/>
            <a:ext cx="6946775" cy="3983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92CAB6-811A-C68A-2C53-D3D662BA7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953D31C5-FD2E-1D0C-A2C1-AC8555BA2DCC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24B0B-00DD-0F11-642E-E0C727579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48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B7D8B-EE9E-EFCE-07DB-49045D60A6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441"/>
          <a:stretch/>
        </p:blipFill>
        <p:spPr>
          <a:xfrm>
            <a:off x="177595" y="1887793"/>
            <a:ext cx="3086100" cy="1409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384041-233D-9B77-42FD-A7343B8C7F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875"/>
          <a:stretch/>
        </p:blipFill>
        <p:spPr>
          <a:xfrm>
            <a:off x="1720645" y="3560311"/>
            <a:ext cx="3664208" cy="2860154"/>
          </a:xfrm>
          <a:prstGeom prst="rect">
            <a:avLst/>
          </a:prstGeom>
        </p:spPr>
      </p:pic>
      <p:sp>
        <p:nvSpPr>
          <p:cNvPr id="10" name="מלבן 6">
            <a:extLst>
              <a:ext uri="{FF2B5EF4-FFF2-40B4-BE49-F238E27FC236}">
                <a16:creationId xmlns:a16="http://schemas.microsoft.com/office/drawing/2014/main" id="{46086FBF-5F36-079D-F81D-7458FD7FEEB2}"/>
              </a:ext>
            </a:extLst>
          </p:cNvPr>
          <p:cNvSpPr/>
          <p:nvPr/>
        </p:nvSpPr>
        <p:spPr>
          <a:xfrm>
            <a:off x="5604256" y="1939637"/>
            <a:ext cx="6587744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להציג סעיף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ישר על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ActionBar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lvl="1"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בתפריט נשלף סעיף זה אז לא יופיע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CFC54E-A40C-FF8D-07F7-4D97BEB71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127" y="1771506"/>
            <a:ext cx="3840753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B9649F-E441-DF4C-998D-B49EC0490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59DAECC0-4036-9FC6-7228-8CD9B6FBD55D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D354A-94DC-DB30-B0A8-E137C928B8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85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624E1-E099-C450-2495-AE4913FC3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502"/>
          <a:stretch/>
        </p:blipFill>
        <p:spPr>
          <a:xfrm>
            <a:off x="1573776" y="4748981"/>
            <a:ext cx="3086100" cy="1337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9BA591-9FD2-A163-9465-89C50E6B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18" y="2235300"/>
            <a:ext cx="4171944" cy="1992571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26FC7AAF-309D-AF92-51D1-B3CB4DC82033}"/>
              </a:ext>
            </a:extLst>
          </p:cNvPr>
          <p:cNvSpPr/>
          <p:nvPr/>
        </p:nvSpPr>
        <p:spPr>
          <a:xfrm>
            <a:off x="5643716" y="3038167"/>
            <a:ext cx="632152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כאשר מציגים כך את הסעיף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שיש לו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icon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– מוצג רק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icon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E789D-20AB-C588-F8A5-251DF0C0A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F6364900-270B-75E5-5538-AFDA0CC30D59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3C26EA-77EE-914E-5AA0-D509CC37A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11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084358" y="1576763"/>
            <a:ext cx="10985862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en-US" sz="4800" u="sng" dirty="0" err="1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PopUp</a:t>
            </a:r>
            <a:r>
              <a:rPr lang="en-US" sz="4800" u="sng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menu</a:t>
            </a:r>
          </a:p>
          <a:p>
            <a:pPr lvl="1"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אותו הכי פשוט לצור</a:t>
            </a: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דרך הגדרת הסעיפים 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בתוך תיקיית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בדיוק כמו שיוצרים קובץ עם סעיפים עבור "תפריט נשלף".</a:t>
            </a:r>
          </a:p>
          <a:p>
            <a:pPr lvl="1"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גם פשוט להשתמש באותו קובץ.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332BA-069B-59E0-BF76-5A64CBB5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4F39D962-6A3D-3353-BD7C-E0E2783DDE0D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06734-0960-E302-049B-0F1758594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46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F0AD37A-DC57-D654-20C3-27551FB55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32" y="3105691"/>
            <a:ext cx="9967522" cy="851497"/>
          </a:xfrm>
          <a:prstGeom prst="rect">
            <a:avLst/>
          </a:prstGeom>
        </p:spPr>
      </p:pic>
      <p:sp>
        <p:nvSpPr>
          <p:cNvPr id="7" name="הסבר קווי 1 6"/>
          <p:cNvSpPr/>
          <p:nvPr/>
        </p:nvSpPr>
        <p:spPr>
          <a:xfrm flipH="1">
            <a:off x="1426453" y="1409897"/>
            <a:ext cx="2183642" cy="766950"/>
          </a:xfrm>
          <a:prstGeom prst="borderCallout1">
            <a:avLst>
              <a:gd name="adj1" fmla="val 52560"/>
              <a:gd name="adj2" fmla="val -833"/>
              <a:gd name="adj3" fmla="val 232826"/>
              <a:gd name="adj4" fmla="val -6189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עצם מסוג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PopupMenu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הסבר קווי 1 8"/>
          <p:cNvSpPr/>
          <p:nvPr/>
        </p:nvSpPr>
        <p:spPr>
          <a:xfrm flipH="1">
            <a:off x="3775922" y="4714051"/>
            <a:ext cx="2183642" cy="766950"/>
          </a:xfrm>
          <a:prstGeom prst="borderCallout1">
            <a:avLst>
              <a:gd name="adj1" fmla="val -1943"/>
              <a:gd name="adj2" fmla="val 48819"/>
              <a:gd name="adj3" fmla="val -103478"/>
              <a:gd name="adj4" fmla="val 13132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מציגים תפריט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91F34-4E1B-B34C-7A34-93C7D3C44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1" name="מלבן 4">
            <a:extLst>
              <a:ext uri="{FF2B5EF4-FFF2-40B4-BE49-F238E27FC236}">
                <a16:creationId xmlns:a16="http://schemas.microsoft.com/office/drawing/2014/main" id="{64760E48-C8FB-7727-C7AE-4EA67143512B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36C778-373C-55B6-0143-1B73D8C29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79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/>
          <p:cNvSpPr/>
          <p:nvPr/>
        </p:nvSpPr>
        <p:spPr>
          <a:xfrm>
            <a:off x="1592931" y="1337223"/>
            <a:ext cx="1059906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רושמים פקודות עבור תגובות לבחירת הסעיפים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D539F-BB8B-B36B-DB1E-29A93A5AD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2AF9A4-E9DE-7CEF-62F3-CF206E81D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326" y="1983554"/>
            <a:ext cx="8062743" cy="47368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95CDC1-77A1-5409-0139-47B8039517A2}"/>
                  </a:ext>
                </a:extLst>
              </p14:cNvPr>
              <p14:cNvContentPartPr/>
              <p14:nvPr/>
            </p14:nvContentPartPr>
            <p14:xfrm>
              <a:off x="2526817" y="6585821"/>
              <a:ext cx="1729440" cy="80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95CDC1-77A1-5409-0139-47B8039517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72817" y="6478181"/>
                <a:ext cx="1837080" cy="2962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הסבר קווי 1 8">
            <a:extLst>
              <a:ext uri="{FF2B5EF4-FFF2-40B4-BE49-F238E27FC236}">
                <a16:creationId xmlns:a16="http://schemas.microsoft.com/office/drawing/2014/main" id="{0684762E-5EDD-0A37-7376-E49F02D0A939}"/>
              </a:ext>
            </a:extLst>
          </p:cNvPr>
          <p:cNvSpPr/>
          <p:nvPr/>
        </p:nvSpPr>
        <p:spPr>
          <a:xfrm flipH="1">
            <a:off x="7079561" y="5584651"/>
            <a:ext cx="2183642" cy="766950"/>
          </a:xfrm>
          <a:prstGeom prst="borderCallout1">
            <a:avLst>
              <a:gd name="adj1" fmla="val 59593"/>
              <a:gd name="adj2" fmla="val 100600"/>
              <a:gd name="adj3" fmla="val 136255"/>
              <a:gd name="adj4" fmla="val 22250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לשכוח!!!</a:t>
            </a:r>
          </a:p>
        </p:txBody>
      </p:sp>
      <p:sp>
        <p:nvSpPr>
          <p:cNvPr id="10" name="מלבן 4">
            <a:extLst>
              <a:ext uri="{FF2B5EF4-FFF2-40B4-BE49-F238E27FC236}">
                <a16:creationId xmlns:a16="http://schemas.microsoft.com/office/drawing/2014/main" id="{2FE27405-8FCF-EDB7-C088-0545A1E35322}"/>
              </a:ext>
            </a:extLst>
          </p:cNvPr>
          <p:cNvSpPr/>
          <p:nvPr/>
        </p:nvSpPr>
        <p:spPr>
          <a:xfrm>
            <a:off x="8150941" y="56709"/>
            <a:ext cx="2526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9ABFBD-FC06-503C-56AF-5B70DE51F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04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ppt/theme/themeOverride1.xml><?xml version="1.0" encoding="utf-8"?>
<a:themeOverride xmlns:a="http://schemas.openxmlformats.org/drawingml/2006/main">
  <a:clrScheme name="מעגל">
    <a:dk1>
      <a:sysClr val="windowText" lastClr="000000"/>
    </a:dk1>
    <a:lt1>
      <a:sysClr val="window" lastClr="FFFFFF"/>
    </a:lt1>
    <a:dk2>
      <a:srgbClr val="252C36"/>
    </a:dk2>
    <a:lt2>
      <a:srgbClr val="7C96A3"/>
    </a:lt2>
    <a:accent1>
      <a:srgbClr val="4FD093"/>
    </a:accent1>
    <a:accent2>
      <a:srgbClr val="54BCDF"/>
    </a:accent2>
    <a:accent3>
      <a:srgbClr val="A262D0"/>
    </a:accent3>
    <a:accent4>
      <a:srgbClr val="D7537B"/>
    </a:accent4>
    <a:accent5>
      <a:srgbClr val="E78045"/>
    </a:accent5>
    <a:accent6>
      <a:srgbClr val="84C350"/>
    </a:accent6>
    <a:hlink>
      <a:srgbClr val="22FFFF"/>
    </a:hlink>
    <a:folHlink>
      <a:srgbClr val="9BF3F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1465</TotalTime>
  <Words>467</Words>
  <Application>Microsoft Office PowerPoint</Application>
  <PresentationFormat>Widescreen</PresentationFormat>
  <Paragraphs>131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204</cp:revision>
  <dcterms:created xsi:type="dcterms:W3CDTF">2019-01-05T16:01:25Z</dcterms:created>
  <dcterms:modified xsi:type="dcterms:W3CDTF">2024-08-18T09:18:10Z</dcterms:modified>
</cp:coreProperties>
</file>