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39" r:id="rId3"/>
    <p:sldId id="348" r:id="rId4"/>
    <p:sldId id="349" r:id="rId5"/>
    <p:sldId id="350" r:id="rId6"/>
    <p:sldId id="35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א'/תמוז/תשפ"ד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035523" y="1801511"/>
            <a:ext cx="892744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דו-שיח כסגנון האפליקציה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070E12-D85C-72D4-8835-1CBF8DF0B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908" y="3823358"/>
            <a:ext cx="9708550" cy="96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585485" y="1512834"/>
            <a:ext cx="9953898" cy="40954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The author writes only half of the book: </a:t>
            </a:r>
          </a:p>
          <a:p>
            <a:pPr algn="ctr" rtl="1">
              <a:lnSpc>
                <a:spcPct val="150000"/>
              </a:lnSpc>
            </a:pP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the other half is written by the reader.</a:t>
            </a:r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en-US" sz="3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המחבר כותב רק חצי מהספר: החצי השני נכתב על ידי הקורא.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Joseph Conrad (born Józef </a:t>
            </a:r>
            <a:r>
              <a:rPr lang="en-US" sz="2400" dirty="0" err="1">
                <a:solidFill>
                  <a:schemeClr val="bg1"/>
                </a:solidFill>
              </a:rPr>
              <a:t>Teodor</a:t>
            </a:r>
            <a:r>
              <a:rPr lang="en-US" sz="2400" dirty="0">
                <a:solidFill>
                  <a:schemeClr val="bg1"/>
                </a:solidFill>
              </a:rPr>
              <a:t> Konrad </a:t>
            </a:r>
            <a:r>
              <a:rPr lang="en-US" sz="2400" dirty="0" err="1">
                <a:solidFill>
                  <a:schemeClr val="bg1"/>
                </a:solidFill>
              </a:rPr>
              <a:t>Korzeniowski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1">
            <a:extLst>
              <a:ext uri="{FF2B5EF4-FFF2-40B4-BE49-F238E27FC236}">
                <a16:creationId xmlns:a16="http://schemas.microsoft.com/office/drawing/2014/main" id="{CA61F43E-2DB5-C11F-843D-5024DC12D9DA}"/>
              </a:ext>
            </a:extLst>
          </p:cNvPr>
          <p:cNvSpPr/>
          <p:nvPr/>
        </p:nvSpPr>
        <p:spPr>
          <a:xfrm>
            <a:off x="5218137" y="0"/>
            <a:ext cx="51972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דו-שיח כסגנון האפליקציה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13823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502228" y="1791679"/>
            <a:ext cx="995389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האם תלמידינו יבנו אפליקציות מעוצבות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ונוחות לשימוש מבחינת המשתמש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(ולא מבחינת המתכנת!)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תלוי בנו, במורים.</a:t>
            </a:r>
            <a:endParaRPr lang="ru-RU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ru-RU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תדרשו – תקבלו, לא תדרשו – לא תקבלו.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F2DEC-2D00-29A5-91B0-1B77F59E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40C2C-D44A-FB98-FA5E-4633F1FA6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1">
            <a:extLst>
              <a:ext uri="{FF2B5EF4-FFF2-40B4-BE49-F238E27FC236}">
                <a16:creationId xmlns:a16="http://schemas.microsoft.com/office/drawing/2014/main" id="{52A0721A-E3AC-0B55-8AAD-7B7B18345A1C}"/>
              </a:ext>
            </a:extLst>
          </p:cNvPr>
          <p:cNvSpPr/>
          <p:nvPr/>
        </p:nvSpPr>
        <p:spPr>
          <a:xfrm>
            <a:off x="5218137" y="0"/>
            <a:ext cx="51972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דו-שיח כסגנון האפליקציה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362225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502228" y="1791679"/>
            <a:ext cx="995389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האם תלמידינו יבנו אפליקציות מעוצבות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ונוחות לשימוש מבחינת המשתמש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(ולא מבחינת המתכנת!)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תלוי בנו, במורים.</a:t>
            </a:r>
            <a:endParaRPr lang="ru-RU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ru-RU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תדרשו – תקבלו, לא תדרשו – לא תקבלו.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F2DEC-2D00-29A5-91B0-1B77F59E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40C2C-D44A-FB98-FA5E-4633F1FA6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1">
            <a:extLst>
              <a:ext uri="{FF2B5EF4-FFF2-40B4-BE49-F238E27FC236}">
                <a16:creationId xmlns:a16="http://schemas.microsoft.com/office/drawing/2014/main" id="{52A0721A-E3AC-0B55-8AAD-7B7B18345A1C}"/>
              </a:ext>
            </a:extLst>
          </p:cNvPr>
          <p:cNvSpPr/>
          <p:nvPr/>
        </p:nvSpPr>
        <p:spPr>
          <a:xfrm>
            <a:off x="5218137" y="0"/>
            <a:ext cx="51972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דו-שיח כסגנון האפליקציה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504282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502228" y="1791679"/>
            <a:ext cx="995389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 תזלזלו בעיצוב – ולא רק בגלל שיש לו חלק נכבד בציון שמקבלים בבחינת הבגרות.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נכון, מעצב ומתכנת – מקצועות די שונים,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כאשר מלמדים תלמידים לחשוב על העיצוב,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זה עוזר להם להתקדם גם בתכנות.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F2DEC-2D00-29A5-91B0-1B77F59E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40C2C-D44A-FB98-FA5E-4633F1FA6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1">
            <a:extLst>
              <a:ext uri="{FF2B5EF4-FFF2-40B4-BE49-F238E27FC236}">
                <a16:creationId xmlns:a16="http://schemas.microsoft.com/office/drawing/2014/main" id="{52A0721A-E3AC-0B55-8AAD-7B7B18345A1C}"/>
              </a:ext>
            </a:extLst>
          </p:cNvPr>
          <p:cNvSpPr/>
          <p:nvPr/>
        </p:nvSpPr>
        <p:spPr>
          <a:xfrm>
            <a:off x="5218137" y="0"/>
            <a:ext cx="51972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דו-שיח כסגנון האפליקציה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288962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1585485" y="1093588"/>
            <a:ext cx="9953898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היבט נוסף: ללמד תלמידינו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להתחשב ביצירת דו-שיח של ממש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בין אפליקציה לבין משתמש.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זה כולל גם הצגת הודעות בדרכים שונות,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מתן הזדמנות למשתמש לבחור מכמה אופציות,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אפשרות בכל רגע לגשת למדריך,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קשר עם "שירות תמיכה" ועוד...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F2DEC-2D00-29A5-91B0-1B77F59E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40C2C-D44A-FB98-FA5E-4633F1FA6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מלבן 1">
            <a:extLst>
              <a:ext uri="{FF2B5EF4-FFF2-40B4-BE49-F238E27FC236}">
                <a16:creationId xmlns:a16="http://schemas.microsoft.com/office/drawing/2014/main" id="{52A0721A-E3AC-0B55-8AAD-7B7B18345A1C}"/>
              </a:ext>
            </a:extLst>
          </p:cNvPr>
          <p:cNvSpPr/>
          <p:nvPr/>
        </p:nvSpPr>
        <p:spPr>
          <a:xfrm>
            <a:off x="5218137" y="0"/>
            <a:ext cx="51972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mulik CLM" panose="02000603000000000000" pitchFamily="2" charset="-79"/>
                <a:cs typeface="Shmulik CLM" panose="02000603000000000000" pitchFamily="2" charset="-79"/>
              </a:rPr>
              <a:t>דו-שיח כסגנון האפליקציה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1585934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613</TotalTime>
  <Words>201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Assistant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103</cp:revision>
  <dcterms:created xsi:type="dcterms:W3CDTF">2019-01-05T16:01:25Z</dcterms:created>
  <dcterms:modified xsi:type="dcterms:W3CDTF">2024-07-07T06:51:09Z</dcterms:modified>
</cp:coreProperties>
</file>