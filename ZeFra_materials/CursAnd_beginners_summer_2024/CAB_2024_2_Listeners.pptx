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349" r:id="rId3"/>
    <p:sldId id="350" r:id="rId4"/>
    <p:sldId id="351" r:id="rId5"/>
    <p:sldId id="355" r:id="rId6"/>
    <p:sldId id="356" r:id="rId7"/>
    <p:sldId id="357" r:id="rId8"/>
    <p:sldId id="386" r:id="rId9"/>
    <p:sldId id="387" r:id="rId10"/>
    <p:sldId id="388" r:id="rId11"/>
    <p:sldId id="389" r:id="rId12"/>
    <p:sldId id="39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5:12:57.4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0,'3442'0,"-3419"0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5:13:00.5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1,'5'4,"1"0,0-1,1 1,-1-1,1 0,-1-1,1 0,10 2,10 5,-5-3,0 0,24 3,-24-5,0 0,29 11,-22-3,1-2,0-1,1-1,-1-2,1-1,45 2,-57-7,37 0,97 14,68 14,-82-17,177-10,-141-3,233 2,-386 1,1 1,35 9,-31-6,33 4,42 4,-67-7,52 3,699-8,-376-3,437 2,-818 2,57 10,12 1,0-13,-64-1,0 1,0 2,45 8,-16 0,1-3,0-3,96-6,-42-1,2663 4,-2754-3,0-1,0-1,50-15,-48 11,1 1,53-5,39 11,-79 3,-1-3,76-9,-34-1,1 4,153 6,-102 3,662-2,-774-1,0-2,0-1,0-1,32-10,-32 7,1 2,0 1,50-5,-48 10,1-1,-1-2,0-1,0-1,31-10,-13 3,1 2,63-5,-40 6,-45 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5:15:28.2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86,'50'0,"0"3,69 11,-87-10,57 1,-18-2,-51 0,-1 1,0 0,30 11,-32-8,0-2,1 0,0-1,24 2,-14-3,34 7,-37-4,51 2,552-6,-300-4,874 2,-1181-1,-1-2,37-7,-35 5,1 1,25-1,114-12,-78 6,-48 5,48-13,-51 10,60-8,-75 14,-1-1,1 0,-1-1,18-8,-19 7,0 0,0 1,1 1,30-4,22 5,-27 2,67-11,-44 4,0 3,123 5,-69 3,1929-3,-2021 1,1 2,30 7,-28-5,46 3,500-6,-278-4,-211 0,98 5,-119 9,-49-7,0-2,21 2,329-2,-188-5,394 2,-556 1,1 1,-1 1,0 1,0 0,25 10,-24-7,0-2,1 0,0-1,25 3,146-7,-166-1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5:15:34.47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1 248,'932'0,"-905"1,0 2,31 7,-29-5,47 4,-47-9,-1 2,1 1,32 8,-30-5,0-2,1-1,-1-2,35-3,-34 1,1 1,0 1,50 9,-17 0,0-3,1-3,99-6,-42-1,1572 4,-1669 0,0 2,32 6,-30-3,47 2,-45-5,0 1,0 1,31 10,-31-6,2-2,49 4,-68-9,0 0,0 1,0 0,-1 1,25 11,3 0,-15-8,36 6,-16-4,-2-2,-1-3,1-1,77-5,-27-1,7882 3,-7949-1,0-2,32-6,-30 3,47-2,499 6,-277 4,-263-2,-1-3,61-11,-45 6,-35 7,0-2,0 0,0 0,0-2,25-10,-29 10,0 1,0 0,0 1,20-3,-20 4,0 0,0-1,0 0,-1-1,11-5,6-3,-19 9,0-1,-1 1,0-1,0 0,0-1,0 0,9-8,-16 13,0-1,0 1,0 0,0 0,1-1,-1 1,0 0,0 0,0-1,0 1,0 0,0-1,0 1,0 0,0 0,0-1,0 1,0 0,0 0,-1-1,1 1,0 0,0 0,0-1,0 1,0 0,0 0,-1-1,1 1,0 0,0 0,0 0,-1-1,1 1,0 0,0 0,-1 0,1 0,0 0,0 0,-1-1,1 1,0 0,0 0,-1 0,1 0,0 0,0 0,-1 0,1 0,0 0,-1 0,-17-2,17 2,-269-1,122 3,-4498-2,4618-1,-1-2,1-2,-49-13,42 9,-60-8,69 13,0-1,1-1,-32-11,16 4,7 4,-38-4,26 6,-17-1,0 3,-109 6,59 2,-843-3,928-2,0 0,-31-8,29 4,-48-2,-494 7,275 3,268-4,0-1,-40-9,4 0,-99-16,145 25,1-2,-1-1,-21-8,-27-9,42 16,2 1,0 0,-1 2,-45-4,-868 8,426 2,-391-2,886 1,1 1,-1 0,1 1,-1 1,-21 8,-37 9,46-16,-32 7,-1-3,-82 3,-2106-14,2231 1,1-1,0 0,0-2,0 0,0-1,1 0,-18-9,18 7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5:16:07.1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1,'1913'0,"-1892"1,-1 1,37 8,-35-5,0-1,27 1,510-3,-270-4,-220 0,78 4,-121 2,-1 1,40 14,-43-12,1-1,-1-1,41 5,19-9,-59-2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5:16:09.8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1,'9916'0,"-9882"1,60 12,-56-7,42 2,-26-8,-30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7-02T15:16:11.7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1,'39'0,"80"2,-103 0,1 0,-1 1,1 1,-1 1,17 6,-17-5,1 0,1-1,-1-2,1 1,30 0,92-5,-57-1,1145 2,-1204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7-02T15:16:23.6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 61 24575,'88'1'0,"99"-3"0,-121-10 0,-49 7 0,1 2 0,19-3 0,-2 5 0,0-3 0,41-9 0,-34 6 0,-1 3 0,1 0 0,0 3 0,45 4 0,4 0 0,1766-3 0,-1838 1 0,1 1 0,-1 2 0,0 0 0,-1 0 0,27 12 0,34 7 0,-40-14 0,-16-3 0,1-1 0,-1-1 0,30 1 0,8-6 0,-40 0 0,1 1 0,-1 0 0,1 2 0,40 8 0,-20-2 0,1-2 0,-1-1 0,1-3 0,81-5 0,-25 1 0,639 2 0,-711 2 0,0 0 0,32 8 0,-30-4 0,47 2 0,500-7 0,-278-3 0,3744 2 0,-4038 0 0,0 0 0,0 0 0,0 0 0,0 1 0,0-1 0,0 1 0,0 0 0,-1 0 0,1 0 0,0 1 0,-1-1 0,1 1 0,0 0 0,5 4 0,-7-3 0,1 0 0,-1 0 0,0 0 0,0 0 0,0 0 0,-1 0 0,1 1 0,-1-1 0,1 1 0,-1-1 0,0 1 0,-1-1 0,1 1 0,-1 0 0,1-1 0,-1 5 0,2 56 0,-10 95 0,7-151 0,0-1 0,-1 1 0,0-1 0,-1 1 0,1-1 0,-2 0 0,1 0 0,-1 0 0,0 0 0,0-1 0,0 0 0,-1 0 0,0 0 0,-1 0 0,1-1 0,-1 1 0,0-2 0,-11 8 0,-9 4 0,-1-2 0,0-1 0,-43 15 0,25-11 0,17-7 0,1-2 0,-2-1 0,-39 4 0,35-6 0,-1 2 0,-32 10 0,48-11 0,-1-2 0,0 0 0,0-1 0,-30 1 0,-81-6 0,46 0 0,-1200 2 0,1263-2 0,1 0 0,-37-8 0,35 5 0,0 1 0,-26-1 0,-500 3 0,265 4 0,236-2 0,1-2 0,-70-12 0,56 6 0,0 3 0,-120 5 0,71 2 0,-218-2 0,310-1 0,1 0 0,0-2 0,-22-5 0,19 3 0,0 1 0,-22-1 0,-307 2 0,179 5 0,142-3 0,-1-2 0,-30-7 0,28 5 0,-46-4 0,-500 8 0,278 3 0,-2979-2 0,3252-2 0,0-1 0,0 0 0,0-2 0,-27-10 0,27 8 0,-1 0 0,0 2 0,-44-3 0,23 7 0,0 1 0,-1-2 0,-57-11 0,89 10 0,5 2 0,0-1 0,1 0 0,-1-1 0,1-1 0,0 1 0,-13-8 0,21 10 0,-1-1 0,1 0 0,0 1 0,0-1 0,0 0 0,0-1 0,0 1 0,0 0 0,1 0 0,-1-1 0,1 1 0,-1-1 0,1 1 0,0-1 0,0 0 0,0 0 0,1 1 0,-1-1 0,0 0 0,1 0 0,0 0 0,0 0 0,0 0 0,0 1 0,0-1 0,1 0 0,-1 0 0,1 0 0,0-2 0,2-4 0,0 1 0,1-1 0,0 1 0,0 0 0,0 0 0,1 0 0,1 1 0,-1 0 0,1 0 0,0 0 0,10-8 0,-8 8 0,0-1 0,-1 0 0,0-1 0,0 1 0,-1-2 0,0 1 0,7-15 0,54-192-1365,-59 195-5461</inkml:trace>
</inkml:ink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כ"ו/סיון/תשפ"ד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19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.xml"/><Relationship Id="rId5" Type="http://schemas.openxmlformats.org/officeDocument/2006/relationships/image" Target="../media/image22.png"/><Relationship Id="rId4" Type="http://schemas.openxmlformats.org/officeDocument/2006/relationships/customXml" Target="../ink/ink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.xml"/><Relationship Id="rId11" Type="http://schemas.openxmlformats.org/officeDocument/2006/relationships/image" Target="../media/image28.png"/><Relationship Id="rId5" Type="http://schemas.openxmlformats.org/officeDocument/2006/relationships/image" Target="../media/image25.png"/><Relationship Id="rId10" Type="http://schemas.openxmlformats.org/officeDocument/2006/relationships/customXml" Target="../ink/ink8.xml"/><Relationship Id="rId4" Type="http://schemas.openxmlformats.org/officeDocument/2006/relationships/customXml" Target="../ink/ink5.xml"/><Relationship Id="rId9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ПВО Первой мировой воны! Простейшее изобретение! | Carbon.technology | Дзен">
            <a:extLst>
              <a:ext uri="{FF2B5EF4-FFF2-40B4-BE49-F238E27FC236}">
                <a16:creationId xmlns:a16="http://schemas.microsoft.com/office/drawing/2014/main" id="{629746B4-6F13-2817-3E3D-66AFFA8D42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987" y="383054"/>
            <a:ext cx="7564386" cy="5806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לבן 1"/>
          <p:cNvSpPr/>
          <p:nvPr/>
        </p:nvSpPr>
        <p:spPr>
          <a:xfrm>
            <a:off x="4427073" y="1791679"/>
            <a:ext cx="4368504" cy="415498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6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מאזינים</a:t>
            </a:r>
          </a:p>
          <a:p>
            <a:pPr algn="ctr" rtl="1"/>
            <a:endParaRPr lang="ru-RU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endParaRPr lang="he-IL" sz="6600" b="1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6600" b="1" cap="none" spc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cs typeface="Shmulik CLM" panose="02000603000000000000" pitchFamily="2" charset="-79"/>
              </a:rPr>
              <a:t>Listeners</a:t>
            </a:r>
            <a:endParaRPr lang="he-IL" sz="6600" b="1" cap="none" spc="0" dirty="0">
              <a:ln w="9525">
                <a:solidFill>
                  <a:schemeClr val="bg1"/>
                </a:solidFill>
                <a:prstDash val="solid"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A6995-93F8-B5D8-1FF4-3C2EB4B499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D99BC38-E1AB-BC94-ADF8-7638FC6A046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962967" y="0"/>
            <a:ext cx="1152832" cy="126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http://www.scribbleoneverything.com/images/uploads/thumbs/thumb_boom_sket_rm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2230" y="1374165"/>
            <a:ext cx="2809875" cy="28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מלבן 2"/>
          <p:cNvSpPr/>
          <p:nvPr/>
        </p:nvSpPr>
        <p:spPr>
          <a:xfrm>
            <a:off x="4494555" y="1132752"/>
            <a:ext cx="3103735" cy="1569660"/>
          </a:xfrm>
          <a:prstGeom prst="rect">
            <a:avLst/>
          </a:prstGeom>
          <a:noFill/>
          <a:scene3d>
            <a:camera prst="perspectiveContrastingLeftFacing"/>
            <a:lightRig rig="threePt" dir="t"/>
          </a:scene3d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he-IL" sz="9600" dirty="0">
                <a:ln/>
                <a:solidFill>
                  <a:schemeClr val="accent4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אירוע!</a:t>
            </a:r>
          </a:p>
        </p:txBody>
      </p:sp>
      <p:sp>
        <p:nvSpPr>
          <p:cNvPr id="4" name="מלבן 3"/>
          <p:cNvSpPr/>
          <p:nvPr/>
        </p:nvSpPr>
        <p:spPr>
          <a:xfrm>
            <a:off x="2314815" y="4725144"/>
            <a:ext cx="57246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Assistant" panose="00000500000000000000" pitchFamily="2" charset="-79"/>
                <a:cs typeface="Assistant" panose="00000500000000000000" pitchFamily="2" charset="-79"/>
              </a:rPr>
              <a:t>איך לדעת שהוא קרה?</a:t>
            </a:r>
          </a:p>
        </p:txBody>
      </p:sp>
      <p:pic>
        <p:nvPicPr>
          <p:cNvPr id="2052" name="Picture 4" descr="http://goroskop.ru/images/publish/articles/3274/7024_3274-paragraf-photo-text-left-img-di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97" y="4293097"/>
            <a:ext cx="1905000" cy="2066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מלבן 5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556E00B-F319-4C3E-F2FD-EEA58794B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7537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://2.bp.blogspot.com/-Kv-o7AomrwM/TeHyQuqU8kI/AAAAAAAAAb8/k8BH04Htgfg/s200/listen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096" y="3619548"/>
            <a:ext cx="2592288" cy="253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לבן 1"/>
          <p:cNvSpPr/>
          <p:nvPr/>
        </p:nvSpPr>
        <p:spPr>
          <a:xfrm>
            <a:off x="3466082" y="1771519"/>
            <a:ext cx="52517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מישהו צריך להקשיב</a:t>
            </a:r>
          </a:p>
        </p:txBody>
      </p:sp>
      <p:sp>
        <p:nvSpPr>
          <p:cNvPr id="4" name="מלבן 3"/>
          <p:cNvSpPr/>
          <p:nvPr/>
        </p:nvSpPr>
        <p:spPr>
          <a:xfrm>
            <a:off x="5417574" y="279121"/>
            <a:ext cx="3440210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u="sng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u="sng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4EB0C0-A3F8-0CC6-911A-9B179160A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2050" name="Picture 2" descr="С чего начиналась противовоздушная оборона: rjadovoj_rus — LiveJournal">
            <a:extLst>
              <a:ext uri="{FF2B5EF4-FFF2-40B4-BE49-F238E27FC236}">
                <a16:creationId xmlns:a16="http://schemas.microsoft.com/office/drawing/2014/main" id="{3CC453E4-1B97-C2EB-7A7B-8CB3AB604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4929" y="2513525"/>
            <a:ext cx="4857750" cy="4066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973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talkingcomicbooks.com/wp-content/uploads/2013/06/supermantas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5" y="3284984"/>
            <a:ext cx="3762375" cy="2809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מלבן 1"/>
          <p:cNvSpPr/>
          <p:nvPr/>
        </p:nvSpPr>
        <p:spPr>
          <a:xfrm>
            <a:off x="4111984" y="947651"/>
            <a:ext cx="233269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ולהגיב...</a:t>
            </a:r>
          </a:p>
        </p:txBody>
      </p:sp>
      <p:sp>
        <p:nvSpPr>
          <p:cNvPr id="4" name="מלבן 3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24EFB2-6683-DC02-1C5E-1F8E720A1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3074" name="Picture 2" descr="Войска ПВО СССР — Википедия">
            <a:extLst>
              <a:ext uri="{FF2B5EF4-FFF2-40B4-BE49-F238E27FC236}">
                <a16:creationId xmlns:a16="http://schemas.microsoft.com/office/drawing/2014/main" id="{B0015675-499D-9E27-C26C-726767AAD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671" y="2429739"/>
            <a:ext cx="3356180" cy="409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918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978" y="3936180"/>
            <a:ext cx="5797681" cy="1853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הסבר מלבני מעוגל 4"/>
          <p:cNvSpPr/>
          <p:nvPr/>
        </p:nvSpPr>
        <p:spPr>
          <a:xfrm>
            <a:off x="737793" y="1670461"/>
            <a:ext cx="3132321" cy="1925560"/>
          </a:xfrm>
          <a:prstGeom prst="wedgeRoundRectCallout">
            <a:avLst>
              <a:gd name="adj1" fmla="val 103430"/>
              <a:gd name="adj2" fmla="val 117517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שמות   ה"מאזינים"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(יש מאות...)</a:t>
            </a:r>
          </a:p>
        </p:txBody>
      </p:sp>
      <p:sp>
        <p:nvSpPr>
          <p:cNvPr id="6" name="מלבן 5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7BB13F-E56D-1083-E24C-CB8F13B634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734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91744" y="2443536"/>
            <a:ext cx="4950394" cy="76944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On…………Listener</a:t>
            </a:r>
            <a:endParaRPr lang="he-IL" sz="4400" dirty="0">
              <a:solidFill>
                <a:schemeClr val="bg1"/>
              </a:solidFill>
            </a:endParaRPr>
          </a:p>
        </p:txBody>
      </p:sp>
      <p:sp>
        <p:nvSpPr>
          <p:cNvPr id="3" name="מלבן 2"/>
          <p:cNvSpPr/>
          <p:nvPr/>
        </p:nvSpPr>
        <p:spPr>
          <a:xfrm>
            <a:off x="1838182" y="1228581"/>
            <a:ext cx="81339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שם   של כל  "מאזין"  מורכב מ...</a:t>
            </a:r>
          </a:p>
        </p:txBody>
      </p:sp>
      <p:sp>
        <p:nvSpPr>
          <p:cNvPr id="4" name="הסבר מלבני מעוגל 3"/>
          <p:cNvSpPr/>
          <p:nvPr/>
        </p:nvSpPr>
        <p:spPr>
          <a:xfrm>
            <a:off x="757646" y="3645024"/>
            <a:ext cx="3380239" cy="1008112"/>
          </a:xfrm>
          <a:prstGeom prst="wedgeRoundRectCallout">
            <a:avLst>
              <a:gd name="adj1" fmla="val 46858"/>
              <a:gd name="adj2" fmla="val -101905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On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  תמיד בהתחלה</a:t>
            </a:r>
          </a:p>
        </p:txBody>
      </p:sp>
      <p:sp>
        <p:nvSpPr>
          <p:cNvPr id="5" name="הסבר מלבני מעוגל 4"/>
          <p:cNvSpPr/>
          <p:nvPr/>
        </p:nvSpPr>
        <p:spPr>
          <a:xfrm>
            <a:off x="7494861" y="3717032"/>
            <a:ext cx="4366213" cy="1008112"/>
          </a:xfrm>
          <a:prstGeom prst="wedgeRoundRectCallout">
            <a:avLst>
              <a:gd name="adj1" fmla="val -43549"/>
              <a:gd name="adj2" fmla="val -111323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Listener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  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תמיד בסוף</a:t>
            </a:r>
          </a:p>
        </p:txBody>
      </p:sp>
      <p:sp>
        <p:nvSpPr>
          <p:cNvPr id="6" name="הסבר מלבני מעוגל 5"/>
          <p:cNvSpPr/>
          <p:nvPr/>
        </p:nvSpPr>
        <p:spPr>
          <a:xfrm>
            <a:off x="4310742" y="5589240"/>
            <a:ext cx="6152607" cy="1008112"/>
          </a:xfrm>
          <a:prstGeom prst="wedgeRoundRectCallout">
            <a:avLst>
              <a:gd name="adj1" fmla="val -27394"/>
              <a:gd name="adj2" fmla="val -297156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בין  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On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  לבין  </a:t>
            </a:r>
            <a:r>
              <a:rPr lang="en-US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Listener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Consolas" panose="020B0609020204030204" pitchFamily="49" charset="0"/>
                <a:cs typeface="Gveret Levin AlefAlefAlef" panose="00000500000000000000" pitchFamily="50" charset="-79"/>
              </a:rPr>
              <a:t> </a:t>
            </a: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שם ייחודי</a:t>
            </a:r>
          </a:p>
        </p:txBody>
      </p:sp>
      <p:sp>
        <p:nvSpPr>
          <p:cNvPr id="7" name="מלבן 6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D110B0B-8837-986C-E078-47DC6DE3A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78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406528" y="1129439"/>
            <a:ext cx="737894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דוגמאות לשמות  של "מאזין"</a:t>
            </a:r>
          </a:p>
        </p:txBody>
      </p:sp>
      <p:pic>
        <p:nvPicPr>
          <p:cNvPr id="5" name="תמונה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4277" y="3609198"/>
            <a:ext cx="2828925" cy="704850"/>
          </a:xfrm>
          <a:prstGeom prst="rect">
            <a:avLst/>
          </a:prstGeom>
        </p:spPr>
      </p:pic>
      <p:pic>
        <p:nvPicPr>
          <p:cNvPr id="6" name="תמונה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889" y="4944596"/>
            <a:ext cx="3429000" cy="723900"/>
          </a:xfrm>
          <a:prstGeom prst="rect">
            <a:avLst/>
          </a:prstGeom>
        </p:spPr>
      </p:pic>
      <p:pic>
        <p:nvPicPr>
          <p:cNvPr id="7" name="תמונה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0630" y="4583926"/>
            <a:ext cx="2943225" cy="695325"/>
          </a:xfrm>
          <a:prstGeom prst="rect">
            <a:avLst/>
          </a:prstGeom>
        </p:spPr>
      </p:pic>
      <p:pic>
        <p:nvPicPr>
          <p:cNvPr id="8" name="תמונה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3180" y="2704946"/>
            <a:ext cx="2714625" cy="695325"/>
          </a:xfrm>
          <a:prstGeom prst="rect">
            <a:avLst/>
          </a:prstGeom>
        </p:spPr>
      </p:pic>
      <p:pic>
        <p:nvPicPr>
          <p:cNvPr id="9" name="תמונה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00311" y="5960716"/>
            <a:ext cx="4648200" cy="695325"/>
          </a:xfrm>
          <a:prstGeom prst="rect">
            <a:avLst/>
          </a:prstGeom>
        </p:spPr>
      </p:pic>
      <p:sp>
        <p:nvSpPr>
          <p:cNvPr id="10" name="מלבן 9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E59C38-4136-4FDC-07DA-81F497D1AB5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690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656020" y="1016317"/>
            <a:ext cx="6261651" cy="563231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>
            <a:defPPr>
              <a:defRPr lang="en-US"/>
            </a:defPPr>
            <a:lvl1pPr algn="ctr">
              <a:defRPr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b="0" dirty="0"/>
              <a:t>קיימים מנגנונים שונים</a:t>
            </a:r>
          </a:p>
          <a:p>
            <a:r>
              <a:rPr lang="he-IL" b="0" dirty="0"/>
              <a:t>בהם מטפלים "מאזינים"</a:t>
            </a:r>
          </a:p>
          <a:p>
            <a:pPr rtl="1"/>
            <a:endParaRPr lang="he-IL" sz="3600" b="0" dirty="0"/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"מאזין" ללחוצה רגילה</a:t>
            </a: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"מאזין" ללחוצה ממושכת</a:t>
            </a: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"מאזין" לנגיעה</a:t>
            </a: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"מאזין" לבחירת שורה בתפריט</a:t>
            </a: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"מאזין" ללחיצה על מקש כלשהו</a:t>
            </a:r>
          </a:p>
          <a:p>
            <a:pPr lvl="1" algn="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ועוד... ועוד... ועוד...</a:t>
            </a:r>
          </a:p>
        </p:txBody>
      </p:sp>
      <p:sp>
        <p:nvSpPr>
          <p:cNvPr id="3" name="מלבן 2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458F2F-F8B9-57A2-6774-6E6EF003F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380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76103" y="2011721"/>
            <a:ext cx="9549459" cy="387798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ctr">
              <a:defRPr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r>
              <a:rPr lang="he-IL" b="0" dirty="0"/>
              <a:t>שלבים למימוש ה"מאזין"</a:t>
            </a:r>
            <a:endParaRPr lang="en-US" b="0" dirty="0"/>
          </a:p>
          <a:p>
            <a:endParaRPr lang="en-US" sz="3200" b="0" dirty="0"/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0" dirty="0"/>
              <a:t>"מציבים" (</a:t>
            </a:r>
            <a:r>
              <a:rPr lang="en-US" sz="3200" b="0" dirty="0" err="1">
                <a:solidFill>
                  <a:schemeClr val="bg1"/>
                </a:solidFill>
              </a:rPr>
              <a:t>setOn</a:t>
            </a:r>
            <a:r>
              <a:rPr lang="en-US" sz="3200" b="0" dirty="0">
                <a:solidFill>
                  <a:schemeClr val="bg1"/>
                </a:solidFill>
              </a:rPr>
              <a:t>…Listener</a:t>
            </a:r>
            <a:r>
              <a:rPr lang="he-IL" sz="3200" b="0" dirty="0"/>
              <a:t>) "מאזין" לרכיב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0" dirty="0"/>
              <a:t>יוצרים "מאזין" (מתאים) כפרמטר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he-IL" sz="3200" b="0" dirty="0"/>
              <a:t>מקבלים "פעולה חובה" / כמה "פעולות חובה" 	(</a:t>
            </a:r>
            <a:r>
              <a:rPr lang="en-US" sz="3200" b="0" dirty="0">
                <a:solidFill>
                  <a:schemeClr val="bg1"/>
                </a:solidFill>
              </a:rPr>
              <a:t>implement method</a:t>
            </a:r>
            <a:r>
              <a:rPr lang="he-IL" sz="3200" b="0" dirty="0"/>
              <a:t>) שהן המתבצעות אוטומטי כתגובה לאירוע אותו "שומע" "מאזין"</a:t>
            </a:r>
          </a:p>
        </p:txBody>
      </p:sp>
      <p:sp>
        <p:nvSpPr>
          <p:cNvPr id="3" name="מלבן 2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C5C8-292B-93DE-EC30-C430C078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129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110" y="1016317"/>
            <a:ext cx="954945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ctr">
              <a:defRPr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algn="r" rtl="1"/>
            <a:r>
              <a:rPr lang="he-IL" sz="3200" b="0" dirty="0"/>
              <a:t>"מציבים" (</a:t>
            </a:r>
            <a:r>
              <a:rPr lang="en-US" sz="3200" b="0" dirty="0" err="1">
                <a:solidFill>
                  <a:schemeClr val="bg1"/>
                </a:solidFill>
              </a:rPr>
              <a:t>setOn</a:t>
            </a:r>
            <a:r>
              <a:rPr lang="en-US" sz="3200" b="0" dirty="0">
                <a:solidFill>
                  <a:schemeClr val="bg1"/>
                </a:solidFill>
              </a:rPr>
              <a:t>…Listener</a:t>
            </a:r>
            <a:r>
              <a:rPr lang="he-IL" sz="3200" b="0" dirty="0"/>
              <a:t>) "מאזין" לרכיב</a:t>
            </a:r>
          </a:p>
        </p:txBody>
      </p:sp>
      <p:sp>
        <p:nvSpPr>
          <p:cNvPr id="3" name="מלבן 2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C5C8-292B-93DE-EC30-C430C078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DFB6B2-CD1E-3C97-E095-1ADDA6EB96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8336" y="2090423"/>
            <a:ext cx="7535327" cy="450595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5DC9F0B-4D65-F4DE-2CB3-4D30D0ACB49E}"/>
                  </a:ext>
                </a:extLst>
              </p14:cNvPr>
              <p14:cNvContentPartPr/>
              <p14:nvPr/>
            </p14:nvContentPartPr>
            <p14:xfrm>
              <a:off x="2821657" y="6233741"/>
              <a:ext cx="1247760" cy="3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5DC9F0B-4D65-F4DE-2CB3-4D30D0ACB49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68017" y="6125741"/>
                <a:ext cx="1355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E46793D-92C8-BD12-70E8-F488C5925CD1}"/>
                  </a:ext>
                </a:extLst>
              </p14:cNvPr>
              <p14:cNvContentPartPr/>
              <p14:nvPr/>
            </p14:nvContentPartPr>
            <p14:xfrm>
              <a:off x="3755857" y="2428181"/>
              <a:ext cx="3951720" cy="110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E46793D-92C8-BD12-70E8-F488C5925CD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2217" y="2320541"/>
                <a:ext cx="4059360" cy="325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04691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17110" y="1016317"/>
            <a:ext cx="9549459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ctr">
              <a:defRPr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algn="r" rtl="1"/>
            <a:r>
              <a:rPr lang="he-IL" sz="3200" b="0" dirty="0"/>
              <a:t>יוצרים "מאזין" (מתאים) כפרמטר</a:t>
            </a:r>
          </a:p>
        </p:txBody>
      </p:sp>
      <p:sp>
        <p:nvSpPr>
          <p:cNvPr id="3" name="מלבן 2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C5C8-292B-93DE-EC30-C430C078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FE59A7D-ABF4-4377-90FC-92DFADFEE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110" y="2466811"/>
            <a:ext cx="10040751" cy="433448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233DC69-4172-394C-28B6-E0FAD00FB1E1}"/>
                  </a:ext>
                </a:extLst>
              </p14:cNvPr>
              <p14:cNvContentPartPr/>
              <p14:nvPr/>
            </p14:nvContentPartPr>
            <p14:xfrm>
              <a:off x="2182657" y="6546941"/>
              <a:ext cx="3479760" cy="70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233DC69-4172-394C-28B6-E0FAD00FB1E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28657" y="6439301"/>
                <a:ext cx="3587400" cy="28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EDDA967-1F8D-21B8-95D6-7B1DA6E252EB}"/>
                  </a:ext>
                </a:extLst>
              </p14:cNvPr>
              <p14:cNvContentPartPr/>
              <p14:nvPr/>
            </p14:nvContentPartPr>
            <p14:xfrm>
              <a:off x="5141857" y="2752181"/>
              <a:ext cx="5271120" cy="179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EDDA967-1F8D-21B8-95D6-7B1DA6E252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88217" y="2644541"/>
                <a:ext cx="5378760" cy="39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244629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7793" y="1016317"/>
            <a:ext cx="10608633" cy="1077218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>
            <a:defPPr>
              <a:defRPr lang="en-US"/>
            </a:defPPr>
            <a:lvl1pPr algn="ctr">
              <a:defRPr sz="5400" b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defRPr>
            </a:lvl1pPr>
          </a:lstStyle>
          <a:p>
            <a:pPr algn="r" rtl="1"/>
            <a:r>
              <a:rPr lang="he-IL" sz="3200" b="0" dirty="0"/>
              <a:t>מקבלים "פעולה חובה" / כמה "פעולות חובה" 	(</a:t>
            </a:r>
            <a:r>
              <a:rPr lang="en-US" sz="3200" b="0" dirty="0">
                <a:solidFill>
                  <a:schemeClr val="bg1"/>
                </a:solidFill>
              </a:rPr>
              <a:t>implement method</a:t>
            </a:r>
            <a:r>
              <a:rPr lang="he-IL" sz="3200" b="0" dirty="0"/>
              <a:t>) שהן המתבצעות אוטומטי כתגובה לאירוע אותו "שומע" "מאזין"</a:t>
            </a:r>
          </a:p>
        </p:txBody>
      </p:sp>
      <p:sp>
        <p:nvSpPr>
          <p:cNvPr id="3" name="מלבן 2"/>
          <p:cNvSpPr/>
          <p:nvPr/>
        </p:nvSpPr>
        <p:spPr>
          <a:xfrm>
            <a:off x="5786846" y="56709"/>
            <a:ext cx="3070938" cy="76944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 rtl="1"/>
            <a:r>
              <a:rPr lang="he-IL" sz="4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"מאזינים"</a:t>
            </a:r>
            <a:endParaRPr lang="he-IL" sz="4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83C5C8-292B-93DE-EC30-C430C0781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7793" cy="10163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424A0B-B104-B8D1-BE00-BB970A7368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79" y="2704385"/>
            <a:ext cx="7098374" cy="255454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E42F5A2-6C61-D484-D6F8-0604822D0B56}"/>
                  </a:ext>
                </a:extLst>
              </p14:cNvPr>
              <p14:cNvContentPartPr/>
              <p14:nvPr/>
            </p14:nvContentPartPr>
            <p14:xfrm>
              <a:off x="1081413" y="3705241"/>
              <a:ext cx="1267560" cy="306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E42F5A2-6C61-D484-D6F8-0604822D0B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27773" y="3597601"/>
                <a:ext cx="1375200" cy="24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3BE1DBF-FD03-E532-A180-C6744DAD88CB}"/>
                  </a:ext>
                </a:extLst>
              </p14:cNvPr>
              <p14:cNvContentPartPr/>
              <p14:nvPr/>
            </p14:nvContentPartPr>
            <p14:xfrm>
              <a:off x="1218933" y="4059121"/>
              <a:ext cx="3686760" cy="104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3BE1DBF-FD03-E532-A180-C6744DAD88C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5293" y="3951481"/>
                <a:ext cx="3794400" cy="22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D9837BC4-B206-A893-63C0-CA88AA4A1FBA}"/>
                  </a:ext>
                </a:extLst>
              </p14:cNvPr>
              <p14:cNvContentPartPr/>
              <p14:nvPr/>
            </p14:nvContentPartPr>
            <p14:xfrm>
              <a:off x="879993" y="4736697"/>
              <a:ext cx="677880" cy="21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D9837BC4-B206-A893-63C0-CA88AA4A1FB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26353" y="4629057"/>
                <a:ext cx="78552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DD9251-8E33-4944-8D56-F642C5556578}"/>
                  </a:ext>
                </a:extLst>
              </p14:cNvPr>
              <p14:cNvContentPartPr/>
              <p14:nvPr/>
            </p14:nvContentPartPr>
            <p14:xfrm>
              <a:off x="1406493" y="4244161"/>
              <a:ext cx="3561480" cy="2696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DD9251-8E33-4944-8D56-F642C555657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388853" y="4226161"/>
                <a:ext cx="3597120" cy="305280"/>
              </a:xfrm>
              <a:prstGeom prst="rect">
                <a:avLst/>
              </a:prstGeom>
            </p:spPr>
          </p:pic>
        </mc:Fallback>
      </mc:AlternateContent>
      <p:sp>
        <p:nvSpPr>
          <p:cNvPr id="12" name="הסבר מלבני מעוגל 4">
            <a:extLst>
              <a:ext uri="{FF2B5EF4-FFF2-40B4-BE49-F238E27FC236}">
                <a16:creationId xmlns:a16="http://schemas.microsoft.com/office/drawing/2014/main" id="{5462829E-51C1-0879-6B6E-42C03908F79A}"/>
              </a:ext>
            </a:extLst>
          </p:cNvPr>
          <p:cNvSpPr/>
          <p:nvPr/>
        </p:nvSpPr>
        <p:spPr>
          <a:xfrm>
            <a:off x="6421011" y="4144081"/>
            <a:ext cx="5062512" cy="2277869"/>
          </a:xfrm>
          <a:prstGeom prst="wedgeRoundRectCallout">
            <a:avLst>
              <a:gd name="adj1" fmla="val -78359"/>
              <a:gd name="adj2" fmla="val -39904"/>
              <a:gd name="adj3" fmla="val 16667"/>
            </a:avLst>
          </a:prstGeom>
          <a:ln w="28575"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1" anchor="ctr"/>
          <a:lstStyle/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כאן כותבים מה צריך להתבצע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כאשר "מאזין" שמע את האירוע</a:t>
            </a:r>
          </a:p>
          <a:p>
            <a:pPr algn="ctr" rtl="1"/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Gveret Levin AlefAlefAlef" panose="00000500000000000000" pitchFamily="50" charset="-79"/>
                <a:cs typeface="Gveret Levin AlefAlefAlef" panose="00000500000000000000" pitchFamily="50" charset="-79"/>
              </a:rPr>
              <a:t>והפעיל את פעולת חובה שלו</a:t>
            </a:r>
          </a:p>
        </p:txBody>
      </p:sp>
    </p:spTree>
    <p:extLst>
      <p:ext uri="{BB962C8B-B14F-4D97-AF65-F5344CB8AC3E}">
        <p14:creationId xmlns:p14="http://schemas.microsoft.com/office/powerpoint/2010/main" val="165832381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daatech2019</Template>
  <TotalTime>594</TotalTime>
  <Words>242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Assistant</vt:lpstr>
      <vt:lpstr>Consolas</vt:lpstr>
      <vt:lpstr>Gveret Levin AlefAlefAlef</vt:lpstr>
      <vt:lpstr>Shmulik CLM</vt:lpstr>
      <vt:lpstr>Tw Cen MT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108</cp:revision>
  <dcterms:created xsi:type="dcterms:W3CDTF">2019-01-05T16:01:25Z</dcterms:created>
  <dcterms:modified xsi:type="dcterms:W3CDTF">2024-07-02T15:18:37Z</dcterms:modified>
</cp:coreProperties>
</file>