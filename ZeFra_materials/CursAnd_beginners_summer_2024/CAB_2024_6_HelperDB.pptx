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389" r:id="rId2"/>
    <p:sldId id="391" r:id="rId3"/>
    <p:sldId id="390" r:id="rId4"/>
    <p:sldId id="258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419" r:id="rId13"/>
    <p:sldId id="427" r:id="rId14"/>
    <p:sldId id="42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ז'/אב/תשפ"ד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635232" y="1481822"/>
            <a:ext cx="4921539" cy="286232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נתונים</a:t>
            </a:r>
          </a:p>
          <a:p>
            <a:pPr algn="ctr" rtl="1"/>
            <a:endParaRPr lang="he-IL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r>
              <a:rPr lang="he-IL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מחלקת עזר</a:t>
            </a:r>
            <a:endParaRPr lang="en-US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A06084-DC93-23DD-1D84-9176782D8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3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29033" y="903504"/>
            <a:ext cx="10205884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בבסיס הנתונים של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SQLite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ניתן לשמור נתונים מכמה סוגים: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מחרוזת</a:t>
            </a:r>
            <a:r>
              <a:rPr lang="ru-RU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TEXT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מספרים שלמים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INTEGER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מספרים עשרוניים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REAL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סדרות נתונים בינאריים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Binary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Large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Object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BLOB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-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לפי ניסיון שלי, נוח לשמור רב הנתונים כמחרוזות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ובתוך אקטיביטי לבצע המרות לפי הצורך.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6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29033" y="903504"/>
            <a:ext cx="10205884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נבנה ונעבוד עם בסיס נתונים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המתאים לאפליקציה "יומן התלמיד":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נתונים ישמרו בטבלה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Works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עם התכונות (שדות) הבאות: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wCode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wSubject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wTeacher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wDeliveryDate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wWeight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wTopicOfWork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9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78195" y="1149311"/>
            <a:ext cx="1020588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יוצרים מחלקה (לא אקטיביטי!)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בשם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HelperDB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D7AA8C-2233-D665-4F1E-49A0C2243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998" y="2542005"/>
            <a:ext cx="9688277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31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56940" y="741306"/>
            <a:ext cx="1020588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רושמים בכותרת המחלקה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"זכות לירושה" ממחלקה הקיימת</a:t>
            </a:r>
          </a:p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SQLiteOpenHelper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AAEF72-EA42-3F70-462E-7F1BFE3F9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994" y="2495632"/>
            <a:ext cx="6131776" cy="7958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033D745-5D9F-32BF-72BD-B271A182EBC8}"/>
              </a:ext>
            </a:extLst>
          </p:cNvPr>
          <p:cNvSpPr/>
          <p:nvPr/>
        </p:nvSpPr>
        <p:spPr>
          <a:xfrm>
            <a:off x="1111046" y="3243305"/>
            <a:ext cx="102058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בודקים מה חסר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42AF66-2F0A-21D5-00B2-44C5A27FB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324" y="3981497"/>
            <a:ext cx="6611273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9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78195" y="1149311"/>
            <a:ext cx="102058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מוסיפים פעולות חובה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F85CB4-295E-CD86-788D-29F38A716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267" y="1795642"/>
            <a:ext cx="6675698" cy="268247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0D65226-FC5E-2413-E545-65311C474C1B}"/>
              </a:ext>
            </a:extLst>
          </p:cNvPr>
          <p:cNvSpPr/>
          <p:nvPr/>
        </p:nvSpPr>
        <p:spPr>
          <a:xfrm>
            <a:off x="1170039" y="4416028"/>
            <a:ext cx="102058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בודקים מה שוב(!) חסר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52EBFE-3077-04D8-31D7-7117461EA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713" y="5276156"/>
            <a:ext cx="6344535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368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78195" y="1149311"/>
            <a:ext cx="102058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מוסיפים פעולה בונה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C3DED2-3CE2-6EFC-DD32-8BE3C9953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451" y="2054030"/>
            <a:ext cx="7011008" cy="11964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0A74852-2556-30C1-6ED0-8CB63CEC53B1}"/>
              </a:ext>
            </a:extLst>
          </p:cNvPr>
          <p:cNvSpPr/>
          <p:nvPr/>
        </p:nvSpPr>
        <p:spPr>
          <a:xfrm>
            <a:off x="1189704" y="3429000"/>
            <a:ext cx="102058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משארים בכותרת של רק(!) פרמטר הראשון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37C1A2-74CF-F38D-B83F-F4F4A71B5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3554" y="4253857"/>
            <a:ext cx="4967112" cy="115388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4ED9883-B9D8-630A-BB06-208C2AA09061}"/>
              </a:ext>
            </a:extLst>
          </p:cNvPr>
          <p:cNvSpPr/>
          <p:nvPr/>
        </p:nvSpPr>
        <p:spPr>
          <a:xfrm>
            <a:off x="1402323" y="5586268"/>
            <a:ext cx="102058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בלי פאניקה – תיקונים יבואו!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54793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78195" y="2083376"/>
            <a:ext cx="10205884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רושמים הגדרות (קבועים סטטיים):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שם הקובץ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שם הטבלה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שמות השדות בטבלה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52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78195" y="1149311"/>
            <a:ext cx="102058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רושמים הגדרות (קבועים סטטיים):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A653D3-968D-7FC1-0F8A-6713820D2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6791" y="2883038"/>
            <a:ext cx="6691266" cy="325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5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78195" y="1149311"/>
            <a:ext cx="102058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משנים פעולה בונה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D14C64-57C1-074C-4FB6-AF7D09274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236" y="3130651"/>
            <a:ext cx="7068353" cy="127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92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78195" y="1149311"/>
            <a:ext cx="1020588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רושמים מחרוזת שצורתה זהה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לפקודת יצירה / גישה לטבלה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6F2CFD-CE38-47AA-F3F6-A9B237BF7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534" y="2904066"/>
            <a:ext cx="7470942" cy="291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15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989006" y="840629"/>
            <a:ext cx="693174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כדי לבדוק שטבלה נוצרת כמו שצריך, אפשר ישר באקטיביטי הפתיחה לבצע בניית טבלה / גישה לטבלה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26F2E1-4AF2-E279-FE54-34E334328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006" y="3809012"/>
            <a:ext cx="3027449" cy="1360351"/>
          </a:xfrm>
          <a:prstGeom prst="rect">
            <a:avLst/>
          </a:prstGeom>
        </p:spPr>
      </p:pic>
      <p:sp>
        <p:nvSpPr>
          <p:cNvPr id="10" name="הסבר קווי 1 10">
            <a:extLst>
              <a:ext uri="{FF2B5EF4-FFF2-40B4-BE49-F238E27FC236}">
                <a16:creationId xmlns:a16="http://schemas.microsoft.com/office/drawing/2014/main" id="{FEAE27E0-77C3-7C47-A185-E73B2DF5517F}"/>
              </a:ext>
            </a:extLst>
          </p:cNvPr>
          <p:cNvSpPr/>
          <p:nvPr/>
        </p:nvSpPr>
        <p:spPr>
          <a:xfrm flipH="1">
            <a:off x="6910352" y="3093183"/>
            <a:ext cx="2929014" cy="1095359"/>
          </a:xfrm>
          <a:prstGeom prst="borderCallout1">
            <a:avLst>
              <a:gd name="adj1" fmla="val 46533"/>
              <a:gd name="adj2" fmla="val 99480"/>
              <a:gd name="adj3" fmla="val 91933"/>
              <a:gd name="adj4" fmla="val 171359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עצם מסוג מחלקת עזר</a:t>
            </a:r>
          </a:p>
          <a:p>
            <a:pPr algn="ctr" rtl="1"/>
            <a:r>
              <a:rPr lang="he-IL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לגישה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לפעולות על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he-IL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הסבר קווי 1 10">
            <a:extLst>
              <a:ext uri="{FF2B5EF4-FFF2-40B4-BE49-F238E27FC236}">
                <a16:creationId xmlns:a16="http://schemas.microsoft.com/office/drawing/2014/main" id="{2FA0E34D-CC51-E577-02CA-1FB62E4641A0}"/>
              </a:ext>
            </a:extLst>
          </p:cNvPr>
          <p:cNvSpPr/>
          <p:nvPr/>
        </p:nvSpPr>
        <p:spPr>
          <a:xfrm flipH="1">
            <a:off x="7357720" y="4848241"/>
            <a:ext cx="2929014" cy="1095359"/>
          </a:xfrm>
          <a:prstGeom prst="borderCallout1">
            <a:avLst>
              <a:gd name="adj1" fmla="val 46533"/>
              <a:gd name="adj2" fmla="val 99480"/>
              <a:gd name="adj3" fmla="val 7556"/>
              <a:gd name="adj4" fmla="val 184115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עצם מסוג מחלקת עזר</a:t>
            </a:r>
          </a:p>
          <a:p>
            <a:pPr algn="ctr" rtl="1"/>
            <a:r>
              <a:rPr lang="he-IL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לביצוע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פעולות עם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he-IL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C9AB2C20-8275-CB08-C0F4-892AD78CBE65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7EEDBE-9E61-246E-D2BA-E43B8EDB7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644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3175819" y="1123168"/>
            <a:ext cx="693174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אלה שלוש פקודות ושתי משתנים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בהם נזדקק בכל פעם שנרצה לעבוד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עם בסיס נתונים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26F2E1-4AF2-E279-FE54-34E334328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96" y="1996379"/>
            <a:ext cx="2664251" cy="11971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FEDA7F-E11F-CEAE-1021-F3D405993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718" y="3879588"/>
            <a:ext cx="5687642" cy="1616643"/>
          </a:xfrm>
          <a:prstGeom prst="rect">
            <a:avLst/>
          </a:prstGeom>
        </p:spPr>
      </p:pic>
      <p:sp>
        <p:nvSpPr>
          <p:cNvPr id="10" name="הסבר קווי 1 10">
            <a:extLst>
              <a:ext uri="{FF2B5EF4-FFF2-40B4-BE49-F238E27FC236}">
                <a16:creationId xmlns:a16="http://schemas.microsoft.com/office/drawing/2014/main" id="{FEAE27E0-77C3-7C47-A185-E73B2DF5517F}"/>
              </a:ext>
            </a:extLst>
          </p:cNvPr>
          <p:cNvSpPr/>
          <p:nvPr/>
        </p:nvSpPr>
        <p:spPr>
          <a:xfrm flipH="1">
            <a:off x="463113" y="3625913"/>
            <a:ext cx="2929014" cy="1095359"/>
          </a:xfrm>
          <a:prstGeom prst="borderCallout1">
            <a:avLst>
              <a:gd name="adj1" fmla="val 48328"/>
              <a:gd name="adj2" fmla="val 453"/>
              <a:gd name="adj3" fmla="val 56925"/>
              <a:gd name="adj4" fmla="val -50529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יצירת עצם</a:t>
            </a:r>
          </a:p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מסוג מחלקת עזר</a:t>
            </a:r>
          </a:p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לעבודה עם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he-IL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הסבר קווי 1 10">
            <a:extLst>
              <a:ext uri="{FF2B5EF4-FFF2-40B4-BE49-F238E27FC236}">
                <a16:creationId xmlns:a16="http://schemas.microsoft.com/office/drawing/2014/main" id="{2B9F5CDF-F754-F6E5-6F60-6C12D2063BEA}"/>
              </a:ext>
            </a:extLst>
          </p:cNvPr>
          <p:cNvSpPr/>
          <p:nvPr/>
        </p:nvSpPr>
        <p:spPr>
          <a:xfrm flipH="1">
            <a:off x="368896" y="5469691"/>
            <a:ext cx="2929014" cy="1095359"/>
          </a:xfrm>
          <a:prstGeom prst="borderCallout1">
            <a:avLst>
              <a:gd name="adj1" fmla="val 48328"/>
              <a:gd name="adj2" fmla="val 453"/>
              <a:gd name="adj3" fmla="val -59767"/>
              <a:gd name="adj4" fmla="val -53214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פתיחה גישה ("ערוץ")</a:t>
            </a:r>
          </a:p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לקובץ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he-IL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הסבר קווי 1 10">
            <a:extLst>
              <a:ext uri="{FF2B5EF4-FFF2-40B4-BE49-F238E27FC236}">
                <a16:creationId xmlns:a16="http://schemas.microsoft.com/office/drawing/2014/main" id="{5C12AB65-386D-16FB-9662-DDCCCE383405}"/>
              </a:ext>
            </a:extLst>
          </p:cNvPr>
          <p:cNvSpPr/>
          <p:nvPr/>
        </p:nvSpPr>
        <p:spPr>
          <a:xfrm flipH="1">
            <a:off x="7506346" y="5469690"/>
            <a:ext cx="2929014" cy="1095359"/>
          </a:xfrm>
          <a:prstGeom prst="borderCallout1">
            <a:avLst>
              <a:gd name="adj1" fmla="val 47430"/>
              <a:gd name="adj2" fmla="val 99816"/>
              <a:gd name="adj3" fmla="val -8602"/>
              <a:gd name="adj4" fmla="val 147189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סגירת "ערוץ"</a:t>
            </a:r>
          </a:p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לקובץ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he-IL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מלבן 4">
            <a:extLst>
              <a:ext uri="{FF2B5EF4-FFF2-40B4-BE49-F238E27FC236}">
                <a16:creationId xmlns:a16="http://schemas.microsoft.com/office/drawing/2014/main" id="{603D9790-10AE-2219-74C4-577B7A6C0BAD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A33AE0-3CC0-45E6-F7EA-7E45F43E37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6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799303" y="1123168"/>
            <a:ext cx="9055510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אחרי הפעלה: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נוצרת תיקיה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databases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בתיקיית האפליקציה הנמצאת בתוך תיקיית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data/data/…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נוצר קובץ עם שם שקבענו, בו נוצרת טבלה עם שם ושדות שקבענו</a:t>
            </a:r>
          </a:p>
        </p:txBody>
      </p:sp>
      <p:sp>
        <p:nvSpPr>
          <p:cNvPr id="11" name="מלבן 4">
            <a:extLst>
              <a:ext uri="{FF2B5EF4-FFF2-40B4-BE49-F238E27FC236}">
                <a16:creationId xmlns:a16="http://schemas.microsoft.com/office/drawing/2014/main" id="{603D9790-10AE-2219-74C4-577B7A6C0BAD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HelperDB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A33AE0-3CC0-45E6-F7EA-7E45F43E3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2BE13D-5F20-51F1-98E5-D2EA103FA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40" y="3552219"/>
            <a:ext cx="2874964" cy="23631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F05FB9-114A-A6DE-E0DA-8159CB9B6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010" y="4517475"/>
            <a:ext cx="7117664" cy="191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546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951</TotalTime>
  <Words>268</Words>
  <Application>Microsoft Office PowerPoint</Application>
  <PresentationFormat>Widescreen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Assistant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153</cp:revision>
  <dcterms:created xsi:type="dcterms:W3CDTF">2019-01-05T16:01:25Z</dcterms:created>
  <dcterms:modified xsi:type="dcterms:W3CDTF">2024-08-11T16:10:33Z</dcterms:modified>
</cp:coreProperties>
</file>