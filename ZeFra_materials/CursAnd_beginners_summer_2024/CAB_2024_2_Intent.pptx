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57" r:id="rId3"/>
    <p:sldId id="358" r:id="rId4"/>
    <p:sldId id="359" r:id="rId5"/>
    <p:sldId id="360" r:id="rId6"/>
    <p:sldId id="361" r:id="rId7"/>
    <p:sldId id="294" r:id="rId8"/>
    <p:sldId id="296" r:id="rId9"/>
    <p:sldId id="29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No alternative text description for this image">
            <a:extLst>
              <a:ext uri="{FF2B5EF4-FFF2-40B4-BE49-F238E27FC236}">
                <a16:creationId xmlns:a16="http://schemas.microsoft.com/office/drawing/2014/main" id="{C29E0467-F341-77E0-9CA8-4BA07C911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913" y="2349910"/>
            <a:ext cx="3171608" cy="42106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מלבן 1"/>
          <p:cNvSpPr/>
          <p:nvPr/>
        </p:nvSpPr>
        <p:spPr>
          <a:xfrm>
            <a:off x="2131694" y="0"/>
            <a:ext cx="8462573" cy="31393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מעברים</a:t>
            </a:r>
          </a:p>
          <a:p>
            <a:pPr algn="ctr" rtl="1"/>
            <a:r>
              <a:rPr lang="he-IL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בין אקטיביטי </a:t>
            </a:r>
            <a:r>
              <a:rPr lang="he-IL" sz="66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לאקטיביטי</a:t>
            </a:r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באפליקציה</a:t>
            </a:r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A6995-93F8-B5D8-1FF4-3C2EB4B49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9BC38-E1AB-BC94-ADF8-7638FC6A04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4601637" y="1965181"/>
            <a:ext cx="7236276" cy="415498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מערכת רכבות ותחנות = אפליקציה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תחנות = אקטיביטי שונים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פסי רכבת = "מאיפה ולאן"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רכבות = מה זה?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נוסעים = מה זה?</a:t>
            </a:r>
          </a:p>
        </p:txBody>
      </p:sp>
      <p:sp>
        <p:nvSpPr>
          <p:cNvPr id="10" name="מלבן 9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"מעברים"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2" name="Picture 4" descr="No alternative text description for this image">
            <a:extLst>
              <a:ext uri="{FF2B5EF4-FFF2-40B4-BE49-F238E27FC236}">
                <a16:creationId xmlns:a16="http://schemas.microsoft.com/office/drawing/2014/main" id="{67FFEDCF-3FF0-0A9F-551F-6ADE4F09C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87" y="1130710"/>
            <a:ext cx="4118402" cy="546757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36BD2D-AE4F-D642-02A6-23656A6EC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AECEB8-C5BF-0711-7A7F-C862B79A2C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9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406528" y="1129439"/>
            <a:ext cx="73789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דוגמאות לשמות  של "מאזין"</a:t>
            </a:r>
          </a:p>
        </p:txBody>
      </p:sp>
      <p:sp>
        <p:nvSpPr>
          <p:cNvPr id="10" name="מלבן 9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"מעברים"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4" name="הסבר מלבני מעוגל 4">
            <a:extLst>
              <a:ext uri="{FF2B5EF4-FFF2-40B4-BE49-F238E27FC236}">
                <a16:creationId xmlns:a16="http://schemas.microsoft.com/office/drawing/2014/main" id="{F9357A90-AACA-547B-4317-B71B69ED884B}"/>
              </a:ext>
            </a:extLst>
          </p:cNvPr>
          <p:cNvSpPr/>
          <p:nvPr/>
        </p:nvSpPr>
        <p:spPr>
          <a:xfrm>
            <a:off x="737793" y="1670461"/>
            <a:ext cx="3132321" cy="1925560"/>
          </a:xfrm>
          <a:prstGeom prst="wedgeRoundRectCallout">
            <a:avLst>
              <a:gd name="adj1" fmla="val 103430"/>
              <a:gd name="adj2" fmla="val 11751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שמות   ה"מאזינים"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(יש מאות...)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387BD2-9ABE-F049-8DD9-74CD0B53B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07406C-F969-10B0-7D54-E9A109520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5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981465" y="1129439"/>
            <a:ext cx="10229082" cy="55092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קיימת מחלקה בשפת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שהיא מאפשרת לבצע מעברים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גם בין אקטיביטי בתוך האפליקציה,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גם בין אפליקציות שונות שמכשיר.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עצמי המחלקה הזאת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יכולות גם להעביר נתונים בין אקטיביטי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וגם בין אפליקציות</a:t>
            </a:r>
          </a:p>
        </p:txBody>
      </p:sp>
      <p:sp>
        <p:nvSpPr>
          <p:cNvPr id="10" name="מלבן 9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"מעברים"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B14B89-FE55-FDD9-69E3-EC16D9DD0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20D374-6300-8C1F-22C4-F135DA17B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38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578063" y="1129439"/>
            <a:ext cx="7035900" cy="34778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מדויק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explicit intent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מציינים 2 פרמטרים: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מאיזה אקטיביטי לצאת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לאיזו אקטיביטי לעבור</a:t>
            </a:r>
          </a:p>
        </p:txBody>
      </p:sp>
      <p:sp>
        <p:nvSpPr>
          <p:cNvPr id="10" name="מלבן 9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"מעברים"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24EB0C-CD8E-D11E-61E3-BFB16B46D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4F271A-C5DC-1577-C266-042E2C08E0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54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5121228" y="1129439"/>
            <a:ext cx="194957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דוגמאות</a:t>
            </a:r>
          </a:p>
        </p:txBody>
      </p:sp>
      <p:sp>
        <p:nvSpPr>
          <p:cNvPr id="10" name="מלבן 9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"מעברים"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660383-652F-E1FD-AD2C-EFCF00841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129" y="2040064"/>
            <a:ext cx="7722908" cy="416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600FFA-8E50-C952-A764-BC62465AA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304" y="6160267"/>
            <a:ext cx="6738725" cy="3820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E9DBC3-7D0E-6EDE-D6FE-F6FB2CBEB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631" y="3745367"/>
            <a:ext cx="10131265" cy="4747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2B9467-0611-B02E-5888-12FB18443C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5304" y="5525936"/>
            <a:ext cx="2848329" cy="405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83C181-B760-8935-5983-C8405057B1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B66421-1B2D-2C24-5BA9-FA449A7E86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07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3016396" y="878483"/>
            <a:ext cx="697556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מומלץ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לצור אקטיביטי "היעד" </a:t>
            </a:r>
            <a:r>
              <a:rPr lang="he-IL" sz="44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לפני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כתיבת פקודות המעבר!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75" y="4855982"/>
            <a:ext cx="10250398" cy="721859"/>
          </a:xfrm>
          <a:prstGeom prst="rect">
            <a:avLst/>
          </a:prstGeom>
        </p:spPr>
      </p:pic>
      <p:sp>
        <p:nvSpPr>
          <p:cNvPr id="6" name="הסבר מלבני מעוגל 5"/>
          <p:cNvSpPr/>
          <p:nvPr/>
        </p:nvSpPr>
        <p:spPr>
          <a:xfrm>
            <a:off x="1115544" y="3230399"/>
            <a:ext cx="3286639" cy="734458"/>
          </a:xfrm>
          <a:prstGeom prst="wedgeRoundRectCallout">
            <a:avLst>
              <a:gd name="adj1" fmla="val 7795"/>
              <a:gd name="adj2" fmla="val 18796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uttman Yad-Brush" panose="02010401010101010101" pitchFamily="2" charset="-79"/>
                <a:cs typeface="Guttman Yad-Brush" panose="02010401010101010101" pitchFamily="2" charset="-79"/>
              </a:rPr>
              <a:t>הרכיב לביצוע מעבר</a:t>
            </a:r>
          </a:p>
        </p:txBody>
      </p:sp>
      <p:sp>
        <p:nvSpPr>
          <p:cNvPr id="8" name="הסבר מלבני מעוגל 7"/>
          <p:cNvSpPr/>
          <p:nvPr/>
        </p:nvSpPr>
        <p:spPr>
          <a:xfrm>
            <a:off x="5400161" y="2809932"/>
            <a:ext cx="4148788" cy="840934"/>
          </a:xfrm>
          <a:prstGeom prst="wedgeRoundRectCallout">
            <a:avLst>
              <a:gd name="adj1" fmla="val 20389"/>
              <a:gd name="adj2" fmla="val 206606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uttman Yad-Brush" panose="02010401010101010101" pitchFamily="2" charset="-79"/>
                <a:cs typeface="Guttman Yad-Brush" panose="02010401010101010101" pitchFamily="2" charset="-79"/>
              </a:rPr>
              <a:t>אקטיביטי "מקור" (מאיפה)</a:t>
            </a:r>
          </a:p>
        </p:txBody>
      </p:sp>
      <p:sp>
        <p:nvSpPr>
          <p:cNvPr id="9" name="הסבר מלבני מעוגל 8"/>
          <p:cNvSpPr/>
          <p:nvPr/>
        </p:nvSpPr>
        <p:spPr>
          <a:xfrm>
            <a:off x="7432766" y="5942023"/>
            <a:ext cx="3383280" cy="840934"/>
          </a:xfrm>
          <a:prstGeom prst="wedgeRoundRectCallout">
            <a:avLst>
              <a:gd name="adj1" fmla="val 13867"/>
              <a:gd name="adj2" fmla="val -11960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uttman Yad-Brush" panose="02010401010101010101" pitchFamily="2" charset="-79"/>
                <a:cs typeface="Guttman Yad-Brush" panose="02010401010101010101" pitchFamily="2" charset="-79"/>
              </a:rPr>
              <a:t>אקטיביטי "יעד" (לאן)</a:t>
            </a:r>
          </a:p>
        </p:txBody>
      </p:sp>
      <p:sp>
        <p:nvSpPr>
          <p:cNvPr id="3" name="מלבן 9">
            <a:extLst>
              <a:ext uri="{FF2B5EF4-FFF2-40B4-BE49-F238E27FC236}">
                <a16:creationId xmlns:a16="http://schemas.microsoft.com/office/drawing/2014/main" id="{5973648D-1971-BF90-9351-22E6659DDB0B}"/>
              </a:ext>
            </a:extLst>
          </p:cNvPr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"מעברים"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A99679-9184-F573-F315-160563C8C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DA4C3C-1E0F-01B1-22EF-E32B16560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98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299" y="4810805"/>
            <a:ext cx="4133299" cy="910727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1502229" y="1256101"/>
            <a:ext cx="697556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בפועל מעבר מתבצע רק אחרי</a:t>
            </a:r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שימוש בפקודה </a:t>
            </a:r>
            <a:r>
              <a:rPr lang="en-US" sz="4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startActivity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6" name="הסבר מלבני מעוגל 5"/>
          <p:cNvSpPr/>
          <p:nvPr/>
        </p:nvSpPr>
        <p:spPr>
          <a:xfrm>
            <a:off x="2366978" y="3120878"/>
            <a:ext cx="3286639" cy="734458"/>
          </a:xfrm>
          <a:prstGeom prst="wedgeRoundRectCallout">
            <a:avLst>
              <a:gd name="adj1" fmla="val 23296"/>
              <a:gd name="adj2" fmla="val 218201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uttman Yad-Brush" panose="02010401010101010101" pitchFamily="2" charset="-79"/>
                <a:cs typeface="Guttman Yad-Brush" panose="02010401010101010101" pitchFamily="2" charset="-79"/>
              </a:rPr>
              <a:t>פקודה לביצוע מעבר</a:t>
            </a:r>
          </a:p>
        </p:txBody>
      </p:sp>
      <p:sp>
        <p:nvSpPr>
          <p:cNvPr id="10" name="הסבר מלבני מעוגל 9"/>
          <p:cNvSpPr/>
          <p:nvPr/>
        </p:nvSpPr>
        <p:spPr>
          <a:xfrm>
            <a:off x="7570598" y="2834640"/>
            <a:ext cx="4225162" cy="1517085"/>
          </a:xfrm>
          <a:prstGeom prst="wedgeRoundRectCallout">
            <a:avLst>
              <a:gd name="adj1" fmla="val -62392"/>
              <a:gd name="adj2" fmla="val 10884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uttman Yad-Brush" panose="02010401010101010101" pitchFamily="2" charset="-79"/>
                <a:cs typeface="Guttman Yad-Brush" panose="02010401010101010101" pitchFamily="2" charset="-79"/>
              </a:rPr>
              <a:t>משתנה אשר מכיל מידע לאיזו אקטיביטי לבצע מעבר</a:t>
            </a:r>
          </a:p>
        </p:txBody>
      </p:sp>
      <p:sp>
        <p:nvSpPr>
          <p:cNvPr id="2" name="מלבן 9">
            <a:extLst>
              <a:ext uri="{FF2B5EF4-FFF2-40B4-BE49-F238E27FC236}">
                <a16:creationId xmlns:a16="http://schemas.microsoft.com/office/drawing/2014/main" id="{CB678B02-8C95-9697-0D6A-0ECE92956F6F}"/>
              </a:ext>
            </a:extLst>
          </p:cNvPr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"מעברים"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8E8D9B-8BAE-8A09-D5A8-E36387F90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063A1A-55A3-2E8B-C66E-DB73D0BF5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65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2251587" y="1925258"/>
            <a:ext cx="732612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מכינים מעבר – ואז מבצעים אותו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9">
            <a:extLst>
              <a:ext uri="{FF2B5EF4-FFF2-40B4-BE49-F238E27FC236}">
                <a16:creationId xmlns:a16="http://schemas.microsoft.com/office/drawing/2014/main" id="{9351E389-31A6-92D1-80A3-FB01867457D8}"/>
              </a:ext>
            </a:extLst>
          </p:cNvPr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"מעברים"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025A91-D1ED-425B-9EB1-9EDD93004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82" y="3882244"/>
            <a:ext cx="9372199" cy="7694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BED4DD-5E9A-10E0-783A-D8FD40289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603C9C-78B5-D7F5-E3E3-B2ACB1270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195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637</TotalTime>
  <Words>175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Assistant</vt:lpstr>
      <vt:lpstr>Consolas</vt:lpstr>
      <vt:lpstr>Guttman Yad-Brush</vt:lpstr>
      <vt:lpstr>Gveret Levin AlefAlefAlef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111</cp:revision>
  <dcterms:created xsi:type="dcterms:W3CDTF">2019-01-05T16:01:25Z</dcterms:created>
  <dcterms:modified xsi:type="dcterms:W3CDTF">2024-07-02T16:01:02Z</dcterms:modified>
</cp:coreProperties>
</file>