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05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026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6875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019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90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974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098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089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622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112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3536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4787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429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8093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6326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429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0145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374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9659B-9FC1-4570-BB36-F7ABBF03F5E3}" type="datetimeFigureOut">
              <a:rPr lang="he-IL" smtClean="0"/>
              <a:t>י"ד/תשרי/תשפ"ד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29E7-DAE2-4B3D-973B-DEEFCD01505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74185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Mapping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9448800" cy="1384299"/>
          </a:xfrm>
        </p:spPr>
        <p:txBody>
          <a:bodyPr>
            <a:normAutofit fontScale="92500" lnSpcReduction="20000"/>
          </a:bodyPr>
          <a:lstStyle/>
          <a:p>
            <a:pPr algn="l"/>
            <a:endParaRPr lang="he-IL" dirty="0" smtClean="0"/>
          </a:p>
          <a:p>
            <a:pPr algn="l"/>
            <a:endParaRPr lang="he-IL" dirty="0"/>
          </a:p>
          <a:p>
            <a:pPr algn="l"/>
            <a:endParaRPr lang="he-IL" dirty="0" smtClean="0"/>
          </a:p>
          <a:p>
            <a:pPr algn="l"/>
            <a:r>
              <a:rPr lang="he-IL" dirty="0" err="1" smtClean="0"/>
              <a:t>סמאח</a:t>
            </a:r>
            <a:r>
              <a:rPr lang="he-IL" dirty="0" smtClean="0"/>
              <a:t> </a:t>
            </a:r>
            <a:r>
              <a:rPr lang="he-IL" dirty="0" err="1" smtClean="0"/>
              <a:t>נסאר</a:t>
            </a:r>
            <a:r>
              <a:rPr lang="he-IL" dirty="0" smtClean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14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מה יש במצגת	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4000" dirty="0" smtClean="0"/>
              <a:t>המצגת הזו מתבססת על בניית בסיס נתונים של אנשים כולל הכתובות שלהם.</a:t>
            </a:r>
          </a:p>
          <a:p>
            <a:r>
              <a:rPr lang="he-IL" sz="4000" dirty="0" smtClean="0"/>
              <a:t>דרך הכתובות אנחנו יכולים לפתוח את המפה ולראות את המיקום של האנשים שנמצאים בבסיס </a:t>
            </a:r>
            <a:r>
              <a:rPr lang="he-IL" sz="4000" dirty="0" err="1" smtClean="0"/>
              <a:t>הניתונים</a:t>
            </a:r>
            <a:r>
              <a:rPr lang="he-IL" sz="4000" dirty="0" smtClean="0"/>
              <a:t>.</a:t>
            </a:r>
            <a:endParaRPr lang="he-IL" sz="4000" dirty="0"/>
          </a:p>
        </p:txBody>
      </p:sp>
    </p:spTree>
    <p:extLst>
      <p:ext uri="{BB962C8B-B14F-4D97-AF65-F5344CB8AC3E}">
        <p14:creationId xmlns:p14="http://schemas.microsoft.com/office/powerpoint/2010/main" val="180716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אופן הבניה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1851660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3200" dirty="0" smtClean="0"/>
              <a:t>בהתחלה כדי להקל את העבודה נבנה עצם של איש מסוים שיכיל את התכונות הבאות: </a:t>
            </a:r>
          </a:p>
          <a:p>
            <a:pPr marL="0" indent="0">
              <a:buNone/>
            </a:pPr>
            <a:r>
              <a:rPr lang="he-IL" sz="3200" dirty="0" smtClean="0"/>
              <a:t>כמובן שצריכים גם את :</a:t>
            </a:r>
          </a:p>
          <a:p>
            <a:pPr marL="514350" indent="-514350">
              <a:buAutoNum type="arabicPeriod"/>
            </a:pPr>
            <a:r>
              <a:rPr lang="en-US" sz="3200" dirty="0" smtClean="0"/>
              <a:t>CUNSTRUCTOR</a:t>
            </a:r>
          </a:p>
          <a:p>
            <a:pPr marL="514350" indent="-514350">
              <a:buAutoNum type="arabicPeriod"/>
            </a:pPr>
            <a:r>
              <a:rPr lang="en-US" sz="3200" dirty="0" smtClean="0"/>
              <a:t> GETTER </a:t>
            </a:r>
            <a:r>
              <a:rPr lang="he-IL" sz="3200" dirty="0" smtClean="0"/>
              <a:t>&amp;</a:t>
            </a:r>
            <a:r>
              <a:rPr lang="en-US" sz="3200" dirty="0" smtClean="0"/>
              <a:t> SETTERS </a:t>
            </a:r>
            <a:endParaRPr lang="he-IL" sz="32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91" y="2398712"/>
            <a:ext cx="3340418" cy="410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12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בניית בסיס הנתונים </a:t>
            </a:r>
            <a:r>
              <a:rPr lang="en-US" dirty="0" err="1" smtClean="0"/>
              <a:t>HelperDB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 נגדיר את התכונות הבאות: </a:t>
            </a:r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9631"/>
            <a:ext cx="5608320" cy="452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1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463800" y="599273"/>
            <a:ext cx="8610600" cy="1293028"/>
          </a:xfrm>
        </p:spPr>
        <p:txBody>
          <a:bodyPr/>
          <a:lstStyle/>
          <a:p>
            <a:r>
              <a:rPr lang="he-IL" dirty="0" smtClean="0"/>
              <a:t>בעזרת </a:t>
            </a:r>
            <a:r>
              <a:rPr lang="en-US" dirty="0" smtClean="0"/>
              <a:t>SQL</a:t>
            </a:r>
            <a:r>
              <a:rPr lang="he-IL" dirty="0" smtClean="0"/>
              <a:t> בנית </a:t>
            </a:r>
            <a:r>
              <a:rPr lang="he-IL" dirty="0" err="1" smtClean="0"/>
              <a:t>הפונק</a:t>
            </a:r>
            <a:r>
              <a:rPr lang="he-IL" dirty="0" smtClean="0"/>
              <a:t>' </a:t>
            </a:r>
            <a:r>
              <a:rPr lang="en-US" dirty="0" err="1" smtClean="0"/>
              <a:t>onCreate</a:t>
            </a:r>
            <a:r>
              <a:rPr lang="en-US" dirty="0" smtClean="0"/>
              <a:t>	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727" y="1665288"/>
            <a:ext cx="9636673" cy="453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20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ביצוע הכתיבה לתוך ה </a:t>
            </a:r>
            <a:r>
              <a:rPr lang="en-US" dirty="0" smtClean="0"/>
              <a:t>DB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5790" y="2057401"/>
            <a:ext cx="7482510" cy="397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37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סיימנו את המחלקה </a:t>
            </a:r>
            <a:r>
              <a:rPr lang="en-US" dirty="0" err="1" smtClean="0"/>
              <a:t>HelperDB</a:t>
            </a:r>
            <a:endParaRPr lang="he-IL" dirty="0"/>
          </a:p>
        </p:txBody>
      </p:sp>
      <p:sp>
        <p:nvSpPr>
          <p:cNvPr id="4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4000" dirty="0" smtClean="0"/>
              <a:t>חשוב להזכיר שהתחלקה יורשת מ - </a:t>
            </a:r>
            <a:r>
              <a:rPr lang="en-US" sz="4000" dirty="0" err="1" smtClean="0"/>
              <a:t>SQLiteOpenHelper</a:t>
            </a:r>
            <a:endParaRPr lang="he-IL" sz="4000" dirty="0" smtClean="0"/>
          </a:p>
          <a:p>
            <a:endParaRPr lang="he-IL" dirty="0"/>
          </a:p>
          <a:p>
            <a:endParaRPr lang="he-IL" dirty="0"/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3" y="3695093"/>
            <a:ext cx="10990897" cy="82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6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איזה רכיבים נצטרך לדעתכם ממה שנראה ?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2268360"/>
            <a:ext cx="4876800" cy="399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37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שימוש ב </a:t>
            </a:r>
            <a:r>
              <a:rPr lang="en-US" dirty="0" smtClean="0"/>
              <a:t>HINT 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8630" y="2379186"/>
            <a:ext cx="3182926" cy="1232694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70" y="2379185"/>
            <a:ext cx="4941570" cy="409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47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שימוש ב </a:t>
            </a:r>
            <a:r>
              <a:rPr lang="en-US" dirty="0" err="1" smtClean="0"/>
              <a:t>GridLayout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02" y="1804988"/>
            <a:ext cx="6883472" cy="2690812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74" y="3491390"/>
            <a:ext cx="5155626" cy="274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98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794000" y="281773"/>
            <a:ext cx="8610600" cy="1293028"/>
          </a:xfrm>
        </p:spPr>
        <p:txBody>
          <a:bodyPr/>
          <a:lstStyle/>
          <a:p>
            <a:r>
              <a:rPr lang="he-IL" dirty="0" smtClean="0"/>
              <a:t>שמירת הנתונים ב </a:t>
            </a:r>
            <a:r>
              <a:rPr lang="en-US" dirty="0" smtClean="0"/>
              <a:t>DB</a:t>
            </a:r>
            <a:r>
              <a:rPr lang="he-IL" dirty="0" smtClean="0"/>
              <a:t> באמצעות הלחצן </a:t>
            </a:r>
            <a:r>
              <a:rPr lang="en-US" dirty="0" err="1" smtClean="0"/>
              <a:t>bsave</a:t>
            </a:r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500" y="1307473"/>
            <a:ext cx="8842873" cy="555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05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הצגת המיקום במפה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85800" y="1902460"/>
            <a:ext cx="10820400" cy="4024125"/>
          </a:xfrm>
        </p:spPr>
        <p:txBody>
          <a:bodyPr/>
          <a:lstStyle/>
          <a:p>
            <a:r>
              <a:rPr lang="he-IL" sz="3600" dirty="0" smtClean="0"/>
              <a:t>באמצעות הלחצן שנקרא </a:t>
            </a:r>
            <a:r>
              <a:rPr lang="en-US" sz="3600" dirty="0" err="1" smtClean="0"/>
              <a:t>bmap</a:t>
            </a:r>
            <a:endParaRPr lang="en-US" sz="3600" dirty="0" smtClean="0"/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69843"/>
            <a:ext cx="9829800" cy="390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56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דגשים לגבי הקוד: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787400" y="1968502"/>
            <a:ext cx="10820400" cy="4024125"/>
          </a:xfrm>
        </p:spPr>
        <p:txBody>
          <a:bodyPr>
            <a:normAutofit/>
          </a:bodyPr>
          <a:lstStyle/>
          <a:p>
            <a:r>
              <a:rPr lang="he-IL" sz="3200" dirty="0" smtClean="0"/>
              <a:t>1. זה אומר עד כמה להתקרב או לעשות </a:t>
            </a:r>
            <a:r>
              <a:rPr lang="en-US" sz="3200" dirty="0" smtClean="0"/>
              <a:t>ZOOM IN</a:t>
            </a:r>
            <a:r>
              <a:rPr lang="he-IL" sz="3200" dirty="0" smtClean="0"/>
              <a:t> לתוך המפה עצמה</a:t>
            </a:r>
          </a:p>
          <a:p>
            <a:endParaRPr lang="he-IL" sz="3200" dirty="0"/>
          </a:p>
          <a:p>
            <a:r>
              <a:rPr lang="he-IL" sz="3200" dirty="0" smtClean="0"/>
              <a:t>הפסיק הינו חובה:</a:t>
            </a:r>
          </a:p>
          <a:p>
            <a:endParaRPr lang="he-IL" sz="3200" dirty="0"/>
          </a:p>
          <a:p>
            <a:r>
              <a:rPr lang="he-IL" sz="3200" dirty="0" smtClean="0"/>
              <a:t> הופך את זה לדבר ש </a:t>
            </a:r>
            <a:r>
              <a:rPr lang="en-US" sz="3200" dirty="0" err="1" smtClean="0"/>
              <a:t>googleMap</a:t>
            </a:r>
            <a:r>
              <a:rPr lang="he-IL" sz="3200" dirty="0" smtClean="0"/>
              <a:t> יכולה לבצע.</a:t>
            </a:r>
          </a:p>
          <a:p>
            <a:pPr marL="0" indent="0">
              <a:buNone/>
            </a:pPr>
            <a:endParaRPr lang="he-IL" sz="3200" dirty="0"/>
          </a:p>
          <a:p>
            <a:pPr marL="0" indent="0">
              <a:buNone/>
            </a:pPr>
            <a:endParaRPr lang="he-IL" sz="3200" dirty="0" smtClean="0"/>
          </a:p>
          <a:p>
            <a:pPr marL="0" indent="0">
              <a:buNone/>
            </a:pPr>
            <a:endParaRPr lang="he-IL" sz="3200" dirty="0"/>
          </a:p>
          <a:p>
            <a:pPr marL="0" indent="0">
              <a:buNone/>
            </a:pPr>
            <a:endParaRPr lang="he-IL" sz="3200" dirty="0" smtClean="0"/>
          </a:p>
          <a:p>
            <a:pPr marL="0" indent="0">
              <a:buNone/>
            </a:pPr>
            <a:endParaRPr lang="he-IL" sz="3200" dirty="0"/>
          </a:p>
          <a:p>
            <a:pPr marL="0" indent="0">
              <a:buNone/>
            </a:pPr>
            <a:endParaRPr lang="he-IL" sz="3200" dirty="0" smtClean="0"/>
          </a:p>
          <a:p>
            <a:pPr marL="0" indent="0">
              <a:buNone/>
            </a:pPr>
            <a:endParaRPr lang="he-IL" sz="3200" dirty="0"/>
          </a:p>
          <a:p>
            <a:pPr marL="0" indent="0">
              <a:buNone/>
            </a:pPr>
            <a:endParaRPr lang="he-IL" sz="3200" dirty="0"/>
          </a:p>
          <a:p>
            <a:endParaRPr lang="he-IL" sz="32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1" y="2594165"/>
            <a:ext cx="4390072" cy="840652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214" y="3637787"/>
            <a:ext cx="6159823" cy="524828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5308324"/>
            <a:ext cx="9671552" cy="86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28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המשך דגשים: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85800" y="1940560"/>
            <a:ext cx="10820400" cy="4024125"/>
          </a:xfrm>
        </p:spPr>
        <p:txBody>
          <a:bodyPr/>
          <a:lstStyle/>
          <a:p>
            <a:endParaRPr lang="he-IL" dirty="0" smtClean="0"/>
          </a:p>
          <a:p>
            <a:r>
              <a:rPr lang="he-IL" sz="4800" dirty="0" smtClean="0"/>
              <a:t>הינו משתנה מסוג </a:t>
            </a:r>
            <a:r>
              <a:rPr lang="en-US" sz="4800" dirty="0" smtClean="0"/>
              <a:t>URI</a:t>
            </a:r>
            <a:r>
              <a:rPr lang="he-IL" sz="4800" dirty="0" smtClean="0"/>
              <a:t> והמילה </a:t>
            </a:r>
            <a:r>
              <a:rPr lang="en-US" sz="4800" dirty="0" smtClean="0"/>
              <a:t>geo</a:t>
            </a:r>
            <a:r>
              <a:rPr lang="he-IL" sz="4800" dirty="0" smtClean="0"/>
              <a:t> מרמזת למשהו של גיאוגרפיה שמדובר במפות ואז לך לחפש אפליקציה למפות.</a:t>
            </a:r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940" y="3909610"/>
            <a:ext cx="2904172" cy="68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29773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שובל אדים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שובל אדים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שובל אדים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195</TotalTime>
  <Words>174</Words>
  <Application>Microsoft Office PowerPoint</Application>
  <PresentationFormat>מסך רחב</PresentationFormat>
  <Paragraphs>41</Paragraphs>
  <Slides>14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Times New Roman</vt:lpstr>
      <vt:lpstr>שובל אדים</vt:lpstr>
      <vt:lpstr>Mapping</vt:lpstr>
      <vt:lpstr>מה יש במצגת </vt:lpstr>
      <vt:lpstr>אופן הבניה</vt:lpstr>
      <vt:lpstr>בניית בסיס הנתונים HelperDB</vt:lpstr>
      <vt:lpstr>בעזרת SQL בנית הפונק' onCreate </vt:lpstr>
      <vt:lpstr>ביצוע הכתיבה לתוך ה DB</vt:lpstr>
      <vt:lpstr>סיימנו את המחלקה HelperDB</vt:lpstr>
      <vt:lpstr>איזה רכיבים נצטרך לדעתכם ממה שנראה ?</vt:lpstr>
      <vt:lpstr>שימוש ב HINT </vt:lpstr>
      <vt:lpstr>שימוש ב GridLayout</vt:lpstr>
      <vt:lpstr>שמירת הנתונים ב DB באמצעות הלחצן bsave</vt:lpstr>
      <vt:lpstr>הצגת המיקום במפה</vt:lpstr>
      <vt:lpstr>דגשים לגבי הקוד:</vt:lpstr>
      <vt:lpstr>המשך דגשים: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</dc:title>
  <dc:creator>חשבון Microsoft</dc:creator>
  <cp:lastModifiedBy>חשבון Microsoft</cp:lastModifiedBy>
  <cp:revision>8</cp:revision>
  <dcterms:created xsi:type="dcterms:W3CDTF">2023-09-29T14:48:15Z</dcterms:created>
  <dcterms:modified xsi:type="dcterms:W3CDTF">2023-09-29T18:03:26Z</dcterms:modified>
</cp:coreProperties>
</file>