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70" r:id="rId2"/>
    <p:sldId id="258" r:id="rId3"/>
    <p:sldId id="275" r:id="rId4"/>
    <p:sldId id="276" r:id="rId5"/>
    <p:sldId id="277" r:id="rId6"/>
    <p:sldId id="278" r:id="rId7"/>
    <p:sldId id="279" r:id="rId8"/>
    <p:sldId id="28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כ"ט/ניסן/תשפ"ו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/>
          <p:cNvSpPr/>
          <p:nvPr/>
        </p:nvSpPr>
        <p:spPr>
          <a:xfrm>
            <a:off x="1759974" y="1479996"/>
            <a:ext cx="8672051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8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Guttman-Aram" panose="02010401010101010101" pitchFamily="2" charset="-79"/>
                <a:cs typeface="Guttman-Aram" panose="02010401010101010101" pitchFamily="2" charset="-79"/>
              </a:rPr>
              <a:t>תפריט</a:t>
            </a:r>
          </a:p>
          <a:p>
            <a:pPr algn="ctr" rtl="1"/>
            <a:r>
              <a:rPr lang="en-US" sz="8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HP Simplified Jpan" panose="020B0500000000000000" pitchFamily="34" charset="-128"/>
                <a:ea typeface="HP Simplified Jpan" panose="020B0500000000000000" pitchFamily="34" charset="-128"/>
                <a:cs typeface="Guttman-Aram" panose="02010401010101010101" pitchFamily="2" charset="-79"/>
              </a:rPr>
              <a:t>Menu</a:t>
            </a:r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HP Simplified Jpan" panose="020B0500000000000000" pitchFamily="34" charset="-128"/>
              <a:ea typeface="HP Simplified Jpan" panose="020B0500000000000000" pitchFamily="34" charset="-128"/>
              <a:cs typeface="Guttman-Aram" panose="02010401010101010101" pitchFamily="2" charset="-79"/>
            </a:endParaRPr>
          </a:p>
          <a:p>
            <a:pPr algn="ctr" rtl="1"/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פלי נוח ומועיל</a:t>
            </a: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לניווט וביצוע</a:t>
            </a: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E58388F7-135E-F0F4-9DBA-4F94551A8BEE}"/>
              </a:ext>
            </a:extLst>
          </p:cNvPr>
          <p:cNvSpPr/>
          <p:nvPr/>
        </p:nvSpPr>
        <p:spPr>
          <a:xfrm>
            <a:off x="5868126" y="-84358"/>
            <a:ext cx="298831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תפריטים שונים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D6FC62-2234-ACBD-5606-5174262AD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8FCCE0-C96F-9FDD-43BB-ED291B66AC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8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1504336" y="1404927"/>
            <a:ext cx="9792930" cy="46474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יתרונות רבים: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he-IL" sz="36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טופס מקום על המסך כי מופיע רק ברגע הצורך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משפיע על עיצוב המסך כי מופיע "בשכבת על"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גמיש – מאפשר להסתיר ולהוסיף סעיפים באופן דינמי (ע"י פקודות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באופן שונה במסכים השונים)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קיימות היום הרבה צורות של תפריטים וזה מאפשר התאמה לפי רצון הלקוח או החלטת המתכנת)</a:t>
            </a:r>
            <a:endParaRPr lang="he-IL" sz="2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7E3BB6-E160-6026-43F2-1B550E553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7D897B-7EE7-E637-4A8A-EAB1A73FBD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D69F3873-47AB-CD9C-D85F-76B3FC4A096E}"/>
              </a:ext>
            </a:extLst>
          </p:cNvPr>
          <p:cNvSpPr/>
          <p:nvPr/>
        </p:nvSpPr>
        <p:spPr>
          <a:xfrm>
            <a:off x="5868126" y="-84358"/>
            <a:ext cx="298831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תפריטים שונים</a:t>
            </a:r>
          </a:p>
        </p:txBody>
      </p:sp>
    </p:spTree>
    <p:extLst>
      <p:ext uri="{BB962C8B-B14F-4D97-AF65-F5344CB8AC3E}">
        <p14:creationId xmlns:p14="http://schemas.microsoft.com/office/powerpoint/2010/main" val="3133958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17315-3D5D-BEFC-FEFE-E2165AF1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DDB6837A-B001-81EA-1E96-9CE1CAF0A7A0}"/>
              </a:ext>
            </a:extLst>
          </p:cNvPr>
          <p:cNvSpPr/>
          <p:nvPr/>
        </p:nvSpPr>
        <p:spPr>
          <a:xfrm>
            <a:off x="1633235" y="1522914"/>
            <a:ext cx="9358870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בנוסף לתפריטים "קלאסיים"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options menu, popup menu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שהם רשימות נשלפות, קיימות היום גם תפריטים אחרים: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Navigation driver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("תפריט וילון") – נפתח/נסגר ע"י משיכה מצד שמאלי של מסך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Navigation bottom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– לשוניות בחלק תחתון של המסך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... ועוד הרבה ...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5BB854-60B8-9A03-5014-B90D0E01D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1847FD-AE97-6654-B2A8-E551D8841B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מלבן 4">
            <a:extLst>
              <a:ext uri="{FF2B5EF4-FFF2-40B4-BE49-F238E27FC236}">
                <a16:creationId xmlns:a16="http://schemas.microsoft.com/office/drawing/2014/main" id="{8BE7B686-EBA8-D553-60E0-CCAE436B612A}"/>
              </a:ext>
            </a:extLst>
          </p:cNvPr>
          <p:cNvSpPr/>
          <p:nvPr/>
        </p:nvSpPr>
        <p:spPr>
          <a:xfrm>
            <a:off x="5868126" y="-84358"/>
            <a:ext cx="298831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תפריטים שונים</a:t>
            </a:r>
          </a:p>
        </p:txBody>
      </p:sp>
    </p:spTree>
    <p:extLst>
      <p:ext uri="{BB962C8B-B14F-4D97-AF65-F5344CB8AC3E}">
        <p14:creationId xmlns:p14="http://schemas.microsoft.com/office/powerpoint/2010/main" val="208814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63E9C-6622-CA84-7530-B33558B80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1755C7EB-54FA-97B4-9D29-247780A81703}"/>
              </a:ext>
            </a:extLst>
          </p:cNvPr>
          <p:cNvSpPr/>
          <p:nvPr/>
        </p:nvSpPr>
        <p:spPr>
          <a:xfrm>
            <a:off x="1633235" y="1522914"/>
            <a:ext cx="9358870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בנוסף לתפריטים "קלאסיים"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options menu, popup menu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שהם רשימות נשלפות, קיימות היום גם תפריטים אחרים: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Navigation driver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("תפריט וילון") – נפתח/נסגר ע"י משיכה מצד שמאלי של מסך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Navigation bottom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– לשוניות בחלק תחתון של המסך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... ועוד הרבה ...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6B3888-D488-1C72-95FF-050E8C41B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C4794A-E48A-68E4-FBD8-50336B4F28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88B1D76-7761-12A0-73C5-39DA5E3E916C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מלבן 4">
            <a:extLst>
              <a:ext uri="{FF2B5EF4-FFF2-40B4-BE49-F238E27FC236}">
                <a16:creationId xmlns:a16="http://schemas.microsoft.com/office/drawing/2014/main" id="{1C0A5401-E0DB-9A67-9156-1F9772FAAF42}"/>
              </a:ext>
            </a:extLst>
          </p:cNvPr>
          <p:cNvSpPr/>
          <p:nvPr/>
        </p:nvSpPr>
        <p:spPr>
          <a:xfrm>
            <a:off x="5868126" y="-84358"/>
            <a:ext cx="298831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תפריטים שונים</a:t>
            </a:r>
          </a:p>
        </p:txBody>
      </p:sp>
    </p:spTree>
    <p:extLst>
      <p:ext uri="{BB962C8B-B14F-4D97-AF65-F5344CB8AC3E}">
        <p14:creationId xmlns:p14="http://schemas.microsoft.com/office/powerpoint/2010/main" val="3694715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3F286-9D19-91D0-7832-783016C4E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3DF8E2-5FDB-611A-47B0-F756BE246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EE20EE-F469-8081-7F6E-7B4523DA45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C02E603-FE7E-7B82-947A-4D9155DCB1D0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מלבן 4">
            <a:extLst>
              <a:ext uri="{FF2B5EF4-FFF2-40B4-BE49-F238E27FC236}">
                <a16:creationId xmlns:a16="http://schemas.microsoft.com/office/drawing/2014/main" id="{8601FE0F-E0FD-3168-657D-EF7CE9401B54}"/>
              </a:ext>
            </a:extLst>
          </p:cNvPr>
          <p:cNvSpPr/>
          <p:nvPr/>
        </p:nvSpPr>
        <p:spPr>
          <a:xfrm>
            <a:off x="5868126" y="-84358"/>
            <a:ext cx="298831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תפריטים שונים</a:t>
            </a:r>
          </a:p>
        </p:txBody>
      </p:sp>
      <p:sp>
        <p:nvSpPr>
          <p:cNvPr id="3" name="מלבן 8">
            <a:extLst>
              <a:ext uri="{FF2B5EF4-FFF2-40B4-BE49-F238E27FC236}">
                <a16:creationId xmlns:a16="http://schemas.microsoft.com/office/drawing/2014/main" id="{529DC4E6-2F2E-88BD-6D2D-21A29C2574C3}"/>
              </a:ext>
            </a:extLst>
          </p:cNvPr>
          <p:cNvSpPr/>
          <p:nvPr/>
        </p:nvSpPr>
        <p:spPr>
          <a:xfrm>
            <a:off x="919104" y="1048283"/>
            <a:ext cx="10098153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להגיד ששימוש בתפריט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דורש 3 מרכיבים: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קובץ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המכיל תיאור סעיפי התפריט</a:t>
            </a:r>
          </a:p>
          <a:p>
            <a:pPr marL="514350" indent="-514350" algn="r" rtl="1">
              <a:buFont typeface="+mj-lt"/>
              <a:buAutoNum type="arabicPeriod"/>
            </a:pP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 שבעזרתו תפריט מופיע</a:t>
            </a:r>
          </a:p>
          <a:p>
            <a:pPr marL="742950" indent="-742950" algn="r" rtl="1">
              <a:buFont typeface="+mj-lt"/>
              <a:buAutoNum type="arabicPeriod"/>
            </a:pP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קודים להצגת תפריט ומימוש פעולות</a:t>
            </a:r>
          </a:p>
        </p:txBody>
      </p:sp>
    </p:spTree>
    <p:extLst>
      <p:ext uri="{BB962C8B-B14F-4D97-AF65-F5344CB8AC3E}">
        <p14:creationId xmlns:p14="http://schemas.microsoft.com/office/powerpoint/2010/main" val="3418875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D91B6-951D-A87F-38C9-C7F010C7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B309DECC-B063-5DC2-E7CC-95DE350C182C}"/>
              </a:ext>
            </a:extLst>
          </p:cNvPr>
          <p:cNvSpPr/>
          <p:nvPr/>
        </p:nvSpPr>
        <p:spPr>
          <a:xfrm>
            <a:off x="1633235" y="1522914"/>
            <a:ext cx="9358870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יצירת קובץ עם סעיפים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אשר אמורים להופיע בתפריט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נכון לעשות בתיקיה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menu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אותה תמיד אפשר להוסיף לתיקיה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res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F9917F-C753-0E06-D889-13424F85A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9BB89A-638A-8232-29D7-ABEAA2038A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FF17757-8D46-6FF7-EA36-B5E4A668EDF3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מלבן 4">
            <a:extLst>
              <a:ext uri="{FF2B5EF4-FFF2-40B4-BE49-F238E27FC236}">
                <a16:creationId xmlns:a16="http://schemas.microsoft.com/office/drawing/2014/main" id="{75CE9BC6-5CE7-1FBC-6BC8-FB937C80A03E}"/>
              </a:ext>
            </a:extLst>
          </p:cNvPr>
          <p:cNvSpPr/>
          <p:nvPr/>
        </p:nvSpPr>
        <p:spPr>
          <a:xfrm>
            <a:off x="5868126" y="-84358"/>
            <a:ext cx="298831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תפריטים שונים</a:t>
            </a:r>
          </a:p>
        </p:txBody>
      </p:sp>
    </p:spTree>
    <p:extLst>
      <p:ext uri="{BB962C8B-B14F-4D97-AF65-F5344CB8AC3E}">
        <p14:creationId xmlns:p14="http://schemas.microsoft.com/office/powerpoint/2010/main" val="3061199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C566B-7FCB-0399-C58C-E56CEDAAB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2F8611AC-993C-226F-56E2-8F212B5D2F57}"/>
              </a:ext>
            </a:extLst>
          </p:cNvPr>
          <p:cNvSpPr/>
          <p:nvPr/>
        </p:nvSpPr>
        <p:spPr>
          <a:xfrm>
            <a:off x="1633235" y="1522914"/>
            <a:ext cx="935887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קובץ לסעיפי תפריט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הוא, בעצם, קובץ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אשר מכיל תכונות לעל סעיף וסעיף 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item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CC4889-C19D-CAAD-438A-3E86A5E7D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8D44F3-52AF-1904-8803-6C4EE80C61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5910991-41BF-C364-0819-A95A59AD847A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מלבן 4">
            <a:extLst>
              <a:ext uri="{FF2B5EF4-FFF2-40B4-BE49-F238E27FC236}">
                <a16:creationId xmlns:a16="http://schemas.microsoft.com/office/drawing/2014/main" id="{073F4CE3-C217-B95B-B0DE-B749F1DBFE03}"/>
              </a:ext>
            </a:extLst>
          </p:cNvPr>
          <p:cNvSpPr/>
          <p:nvPr/>
        </p:nvSpPr>
        <p:spPr>
          <a:xfrm>
            <a:off x="5868126" y="-84358"/>
            <a:ext cx="298831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תפריטים שונים</a:t>
            </a:r>
          </a:p>
        </p:txBody>
      </p:sp>
    </p:spTree>
    <p:extLst>
      <p:ext uri="{BB962C8B-B14F-4D97-AF65-F5344CB8AC3E}">
        <p14:creationId xmlns:p14="http://schemas.microsoft.com/office/powerpoint/2010/main" val="3444329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D1A5F-3827-7101-709A-B07C1D06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352550B0-0577-A5B3-7677-52969DFC7BB4}"/>
              </a:ext>
            </a:extLst>
          </p:cNvPr>
          <p:cNvSpPr/>
          <p:nvPr/>
        </p:nvSpPr>
        <p:spPr>
          <a:xfrm>
            <a:off x="1633235" y="1522914"/>
            <a:ext cx="935887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תפריט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43A5AD-30C6-6986-9657-D3B6AB0E3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845BDB-939B-744A-9B7D-CFE8EA21C9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826E5218-40C2-E357-74CD-2BC7AC94ACAA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מלבן 4">
            <a:extLst>
              <a:ext uri="{FF2B5EF4-FFF2-40B4-BE49-F238E27FC236}">
                <a16:creationId xmlns:a16="http://schemas.microsoft.com/office/drawing/2014/main" id="{1B64F170-088D-2098-18B1-29DA8D21225F}"/>
              </a:ext>
            </a:extLst>
          </p:cNvPr>
          <p:cNvSpPr/>
          <p:nvPr/>
        </p:nvSpPr>
        <p:spPr>
          <a:xfrm>
            <a:off x="5868126" y="-84358"/>
            <a:ext cx="298831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תפריטים שונים</a:t>
            </a:r>
          </a:p>
        </p:txBody>
      </p:sp>
    </p:spTree>
    <p:extLst>
      <p:ext uri="{BB962C8B-B14F-4D97-AF65-F5344CB8AC3E}">
        <p14:creationId xmlns:p14="http://schemas.microsoft.com/office/powerpoint/2010/main" val="19702625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3316</TotalTime>
  <Words>240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HP Simplified Jpan</vt:lpstr>
      <vt:lpstr>Arial</vt:lpstr>
      <vt:lpstr>Assistant</vt:lpstr>
      <vt:lpstr>Guttman Vilna</vt:lpstr>
      <vt:lpstr>Guttman-Aram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220</cp:revision>
  <dcterms:created xsi:type="dcterms:W3CDTF">2019-01-05T16:01:25Z</dcterms:created>
  <dcterms:modified xsi:type="dcterms:W3CDTF">2026-04-16T08:10:56Z</dcterms:modified>
</cp:coreProperties>
</file>