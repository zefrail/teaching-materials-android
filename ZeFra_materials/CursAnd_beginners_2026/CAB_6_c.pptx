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89" r:id="rId3"/>
    <p:sldId id="390" r:id="rId4"/>
    <p:sldId id="321" r:id="rId5"/>
    <p:sldId id="31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744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3:41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486 941 8640 0 0,'0'0'1160'0'0,"-1"-5"-767"0"0,-4-67 12823 0 0,8 73-13115 0 0,-1-1 0 0 0,1 0 0 0 0,-1 1 1 0 0,1-1-1 0 0,-1 1 0 0 0,1 0 0 0 0,-1 0 1 0 0,0 0-1 0 0,1 0 0 0 0,2 2 0 0 0,21 7 215 0 0,49 4 575 0 0,141 19 1086 0 0,123-33-1192 0 0,-147-5-644 0 0,281-23 67 0 0,-428 25-192 0 0,22-1 16 0 0,-33 3-16 0 0,40-7 0 0 0,108-13 42 0 0,-51 9-14 0 0,98-3 26 0 0,-203 15-60 0 0,652 6 286 0 0,-636-3-278 0 0,764 78 101 0 0,-388-51-99 0 0,-352-28-16 0 0,18 0 16 0 0,272 17 175 0 0,381 29-57 0 0,-387-66-131 0 0,143-11-7 0 0,-351 21 1 0 0,383-38 15 0 0,-467 37-11 0 0,436-53 5 0 0,-391 55 22 0 0,-23 3 12 0 0,92-17 0 0 0,-123 11-25 0 0,4 1-4 0 0,1-3 0 0 0,64-23 0 0 0,-101 28-11 0 0,0-1 1 0 0,0 0-1 0 0,-1-1 1 0 0,0-1-1 0 0,0 0 1 0 0,-1-1-1 0 0,0-1 1 0 0,-1-1-1 0 0,-1 0 1 0 0,19-23-1 0 0,-24 26 0 0 0,-1 0-1 0 0,0 0 1 0 0,-1-1-1 0 0,0 1 0 0 0,0-2 1 0 0,-1 1-1 0 0,-1 0 0 0 0,0-1 1 0 0,-1 0-1 0 0,4-23 0 0 0,-6 25-1 0 0,-1 0 0 0 0,0 0 0 0 0,-1 0-1 0 0,0 1 1 0 0,0-1 0 0 0,-1 0-1 0 0,-1 0 1 0 0,1 1 0 0 0,-2 0 0 0 0,1-1-1 0 0,-1 1 1 0 0,0 0 0 0 0,-1 1-1 0 0,-8-12 1 0 0,3 7 3 0 0,-1 0 0 0 0,0 1 0 0 0,-1 0 0 0 0,-1 0 0 0 0,0 2 0 0 0,0-1 0 0 0,-1 2 0 0 0,0 0-1 0 0,-1 0 1 0 0,-23-8 0 0 0,-6-1 9 0 0,0 2-1 0 0,-69-15 1 0 0,-15 5 17 0 0,-134-10 0 0 0,-135 9 66 0 0,282 20-64 0 0,-1050-26 59 0 0,709 73-78 0 0,58-2-15 0 0,36-40 21 0 0,-56 2-16 0 0,8 21-4 0 0,-287 34-1 0 0,-29 1 19 0 0,514-55 1 0 0,72-3-9 0 0,-147 20 0 0 0,19 8-10 0 0,124-13 0 0 0,-351 23 24 0 0,408-36-24 0 0,-149-19 0 0 0,-30-1 0 0 0,175 21 22 0 0,-104 15 0 0 0,156-10 0 0 0,1 1 1 0 0,0 2-1 0 0,0 1 0 0 0,1 2 0 0 0,-48 23 0 0 0,76-30-12 0 0,-1 0-1 0 0,1 0 0 0 0,0 1 0 0 0,1 0 0 0 0,-1 1 1 0 0,1 0-1 0 0,1 0 0 0 0,-13 15 0 0 0,17-19-8 0 0,1 1 0 0 0,-1 0 0 0 0,1 0 0 0 0,0 1 0 0 0,0-1 0 0 0,0 0 0 0 0,1 1 0 0 0,0-1 0 0 0,0 1 0 0 0,0-1 0 0 0,0 1 0 0 0,1-1 0 0 0,-1 1 0 0 0,1 0 0 0 0,0-1 0 0 0,1 1 0 0 0,-1-1 0 0 0,1 1 0 0 0,0 0-1 0 0,0-1 1 0 0,3 9 0 0 0,3 3 1 0 0,0 0-1 0 0,2 0 0 0 0,-1-1 1 0 0,2-1-1 0 0,0 1 0 0 0,1-1 0 0 0,0-1 1 0 0,1 0-1 0 0,0-1 0 0 0,1 0 0 0 0,1-1 1 0 0,29 19-1 0 0,-20-16-2 0 0,2-2 0 0 0,-1 0-1 0 0,2-1 1 0 0,-1-2 0 0 0,1 0 0 0 0,1-2-1 0 0,43 6 1 0 0,-16-7 12 0 0,0-2-1 0 0,0-3 1 0 0,1-2-1 0 0,-1-3 1 0 0,67-13-1 0 0,38-22-3990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3:47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357 975 5416 0 0,'0'0'1161'0'0,"-5"-2"-706"0"0,-14-5 110 0 0,14 5 247 0 0,5 2-696 0 0,-1-1 0 0 0,1 1 0 0 0,0-1-1 0 0,0 1 1 0 0,-1-1 0 0 0,1 1 0 0 0,0 0 0 0 0,-1-1 0 0 0,1 1-1 0 0,0 0 1 0 0,-1-1 0 0 0,1 1 0 0 0,0 0 0 0 0,-1-1 0 0 0,1 1-1 0 0,-1 0 1 0 0,1 0 0 0 0,-1 0 0 0 0,1-1 0 0 0,-1 1 0 0 0,1 0-1 0 0,0 0 1 0 0,-1 0 0 0 0,1 0 0 0 0,-1 0 0 0 0,1 0 0 0 0,-1 0-1 0 0,1 0 1 0 0,-2 0 0 0 0,-17 0 6087 0 0,16 0-3323 0 0,525 85 2914 0 0,-395-71-5308 0 0,54 10 43 0 0,107 17-24 0 0,-147-24-306 0 0,-70-11-56 0 0,-1-3-1 0 0,83-7 0 0 0,-115 2-102 0 0,61-1 44 0 0,0 5 0 0 0,120 18 0 0 0,-135-11-68 0 0,1-3 0 0 0,99-7 0 0 0,170-28 16 0 0,-209 15-16 0 0,517-6 195 0 0,-640 20-203 0 0,139 3 30 0 0,79-1-15 0 0,328-40 181 0 0,-288 15-96 0 0,159 6-48 0 0,-408 16-55 0 0,787-33 202 0 0,-741 29-203 0 0,146-16 78 0 0,-179 15-65 0 0,0-3 0 0 0,-1-1 0 0 0,44-18-1 0 0,-52 16-15 0 0,-1-2 0 0 0,-1-2 0 0 0,-1-1 0 0 0,0-1 0 0 0,-1-2 0 0 0,38-32 0 0 0,-53 38-1 0 0,0-2 0 0 0,0 0 0 0 0,-2-1 0 0 0,0-1 0 0 0,-1 0 0 0 0,-1-1 0 0 0,20-39 0 0 0,-30 51 2 0 0,0 0-1 0 0,0 0 0 0 0,-1 0 1 0 0,0 0-1 0 0,0-1 1 0 0,-1 1-1 0 0,0 0 1 0 0,0-1-1 0 0,-1 1 1 0 0,0 0-1 0 0,0-1 0 0 0,0 1 1 0 0,-1 0-1 0 0,0 0 1 0 0,-1 0-1 0 0,0 1 1 0 0,0-1-1 0 0,0 0 1 0 0,0 1-1 0 0,-1 0 0 0 0,-8-9 1 0 0,1-1 0 0 0,-2 2 0 0 0,0-1 0 0 0,-1 2 1 0 0,0 0-1 0 0,-1 0 0 0 0,0 1 0 0 0,-20-10 0 0 0,-19-9 16 0 0,-1 4-1 0 0,-1 1 0 0 0,-2 3 0 0 0,0 3 0 0 0,-79-17 0 0 0,-26 5-5 0 0,-281-19 0 0 0,246 33-12 0 0,-75-4 0 0 0,-309 40 8 0 0,202 5-4 0 0,-169 17 17 0 0,-550 19 18 0 0,1004-61-39 0 0,1-3 0 0 0,-1-5 0 0 0,2-3 0 0 0,-122-35 0 0 0,56 9 0 0 0,60 17 0 0 0,45 10 0 0 0,0 3 0 0 0,-1 2 0 0 0,1 3 0 0 0,-75 3 0 0 0,37 7 0 0 0,-163 32 0 0 0,-96 32 0 0 0,-106 44-19 0 0,407-99 22 0 0,-63 14-3 0 0,-70 22 0 0 0,160-42 0 0 0,0 0 0 0 0,0 2 0 0 0,1 0 0 0 0,1 1 0 0 0,-31 23 0 0 0,38-24 4 0 0,1 0 1 0 0,-1 0-1 0 0,2 2 1 0 0,-1-1-1 0 0,2 1 1 0 0,0 1-1 0 0,0 0 0 0 0,2 1 1 0 0,0 0-1 0 0,0 0 1 0 0,1 1-1 0 0,-5 18 0 0 0,9-23-3 0 0,1 0 0 0 0,0 0 0 0 0,1 1 0 0 0,0-1 0 0 0,1 1 0 0 0,0-1 0 0 0,1 1 0 0 0,0 0 0 0 0,1-1 0 0 0,0 1 0 0 0,1-1 0 0 0,0 1 0 0 0,1-1 0 0 0,0 0 0 0 0,7 16 0 0 0,-2-12-1 0 0,0-1 0 0 0,0 1 0 0 0,1-1 0 0 0,1-1 0 0 0,1 1 0 0 0,0-2 0 0 0,0 0-1 0 0,1 0 1 0 0,1-1 0 0 0,15 12 0 0 0,9 1 0 0 0,0 0 0 0 0,1-3 0 0 0,2-1 0 0 0,0-2 0 0 0,0-2 0 0 0,2-1 0 0 0,0-3 0 0 0,1-1 0 0 0,0-2 0 0 0,83 7 0 0 0,-80-14 21 0 0,1-2-1 0 0,87-12 1 0 0,-113 8-1320 0 0,0-1-1 0 0,24-9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5:40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600 1254 13560 0 0,'0'0'5818'0'0,"-4"-4"-5575"0"0,3 3-251 0 0,-6-4 384 0 0,1-1 1 0 0,-1 1-1 0 0,-1 0 1 0 0,-10-5-1 0 0,42 31 523 0 0,-12-14-765 0 0,0-1-1 0 0,0 0 1 0 0,0 0 0 0 0,0-1-1 0 0,1 0 1 0 0,17 3 0 0 0,81 9 586 0 0,-8-1-155 0 0,86 18 243 0 0,206 11-1 0 0,-193-20-452 0 0,-96-10-126 0 0,107 0 0 0 0,374-19 235 0 0,65-16-196 0 0,-345-5-109 0 0,-144 9-69 0 0,20-1 22 0 0,123-10 27 0 0,2 27-38 0 0,-158 10-48 0 0,666 29 150 0 0,-110-9-141 0 0,-237-4-61 0 0,0-26-1 0 0,1470-130 143 0 0,-1595 107-104 0 0,106-10 3 0 0,0-36 30 0 0,-391 56-36 0 0,-1-4 0 0 0,0-1 0 0 0,83-41-1 0 0,-102 40-6 0 0,-1-2-1 0 0,-2-2 0 0 0,0-2 1 0 0,-1-1-1 0 0,49-47 0 0 0,-72 60-21 0 0,-1 0 1 0 0,0 0-1 0 0,-1-1 0 0 0,0-1 0 0 0,-1 1 0 0 0,-1-2 0 0 0,0 1 0 0 0,8-24 0 0 0,-13 30-2 0 0,0 0 0 0 0,-1 1 0 0 0,0-1 0 0 0,-1 0-1 0 0,0 0 1 0 0,0 0 0 0 0,0 0 0 0 0,-2 0 0 0 0,1 0 0 0 0,-1 0 0 0 0,0 0 0 0 0,-1 0 0 0 0,0 0 0 0 0,0 1 0 0 0,-1-1 0 0 0,0 1 0 0 0,-1-1 0 0 0,-5-9 0 0 0,-1 4-3 0 0,-1 0 1 0 0,0 1 0 0 0,-1 0-1 0 0,0 1 1 0 0,-1 0 0 0 0,0 1-1 0 0,-1 1 1 0 0,0 0-1 0 0,0 1 1 0 0,-1 0 0 0 0,-1 1-1 0 0,1 1 1 0 0,-1 0 0 0 0,-25-6-1 0 0,-21-3 4 0 0,0 3-1 0 0,-102-9 1 0 0,-499-18 19 0 0,0 37-6 0 0,-150-5 39 0 0,451 5-27 0 0,0 1-18 0 0,-501-11 21 0 0,88 4 3 0 0,-68-18 2 0 0,244 22-38 0 0,149 5-1 0 0,-220-34 9 0 0,632 31-6 0 0,-493-61 41 0 0,162-14 5 0 0,256 55-25 0 0,-1 5 0 0 0,-136-4 0 0 0,165 21-13 0 0,-1 3 1 0 0,0 4-1 0 0,-139 28 1 0 0,-326 112-11 0 0,454-116-1 0 0,1 5 0 0 0,1 4 0 0 0,-126 72 0 0 0,173-81 6 0 0,2 3 0 0 0,1 1 0 0 0,2 3 0 0 0,1 1 0 0 0,2 2 0 0 0,-58 76-1 0 0,90-105 0 0 0,1 0-1 0 0,0 0 0 0 0,1 1 0 0 0,0 0 0 0 0,1 0 1 0 0,0 0-1 0 0,1 1 0 0 0,0 0 0 0 0,1-1 0 0 0,0 1 1 0 0,1 1-1 0 0,1-1 0 0 0,0 20 0 0 0,1-23-1 0 0,1 0 0 0 0,1 0-1 0 0,0 0 1 0 0,0 0 0 0 0,0-1 0 0 0,1 1-1 0 0,1 0 1 0 0,0-1 0 0 0,0 0-1 0 0,1 0 1 0 0,0 0 0 0 0,0-1 0 0 0,1 1-1 0 0,0-1 1 0 0,1-1 0 0 0,0 1 0 0 0,0-1-1 0 0,10 7 1 0 0,0-2 4 0 0,0 0-1 0 0,1-1 1 0 0,1-2-1 0 0,-1 1 1 0 0,2-2 0 0 0,-1-1-1 0 0,1 0 1 0 0,40 7-1 0 0,11-4 5 0 0,92 3-1 0 0,-54-6-3 0 0,-31-2-54 0 0,-48-4-3686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5:44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1445 16384 0 0,'0'0'3729'0'0,"-4"0"-3708"0"0,-13-2-2 0 0,13 1 43 0 0,-14 1 887 0 0,19 0-565 0 0,6 1-326 0 0,85 25 1017 0 0,-36-19-580 0 0,-1-3 1 0 0,83-5-1 0 0,50 3 277 0 0,51 7-37 0 0,-95-10-400 0 0,113-6 261 0 0,182-32 112 0 0,-132 19-437 0 0,-210 17-104 0 0,137 13 0 0 0,-123-3-70 0 0,-51-4-41 0 0,610 22 479 0 0,-232 8-199 0 0,24 0-144 0 0,-248-35-141 0 0,136 2 10 0 0,89 1-20 0 0,10-6-4 0 0,-264 1-25 0 0,456-18 18 0 0,-9 17 18 0 0,-622 5-47 0 0,451-25 46 0 0,-2-28 20 0 0,-239 26-29 0 0,219-46 26 0 0,-320 53-49 0 0,-69 13 0 0 0,-1-2 1 0 0,79-25-1 0 0,179-88 51 0 0,-284 111-58 0 0,0-1-1 0 0,32-21 1 0 0,-47 28-7 0 0,-1-1 1 0 0,0 1-1 0 0,-1-1 1 0 0,1 0-1 0 0,-1 0 0 0 0,0-1 1 0 0,-1 0-1 0 0,1 0 1 0 0,-1-1-1 0 0,-1 1 0 0 0,5-10 1 0 0,-8 12-1 0 0,0 0-1 0 0,0 0 1 0 0,0 0 0 0 0,-1 0-1 0 0,0 0 1 0 0,0 0 0 0 0,0 0 0 0 0,0-1-1 0 0,-1 1 1 0 0,0 0 0 0 0,0 0 0 0 0,0 0-1 0 0,-1 0 1 0 0,0 0 0 0 0,0 1 0 0 0,0-1-1 0 0,0 0 1 0 0,-1 1 0 0 0,-5-8 0 0 0,-3-2 2 0 0,0-1 0 0 0,-1 1 0 0 0,0 1 0 0 0,-18-15 0 0 0,3 7 1 0 0,-1 0 0 0 0,-1 2-1 0 0,0 1 1 0 0,-56-24 0 0 0,-135-41 12 0 0,166 65-15 0 0,-113-35 9 0 0,-2 8-1 0 0,-2 7 0 0 0,-193-17 0 0 0,-527 7 1 0 0,767 46-10 0 0,-458-12 12 0 0,2-34 7 0 0,-103-64-1 0 0,-87-16 93 0 0,641 114-51 0 0,-144 2 0 0 0,186 14-20 0 0,-1 4 0 0 0,-139 27 0 0 0,-274 94 59 0 0,193-43-63 0 0,-350 108-19 0 0,543-164-17 0 0,-1-6 0 0 0,-192 13 0 0 0,-238-28 0 0 0,-98-74 32 0 0,513 43 1 0 0,84 13-17 0 0,0 3-1 0 0,-1 1 0 0 0,-87 0 1 0 0,129 8-15 0 0,1 0 1 0 0,0 0-1 0 0,-1 1 1 0 0,1 0-1 0 0,0 0 1 0 0,0 0-1 0 0,0 0 1 0 0,0 1 0 0 0,1 0-1 0 0,-1 0 1 0 0,1 0-1 0 0,0 1 1 0 0,0-1-1 0 0,0 1 1 0 0,0 0-1 0 0,0 0 1 0 0,1 0-1 0 0,0 1 1 0 0,0-1-1 0 0,0 1 1 0 0,0 0-1 0 0,-3 8 1 0 0,0 2 1 0 0,0 0 0 0 0,0 0 0 0 0,2 0 0 0 0,0 1 0 0 0,1 0 0 0 0,-3 24 0 0 0,6 7 4 0 0,10 91 0 0 0,-5-87-4 0 0,-1-26-3 0 0,0-1 0 0 0,2 1 0 0 0,1-1 0 0 0,0-1 0 0 0,2 1 0 0 0,1-1 0 0 0,1-1 0 0 0,1 0 0 0 0,0-1 0 0 0,2 0 0 0 0,20 24 0 0 0,-9-15 0 0 0,2-2 0 0 0,0 0 0 0 0,2-2 0 0 0,1-1 0 0 0,1-2 0 0 0,51 30 0 0 0,-48-36 48 0 0,0-1 0 0 0,1-2 0 0 0,0-1 0 0 0,1-2 0 0 0,1-2-1 0 0,45 6 1 0 0,-17-6-1455 0 0,1-4 1 0 0,99-4-1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8:1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195 814 15472 0 0,'0'0'3025'0'0,"-2"4"-1759"0"0,-2 5-721 0 0,1-1-1 0 0,-1 1 1 0 0,1 0-1 0 0,1 1 1 0 0,-2 10-1 0 0,4-18-372 0 0,0 34 1707 0 0,0-32-1811 0 0,0 0 0 0 0,1 0 1 0 0,-1 0-1 0 0,1 0 0 0 0,0 0 1 0 0,1 0-1 0 0,-1 0 0 0 0,1-1 1 0 0,-1 1-1 0 0,1-1 1 0 0,0 1-1 0 0,0-1 0 0 0,1 1 1 0 0,-1-1-1 0 0,1 0 0 0 0,-1 0 1 0 0,1 0-1 0 0,0-1 1 0 0,0 1-1 0 0,1-1 0 0 0,5 5 1 0 0,2-1 18 0 0,0-1 0 0 0,-1 0 1 0 0,2-1-1 0 0,-1 0 1 0 0,0 0-1 0 0,18 2 1 0 0,18 1 156 0 0,2-2 0 0 0,54-2 0 0 0,2-1 83 0 0,-43 4-126 0 0,58 0 101 0 0,32-19-78 0 0,-107 7-166 0 0,1 2 0 0 0,-1 1 0 0 0,78 8 0 0 0,163 16 33 0 0,-240-23-72 0 0,86-13 1 0 0,-85 8-4 0 0,72-2-1 0 0,-39 7 9 0 0,-27 0-4 0 0,63 7 0 0 0,-67-3 17 0 0,0-1-1 0 0,74-10 0 0 0,-6 1 17 0 0,-30 1-6 0 0,91-19 1 0 0,-94 12-29 0 0,510-64 0 0 0,-442 64-16 0 0,130-17 25 0 0,-87-8-8 0 0,-168 31-8 0 0,0 0 0 0 0,0-2 0 0 0,-1-1 0 0 0,48-28 0 0 0,-65 33-9 0 0,-1 1-1 0 0,0-2 1 0 0,0 1 0 0 0,0-1 0 0 0,-1-1-1 0 0,0 1 1 0 0,0-1 0 0 0,-1 0 0 0 0,0-1 0 0 0,-1 1-1 0 0,0-1 1 0 0,0 0 0 0 0,-1 0 0 0 0,0-1-1 0 0,0 0 1 0 0,-1 1 0 0 0,-1-1 0 0 0,0 0 0 0 0,0 0-1 0 0,-1 0 1 0 0,0-1 0 0 0,0 1 0 0 0,-2-12-1 0 0,0 8 3 0 0,-1-1 0 0 0,-1 1-1 0 0,0 0 1 0 0,-1 0-1 0 0,-1 0 1 0 0,0 1 0 0 0,-1-1-1 0 0,0 1 1 0 0,-10-14-1 0 0,4 10 3 0 0,0 1 0 0 0,-1 1 0 0 0,0 0 0 0 0,-2 1 0 0 0,1 1 0 0 0,-19-13 0 0 0,4 5 5 0 0,-2 2-1 0 0,0 1 1 0 0,0 2 0 0 0,-2 1-1 0 0,0 1 1 0 0,-1 2-1 0 0,0 1 1 0 0,-70-11 0 0 0,-9 7 14 0 0,-168 0 1 0 0,197 13-18 0 0,-319 2 12 0 0,219 3-17 0 0,-386-9-7 0 0,-5-31-33 0 0,269 13 19 0 0,236 23 14 0 0,0 2 1 0 0,-94 15-1 0 0,71-2 11 0 0,1 5-1 0 0,-106 36 1 0 0,154-38 1 0 0,1 3 0 0 0,0 1 0 0 0,2 3 0 0 0,1 1 0 0 0,1 1 0 0 0,1 3 0 0 0,1 1 0 0 0,2 2 0 0 0,-37 42 0 0 0,56-54-8 0 0,0 1 0 0 0,1 1-1 0 0,1 0 1 0 0,1 1 0 0 0,1 0-1 0 0,1 1 1 0 0,2 0 0 0 0,0 1-1 0 0,-6 31 1 0 0,13-48-1 0 0,1 1 0 0 0,0 1 0 0 0,0-1 0 0 0,1 0 0 0 0,0 0 0 0 0,1 0 0 0 0,0 0 0 0 0,0 0 0 0 0,1 0 0 0 0,0 0 0 0 0,1 0 0 0 0,0-1 0 0 0,0 1 0 0 0,1-1 0 0 0,0 0 0 0 0,1 0 0 0 0,-1 0 0 0 0,1 0 0 0 0,1-1 0 0 0,0 0 0 0 0,0 0 0 0 0,0-1 0 0 0,12 10 0 0 0,9 5 0 0 0,0-1 0 0 0,2-2 0 0 0,0-1 0 0 0,1-1 0 0 0,33 13 0 0 0,83 27 29 0 0,-91-41-3854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8:19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424 826 16479 0 0,'0'0'4432'0'0,"-4"-1"-4249"0"0,2 1-160 0 0,-1-1 0 0 0,1 1 0 0 0,0 0-1 0 0,0 0 1 0 0,-1 0 0 0 0,1 0 0 0 0,0 0 0 0 0,0 1 0 0 0,-1-1-1 0 0,1 1 1 0 0,0-1 0 0 0,0 1 0 0 0,0 0 0 0 0,0 0 0 0 0,0 0 0 0 0,0 0-1 0 0,0 0 1 0 0,0 0 0 0 0,0 1 0 0 0,0-1 0 0 0,1 1 0 0 0,-1-1-1 0 0,1 1 1 0 0,-1-1 0 0 0,1 1 0 0 0,-1 0 0 0 0,1 0 0 0 0,0 0-1 0 0,-1 2 1 0 0,0-1 16 0 0,0 1 0 0 0,0 0 0 0 0,0-1 0 0 0,1 1 0 0 0,-1 0 0 0 0,1 0 0 0 0,0 0 0 0 0,0 0 0 0 0,1 0 0 0 0,-1 0 0 0 0,1 0 0 0 0,0 0 0 0 0,0 0-1 0 0,0 0 1 0 0,1 1 0 0 0,-1-1 0 0 0,1 0 0 0 0,0 0 0 0 0,0 0 0 0 0,0-1 0 0 0,1 1 0 0 0,0 0 0 0 0,-1 0 0 0 0,1-1 0 0 0,0 1 0 0 0,1-1 0 0 0,-1 1 0 0 0,1-1-1 0 0,-1 0 1 0 0,1 0 0 0 0,0 0 0 0 0,0-1 0 0 0,5 4 0 0 0,10 7 173 0 0,1 0 0 0 0,1-2-1 0 0,0 0 1 0 0,38 14 0 0 0,-36-16-39 0 0,28 11 146 0 0,0-3 0 0 0,1-3 0 0 0,62 11 0 0 0,160 9 453 0 0,-222-30-689 0 0,0-2 0 0 0,0-2 0 0 0,0-3 0 0 0,0-2 0 0 0,0-2 0 0 0,-1-2 0 0 0,81-26 0 0 0,55-21 101 0 0,-64 21-54 0 0,-65 18-23 0 0,0 2 0 0 0,2 2 0 0 0,-1 3 0 0 0,106-4 0 0 0,-49 9 132 0 0,133-23-1 0 0,-132 13-121 0 0,158-4 136 0 0,2 0 11 0 0,136-46 47 0 0,-348 54-269 0 0,-5 3 6 0 0,-33 5-21 0 0,0-1 0 0 0,39-12-1 0 0,-61 15-23 0 0,25-9 50 0 0,0 0 1 0 0,53-28 0 0 0,-74 33-44 0 0,0 0 1 0 0,0-1 0 0 0,0 0 0 0 0,-1 0-1 0 0,0-1 1 0 0,0 0 0 0 0,-1 0-1 0 0,0-1 1 0 0,0 1 0 0 0,0-1 0 0 0,-1-1-1 0 0,0 1 1 0 0,4-14 0 0 0,-4 11-2 0 0,0-1 0 0 0,-1 0 0 0 0,-1 0 0 0 0,0 0 0 0 0,-1-1 0 0 0,0 1 0 0 0,-1-1 0 0 0,0 1 0 0 0,-1-1 0 0 0,0 0 0 0 0,-1 1 0 0 0,-1-1 0 0 0,0 1 0 0 0,0-1 0 0 0,-1 1 0 0 0,-1 0 0 0 0,0 0 0 0 0,-1 0 0 0 0,0 1 0 0 0,-13-21 0 0 0,5 12 4 0 0,-1 1 1 0 0,-1 1-1 0 0,0 0 0 0 0,-1 1 1 0 0,-1 1-1 0 0,-1 1 0 0 0,0 0 1 0 0,-1 1-1 0 0,-1 1 0 0 0,0 1 1 0 0,-1 1-1 0 0,0 0 0 0 0,0 2 1 0 0,-1 0-1 0 0,-43-10 0 0 0,-18 7 9 0 0,-1 4-1 0 0,0 3 0 0 0,1 4 1 0 0,-142 17-1 0 0,-361 15 68 0 0,337-23-50 0 0,-182-20 48 0 0,172-30-21 0 0,133 18-51 0 0,103 20-12 0 0,-39-8 11 0 0,0 2-1 0 0,-1 4 1 0 0,-99 2-1 0 0,6 21-9 0 0,-176 41-1 0 0,127 3-2 0 0,148-41 5 0 0,-30 6 19 0 0,29-8-10 0 0,-80 34 0 0 0,120-43-11 0 0,1 0 0 0 0,0 1-1 0 0,0 1 1 0 0,1 0-1 0 0,0 1 1 0 0,1 1 0 0 0,1 0-1 0 0,-21 24 1 0 0,28-27-4 0 0,0 1 1 0 0,1 0-1 0 0,0 0 1 0 0,0 1 0 0 0,1 0-1 0 0,1 0 1 0 0,0 0-1 0 0,1 0 1 0 0,0 1-1 0 0,1-1 1 0 0,0 1 0 0 0,1-1-1 0 0,0 1 1 0 0,1 0-1 0 0,0 0 1 0 0,1-1-1 0 0,5 21 1 0 0,-1-7-1 0 0,2 0 0 0 0,0 0 0 0 0,2-1-1 0 0,1 0 1 0 0,1-1 0 0 0,1 0 0 0 0,20 31 0 0 0,-16-35 0 0 0,0 0 0 0 0,0-1 0 0 0,2-1 0 0 0,1 0 0 0 0,0-1 0 0 0,1-1 0 0 0,0-1 0 0 0,2-1 0 0 0,0-1 0 0 0,0-1 0 0 0,1-1 0 0 0,32 11 0 0 0,31 7 3 0 0,1-5 0 0 0,103 16 0 0 0,-59-14 4 0 0,-22-1-3857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8:25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2210 2297 2704 0 0,'0'0'13870'0'0,"1"-4"-13123"0"0,8-65 1057 0 0,-3 0 0 0 0,-4-91 0 0 0,-2 109-1339 0 0,21-242 1129 0 0,-9 189-825 0 0,-2-123 1 0 0,-11 201-661 0 0,-11-218 702 0 0,7 198-642 0 0,-2 1 0 0 0,-2-1 0 0 0,-18-54 0 0 0,19 82-97 0 0,0-1-1 0 0,0 1 1 0 0,-2 1-1 0 0,-20-29 1 0 0,-54-57 189 0 0,59 74-192 0 0,-10-8 51 0 0,-1 2-1 0 0,-2 2 1 0 0,-69-46 0 0 0,5 13 188 0 0,-153-74 0 0 0,14 41-192 0 0,117 51-70 0 0,108 42-31 0 0,-2 1-1 0 0,1 1 0 0 0,0 0 0 0 0,-1 1 0 0 0,0 1 0 0 0,0 1 0 0 0,1 1 0 0 0,-1 0 0 0 0,0 1 0 0 0,0 1 0 0 0,0 1 1 0 0,1 0-1 0 0,-25 9 0 0 0,24-5-6 0 0,1 1 0 0 0,-1 2 0 0 0,2-1 1 0 0,0 2-1 0 0,0 0 0 0 0,-22 21 0 0 0,-74 88 28 0 0,41-40-31 0 0,36-42 17 0 0,2 2 0 0 0,-50 81 0 0 0,-35 100 30 0 0,86-147-48 0 0,-30 101 1 0 0,40-90-5 0 0,-11 96 0 0 0,15-69 0 0 0,-19 229 0 0 0,18-121 0 0 0,9-105 0 0 0,6 206 0 0 0,10-94-3 0 0,3 44-13 0 0,-3-195-2 0 0,25 118 0 0 0,2-30 18 0 0,-8 1 0 0 0,3 169-1 0 0,-5-7 1 0 0,-7 6 0 0 0,-11-93 0 0 0,38 455 0 0 0,-38-587 0 0 0,18 185 7 0 0,20-82 15 0 0,-1-8-18 0 0,-36-169 6 0 0,1-1 0 0 0,1 1-1 0 0,2-1 1 0 0,2-1-1 0 0,1 0 1 0 0,1-1 0 0 0,2 0-1 0 0,1-1 1 0 0,23 30-1 0 0,-30-48-5 0 0,0-1-1 0 0,1-1 0 0 0,0 0 0 0 0,1 0 0 0 0,0-1 0 0 0,1-1 0 0 0,0 0 0 0 0,0 0 0 0 0,0-1 1 0 0,1-1-1 0 0,0-1 0 0 0,26 7 0 0 0,11 1 15 0 0,2-3-1 0 0,62 5 1 0 0,-22-7-9 0 0,104-4 1 0 0,-154-6-6 0 0,0-1 1 0 0,0-3-1 0 0,-1-1 1 0 0,72-22-1 0 0,-82 18-4 0 0,-1-2 0 0 0,0 0 0 0 0,-1-2 0 0 0,-1-2 0 0 0,52-37 0 0 0,-64 40 0 0 0,0-1 1 0 0,-1-1 0 0 0,-1-1-1 0 0,0 0 1 0 0,-1-1 0 0 0,-1-1 0 0 0,-1 0-1 0 0,0 0 1 0 0,15-36 0 0 0,-5-5 8 0 0,-2-1 1 0 0,-3 0-1 0 0,-3-1 1 0 0,11-106 0 0 0,-15 29 23 0 0,-9-148 0 0 0,-1 16-9 0 0,1 71-17 0 0,-2 42-7 0 0,-9-274 0 0 0,5-121 17 0 0,5 393 18 0 0,-1 74-10 0 0,12-106 1 0 0,29-125-25 0 0,0 115-2 0 0,3-19 11 0 0,15-194 84 0 0,-49 310-13 0 0,-7 94-3950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21:59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808 1181 11760 0 0,'0'0'5850'0'0,"-5"1"-5585"0"0,-82 38 1753 0 0,85-39-1854 0 0,1 1 0 0 0,-1-1 1 0 0,0 0-1 0 0,1 1 0 0 0,-1-1 0 0 0,1 1 1 0 0,0 0-1 0 0,-1 0 0 0 0,1-1 0 0 0,-1 1 1 0 0,1 0-1 0 0,0 0 0 0 0,0 0 1 0 0,0 0-1 0 0,0 1 0 0 0,-1-1 0 0 0,1 0 1 0 0,0 2-1 0 0,0-1 153 0 0,3-1-15 0 0,5 3-152 0 0,-2 0-8 0 0,1 0-1 0 0,0-1 1 0 0,0 0 0 0 0,0 0 0 0 0,0-1 0 0 0,1 0 0 0 0,-1 0-1 0 0,10 2 1 0 0,16 1 481 0 0,34 9 1 0 0,-40-7-203 0 0,0-2 0 0 0,44 5 0 0 0,-24-11-185 0 0,0-3 1 0 0,-1-1 0 0 0,86-21-1 0 0,-83 15-143 0 0,0 2-1 0 0,0 1 0 0 0,51 0 0 0 0,204 23 190 0 0,33-2-36 0 0,-136 3-114 0 0,157 10 50 0 0,60-29 18 0 0,-218-11-81 0 0,279-8 4 0 0,-71 43-89 0 0,-113-3-29 0 0,-26-13-5 0 0,215 16 1 0 0,-75 16 71 0 0,-170-18-2 0 0,-92 4-41 0 0,-19-3-6 0 0,82 7 6 0 0,74 8-14 0 0,-125-20-8 0 0,298 24-5 0 0,195-26-2 0 0,0-38 0 0 0,-457 16 0 0 0,285-22 0 0 0,-183 16 0 0 0,-139 0 0 0 0,266-39 8 0 0,-268 23-8 0 0,331-83 0 0 0,-454 104 6 0 0,0-2 1 0 0,-1-1-1 0 0,0-1 0 0 0,-1-2 0 0 0,-1-1 0 0 0,0-1 1 0 0,-2-2-1 0 0,43-38 0 0 0,-66 55-3 0 0,-1-1-1 0 0,1 0 0 0 0,-1 0 1 0 0,0 0-1 0 0,0 0 1 0 0,0 0-1 0 0,-1 0 1 0 0,1-1-1 0 0,-1 1 1 0 0,0-1-1 0 0,-1 0 1 0 0,1 0-1 0 0,-1 1 0 0 0,0-1 1 0 0,0 0-1 0 0,0 0 1 0 0,-1 0-1 0 0,1 0 1 0 0,-1 0-1 0 0,0 0 1 0 0,-1-1-1 0 0,0 1 1 0 0,1 0-1 0 0,-3-7 0 0 0,-1 2-1 0 0,-1 1 0 0 0,1-1 0 0 0,-2 1 0 0 0,1 0 0 0 0,-1 0 0 0 0,0 0 0 0 0,-1 1 0 0 0,0 0 0 0 0,0 1 0 0 0,-15-12 0 0 0,-5-3-2 0 0,-2 2-1 0 0,0 1 1 0 0,-2 2-1 0 0,0 0 1 0 0,0 3-1 0 0,-1 0 1 0 0,-55-14-1 0 0,-248-41-4 0 0,238 52 8 0 0,35 7-2 0 0,-462-95 24 0 0,64 14 27 0 0,367 75-54 0 0,-440-50 3 0 0,462 59 0 0 0,-1065-73 32 0 0,973 73 1 0 0,-197-14 19 0 0,-197-18-25 0 0,136 13-27 0 0,190 14 0 0 0,-116-6 0 0 0,-22-14 0 0 0,-6-9 0 0 0,-17 5 0 0 0,200 20 0 0 0,-287 12 17 0 0,78 46-2 0 0,27 39-15 0 0,211-44 0 0 0,-157 11 0 0 0,-4-28 3 0 0,199-14 3 0 0,-476 31 1 0 0,436-24-3 0 0,-324 66 0 0 0,412-60-4 0 0,2 3 0 0 0,-93 42 0 0 0,141-53 0 0 0,0 2 0 0 0,1 2 0 0 0,-34 24 0 0 0,51-33 0 0 0,1 1 0 0 0,0 0 0 0 0,0 0 1 0 0,1 1-1 0 0,0 0 0 0 0,0 0 0 0 0,1 1 1 0 0,0 0-1 0 0,1 0 0 0 0,-1 0 0 0 0,2 1 1 0 0,-7 18-1 0 0,8-15 4 0 0,0 0-1 0 0,1 0 1 0 0,0 1 0 0 0,2-1 0 0 0,-1 0 0 0 0,2 1 0 0 0,0-1 0 0 0,0 0 0 0 0,1 1 0 0 0,1-1-1 0 0,0 0 1 0 0,1 0 0 0 0,0-1 0 0 0,1 1 0 0 0,0-1 0 0 0,1 0 0 0 0,1 0 0 0 0,0-1-1 0 0,0 0 1 0 0,1 0 0 0 0,15 16 0 0 0,-6-9-2 0 0,1-2 0 0 0,0 0 0 0 0,1 0 0 0 0,0-2 0 0 0,1-1 0 0 0,1 0 0 0 0,0-1 0 0 0,1-2 0 0 0,0 0 0 0 0,0-1 0 0 0,31 7 0 0 0,60 7 154 0 0,125 10 1 0 0,-14-4-1070 0 0,-81 3-2436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22:03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349 1084 13056 0 0,'0'0'1176'0'0,"-4"-1"-304"0"0,-14-3 52 0 0,14 3 745 0 0,0-5-946 0 0,-3-5 1138 0 0,7 11-1838 0 0,0 0 0 0 0,1-1 1 0 0,-1 1-1 0 0,0 0 0 0 0,0 0 1 0 0,0-1-1 0 0,1 1 0 0 0,-1 0 0 0 0,0 0 1 0 0,0 0-1 0 0,1-1 0 0 0,-1 1 0 0 0,0 0 1 0 0,0 0-1 0 0,1 0 0 0 0,-1 0 0 0 0,0 0 1 0 0,1 0-1 0 0,-1-1 0 0 0,0 1 0 0 0,1 0 1 0 0,-1 0-1 0 0,0 0 0 0 0,0 0 0 0 0,1 0 1 0 0,-1 0-1 0 0,0 0 0 0 0,1 0 0 0 0,-1 0 1 0 0,0 1-1 0 0,1-1 0 0 0,-1 0 0 0 0,0 0 1 0 0,0 0-1 0 0,1 0 0 0 0,-1 0 0 0 0,0 0 1 0 0,1 1-1 0 0,-1-1 0 0 0,0 0 0 0 0,0 0 1 0 0,1 0-1 0 0,-1 1 0 0 0,0-1 0 0 0,151 34 1019 0 0,0 0-209 0 0,-24-4-30 0 0,1-6 1 0 0,147 10 0 0 0,90 22 17 0 0,-239-34-397 0 0,0-5 1 0 0,172 1-1 0 0,-117-24-79 0 0,95 4 101 0 0,-262 3-428 0 0,537 10 385 0 0,-295-11-344 0 0,-12 0-6 0 0,-133-5 36 0 0,-1-6-1 0 0,198-44 0 0 0,-276 47-69 0 0,188-58 160 0 0,-193 55-154 0 0,-1 0 1 0 0,0-2 0 0 0,-1-1 0 0 0,0 0-1 0 0,-1-2 1 0 0,22-20 0 0 0,-44 34-25 0 0,24-19 41 0 0,-1-2-1 0 0,-1-1 1 0 0,41-52-1 0 0,-59 68-34 0 0,-1-1-1 0 0,0 1 1 0 0,-1-1 0 0 0,0 0-1 0 0,0 0 1 0 0,0 0-1 0 0,-2-1 1 0 0,1 1 0 0 0,-1-1-1 0 0,0 0 1 0 0,-1 0 0 0 0,0 1-1 0 0,-1-1 1 0 0,0 0 0 0 0,0 0-1 0 0,-1 0 1 0 0,0 0-1 0 0,-4-12 1 0 0,2 13-2 0 0,-1 0-1 0 0,0 1 1 0 0,0-1-1 0 0,0 1 1 0 0,-1 0-1 0 0,-1 0 1 0 0,1 0-1 0 0,-1 1 1 0 0,-1 0-1 0 0,-10-10 1 0 0,-6-3 3 0 0,-49-32-1 0 0,3 10-5 0 0,-2 3 0 0 0,-2 3 0 0 0,-111-39 0 0 0,-243-52-3 0 0,128 70 1 0 0,-7 25 0 0 0,14 2 0 0 0,-322-37 0 0 0,354 48 0 0 0,-26-3 0 0 0,209 11 10 0 0,-1 4 1 0 0,-139 5-1 0 0,148 11-10 0 0,0 3 1 0 0,0 4 0 0 0,-90 32-1 0 0,-86 38 60 0 0,-4 2-24 0 0,-79 33-18 0 0,318-116-14 0 0,0 0 0 0 0,1 0 0 0 0,0 1 0 0 0,0 1 1 0 0,0 0-1 0 0,1 0 0 0 0,0 0 0 0 0,0 1 0 0 0,0 1 1 0 0,1-1-1 0 0,1 1 0 0 0,0 0 0 0 0,0 0 0 0 0,0 1 0 0 0,1 0 1 0 0,1 0-1 0 0,0 0 0 0 0,0 0 0 0 0,1 1 0 0 0,0 0 0 0 0,-1 15 1 0 0,2-12-4 0 0,1 1 1 0 0,0-1 0 0 0,1 1-1 0 0,1 0 1 0 0,1-1 0 0 0,0 1-1 0 0,0-1 1 0 0,2 0 0 0 0,0 0-1 0 0,0 0 1 0 0,1 0 0 0 0,1-1-1 0 0,1 1 1 0 0,-1-1 0 0 0,16 20-1 0 0,-3-8 1 0 0,1-1 1 0 0,1 0-1 0 0,2-2 0 0 0,0-1 0 0 0,1 0 0 0 0,1-2 0 0 0,1-1 0 0 0,1-1 0 0 0,0-1 0 0 0,44 19 0 0 0,20 0 15 0 0,1-5-1 0 0,1-3 1 0 0,131 20-1 0 0,-25-24-3874 0 0,-173-21-15101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22:05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4921 706 8840 0 0,'0'0'4866'0'0,"-4"4"-4383"0"0,-11 12 25 0 0,11-12 13 0 0,-1-3 267 0 0,5-1-759 0 0,0 1 0 0 0,-1-1 0 0 0,1 0 0 0 0,0 0 1 0 0,0 1-1 0 0,-1-1 0 0 0,1 0 0 0 0,-1 0 0 0 0,1 0 0 0 0,0 1 0 0 0,-1-1 1 0 0,1 0-1 0 0,0 0 0 0 0,-1 0 0 0 0,1 0 0 0 0,-1 0 0 0 0,1 0 0 0 0,0 0 1 0 0,-1 0-1 0 0,1 0 0 0 0,-1 0 0 0 0,1 0 0 0 0,0 0 0 0 0,-1 0 1 0 0,1 0-1 0 0,-1-1 0 0 0,-12-6 438 0 0,0-1 0 0 0,0 0 0 0 0,1-1 0 0 0,-13-12 0 0 0,10 8-119 0 0,-1 0 0 0 0,-20-11 1 0 0,-80-40 930 0 0,-4 5 0 0 0,-2 6 1 0 0,-255-75-1 0 0,36 13 224 0 0,-34-9-662 0 0,-121 44-171 0 0,425 74-526 0 0,-141 7 0 0 0,-69 28 23 0 0,38 24-82 0 0,172-34-60 0 0,-1-3-1 0 0,-76 7 1 0 0,6-13 11 0 0,-224 21 66 0 0,281-21-49 0 0,-143 36-1 0 0,182-33-38 0 0,0 2 1 0 0,1 2-1 0 0,1 2 0 0 0,-67 40 0 0 0,34-11-3 0 0,1 2-1 0 0,-85 76 0 0 0,143-108-10 0 0,0 2 0 0 0,1 0 0 0 0,0 1 0 0 0,-14 26 0 0 0,-47 96 0 0 0,61-111 0 0 0,5-8 4 0 0,1 0 0 0 0,1 1 0 0 0,1 0-1 0 0,1 1 1 0 0,2 0 0 0 0,0 0 0 0 0,-2 33 0 0 0,7-36 2 0 0,0-1 1 0 0,2 1-1 0 0,1 0 0 0 0,1-1 1 0 0,0 0-1 0 0,2 0 0 0 0,1 0 1 0 0,16 41-1 0 0,-6-28 6 0 0,2 0 0 0 0,2-1 1 0 0,1 0-1 0 0,2-2 0 0 0,0-1 0 0 0,3 0 0 0 0,30 28 0 0 0,-28-35 3 0 0,0-1-1 0 0,1-2 0 0 0,2-1 0 0 0,51 26 1 0 0,142 49 40 0 0,-111-60-5 0 0,121 20 0 0 0,-48-12-6 0 0,-97-25-19 0 0,0-4-1 0 0,110 2 1 0 0,-33-3-3 0 0,-17 0 10 0 0,187-8 0 0 0,120-21-1 0 0,-258 11-22 0 0,-90 4-1 0 0,134-18 1 0 0,-130 4 0 0 0,88-17 4 0 0,-74 0 26 0 0,209-84 0 0 0,-268 87-24 0 0,-2-3 0 0 0,-1-3 0 0 0,-2-3 0 0 0,94-73 0 0 0,-49 17 41 0 0,-92 78-43 0 0,0-1 0 0 0,-1 0 0 0 0,0 0-1 0 0,15-29 1 0 0,-13 17-1 0 0,83-164 64 0 0,-88 164-65 0 0,-2-1-1 0 0,-1 0 1 0 0,-2 0 0 0 0,-1-1 0 0 0,2-47-1 0 0,-6 68-10 0 0,4-27 0 0 0,1 2-1 0 0,15-45 1 0 0,-21 80 0 0 0,2-17-215 0 0,-2 11-2959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5:11.7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2704 0 0,'0'0'-16'0'0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5:14.3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46 308 1200 0 0,'-45'-61'21089'0'0,"103"60"-21443"0"0,-43 2 1154 0 0,117-11 228 0 0,-25 1-504 0 0,-44 4-241 0 0,0-4 0 0 0,102-27-1 0 0,-123 29-173 0 0,1 1 0 0 0,0 3 0 0 0,84 3 0 0 0,-54 1-46 0 0,172 12 148 0 0,-159-5-122 0 0,2-3 0 0 0,105-10-1 0 0,185-44 226 0 0,-310 39-266 0 0,-24 3 5 0 0,68-3-1 0 0,197 37 41 0 0,-217-15-72 0 0,163 2 0 0 0,-102-18-13 0 0,117-5 21 0 0,-172 3-21 0 0,1 5 0 0 0,-1 4 0 0 0,1 5 0 0 0,111 23 0 0 0,-52-2 8 0 0,1-6 1 0 0,214 2-1 0 0,-357-25-16 0 0,445 12 34 0 0,-178-13-28 0 0,-229-2-6 0 0,28 0 0 0 0,209-5 0 0 0,-218 10 0 0 0,143 22 0 0 0,172 32 48 0 0,-303-49-44 0 0,206 12 18 0 0,-199-18-15 0 0,107-11 0 0 0,262-60-7 0 0,-443 67 0 0 0,131-16 7 0 0,162 0 0 0 0,-156 13-3 0 0,47-19 13 0 0,-98 10-1 0 0,76-11 44 0 0,69-8 60 0 0,117-9-22 0 0,-159 15-94 0 0,83-7-1 0 0,-159 26-3 0 0,1 6 0 0 0,136 15 0 0 0,-178-6 18 0 0,0-4 0 0 0,0-4 0 0 0,119-17 0 0 0,-129 9 28 0 0,1 3-1 0 0,0 4 1 0 0,131 11 0 0 0,91 40 204 0 0,-224-34-190 0 0,225 26 169 0 0,-192-27-144 0 0,-25-3-33 0 0,-3-1 50 0 0,89 21 0 0 0,-125-19-78 0 0,0-3 0 0 0,0-1 1 0 0,83-1-1 0 0,6-4 29 0 0,147-4 195 0 0,-280 2-342 0 0,123-9 283 0 0,-76 2-3830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5:19.5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77 93 7736 0 0,'-77'-32'13871'0'0,"122"26"-13027"0"0,-1 3-1 0 0,80 5 1 0 0,-97 1-594 0 0,0 0 1 0 0,-1 3 0 0 0,39 11-1 0 0,-15-3 15 0 0,1-4 60 0 0,76 6 0 0 0,-97-13-287 0 0,16-1 34 0 0,0-3 1 0 0,0-2-1 0 0,1-1 1 0 0,86-22-1 0 0,-67 13 65 0 0,84-7 0 0 0,-38 12 36 0 0,-6 0-52 0 0,120 6-1 0 0,0 9 6 0 0,-84-4-9 0 0,-105-2-82 0 0,147 11 102 0 0,196 14 38 0 0,-127-12-93 0 0,25-16 23 0 0,-235-1-91 0 0,23 0-9 0 0,59-4 25 0 0,200 14 0 0 0,-172 6-35 0 0,-1-6-1 0 0,178-15 1 0 0,-305 6 5 0 0,309-32 0 0 0,164-35 0 0 0,-476 66 7 0 0,-1 2 0 0 0,1 1 0 0 0,0 0 0 0 0,22 5-1 0 0,-31-3-1 0 0,-1 1-1 0 0,1 1 0 0 0,-1 0 0 0 0,0 0 0 0 0,0 1 0 0 0,0 1 0 0 0,-1 0 0 0 0,13 9 0 0 0,28 24 81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5:23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15 182 4512 0 0,'-14'-53'11392'0'0,"15"50"-10871"0"0,4-1-164 0 0,0 1-1 0 0,0 0 1 0 0,1 1 0 0 0,-1 0-1 0 0,1-1 1 0 0,0 2 0 0 0,-1-1-1 0 0,1 1 1 0 0,8-2 0 0 0,62 0 1132 0 0,-5-1-620 0 0,95-20 310 0 0,-99 18-643 0 0,74 4 1 0 0,35-2 247 0 0,-91-5-514 0 0,0 5 0 0 0,135 9 1 0 0,114 30 181 0 0,-246-28-323 0 0,0-3 1 0 0,163-15 0 0 0,360-17 235 0 0,-553 29-351 0 0,31 1 2 0 0,0 3 1 0 0,108 20-1 0 0,210 35 4 0 0,-332-56-15 0 0,-1-3-1 0 0,1-3 0 0 0,111-17 0 0 0,109-42-4 0 0,-127 25 0 0 0,-97 25 0 0 0,107-3 0 0 0,-56 6-1 0 0,-50 4-4 0 0,-1 3-1 0 0,83 10 1 0 0,140 30 8 0 0,95 6-26 0 0,148-21-37 0 0,-252-24 20 0 0,90 31 72 0 0,-144-8 121 0 0,46-16-15 0 0,-168-8-55 0 0,179 22-1 0 0,-182-3-28 0 0,0-4 0 0 0,183-1 0 0 0,-114-19-37 0 0,208-18 21 0 0,177-31-38 0 0,-306 51 0 0 0,1 12 0 0 0,-47 0 0 0 0,324 3 7 0 0,-405-8 89 0 0,1-6 0 0 0,0-5 1 0 0,177-35-1 0 0,-286 39-83 0 0,311-56 258 0 0,-233 47-122 0 0,139-1-1 0 0,-2 28 94 0 0,0 1-41 0 0,-219-14-188 0 0,0 0 1 0 0,0 1-1 0 0,0 1 1 0 0,0 0-1 0 0,0 1 0 0 0,-1 1 1 0 0,0 0-1 0 0,17 9 1 0 0,19 14-3773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5:11.7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2704 0 0,'0'0'-16'0'0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7:42.0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35 154 16280 0 0,'0'0'2722'0'0,"-3"-5"-2229"0"0,-24-66 681 0 0,26 70-1034 0 0,-3-6 498 0 0,7 12-386 0 0,-2-4-221 0 0,1 0 0 0 0,-1 1 0 0 0,0-1-1 0 0,0 0 1 0 0,1 0 0 0 0,-1 0 0 0 0,0 0 0 0 0,1-1-1 0 0,-1 1 1 0 0,1 0 0 0 0,2 1 0 0 0,4 1 69 0 0,-1 1-17 0 0,1-1 0 0 0,0 1 0 0 0,0-2 0 0 0,0 1 0 0 0,0-1 0 0 0,0 0 0 0 0,1-1 0 0 0,-1 0 0 0 0,1 0 1 0 0,-1-1-1 0 0,16-1 0 0 0,9-2 277 0 0,57-14 0 0 0,-37 5-77 0 0,-15 6-134 0 0,-1 1 0 0 0,1 2 1 0 0,0 1-1 0 0,1 2 0 0 0,-1 2 1 0 0,54 9-1 0 0,19 7 384 0 0,207 6-1 0 0,-271-27-415 0 0,-1-2-1 0 0,1-2 0 0 0,59-16 1 0 0,53-10 133 0 0,-143 31-228 0 0,63-9 82 0 0,0 3 1 0 0,87 2 0 0 0,-54 17 18 0 0,-1 5-1 0 0,146 39 1 0 0,-179-37-86 0 0,3-4 21 0 0,152 7 0 0 0,-228-21-55 0 0,153 1 93 0 0,234-29 0 0 0,178-38-47 0 0,-161 16 13 0 0,-313 41-55 0 0,1 4 1 0 0,110 9 0 0 0,-141 2-1 0 0,-1 2 0 0 0,1 3 0 0 0,-1 3 0 0 0,66 24 0 0 0,-68-18-1 0 0,2-2 0 0 0,0-4-1 0 0,0-2 1 0 0,83 4 0 0 0,-36-13 14 0 0,191-17 1 0 0,71-11 29 0 0,-171 13 25 0 0,0 9-1 0 0,238 26 0 0 0,-321-12-41 0 0,191 23 35 0 0,503 48-41 0 0,-399-72-27 0 0,-280-4 0 0 0,558 7 0 0 0,105-67 7 0 0,-548 34-5 0 0,481-37 53 0 0,-593 46-41 0 0,192-23 28 0 0,-277 26-41 0 0,114-19 14 0 0,266-9 1 0 0,-75 40 273 0 0,-350-2 83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7:43.6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1 138 18087 0 0,'2'-4'386'0'0,"15"-15"175"0"0,-9 11 68 0 0,-1-1 0 0 0,0 0 0 0 0,0 0 0 0 0,8-15 0 0 0,-14 22-586 0 0,0 1 0 0 0,0 0 0 0 0,0 0 0 0 0,0-1 0 0 0,0 1 1 0 0,0 0-1 0 0,1 0 0 0 0,-1 0 0 0 0,0 0 0 0 0,1 1 0 0 0,-1-1 0 0 0,1 0 0 0 0,-1 0 0 0 0,1 1 0 0 0,-1-1 0 0 0,1 1 0 0 0,0-1 0 0 0,-1 1 0 0 0,1 0 0 0 0,-1 0 0 0 0,1 0 0 0 0,0 0 0 0 0,-1 0 0 0 0,1 0 0 0 0,0 0 0 0 0,2 1 0 0 0,40 9 110 0 0,-5 3-20 0 0,1-1 1 0 0,0-2-1 0 0,1-1 0 0 0,73 4 1 0 0,170-10 652 0 0,-156-4-491 0 0,199-3 279 0 0,147 1 91 0 0,-33 25-87 0 0,269-4 97 0 0,530-139-169 0 0,-1131 109-471 0 0,2 6 0 0 0,-1 4-1 0 0,1 5 1 0 0,-1 4 0 0 0,173 36-1 0 0,183 48 16 0 0,-420-84-15 0 0,0-3 0 0 0,0-1 0 0 0,75-6 0 0 0,-19 0 30 0 0,-7 8 42 0 0,-58 1-3762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10:17:45.6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1 171 15976 0 0,'7'-1'753'0'0,"90"-23"1438"0"0,-58 13-2032 0 0,0 1 0 0 0,1 2-1 0 0,1 2 1 0 0,56-1 0 0 0,-13 10 11 0 0,104 1 483 0 0,245-22 909 0 0,416-25 6 0 0,-408 18-1026 0 0,-1 38-77 0 0,276 56 551 0 0,-322-53-420 0 0,2-29-59 0 0,-163 3-278 0 0,504-23 170 0 0,45-15-254 0 0,-770 47-173 0 0,186-13 71 0 0,330 20 0 0 0,-241 25-14 0 0,-143-14-20 0 0,-20-7 4 0 0,159-7-1 0 0,122-30 26 0 0,-402 27-67 0 0,394-20 64 0 0,80-3 23 0 0,-335 25 10 0 0,257 38 0 0 0,-331-31-71 0 0,160 16 153 0 0,413-8 0 0 0,-567-19-137 0 0,0 4 0 0 0,120 17 0 0 0,-126-8-4 0 0,0 3-1 0 0,-1 3 1 0 0,-1 3 0 0 0,121 53-1 0 0,-165-62-27 0 0,209 97 193 0 0,-190-92-158 0 0,1-2-1 0 0,0-2 1 0 0,80 13 0 0 0,293 0 356 0 0,-419-35-390 0 0,-21-27-3755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ג'/תמוז/תשפ"ג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customXml" Target="../ink/ink7.xml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microsoft.com/office/2007/relationships/hdphoto" Target="../media/hdphoto1.wdp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10.xml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31.png"/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12" Type="http://schemas.openxmlformats.org/officeDocument/2006/relationships/customXml" Target="../ink/ink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customXml" Target="../ink/ink13.xml"/><Relationship Id="rId4" Type="http://schemas.openxmlformats.org/officeDocument/2006/relationships/image" Target="../media/image4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18.xml"/><Relationship Id="rId3" Type="http://schemas.microsoft.com/office/2007/relationships/hdphoto" Target="../media/hdphoto1.wdp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customXml" Target="../ink/ink17.xml"/><Relationship Id="rId5" Type="http://schemas.openxmlformats.org/officeDocument/2006/relationships/customXml" Target="../ink/ink15.xml"/><Relationship Id="rId10" Type="http://schemas.openxmlformats.org/officeDocument/2006/relationships/image" Target="../media/image34.png"/><Relationship Id="rId4" Type="http://schemas.openxmlformats.org/officeDocument/2006/relationships/image" Target="../media/image4.png"/><Relationship Id="rId9" Type="http://schemas.openxmlformats.org/officeDocument/2006/relationships/customXml" Target="../ink/ink16.xml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2643971" y="2288067"/>
            <a:ext cx="894187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ברוכים הבאים</a:t>
            </a:r>
          </a:p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להשתלמות בהנדסת התכנה</a:t>
            </a: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(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Android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)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5009008" y="1973434"/>
            <a:ext cx="21739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he-IL" sz="54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קבצים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10" name="מלבן 4">
            <a:extLst>
              <a:ext uri="{FF2B5EF4-FFF2-40B4-BE49-F238E27FC236}">
                <a16:creationId xmlns:a16="http://schemas.microsoft.com/office/drawing/2014/main" id="{DCA2056F-6A4B-CBDB-7A1F-BCA14E19B654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DB412D-3623-4C6A-3E4F-ADDD84311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87C6EE-F1D2-5E88-4710-14733E4CFA2C}"/>
              </a:ext>
            </a:extLst>
          </p:cNvPr>
          <p:cNvSpPr/>
          <p:nvPr/>
        </p:nvSpPr>
        <p:spPr>
          <a:xfrm>
            <a:off x="2163097" y="1648470"/>
            <a:ext cx="848523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כאשר יש צורך בקובץ טקסט</a:t>
            </a:r>
          </a:p>
          <a:p>
            <a:pPr algn="ct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הפתוח גם ל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קריאה וגם לכתיבה,</a:t>
            </a:r>
          </a:p>
          <a:p>
            <a:pPr algn="ct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מומלץ להשתמש בקובץ הנמצא בתיקיה פנימי.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התיקיה נוצרת ע"י אפליקציה באופן אוטומטי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ומוגדרת לשימוש האפליקציה עצמה </a:t>
            </a:r>
            <a:r>
              <a:rPr lang="he-IL" sz="3600" u="sng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בלבד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en-US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613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מעוגל 4"/>
          <p:cNvSpPr/>
          <p:nvPr/>
        </p:nvSpPr>
        <p:spPr>
          <a:xfrm>
            <a:off x="352697" y="1456509"/>
            <a:ext cx="4807132" cy="212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8800" dirty="0"/>
              <a:t>אפליקציה</a:t>
            </a:r>
          </a:p>
        </p:txBody>
      </p:sp>
      <p:sp>
        <p:nvSpPr>
          <p:cNvPr id="7" name="מלבן מעוגל 6"/>
          <p:cNvSpPr/>
          <p:nvPr/>
        </p:nvSpPr>
        <p:spPr>
          <a:xfrm>
            <a:off x="6884125" y="3742509"/>
            <a:ext cx="4807132" cy="212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8800" dirty="0"/>
              <a:t>קובץ</a:t>
            </a:r>
          </a:p>
        </p:txBody>
      </p:sp>
      <p:sp>
        <p:nvSpPr>
          <p:cNvPr id="8" name="חץ מכופף 7"/>
          <p:cNvSpPr/>
          <p:nvPr/>
        </p:nvSpPr>
        <p:spPr>
          <a:xfrm rot="5400000">
            <a:off x="6968834" y="385556"/>
            <a:ext cx="1822400" cy="4813398"/>
          </a:xfrm>
          <a:prstGeom prst="bentArrow">
            <a:avLst>
              <a:gd name="adj1" fmla="val 5000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6629134" y="1842001"/>
            <a:ext cx="21579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Output</a:t>
            </a:r>
            <a:endParaRPr lang="he-IL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חץ מכופף 9"/>
          <p:cNvSpPr/>
          <p:nvPr/>
        </p:nvSpPr>
        <p:spPr>
          <a:xfrm rot="16200000">
            <a:off x="3301304" y="2290669"/>
            <a:ext cx="1822400" cy="4813398"/>
          </a:xfrm>
          <a:prstGeom prst="bentArrow">
            <a:avLst>
              <a:gd name="adj1" fmla="val 5000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1" name="מלבן 10"/>
          <p:cNvSpPr/>
          <p:nvPr/>
        </p:nvSpPr>
        <p:spPr>
          <a:xfrm>
            <a:off x="3771201" y="4572138"/>
            <a:ext cx="1645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</a:t>
            </a:r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put</a:t>
            </a:r>
            <a:endParaRPr lang="he-IL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6EB21-3D7D-A121-8F9F-75D2E0845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4A858692-36E5-E112-1B88-1E1C25515FBA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165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1639103-DD57-E70D-06D1-F0E9F4D2F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91" y="3204181"/>
            <a:ext cx="4878303" cy="2281123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הסבר מלבני מעוגל 5"/>
          <p:cNvSpPr/>
          <p:nvPr/>
        </p:nvSpPr>
        <p:spPr>
          <a:xfrm>
            <a:off x="2417471" y="1798848"/>
            <a:ext cx="3286640" cy="734458"/>
          </a:xfrm>
          <a:prstGeom prst="wedgeRoundRectCallout">
            <a:avLst>
              <a:gd name="adj1" fmla="val 42969"/>
              <a:gd name="adj2" fmla="val 16128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ערוץ גישה לקובץ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3244645" y="5871282"/>
            <a:ext cx="3130030" cy="734458"/>
          </a:xfrm>
          <a:prstGeom prst="wedgeRoundRectCallout">
            <a:avLst>
              <a:gd name="adj1" fmla="val 38654"/>
              <a:gd name="adj2" fmla="val -11140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8759238" y="2515427"/>
            <a:ext cx="2370878" cy="1165315"/>
          </a:xfrm>
          <a:prstGeom prst="wedgeRoundRectCallout">
            <a:avLst>
              <a:gd name="adj1" fmla="val -76067"/>
              <a:gd name="adj2" fmla="val 10053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5034115" y="747371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כתיבת טקסט לתוך הקובץ</a:t>
            </a:r>
          </a:p>
        </p:txBody>
      </p:sp>
    </p:spTree>
    <p:extLst>
      <p:ext uri="{BB962C8B-B14F-4D97-AF65-F5344CB8AC3E}">
        <p14:creationId xmlns:p14="http://schemas.microsoft.com/office/powerpoint/2010/main" val="216526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6EF684-8ACB-E4D9-B5E1-E5429A78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70" y="2997746"/>
            <a:ext cx="6576490" cy="2409096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הסבר מלבני מעוגל 5"/>
          <p:cNvSpPr/>
          <p:nvPr/>
        </p:nvSpPr>
        <p:spPr>
          <a:xfrm>
            <a:off x="1080284" y="1484118"/>
            <a:ext cx="3286640" cy="734458"/>
          </a:xfrm>
          <a:prstGeom prst="wedgeRoundRectCallout">
            <a:avLst>
              <a:gd name="adj1" fmla="val 42969"/>
              <a:gd name="adj2" fmla="val 16128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 + סוג גישה אליו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(לאפליקציה הזאת בלבד)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7030410" y="5039613"/>
            <a:ext cx="3130030" cy="734458"/>
          </a:xfrm>
          <a:prstGeom prst="wedgeRoundRectCallout">
            <a:avLst>
              <a:gd name="adj1" fmla="val -79458"/>
              <a:gd name="adj2" fmla="val -12613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8868489" y="2131969"/>
            <a:ext cx="2370878" cy="1165315"/>
          </a:xfrm>
          <a:prstGeom prst="wedgeRoundRectCallout">
            <a:avLst>
              <a:gd name="adj1" fmla="val -76067"/>
              <a:gd name="adj2" fmla="val 10053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5034115" y="747371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כתיבת טקסט לתוך הקובץ</a:t>
            </a:r>
          </a:p>
        </p:txBody>
      </p:sp>
      <p:sp>
        <p:nvSpPr>
          <p:cNvPr id="10" name="הסבר מלבני מעוגל 6">
            <a:extLst>
              <a:ext uri="{FF2B5EF4-FFF2-40B4-BE49-F238E27FC236}">
                <a16:creationId xmlns:a16="http://schemas.microsoft.com/office/drawing/2014/main" id="{00E10F4E-7C86-5EAC-96E6-885AEE28AD18}"/>
              </a:ext>
            </a:extLst>
          </p:cNvPr>
          <p:cNvSpPr/>
          <p:nvPr/>
        </p:nvSpPr>
        <p:spPr>
          <a:xfrm>
            <a:off x="2212258" y="5774071"/>
            <a:ext cx="4069356" cy="734458"/>
          </a:xfrm>
          <a:prstGeom prst="wedgeRoundRectCallout">
            <a:avLst>
              <a:gd name="adj1" fmla="val -19295"/>
              <a:gd name="adj2" fmla="val -16629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כתיבת טקסט לקובץ וסגירת גישה אליו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2950AC4-AFC9-4D04-EFCC-D10DBFFC27BD}"/>
                  </a:ext>
                </a:extLst>
              </p14:cNvPr>
              <p14:cNvContentPartPr/>
              <p14:nvPr/>
            </p14:nvContentPartPr>
            <p14:xfrm>
              <a:off x="2698177" y="3419284"/>
              <a:ext cx="3150000" cy="369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2950AC4-AFC9-4D04-EFCC-D10DBFFC2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9177" y="3410284"/>
                <a:ext cx="31676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34EE4F-37C3-A140-07A2-05A1506AA3EE}"/>
                  </a:ext>
                </a:extLst>
              </p14:cNvPr>
              <p14:cNvContentPartPr/>
              <p14:nvPr/>
            </p14:nvContentPartPr>
            <p14:xfrm>
              <a:off x="1637977" y="4512244"/>
              <a:ext cx="2628000" cy="423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34EE4F-37C3-A140-07A2-05A1506AA3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29337" y="4503244"/>
                <a:ext cx="2645640" cy="4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56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921457-1B4F-C374-EB0D-D4207B05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84" y="2554269"/>
            <a:ext cx="6911666" cy="2819613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6" name="הסבר מלבני מעוגל 5"/>
          <p:cNvSpPr/>
          <p:nvPr/>
        </p:nvSpPr>
        <p:spPr>
          <a:xfrm>
            <a:off x="1080284" y="1484118"/>
            <a:ext cx="3286640" cy="734458"/>
          </a:xfrm>
          <a:prstGeom prst="wedgeRoundRectCallout">
            <a:avLst>
              <a:gd name="adj1" fmla="val 19335"/>
              <a:gd name="adj2" fmla="val 10372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 + סוג גישה אליו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(לאפליקציה הזאת בלבד)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7030410" y="5039613"/>
            <a:ext cx="3130030" cy="734458"/>
          </a:xfrm>
          <a:prstGeom prst="wedgeRoundRectCallout">
            <a:avLst>
              <a:gd name="adj1" fmla="val -80086"/>
              <a:gd name="adj2" fmla="val -15023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8868489" y="2131969"/>
            <a:ext cx="2370878" cy="1165315"/>
          </a:xfrm>
          <a:prstGeom prst="wedgeRoundRectCallout">
            <a:avLst>
              <a:gd name="adj1" fmla="val -126662"/>
              <a:gd name="adj2" fmla="val 8956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5034115" y="747371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כתיבת טקסט לתוך הקובץ</a:t>
            </a:r>
          </a:p>
        </p:txBody>
      </p:sp>
      <p:sp>
        <p:nvSpPr>
          <p:cNvPr id="10" name="הסבר מלבני מעוגל 6">
            <a:extLst>
              <a:ext uri="{FF2B5EF4-FFF2-40B4-BE49-F238E27FC236}">
                <a16:creationId xmlns:a16="http://schemas.microsoft.com/office/drawing/2014/main" id="{00E10F4E-7C86-5EAC-96E6-885AEE28AD18}"/>
              </a:ext>
            </a:extLst>
          </p:cNvPr>
          <p:cNvSpPr/>
          <p:nvPr/>
        </p:nvSpPr>
        <p:spPr>
          <a:xfrm>
            <a:off x="2723604" y="5882225"/>
            <a:ext cx="4069356" cy="734458"/>
          </a:xfrm>
          <a:prstGeom prst="wedgeRoundRectCallout">
            <a:avLst>
              <a:gd name="adj1" fmla="val -19295"/>
              <a:gd name="adj2" fmla="val -16629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הוספת</a:t>
            </a: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טקסט לקובץ וסגירת גישה אליו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FA81C7-4C62-954C-0778-C2C98FD99F51}"/>
                  </a:ext>
                </a:extLst>
              </p14:cNvPr>
              <p14:cNvContentPartPr/>
              <p14:nvPr/>
            </p14:nvContentPartPr>
            <p14:xfrm>
              <a:off x="2755057" y="3011764"/>
              <a:ext cx="3955680" cy="522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FA81C7-4C62-954C-0778-C2C98FD99F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6057" y="3003124"/>
                <a:ext cx="397332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AC4C6D-5BD7-8748-9521-2CEA9B4F56C8}"/>
                  </a:ext>
                </a:extLst>
              </p14:cNvPr>
              <p14:cNvContentPartPr/>
              <p14:nvPr/>
            </p14:nvContentPartPr>
            <p14:xfrm>
              <a:off x="1549417" y="4363564"/>
              <a:ext cx="3463200" cy="551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AC4C6D-5BD7-8748-9521-2CEA9B4F56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0777" y="4354564"/>
                <a:ext cx="3480840" cy="5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5369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6941575" y="1503364"/>
            <a:ext cx="4670322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מיקום הקובץ ניתן לראות בעזרת כלי "ניהול קבצים"</a:t>
            </a:r>
          </a:p>
          <a:p>
            <a:pPr algn="r" rtl="1"/>
            <a:endParaRPr lang="he-IL" sz="32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קבצים פנימיים של אפליקציות נמצאים בתיקיות עם שמות של האפליקציות (</a:t>
            </a:r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package name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08DE9-642C-BBB1-E4FA-910C64EE1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94" y="1179439"/>
            <a:ext cx="6410986" cy="54180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84ED63C-C55B-A684-4BDF-F8AE42E86926}"/>
                  </a:ext>
                </a:extLst>
              </p14:cNvPr>
              <p14:cNvContentPartPr/>
              <p14:nvPr/>
            </p14:nvContentPartPr>
            <p14:xfrm>
              <a:off x="269257" y="1120324"/>
              <a:ext cx="1546200" cy="38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84ED63C-C55B-A684-4BDF-F8AE42E869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617" y="1111684"/>
                <a:ext cx="156384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1242B3B-20D2-490A-39DA-4635C6D69171}"/>
                  </a:ext>
                </a:extLst>
              </p14:cNvPr>
              <p14:cNvContentPartPr/>
              <p14:nvPr/>
            </p14:nvContentPartPr>
            <p14:xfrm>
              <a:off x="318577" y="5421244"/>
              <a:ext cx="1518840" cy="434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1242B3B-20D2-490A-39DA-4635C6D691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937" y="5412604"/>
                <a:ext cx="153648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E9F8F17-C917-EE91-30C8-4DA36C9C004B}"/>
                  </a:ext>
                </a:extLst>
              </p14:cNvPr>
              <p14:cNvContentPartPr/>
              <p14:nvPr/>
            </p14:nvContentPartPr>
            <p14:xfrm>
              <a:off x="6217897" y="4374364"/>
              <a:ext cx="817560" cy="241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E9F8F17-C917-EE91-30C8-4DA36C9C004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09257" y="4365724"/>
                <a:ext cx="835200" cy="24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314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6941575" y="1503364"/>
            <a:ext cx="4670322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מיקום הקובץ ניתן לראות בעזרת כלי "ניהול קבצים"</a:t>
            </a:r>
          </a:p>
          <a:p>
            <a:pPr algn="r" rtl="1"/>
            <a:endParaRPr lang="he-IL" sz="32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קבצים פנימיים של אפליקציות נמצאים בתיקיות עם שמות של האפליקציות (</a:t>
            </a:r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package name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D04AF-B36F-3CE0-9445-C7A930CD6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93" y="1219007"/>
            <a:ext cx="3961962" cy="43853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F822A8-05A7-6866-33E9-1B2367F181BD}"/>
                  </a:ext>
                </a:extLst>
              </p14:cNvPr>
              <p14:cNvContentPartPr/>
              <p14:nvPr/>
            </p14:nvContentPartPr>
            <p14:xfrm>
              <a:off x="684337" y="3174844"/>
              <a:ext cx="3997080" cy="563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F822A8-05A7-6866-33E9-1B2367F181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337" y="3165844"/>
                <a:ext cx="4014720" cy="58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13BC4-516F-C7EF-67DA-9301B8CF5EA8}"/>
              </a:ext>
            </a:extLst>
          </p:cNvPr>
          <p:cNvGrpSpPr/>
          <p:nvPr/>
        </p:nvGrpSpPr>
        <p:grpSpPr>
          <a:xfrm>
            <a:off x="1163857" y="4569844"/>
            <a:ext cx="2943720" cy="1170360"/>
            <a:chOff x="1163857" y="4569844"/>
            <a:chExt cx="2943720" cy="11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A777D8-BF1B-EA30-B6CD-2A25AC1DCBC6}"/>
                    </a:ext>
                  </a:extLst>
                </p14:cNvPr>
                <p14:cNvContentPartPr/>
                <p14:nvPr/>
              </p14:nvContentPartPr>
              <p14:xfrm>
                <a:off x="1163857" y="4569844"/>
                <a:ext cx="1713240" cy="480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A777D8-BF1B-EA30-B6CD-2A25AC1DCB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4857" y="4560844"/>
                  <a:ext cx="17308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C2F901-E6EB-38B0-32DD-D32887D05287}"/>
                    </a:ext>
                  </a:extLst>
                </p14:cNvPr>
                <p14:cNvContentPartPr/>
                <p14:nvPr/>
              </p14:nvContentPartPr>
              <p14:xfrm>
                <a:off x="2336017" y="4985644"/>
                <a:ext cx="1771560" cy="754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C2F901-E6EB-38B0-32DD-D32887D052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27017" y="4977004"/>
                  <a:ext cx="1789200" cy="77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34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1258529" y="1503364"/>
            <a:ext cx="1035336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אם רוצים לצור תיקיה פנימית "משלנו" ולשמור בה קובץ טקסט,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צריך </a:t>
            </a:r>
            <a:r>
              <a:rPr lang="he-IL" sz="3200" u="sng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קודם כל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לצור את התיקיה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064FFB-BC73-7F6F-8B18-DD07EA34D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6335" y="4194814"/>
            <a:ext cx="8816899" cy="1159822"/>
          </a:xfrm>
          <a:prstGeom prst="rect">
            <a:avLst/>
          </a:prstGeom>
        </p:spPr>
      </p:pic>
      <p:sp>
        <p:nvSpPr>
          <p:cNvPr id="14" name="הסבר מלבני מעוגל 7">
            <a:extLst>
              <a:ext uri="{FF2B5EF4-FFF2-40B4-BE49-F238E27FC236}">
                <a16:creationId xmlns:a16="http://schemas.microsoft.com/office/drawing/2014/main" id="{DDBF9F57-0908-916C-9E70-D7BC9D1C7DE2}"/>
              </a:ext>
            </a:extLst>
          </p:cNvPr>
          <p:cNvSpPr/>
          <p:nvPr/>
        </p:nvSpPr>
        <p:spPr>
          <a:xfrm>
            <a:off x="7673869" y="3132075"/>
            <a:ext cx="2743408" cy="634098"/>
          </a:xfrm>
          <a:prstGeom prst="wedgeRoundRectCallout">
            <a:avLst>
              <a:gd name="adj1" fmla="val -4808"/>
              <a:gd name="adj2" fmla="val 12987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קביעת מיקום עבור תיקיה</a:t>
            </a:r>
          </a:p>
        </p:txBody>
      </p:sp>
      <p:sp>
        <p:nvSpPr>
          <p:cNvPr id="16" name="הסבר מלבני מעוגל 7">
            <a:extLst>
              <a:ext uri="{FF2B5EF4-FFF2-40B4-BE49-F238E27FC236}">
                <a16:creationId xmlns:a16="http://schemas.microsoft.com/office/drawing/2014/main" id="{2D9C8074-FB35-5A7B-20AC-817FDC52D7E9}"/>
              </a:ext>
            </a:extLst>
          </p:cNvPr>
          <p:cNvSpPr/>
          <p:nvPr/>
        </p:nvSpPr>
        <p:spPr>
          <a:xfrm>
            <a:off x="240579" y="3346396"/>
            <a:ext cx="2743408" cy="634098"/>
          </a:xfrm>
          <a:prstGeom prst="wedgeRoundRectCallout">
            <a:avLst>
              <a:gd name="adj1" fmla="val 46801"/>
              <a:gd name="adj2" fmla="val 18104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יצירת תיקיה חדשה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או גישה לתיקיה קיימת</a:t>
            </a:r>
          </a:p>
        </p:txBody>
      </p:sp>
      <p:sp>
        <p:nvSpPr>
          <p:cNvPr id="17" name="הסבר מלבני מעוגל 7">
            <a:extLst>
              <a:ext uri="{FF2B5EF4-FFF2-40B4-BE49-F238E27FC236}">
                <a16:creationId xmlns:a16="http://schemas.microsoft.com/office/drawing/2014/main" id="{ED3C1A33-3EE7-691F-0939-C9B4C794AB0A}"/>
              </a:ext>
            </a:extLst>
          </p:cNvPr>
          <p:cNvSpPr/>
          <p:nvPr/>
        </p:nvSpPr>
        <p:spPr>
          <a:xfrm>
            <a:off x="4724295" y="5862352"/>
            <a:ext cx="3456143" cy="634098"/>
          </a:xfrm>
          <a:prstGeom prst="wedgeRoundRectCallout">
            <a:avLst>
              <a:gd name="adj1" fmla="val -38497"/>
              <a:gd name="adj2" fmla="val -12907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"מסלול" (מיקום) קובץ בתיקיה</a:t>
            </a:r>
          </a:p>
        </p:txBody>
      </p:sp>
    </p:spTree>
    <p:extLst>
      <p:ext uri="{BB962C8B-B14F-4D97-AF65-F5344CB8AC3E}">
        <p14:creationId xmlns:p14="http://schemas.microsoft.com/office/powerpoint/2010/main" val="415228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6" y="1837660"/>
            <a:ext cx="1035336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שמירת קובץ טקסט בתיקיה "משנו"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7867E-8D77-4877-4972-0FE395153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197" y="2996757"/>
            <a:ext cx="6995786" cy="197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88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6" y="1837660"/>
            <a:ext cx="1035336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גם במקרה הזה תיקיה וקבצים בה נמצאים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בתוך "תיקיית אם" של אפליקציה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4FDE6E-33D3-E941-68C3-57D30FC43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3356" y="3205985"/>
            <a:ext cx="3485287" cy="28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4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2885839" y="-64493"/>
            <a:ext cx="642034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885999" y="1139569"/>
            <a:ext cx="1035336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קבצים האלה מיועדים לשמירת נתונים קצרים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(שם משתמש, סיסמה, כתובת הדוא"ל...)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ולא לשמירת טקסטים או קבוצות גדולות של נתונים.</a:t>
            </a:r>
          </a:p>
          <a:p>
            <a:pPr algn="ctr" rtl="1"/>
            <a:endParaRPr lang="he-IL" sz="32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מדובר בקבצי טקסט, אבל עם מבנה מסוים,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שנוצר באופן אוטומטי.</a:t>
            </a:r>
          </a:p>
          <a:p>
            <a:pPr algn="ctr" rtl="1"/>
            <a:endParaRPr lang="he-IL" sz="32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שמירת נתונים בקבצי </a:t>
            </a:r>
            <a:r>
              <a:rPr lang="en-US" sz="32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SharedPreferences</a:t>
            </a:r>
            <a:endParaRPr lang="he-IL" sz="32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מתבצעת לפי שיטה "מפתח-ערך"</a:t>
            </a:r>
          </a:p>
        </p:txBody>
      </p:sp>
    </p:spTree>
    <p:extLst>
      <p:ext uri="{BB962C8B-B14F-4D97-AF65-F5344CB8AC3E}">
        <p14:creationId xmlns:p14="http://schemas.microsoft.com/office/powerpoint/2010/main" val="172600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2885839" y="-64493"/>
            <a:ext cx="642034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FBEE05-AB41-1F69-50B5-A446115DC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096" y="2647603"/>
            <a:ext cx="6719816" cy="3281248"/>
          </a:xfrm>
          <a:prstGeom prst="rect">
            <a:avLst/>
          </a:prstGeom>
        </p:spPr>
      </p:pic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4359A635-7F32-C2AE-8136-317B45326796}"/>
              </a:ext>
            </a:extLst>
          </p:cNvPr>
          <p:cNvSpPr/>
          <p:nvPr/>
        </p:nvSpPr>
        <p:spPr>
          <a:xfrm>
            <a:off x="8249264" y="1431956"/>
            <a:ext cx="1666567" cy="634098"/>
          </a:xfrm>
          <a:prstGeom prst="wedgeRoundRectCallout">
            <a:avLst>
              <a:gd name="adj1" fmla="val -82094"/>
              <a:gd name="adj2" fmla="val 15623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</a:t>
            </a:r>
          </a:p>
        </p:txBody>
      </p:sp>
      <p:sp>
        <p:nvSpPr>
          <p:cNvPr id="7" name="הסבר מלבני מעוגל 7">
            <a:extLst>
              <a:ext uri="{FF2B5EF4-FFF2-40B4-BE49-F238E27FC236}">
                <a16:creationId xmlns:a16="http://schemas.microsoft.com/office/drawing/2014/main" id="{7B444E4D-9066-68A2-EDFE-1B647DB56B29}"/>
              </a:ext>
            </a:extLst>
          </p:cNvPr>
          <p:cNvSpPr/>
          <p:nvPr/>
        </p:nvSpPr>
        <p:spPr>
          <a:xfrm>
            <a:off x="9306187" y="3679989"/>
            <a:ext cx="1666567" cy="634098"/>
          </a:xfrm>
          <a:prstGeom prst="wedgeRoundRectCallout">
            <a:avLst>
              <a:gd name="adj1" fmla="val -103333"/>
              <a:gd name="adj2" fmla="val -657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"מפתחות" עבור הערכים</a:t>
            </a: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C8622CF1-C4C2-AF01-00C5-EF4A1AE184A4}"/>
              </a:ext>
            </a:extLst>
          </p:cNvPr>
          <p:cNvSpPr/>
          <p:nvPr/>
        </p:nvSpPr>
        <p:spPr>
          <a:xfrm>
            <a:off x="9087462" y="5202627"/>
            <a:ext cx="1885292" cy="1090018"/>
          </a:xfrm>
          <a:prstGeom prst="wedgeRoundRectCallout">
            <a:avLst>
              <a:gd name="adj1" fmla="val -159106"/>
              <a:gd name="adj2" fmla="val -28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עבור גישה לקובץ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ועבודה אתו</a:t>
            </a:r>
          </a:p>
        </p:txBody>
      </p:sp>
    </p:spTree>
    <p:extLst>
      <p:ext uri="{BB962C8B-B14F-4D97-AF65-F5344CB8AC3E}">
        <p14:creationId xmlns:p14="http://schemas.microsoft.com/office/powerpoint/2010/main" val="3763750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782CA5-A94E-8A21-CD0C-912EBE16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94" y="2204551"/>
            <a:ext cx="8682033" cy="3390004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2885839" y="-64493"/>
            <a:ext cx="642034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4359A635-7F32-C2AE-8136-317B45326796}"/>
              </a:ext>
            </a:extLst>
          </p:cNvPr>
          <p:cNvSpPr/>
          <p:nvPr/>
        </p:nvSpPr>
        <p:spPr>
          <a:xfrm>
            <a:off x="6440128" y="1558370"/>
            <a:ext cx="1666567" cy="634098"/>
          </a:xfrm>
          <a:prstGeom prst="wedgeRoundRectCallout">
            <a:avLst>
              <a:gd name="adj1" fmla="val -82094"/>
              <a:gd name="adj2" fmla="val 15623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קליטת נתונים</a:t>
            </a:r>
          </a:p>
        </p:txBody>
      </p:sp>
      <p:sp>
        <p:nvSpPr>
          <p:cNvPr id="7" name="הסבר מלבני מעוגל 7">
            <a:extLst>
              <a:ext uri="{FF2B5EF4-FFF2-40B4-BE49-F238E27FC236}">
                <a16:creationId xmlns:a16="http://schemas.microsoft.com/office/drawing/2014/main" id="{7B444E4D-9066-68A2-EDFE-1B647DB56B29}"/>
              </a:ext>
            </a:extLst>
          </p:cNvPr>
          <p:cNvSpPr/>
          <p:nvPr/>
        </p:nvSpPr>
        <p:spPr>
          <a:xfrm>
            <a:off x="9817464" y="3429000"/>
            <a:ext cx="1666567" cy="634098"/>
          </a:xfrm>
          <a:prstGeom prst="wedgeRoundRectCallout">
            <a:avLst>
              <a:gd name="adj1" fmla="val -103333"/>
              <a:gd name="adj2" fmla="val -657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לביצוע פעולות</a:t>
            </a: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C8622CF1-C4C2-AF01-00C5-EF4A1AE184A4}"/>
              </a:ext>
            </a:extLst>
          </p:cNvPr>
          <p:cNvSpPr/>
          <p:nvPr/>
        </p:nvSpPr>
        <p:spPr>
          <a:xfrm>
            <a:off x="9087462" y="5202627"/>
            <a:ext cx="1885292" cy="1090018"/>
          </a:xfrm>
          <a:prstGeom prst="wedgeRoundRectCallout">
            <a:avLst>
              <a:gd name="adj1" fmla="val -259760"/>
              <a:gd name="adj2" fmla="val -9950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הכנת זוגות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"מפתח-ערך"</a:t>
            </a:r>
          </a:p>
        </p:txBody>
      </p:sp>
      <p:sp>
        <p:nvSpPr>
          <p:cNvPr id="13" name="הסבר מלבני מעוגל 7">
            <a:extLst>
              <a:ext uri="{FF2B5EF4-FFF2-40B4-BE49-F238E27FC236}">
                <a16:creationId xmlns:a16="http://schemas.microsoft.com/office/drawing/2014/main" id="{84D408B0-3D26-3511-CCBD-444BA445997C}"/>
              </a:ext>
            </a:extLst>
          </p:cNvPr>
          <p:cNvSpPr/>
          <p:nvPr/>
        </p:nvSpPr>
        <p:spPr>
          <a:xfrm>
            <a:off x="3657554" y="5975596"/>
            <a:ext cx="1666567" cy="634098"/>
          </a:xfrm>
          <a:prstGeom prst="wedgeRoundRectCallout">
            <a:avLst>
              <a:gd name="adj1" fmla="val -103333"/>
              <a:gd name="adj2" fmla="val -13217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כתיבת נתונים לקובץ</a:t>
            </a:r>
          </a:p>
        </p:txBody>
      </p:sp>
    </p:spTree>
    <p:extLst>
      <p:ext uri="{BB962C8B-B14F-4D97-AF65-F5344CB8AC3E}">
        <p14:creationId xmlns:p14="http://schemas.microsoft.com/office/powerpoint/2010/main" val="1038863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גם עבור </a:t>
            </a:r>
            <a:r>
              <a:rPr lang="en-US" sz="32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SharedPreferences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נוצרת תיקיה פנימית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וקבצים בה נמצאים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בתוך "תיקיית אם" של אפליקציה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A93D4-7F2E-F071-295C-9BED688FF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966" y="3000351"/>
            <a:ext cx="3384067" cy="33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2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מבנה קובץ של </a:t>
            </a:r>
            <a:r>
              <a:rPr lang="en-US" sz="32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SharedPreferences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נקבע אוטומטי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0D8DD-D476-B268-28F8-D6A93A7C6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980" y="2830702"/>
            <a:ext cx="7042039" cy="229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8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קריאת טקסט מקובץ פנימי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הנמצא בתיקיית תקן (</a:t>
            </a:r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files</a:t>
            </a:r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7EE71E-9373-4571-E474-1619B798E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981" y="2639597"/>
            <a:ext cx="6277161" cy="39381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9DB41F5-5238-34DA-F40C-7C8138A53DD0}"/>
                  </a:ext>
                </a:extLst>
              </p14:cNvPr>
              <p14:cNvContentPartPr/>
              <p14:nvPr/>
            </p14:nvContentPartPr>
            <p14:xfrm>
              <a:off x="3531577" y="3938404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9DB41F5-5238-34DA-F40C-7C8138A53D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77937" y="383076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FAB6B6F-E255-3FE9-093C-E5726C6D8128}"/>
                  </a:ext>
                </a:extLst>
              </p14:cNvPr>
              <p14:cNvContentPartPr/>
              <p14:nvPr/>
            </p14:nvContentPartPr>
            <p14:xfrm>
              <a:off x="3493777" y="3808804"/>
              <a:ext cx="4761360" cy="132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FAB6B6F-E255-3FE9-093C-E5726C6D81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40137" y="3700804"/>
                <a:ext cx="48690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006649-98BB-3EA1-3EBD-55DF8E4E6507}"/>
                  </a:ext>
                </a:extLst>
              </p14:cNvPr>
              <p14:cNvContentPartPr/>
              <p14:nvPr/>
            </p14:nvContentPartPr>
            <p14:xfrm>
              <a:off x="4019377" y="4947844"/>
              <a:ext cx="1961640" cy="46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006649-98BB-3EA1-3EBD-55DF8E4E65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65377" y="4840204"/>
                <a:ext cx="20692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E3429E9-5D6C-5CC5-40DE-BD589FD79E2E}"/>
                  </a:ext>
                </a:extLst>
              </p14:cNvPr>
              <p14:cNvContentPartPr/>
              <p14:nvPr/>
            </p14:nvContentPartPr>
            <p14:xfrm>
              <a:off x="3451657" y="5635084"/>
              <a:ext cx="4534200" cy="87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E3429E9-5D6C-5CC5-40DE-BD589FD79E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98017" y="5527084"/>
                <a:ext cx="4641840" cy="30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6959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A92A361-0F77-0C73-2C3A-73FAA5BE4479}"/>
              </a:ext>
            </a:extLst>
          </p:cNvPr>
          <p:cNvSpPr/>
          <p:nvPr/>
        </p:nvSpPr>
        <p:spPr>
          <a:xfrm>
            <a:off x="3252922" y="-64493"/>
            <a:ext cx="56861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internal storage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קריאת טקסט מקובץ פנימי</a:t>
            </a:r>
          </a:p>
          <a:p>
            <a:pPr algn="ctr" rtl="1"/>
            <a:r>
              <a:rPr lang="he-IL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הנמצא בתיקיה "משלנו"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9DB41F5-5238-34DA-F40C-7C8138A53DD0}"/>
                  </a:ext>
                </a:extLst>
              </p14:cNvPr>
              <p14:cNvContentPartPr/>
              <p14:nvPr/>
            </p14:nvContentPartPr>
            <p14:xfrm>
              <a:off x="3531577" y="3938404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9DB41F5-5238-34DA-F40C-7C8138A53D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77937" y="3830764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F59B96C-71D4-672B-E4A2-D4BB8B626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20" y="2153422"/>
            <a:ext cx="11064941" cy="396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F73B2-9B5D-044D-EE3E-7F52E2B3E3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3952" y="2837060"/>
            <a:ext cx="7517476" cy="37013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791C87-9F79-E590-A7E7-0D9BF2121EE5}"/>
                  </a:ext>
                </a:extLst>
              </p14:cNvPr>
              <p14:cNvContentPartPr/>
              <p14:nvPr/>
            </p14:nvContentPartPr>
            <p14:xfrm>
              <a:off x="2979337" y="4006804"/>
              <a:ext cx="4610880" cy="104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791C87-9F79-E590-A7E7-0D9BF2121E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25337" y="3898804"/>
                <a:ext cx="471852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0C312A2-3319-7582-7B1B-7756A9ACF4D2}"/>
                  </a:ext>
                </a:extLst>
              </p14:cNvPr>
              <p14:cNvContentPartPr/>
              <p14:nvPr/>
            </p14:nvContentPartPr>
            <p14:xfrm>
              <a:off x="3531577" y="5041804"/>
              <a:ext cx="2095200" cy="59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0C312A2-3319-7582-7B1B-7756A9ACF4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77937" y="4934164"/>
                <a:ext cx="220284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A3D2689-EE1F-CE9F-54A9-06B7597E83FD}"/>
                  </a:ext>
                </a:extLst>
              </p14:cNvPr>
              <p14:cNvContentPartPr/>
              <p14:nvPr/>
            </p14:nvContentPartPr>
            <p14:xfrm>
              <a:off x="3089137" y="5737324"/>
              <a:ext cx="4357080" cy="165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A3D2689-EE1F-CE9F-54A9-06B7597E83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35497" y="5629684"/>
                <a:ext cx="4464720" cy="3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6523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2334</TotalTime>
  <Words>430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Assistant</vt:lpstr>
      <vt:lpstr>Levenim MT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227</cp:revision>
  <dcterms:created xsi:type="dcterms:W3CDTF">2019-01-05T16:01:25Z</dcterms:created>
  <dcterms:modified xsi:type="dcterms:W3CDTF">2023-06-22T10:17:49Z</dcterms:modified>
</cp:coreProperties>
</file>