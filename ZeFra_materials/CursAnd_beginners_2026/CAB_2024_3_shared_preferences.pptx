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39" r:id="rId3"/>
    <p:sldId id="398" r:id="rId4"/>
    <p:sldId id="399" r:id="rId5"/>
    <p:sldId id="400" r:id="rId6"/>
    <p:sldId id="401" r:id="rId7"/>
    <p:sldId id="40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009749" y="1791679"/>
            <a:ext cx="9203160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קבצי </a:t>
            </a:r>
            <a:r>
              <a:rPr lang="en-US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SharedPreferences</a:t>
            </a:r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:</a:t>
            </a:r>
            <a:endParaRPr lang="he-IL" sz="6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כתיבה / שליפה</a:t>
            </a:r>
          </a:p>
          <a:p>
            <a:pPr algn="ctr" rtl="1"/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XML files in internal storage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A6995-93F8-B5D8-1FF4-3C2EB4B49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99BC38-E1AB-BC94-ADF8-7638FC6A0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1384242" y="1791679"/>
            <a:ext cx="9953898" cy="370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קבצים האלה די נוחים לשמירת נתונים</a:t>
            </a:r>
          </a:p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שדומים ל"טבלה קטנה"</a:t>
            </a: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 שורה אחת</a:t>
            </a:r>
            <a:endParaRPr lang="he-IL" sz="5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B74115-C83C-542C-F908-67E80403D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4067D-F766-1CDB-53F5-121A8CABE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מלבן 4">
            <a:extLst>
              <a:ext uri="{FF2B5EF4-FFF2-40B4-BE49-F238E27FC236}">
                <a16:creationId xmlns:a16="http://schemas.microsoft.com/office/drawing/2014/main" id="{9DED6FC7-1A09-0115-6910-D0CBD0FBC0B3}"/>
              </a:ext>
            </a:extLst>
          </p:cNvPr>
          <p:cNvSpPr/>
          <p:nvPr/>
        </p:nvSpPr>
        <p:spPr>
          <a:xfrm>
            <a:off x="3716594" y="56709"/>
            <a:ext cx="682358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</a:t>
            </a:r>
            <a:r>
              <a:rPr lang="en-US" sz="4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SharedPreferences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8238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2510068" y="1473866"/>
            <a:ext cx="7675498" cy="452431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האלה מיועדים לשמירת נתונים קצרים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(שם משתמש, סיסמה, כתובת הדוא"ל...)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ולא לשמירת טקסטים או קבוצות גדולות של נתונים.</a:t>
            </a: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מדובר בקבצי טקסט, אבל עם מבנה מסוים,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שנוצר באופן אוטומטי.</a:t>
            </a: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שמירת נתונים בקבצי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SharedPreferences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מתבצעת לפי שיטה </a:t>
            </a: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"מפתח-ערך"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BEA3D9CC-733B-511B-5FB3-2EC8DB194416}"/>
              </a:ext>
            </a:extLst>
          </p:cNvPr>
          <p:cNvSpPr/>
          <p:nvPr/>
        </p:nvSpPr>
        <p:spPr>
          <a:xfrm>
            <a:off x="3716594" y="56709"/>
            <a:ext cx="682358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</a:t>
            </a:r>
            <a:r>
              <a:rPr lang="en-US" sz="4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SharedPreferences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772EB0-D7E6-7099-6E2F-F719E0464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0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FBEE05-AB41-1F69-50B5-A446115DC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096" y="2647603"/>
            <a:ext cx="6719816" cy="3281248"/>
          </a:xfrm>
          <a:prstGeom prst="rect">
            <a:avLst/>
          </a:prstGeom>
        </p:spPr>
      </p:pic>
      <p:sp>
        <p:nvSpPr>
          <p:cNvPr id="6" name="הסבר מלבני מעוגל 7">
            <a:extLst>
              <a:ext uri="{FF2B5EF4-FFF2-40B4-BE49-F238E27FC236}">
                <a16:creationId xmlns:a16="http://schemas.microsoft.com/office/drawing/2014/main" id="{4359A635-7F32-C2AE-8136-317B45326796}"/>
              </a:ext>
            </a:extLst>
          </p:cNvPr>
          <p:cNvSpPr/>
          <p:nvPr/>
        </p:nvSpPr>
        <p:spPr>
          <a:xfrm>
            <a:off x="8249264" y="1431956"/>
            <a:ext cx="1666567" cy="634098"/>
          </a:xfrm>
          <a:prstGeom prst="wedgeRoundRectCallout">
            <a:avLst>
              <a:gd name="adj1" fmla="val -82094"/>
              <a:gd name="adj2" fmla="val 15623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שם הקובץ</a:t>
            </a:r>
          </a:p>
        </p:txBody>
      </p:sp>
      <p:sp>
        <p:nvSpPr>
          <p:cNvPr id="7" name="הסבר מלבני מעוגל 7">
            <a:extLst>
              <a:ext uri="{FF2B5EF4-FFF2-40B4-BE49-F238E27FC236}">
                <a16:creationId xmlns:a16="http://schemas.microsoft.com/office/drawing/2014/main" id="{7B444E4D-9066-68A2-EDFE-1B647DB56B29}"/>
              </a:ext>
            </a:extLst>
          </p:cNvPr>
          <p:cNvSpPr/>
          <p:nvPr/>
        </p:nvSpPr>
        <p:spPr>
          <a:xfrm>
            <a:off x="9306187" y="3679989"/>
            <a:ext cx="1666567" cy="634098"/>
          </a:xfrm>
          <a:prstGeom prst="wedgeRoundRectCallout">
            <a:avLst>
              <a:gd name="adj1" fmla="val -103333"/>
              <a:gd name="adj2" fmla="val -657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"מפתחות" עבור הערכים</a:t>
            </a:r>
          </a:p>
        </p:txBody>
      </p:sp>
      <p:sp>
        <p:nvSpPr>
          <p:cNvPr id="8" name="הסבר מלבני מעוגל 7">
            <a:extLst>
              <a:ext uri="{FF2B5EF4-FFF2-40B4-BE49-F238E27FC236}">
                <a16:creationId xmlns:a16="http://schemas.microsoft.com/office/drawing/2014/main" id="{C8622CF1-C4C2-AF01-00C5-EF4A1AE184A4}"/>
              </a:ext>
            </a:extLst>
          </p:cNvPr>
          <p:cNvSpPr/>
          <p:nvPr/>
        </p:nvSpPr>
        <p:spPr>
          <a:xfrm>
            <a:off x="9087462" y="5202627"/>
            <a:ext cx="1885292" cy="1090018"/>
          </a:xfrm>
          <a:prstGeom prst="wedgeRoundRectCallout">
            <a:avLst>
              <a:gd name="adj1" fmla="val -159106"/>
              <a:gd name="adj2" fmla="val -28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עבור גישה לקובץ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ועבודה אתו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2B3D67FC-6F72-EE0F-904F-B3411A9ED61C}"/>
              </a:ext>
            </a:extLst>
          </p:cNvPr>
          <p:cNvSpPr/>
          <p:nvPr/>
        </p:nvSpPr>
        <p:spPr>
          <a:xfrm>
            <a:off x="3716594" y="56709"/>
            <a:ext cx="682358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</a:t>
            </a:r>
            <a:r>
              <a:rPr lang="en-US" sz="4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SharedPreferences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C955DB-2215-0E05-DE69-F45964823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75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782CA5-A94E-8A21-CD0C-912EBE16B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94" y="2204551"/>
            <a:ext cx="8682033" cy="3390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6" name="הסבר מלבני מעוגל 7">
            <a:extLst>
              <a:ext uri="{FF2B5EF4-FFF2-40B4-BE49-F238E27FC236}">
                <a16:creationId xmlns:a16="http://schemas.microsoft.com/office/drawing/2014/main" id="{4359A635-7F32-C2AE-8136-317B45326796}"/>
              </a:ext>
            </a:extLst>
          </p:cNvPr>
          <p:cNvSpPr/>
          <p:nvPr/>
        </p:nvSpPr>
        <p:spPr>
          <a:xfrm>
            <a:off x="6440128" y="1558370"/>
            <a:ext cx="1666567" cy="634098"/>
          </a:xfrm>
          <a:prstGeom prst="wedgeRoundRectCallout">
            <a:avLst>
              <a:gd name="adj1" fmla="val -82094"/>
              <a:gd name="adj2" fmla="val 15623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קליטת נתונים</a:t>
            </a:r>
          </a:p>
        </p:txBody>
      </p:sp>
      <p:sp>
        <p:nvSpPr>
          <p:cNvPr id="7" name="הסבר מלבני מעוגל 7">
            <a:extLst>
              <a:ext uri="{FF2B5EF4-FFF2-40B4-BE49-F238E27FC236}">
                <a16:creationId xmlns:a16="http://schemas.microsoft.com/office/drawing/2014/main" id="{7B444E4D-9066-68A2-EDFE-1B647DB56B29}"/>
              </a:ext>
            </a:extLst>
          </p:cNvPr>
          <p:cNvSpPr/>
          <p:nvPr/>
        </p:nvSpPr>
        <p:spPr>
          <a:xfrm>
            <a:off x="9817464" y="3429000"/>
            <a:ext cx="1666567" cy="634098"/>
          </a:xfrm>
          <a:prstGeom prst="wedgeRoundRectCallout">
            <a:avLst>
              <a:gd name="adj1" fmla="val -103333"/>
              <a:gd name="adj2" fmla="val -657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לביצוע פעולות</a:t>
            </a:r>
          </a:p>
        </p:txBody>
      </p:sp>
      <p:sp>
        <p:nvSpPr>
          <p:cNvPr id="8" name="הסבר מלבני מעוגל 7">
            <a:extLst>
              <a:ext uri="{FF2B5EF4-FFF2-40B4-BE49-F238E27FC236}">
                <a16:creationId xmlns:a16="http://schemas.microsoft.com/office/drawing/2014/main" id="{C8622CF1-C4C2-AF01-00C5-EF4A1AE184A4}"/>
              </a:ext>
            </a:extLst>
          </p:cNvPr>
          <p:cNvSpPr/>
          <p:nvPr/>
        </p:nvSpPr>
        <p:spPr>
          <a:xfrm>
            <a:off x="9087462" y="5202627"/>
            <a:ext cx="1885292" cy="1090018"/>
          </a:xfrm>
          <a:prstGeom prst="wedgeRoundRectCallout">
            <a:avLst>
              <a:gd name="adj1" fmla="val -259760"/>
              <a:gd name="adj2" fmla="val -99505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הכנת זוגות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"מפתח-ערך"</a:t>
            </a:r>
          </a:p>
        </p:txBody>
      </p:sp>
      <p:sp>
        <p:nvSpPr>
          <p:cNvPr id="13" name="הסבר מלבני מעוגל 7">
            <a:extLst>
              <a:ext uri="{FF2B5EF4-FFF2-40B4-BE49-F238E27FC236}">
                <a16:creationId xmlns:a16="http://schemas.microsoft.com/office/drawing/2014/main" id="{84D408B0-3D26-3511-CCBD-444BA445997C}"/>
              </a:ext>
            </a:extLst>
          </p:cNvPr>
          <p:cNvSpPr/>
          <p:nvPr/>
        </p:nvSpPr>
        <p:spPr>
          <a:xfrm>
            <a:off x="3657554" y="5975596"/>
            <a:ext cx="1666567" cy="634098"/>
          </a:xfrm>
          <a:prstGeom prst="wedgeRoundRectCallout">
            <a:avLst>
              <a:gd name="adj1" fmla="val -103333"/>
              <a:gd name="adj2" fmla="val -13217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כתיבת נתונים לקובץ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4E8AF542-D6EA-6BBE-C385-59DAEBFBFAA9}"/>
              </a:ext>
            </a:extLst>
          </p:cNvPr>
          <p:cNvSpPr/>
          <p:nvPr/>
        </p:nvSpPr>
        <p:spPr>
          <a:xfrm>
            <a:off x="3716594" y="56709"/>
            <a:ext cx="682358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</a:t>
            </a:r>
            <a:r>
              <a:rPr lang="en-US" sz="4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SharedPreferences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B43AC2-88EB-DBBB-9AC6-BFC961800B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63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919315" y="1016317"/>
            <a:ext cx="1035336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גם </a:t>
            </a:r>
            <a:r>
              <a:rPr lang="he-IL" sz="32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עבור </a:t>
            </a:r>
            <a:r>
              <a:rPr lang="en-US" sz="32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SharedPreferences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נוצרת תיקיה פנימית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וקבצים בה נמצאים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בתוך "תיקיית אם" של אפליקציה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AA93D4-7F2E-F071-295C-9BED688FF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966" y="3000351"/>
            <a:ext cx="3384067" cy="3370952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5474F234-EC8A-80E7-3A24-9CBB7FC5534A}"/>
              </a:ext>
            </a:extLst>
          </p:cNvPr>
          <p:cNvSpPr/>
          <p:nvPr/>
        </p:nvSpPr>
        <p:spPr>
          <a:xfrm>
            <a:off x="3716594" y="56709"/>
            <a:ext cx="682358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</a:t>
            </a:r>
            <a:r>
              <a:rPr lang="en-US" sz="4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SharedPreferences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14A46-ECCA-2354-0B17-F2D791ED63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120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919315" y="1016317"/>
            <a:ext cx="10353368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מבנה קובץ של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SharedPreferences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נקבע אוטומטי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A0D8DD-D476-B268-28F8-D6A93A7C6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980" y="2830702"/>
            <a:ext cx="7042039" cy="2291722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D12BFD88-A30F-A4FE-3C02-89656DD51319}"/>
              </a:ext>
            </a:extLst>
          </p:cNvPr>
          <p:cNvSpPr/>
          <p:nvPr/>
        </p:nvSpPr>
        <p:spPr>
          <a:xfrm>
            <a:off x="3716594" y="56709"/>
            <a:ext cx="682358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</a:t>
            </a:r>
            <a:r>
              <a:rPr lang="en-US" sz="4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SharedPreferences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C693F5-6A72-3955-7195-E6D0DAE7C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80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589</TotalTime>
  <Words>131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Assistant</vt:lpstr>
      <vt:lpstr>Consolas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113</cp:revision>
  <dcterms:created xsi:type="dcterms:W3CDTF">2019-01-05T16:01:25Z</dcterms:created>
  <dcterms:modified xsi:type="dcterms:W3CDTF">2024-07-07T14:27:08Z</dcterms:modified>
</cp:coreProperties>
</file>