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271" r:id="rId4"/>
    <p:sldId id="276" r:id="rId5"/>
    <p:sldId id="277" r:id="rId6"/>
    <p:sldId id="278" r:id="rId7"/>
    <p:sldId id="279" r:id="rId8"/>
    <p:sldId id="280" r:id="rId9"/>
    <p:sldId id="287" r:id="rId10"/>
    <p:sldId id="288" r:id="rId11"/>
    <p:sldId id="289" r:id="rId12"/>
    <p:sldId id="272" r:id="rId13"/>
    <p:sldId id="290" r:id="rId14"/>
    <p:sldId id="281" r:id="rId15"/>
    <p:sldId id="282" r:id="rId16"/>
    <p:sldId id="283" r:id="rId17"/>
    <p:sldId id="273" r:id="rId18"/>
    <p:sldId id="284" r:id="rId19"/>
    <p:sldId id="286" r:id="rId20"/>
    <p:sldId id="274" r:id="rId21"/>
    <p:sldId id="275" r:id="rId22"/>
    <p:sldId id="292" r:id="rId23"/>
    <p:sldId id="293" r:id="rId24"/>
    <p:sldId id="291" r:id="rId25"/>
    <p:sldId id="295" r:id="rId26"/>
    <p:sldId id="29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9:46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1 416 24575,'0'0'0,"0"0"0,0 0 0,0 0 0,0 0 0,0 0 0,0 0 0,0 0 0,0 0 0,0 0 0,14 0 0,480 19 0,799 22 0,4-106 0,-776 25 0,572-39 0,1 50 0,-676 35 0,387 2 0,-5-32 0,-381-20 0,-338 29 0,0-3 0,-1-4 0,81-33 0,-121 39 0,-1-2 0,55-35 0,-92 51 0,0 1 0,0 0 0,0 0 0,0 0 0,0 0 0,0 0 0,0 0 0,0 0 0,0 1 0,1-1 0,-1 1 0,0 0 0,0 0 0,1-1 0,-1 1 0,0 1 0,1-1 0,1 1 0,0 0 0,-1 0 0,0 1 0,1 0 0,-1 0 0,0 0 0,0 0 0,0 0 0,-1 1 0,1-1 0,4 5 0,5 8 0,0 1 0,-1 0 0,-1 1 0,-1-1 0,0 2 0,-1-1 0,-1 1 0,9 34 0,-1 14 0,8 73 0,19 386 0,-36 4 0,1 35 0,75 614 0,3 62 0,-83-1170 0,107 2535 0,14-1216 0,71-9 0,-89-800 0,35 237 0,-36 203 0,-33-276 0,-18 43 0,-53-536-1365,0-241-5461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0:0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24575,'0'0'0,"0"0"0,0 0 0,0 0 0,0-88 0,1 86 0,-1 1 0,1-1 0,0 1 0,0-1 0,-1 1 0,1-1 0,0 1 0,0-1 0,0 1 0,1 0 0,-1 0 0,0 0 0,0 0 0,1 0 0,-1 0 0,1 0 0,-1 0 0,0 0 0,3 0 0,31-16 0,-34 17 0,23-8 0,0 0 0,0 2 0,1 1 0,39-4 0,104 3 0,-128 6 0,1090 17 0,-220-29 0,-414-6 0,-461 18 0,986-47 0,-417 18 0,-598 29 0,0 0 0,1 0 0,-1 1 0,0 0 0,0 0 0,0 1 0,0 0 0,0 0 0,0 0 0,-1 1 0,1-1 0,-1 1 0,1 1 0,-1-1 0,0 1 0,0 0 0,-1 0 0,7 8 0,5 2 0,5 5 0,26 31 0,-39-41 0,-2 0 0,1 1 0,-1 0 0,-1 1 0,1-1 0,5 19 0,4 25 0,-2 0 0,-2 1 0,6 102 0,-14 171 0,-4-313 0,-6 620 0,-17-622 0,-21 3 0,-1-2 0,0-3 0,-54 8 0,-144 6 0,243-25 0,-1766 100 0,929-82 0,695-17 0,-299 27 0,233-10 0,-213-9 0,346-9 0,64-1 0,-1 1 0,1-1 0,0-1 0,0-1 0,0 1 0,0-2 0,0 0 0,1 0 0,-1-1 0,1 0 0,0-1 0,-15-11 0,9 4 0,2-1 0,-1 0 0,2-1 0,0 0 0,1-1 0,-19-31 0,12 14 0,2-1 0,2-1 0,-18-53 0,-24-114 0,54 189 0,-11-62 0,3 0 0,-3-131 0,8 86 0,1-209-54,7 213-1257,-1 105-5515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9:4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0,0 0 0,0 0 0,0 0 0,0 0 0,0 0 0,0 0 0,0 0 0,0 0 0,0 0 0,0 0 0,0 0 0,0 0 0,0 0 0,0 0 0,0 0 0,0 0 0,0 0 0,0 0 0,0 8 0,24 535 0,-3-145 0,-12 473 0,16 353 0,29 241 0,-61-387 0,0-174 0,6-760 0,8 709 0,45-2 0,131 345 0,-40-362 0,-115-581 0,-7 337 0,-28-431 0,-33 179 0,-55 151 0,42-184 0,12-52 0,38-240 0,-7 37 0,-7 95 0,16-130 0,1-1 0,1 0 0,0 1 0,1-1 0,1 0 0,0 0 0,1 0 0,0 0 0,1 0 0,0-1 0,12 20 0,14 14 0,2 0 0,1-3 0,61 60 0,-71-81 0,1-1 0,1-1 0,0-2 0,2 0 0,1-2 0,0-1 0,43 17 0,-1-10 0,0-3 0,1-3 0,1-3 0,0-3 0,95 1 0,374-28 0,475-57 0,-781 56 0,1018-40 0,-1006 57 0,853-3 0,0-38 0,-258 18 0,-331 50 0,114 3 0,-252-44 0,-30 0 0,-275 14 0,388 14 0,-422-13-1365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9:5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14 24575,'0'0'0,"0"0"0,-2 0 0,-3 0 0,-8-2 0,-3-3 0,1-1-8191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0:1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952 460 24575,'-4'-1'0,"0"1"0,1-1 0,-1 0 0,1 0 0,-1 0 0,1 0 0,-1-1 0,1 0 0,0 1 0,0-1 0,0 0 0,-3-3 0,-36-32 0,33 28 0,-168-182 0,147 156 0,27 33 0,1-1 0,-1 1 0,1-1 0,0 0 0,0 0 0,0 0 0,1 0 0,-1 0 0,1 0 0,0-1 0,0 1 0,0 0 0,-1-8 0,39-23 0,-5 3 0,-31 30 0,-1 1 0,1-1 0,-1 1 0,1 0 0,-1-1 0,1 1 0,-1-1 0,0 1 0,1-1 0,-1 1 0,0-1 0,1 1 0,-1-1 0,0 0 0,0 1 0,0-1 0,1 1 0,-1-1 0,0 0 0,0 1 0,0-1 0,0 0 0,0 1 0,0-1 0,0 1 0,0-1 0,0 0 0,-1 1 0,1-1 0,0 0 0,0 1 0,0-1 0,-1 1 0,1-1 0,0 1 0,-1-1 0,1 1 0,0-1 0,-2 0 0,0-2 0,-1 1 0,1 0 0,-1 0 0,0 0 0,0 0 0,0 1 0,0-1 0,-5-1 0,-1 0 0,0 1 0,0-1 0,-1 2 0,1 0 0,0 0 0,-1 0 0,-15 2 0,-66 12 0,75-10 0,-18 3 0,1 1 0,0 1 0,-55 23 0,72-23 0,1 0 0,-1 1 0,1 0 0,0 2 0,1-1 0,1 2 0,0 0 0,0 0 0,-11 15 0,8-6 0,1 1 0,0 1 0,2 0 0,1 0 0,1 2 0,-11 31 0,17-43 0,2 0 0,-1 1 0,1 0 0,1 0 0,1 0 0,0 0 0,0 0 0,2 0 0,0 0 0,0 0 0,1-1 0,1 1 0,7 21 0,-6-27 0,0-1 0,0 1 0,1-1 0,0 0 0,1-1 0,-1 1 0,1-1 0,1 0 0,-1-1 0,1 1 0,0-1 0,0-1 0,0 1 0,16 6 0,6 1 0,0-1 0,52 12 0,-25-12 0,0-2 0,1-3 0,0-3 0,-1-1 0,1-4 0,0-2 0,-1-2 0,65-16 0,-94 16 0,0-1 0,0-1 0,30-14 0,-49 18 0,1 0 0,-1-1 0,-1 0 0,1 0 0,-1-1 0,0 0 0,0 0 0,-1 0 0,1-1 0,-2 0 0,1-1 0,-1 1 0,7-14 0,-1 0 0,-2 0 0,0-1 0,-2 0 0,0-1 0,-2 1 0,0-1 0,1-27 0,-5 38 0,-1 1 0,-1-1 0,1 0 0,-2 0 0,0 1 0,0-1 0,-1 1 0,-1-1 0,0 1 0,0 0 0,-1 0 0,0 1 0,-1 0 0,0-1 0,-15-16 0,11 15 0,-1 1 0,0 0 0,-1 1 0,0 0 0,-1 1 0,0 0 0,0 1 0,-1 1 0,0 0 0,0 1 0,-1 0 0,1 1 0,-1 1 0,0 0 0,-1 1 0,1 1 0,-1 0 0,1 1 0,-1 1 0,1 0 0,-1 1 0,1 1 0,-1 0 0,-20 7 0,-9 4-1365,5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0:14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744 177 24575,'0'0'0,"0"0"0,-28-22 0,1-7 0,-51-42 0,68 64 0,0 1 0,0 0 0,-1 0 0,1 1 0,-1 0 0,0 1 0,-1 1 0,1 0 0,-1 0 0,1 1 0,-19-1 0,6 1 0,1 2 0,0 1 0,0 1 0,-45 9 0,53-7 0,0 0 0,1 1 0,0 1 0,1 1 0,-1 0 0,1 0 0,0 2 0,1-1 0,0 2 0,-21 20 0,17-13 0,2 0 0,0 1 0,0 0 0,2 1 0,1 1 0,-16 35 0,22-43 0,0 1 0,2 0 0,-1 0 0,2 0 0,-1 1 0,2-1 0,0 1 0,0-1 0,2 1 0,-1-1 0,2 1 0,0-1 0,0 0 0,1 1 0,1-1 0,0-1 0,1 1 0,9 17 0,-6-16 0,0 0 0,2-1 0,-1 0 0,1 0 0,1-1 0,1-1 0,-1 0 0,2 0 0,-1-1 0,1-1 0,1 0 0,0 0 0,0-2 0,29 12 0,-24-13 0,0-1 0,0-1 0,0 0 0,0-2 0,1 0 0,-1-1 0,1-1 0,0-1 0,-1 0 0,0-2 0,1 0 0,-1-1 0,23-8 0,-1-4 0,-1 0 0,-1-3 0,0-1 0,67-48 0,-97 61 0,0 1 0,0-1 0,-1-1 0,0 0 0,0 0 0,0-1 0,-1 0 0,-1 0 0,0 0 0,8-16 0,-11 17 0,0 1 0,-1-1 0,0 1 0,0-1 0,-1 0 0,0 0 0,0 1 0,-1-1 0,0 0 0,-1 0 0,1 0 0,-2 0 0,1 0 0,-1 1 0,-5-15 0,4 13 0,-1 0 0,0 0 0,-1 0 0,0 1 0,0-1 0,-1 1 0,0 0 0,0 1 0,-1 0 0,0 0 0,0 0 0,0 1 0,-1 0 0,0 0 0,-1 1 0,1 0 0,-15-6 0,5 5 0,-1 0 0,0 1 0,0 1 0,0 1 0,0 0 0,-1 2 0,-36 1 0,-7 3-1365,8 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0:1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619 355 24575,'-2'-32'0,"-1"-1"0,-2 1 0,-1 0 0,-1 0 0,-17-42 0,22 66 0,-1 0 0,-1 1 0,1-1 0,-1 1 0,0 0 0,-1 0 0,0 0 0,0 1 0,0-1 0,-1 1 0,0 1 0,-7-7 0,8 9 0,-1 0 0,0 0 0,0 0 0,0 0 0,0 1 0,0 0 0,0 1 0,0-1 0,-1 1 0,1 0 0,0 1 0,-1-1 0,1 1 0,-1 0 0,1 1 0,-7 1 0,-6 1 0,0 1 0,1 0 0,-1 2 0,1 0 0,0 1 0,1 1 0,0 1 0,0 0 0,0 1 0,2 1 0,-1 0 0,1 1 0,1 1 0,0 0 0,1 1 0,0 1 0,1 0 0,1 0 0,1 1 0,-15 29 0,14-22 0,2 0 0,0 0 0,2 1 0,1 0 0,0 0 0,2 0 0,1 1 0,1 0 0,1-1 0,1 1 0,4 30 0,-3-42 0,1 1 0,1-1 0,0 1 0,1-1 0,0 0 0,1 0 0,1-1 0,0 0 0,1 0 0,0 0 0,0 0 0,2-1 0,-1-1 0,1 1 0,1-1 0,0-1 0,0 0 0,1 0 0,0-1 0,0-1 0,21 11 0,-16-10 0,1-1 0,1-1 0,0-1 0,-1 0 0,2-1 0,-1-1 0,0-1 0,28 1 0,-32-4 0,-1 0 0,0-1 0,1 0 0,-1-1 0,0 0 0,0-1 0,-1 0 0,1-1 0,-1-1 0,0 0 0,0-1 0,14-11 0,2-3 0,-1-1 0,-1-1 0,43-49 0,-60 60 0,0 0 0,-1 0 0,0-1 0,-1 0 0,0 0 0,-1-1 0,-1 0 0,0 0 0,-1 0 0,0 0 0,3-27 0,-5 9 0,-2-1 0,0 0 0,-2 1 0,-2-1 0,-1 1 0,-2 0 0,0 0 0,-2 1 0,-24-53 0,30 79 6,0 0 0,0 0-1,0 0 1,-1 0 0,0 0-1,0 1 1,0 0 0,-1 0 0,1 0-1,-1 0 1,0 1 0,0 0-1,0 0 1,0 0 0,-1 1-1,1-1 1,-1 1 0,0 1 0,1-1-1,-12-1 1,-4 1-303,0 1 0,1 1 0,-1 1 0,-31 5 0,-6 2-6529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10:00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521 116 24575,'47'0'0,"685"-13"0,57-2 0,-55 2 0,-407-12 0,14 0 0,-141 14 0,318-2 0,-432 16 0,-1 4 0,1 4 0,-2 3 0,84 26 0,-132-29 0,103 34 0,-122-38 0,1 1 0,-1 1 0,0 0 0,-1 1 0,23 19 0,-28-18 0,0 1 0,0 0 0,-1 1 0,0 0 0,-2 1 0,1-1 0,-2 2 0,12 27 0,-11-19 0,0 2 0,-1-1 0,-2 1 0,5 49 0,-9-57 0,-2-1 0,0 1 0,-1 0 0,-1-1 0,-1 1 0,0-1 0,-1 0 0,0 0 0,-2-1 0,0 0 0,-16 27 0,8-18 0,-2-1 0,0-1 0,-1 0 0,-1-2 0,-1 0 0,-30 22 0,18-18 0,-2-3 0,-1 0 0,0-2 0,-2-2 0,-45 15 0,-199 48 0,240-70 0,-5 0 0,0-2 0,-79 3 0,-97-12 0,14 0 0,-299 32 0,-98 3 0,168-13 0,122-4 0,19 18 0,159-14 0,-130-4 0,96-10 0,166-6 0,-355 10 0,321-13 0,1-1 0,0-3 0,-1-1 0,2-1 0,-1-2 0,2-2 0,-47-21 0,64 22 0,0-1 0,0-1 0,2 0 0,-1-1 0,2-1 0,0-1 0,1 0 0,0-1 0,2-1 0,0 0 0,0-1 0,2 0 0,1-1 0,0 0 0,1-1 0,-7-27 0,11 16 0,1-1 0,1 1 0,2-1 0,2 1 0,5-45 0,-3 35 0,-2 30 0,2-41 0,3 1 0,18-79 0,-20 116 0,0 0 0,1 1 0,1 0 0,0 0 0,1 0 0,1 1 0,0 0 0,0 0 0,2 1 0,-1 0 0,1 1 0,1 0 0,18-14 0,-7 9 0,2 0 0,0 2 0,0 1 0,1 1 0,1 1 0,0 1 0,0 1 0,1 1 0,0 2 0,1 1 0,-1 1 0,1 1 0,0 1 0,38 3 0,169 20-1365,-188-17-5461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24575,'20'-4'0,"-14"1"0,116-29 0,-119 31 0,-1 0 0,0-1 0,0 1 0,0-1 0,-1 1 0,1-1 0,0 0 0,0 0 0,1-3 0,15-12 0,-3 9 20,1 1 0,-1 1 0,1 0 0,1 1 0,22-4 0,-2 3-763,50-1 1,-60 6-6084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24575,'285'-14'121,"-3"0"-1607,-251 14-5340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24575,'3'-1'0,"-1"1"0,1-1 0,0 1 0,-1 0 0,1-1 0,0 1 0,-1 1 0,1-1 0,3 1 0,9 0 0,27-6 39,-1-1 0,81-24-1,-82 19-408,0 1 0,0 2-1,53-3 1,-67 10-6456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24575,'26'0'0,"12"0"-1365,-26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24575,'-2'2'0,"0"-1"0,0 1 0,1 0 0,-1-1 0,0 1 0,1 0 0,-1 0 0,1 0 0,0 0 0,-1 1 0,1-1 0,-1 5 0,-10 30 0,11-34 0,-4 20 0,0 0 0,2 1 0,1-1 0,1 37 0,13 99 0,0-14 0,-11-112-119,-1 0-193,2 1 1,1-1-1,7 34 1,-2-38-6515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24575,'0'0'0,"0"10"0,0 58 0,-3 137 0,0-166 0,-2 0 0,-2-1 0,-13 48 0,11-55-682,-10 53-1,17-67-6143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24575,'-2'3'0,"1"1"0,-1-1 0,0 0 0,-1 1 0,1-1 0,-1 0 0,1 0 0,-4 3 0,1-1 0,-9 11 0,2-3 0,2-1 0,-14 23 0,20-30 0,2 0 0,-1 1 0,1 0 0,0 0 0,0 0 0,0 0 0,1 0 0,0 0 0,0 0 0,0 9 0,1 47-120,1 42-502,-17 143-1,12-224-6203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24575,'0'0'0,"0"0"0,0 0 0,0 16-114,-1-1 1,0 0-1,-1 0 0,-1 0 0,-1 0 1,0 0-1,0-1 0,-2 1 0,0-1 1,0 0-1,-11 15 0,6-9-6712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 1 24575,'-21'0'0,"-31"3"0,-1 3 0,2 2 0,-1 2 0,-50 17 0,37-9 0,-120 16 0,-25-23-1365,171-10-5461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5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815 0 24575,'-26'3'0,"-126"38"0,-27 6 0,63-25-682,-181 9-1,253-29-6143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25 24575,'0'0'0,"-16"-3"0,-9-3 0,-1 0 0,1 2 0,-1 1 0,-45 1 0,-107 14 0,67-3 0,0-6-1365,98-3-5461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182 705 24575,'-1'-5'0,"0"-1"0,0 1 0,-1 0 0,0 0 0,0 0 0,-1 0 0,-3-7 0,-3-6 0,-14-46 32,2-1 0,4-1 1,-12-90-1,-22-87-1526,37 199-5332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97 447 24575,'0'0'0,"0"0"0,0 0 0,0 0 0,0 0 0,0 0 0,-16-8 0,9 1 0,0 0 0,1 0 0,-1-1 0,1 0 0,1 0 0,0 0 0,0-1 0,0 0 0,1 0 0,0 0 0,1 0 0,0-1 0,1 1 0,-3-18 0,1-11 0,2-1 0,3-56 0,0 45 0,-1 11-1365,1 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27 248 24575,'0'0'0,"0"0"0,0 0 0,0 0 0,0 0 0,-2-18 0,-8-38-682,-4-91-1,13 121-6143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28 423 24575,'0'0'0,"0"0"0,0 0 0,0 0 0,-3-16 0,-8-45-181,3 1-1,3-1 1,5-112 0,0 137-459,0 20-6186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3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3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24575,'5'-1'0,"0"0"0,0 1 0,0-1 0,0 1 0,0 0 0,0 0 0,8 2 0,6-1 0,42-1-1365,-42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24575,'3'-28'0,"6"24"0,-1 1 0,1 0 0,0 0 0,0 1 0,0 0 0,1 0 0,-1 1 0,17 1 0,-11-1 0,176-23 0,-176 24-193,1 0-1,0 1 1,22 4-1,-30-4-397,23 4-6235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47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24575,'18'-16'0,"-7"9"0,1 1 0,-1-1 0,1 2 0,1 0 0,20-6 0,71-13 0,-49 13 0,-1-1-1365,-5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5:59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9830,'0'0'5188,"0"0"-5188,0 0 0,0 0 0,0 0 0,0 0 0,0 0 0,0 0 0,0 0 0,0 0 0,0 0 0,0 0 0,19-1 0,394-9 502,-135 22 2590,84-4 169,-36-2 270,-221 4-3261,0 4 0,185 51 0,25 10-270,-18-5 0,-58-14 0,-189-47 0,0-2 0,95 0 0,-116-8 0,-22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0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9830,'0'0'0,"0"0"0,0 0 0,0 0 0,0 0 0,6 0 0,401-14 1326,120 2 625,-523 12-1951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0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0 9830,'0'0'5293,"-3"4"-5057,-7 10-236,0 0 0,2 1 0,0 0 0,0 1 0,1 0 0,-4 17 0,-4 6 0,-17 46 688,4 2 0,3 1 1,5 2-1,3-1 0,5 2 0,3 0 0,4 142 1,6-206-451,-1-7 77,5 38 0,-1-44-251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1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0 375 9830,'0'0'0,"0"0"0,0 0 0,0 0 0,0 0 0,0 0 0,0 0 0,0 0 0,9-1 0,0-1 0,0 0 0,0-1 0,-1 1 0,1-2 0,-1 1 0,0-1 0,13-8 0,-1 1 0,39-19 0,55-39 0,-96 58 0,-1-2 0,0 0 0,-1-1 0,-1-1 0,-1 0 0,0-1 0,17-25 0,-29 39 15,-1 0 0,0 0-1,1 0 1,-1 0 0,0-1 0,0 1 0,0 0-1,-1 0 1,1-1 0,-1 1 0,1 0-1,-1-1 1,0 1 0,1 0 0,-1-1-1,0 1 1,-1 0 0,1-1 0,0 1 0,-1 0-1,1-1 1,-1 1 0,0 0 0,0 0-1,0-1 1,0 1 0,0 0 0,-3-3-1,1 2 26,0 0 0,0 1 0,0 0 0,0 0 0,0 0 0,-1 0 0,1 0-1,-1 1 1,1-1 0,-1 1 0,1 0 0,-1 0 0,0 0 0,0 1-1,0 0 1,1-1 0,-6 1 0,-10 1 212,1 1 0,0 0 0,-1 1 0,1 1 0,1 0 0,-1 2 0,1 0 0,0 1 0,0 1 0,-26 16 0,33-18-139,0 1-1,1 0 1,0 0 0,0 1-1,1 0 1,0 1 0,0 0-1,1 0 1,0 1-1,1-1 1,0 1 0,1 1-1,0-1 1,0 1-1,1 0 1,0 0 0,-3 22-1,6-27-34,1 0 0,0-1-1,0 1 1,1 0-1,-1-1 1,1 1 0,1-1-1,-1 1 1,1-1-1,0 1 1,0-1 0,0 0-1,1 0 1,0 0-1,0 0 1,0 0 0,0-1-1,1 0 1,0 1 0,0-1-1,0-1 1,0 1-1,1 0 1,4 2 0,13 8 334,0-2-1,1 0 1,46 17 0,-57-24-349,142 59 1029,-144-60-1046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2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9830,'0'0'4650,"4"0"-4650,-1 0 0,0 0 0,0 0 0,0 0 0,0 0 0,0 0 0,0 1 0,0-1 0,0 1 0,0 0 0,0 0 0,0 0 0,-1 0 0,1 0 0,0 1 0,-1-1 0,1 1 0,2 2 0,24 23 30,-1 1 1,-1 1-1,-2 1 0,-1 1 1,-2 1-1,-1 1 0,-1 2 1,27 65-1,-44-94-30,-2-3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2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0 9830,'0'0'4862,"0"0"-4862,0 0 0,-26 0 0,18 1 0,0 0 0,0 0 0,0 0 0,0 1 0,1 1 0,-1-1 0,1 1 0,-1 0 0,1 1 0,0 0 0,-11 8 0,-6 6 0,-37 36 0,55-48 0,-84 88 1185,-83 114 0,76-89-640,93-114-545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3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301 1 9830,'0'5'5546,"0"11"-5942,0-10 707,-29 536 2228,-35-2 2629,18-171-2562,39-260-2087,16-238-2689,-4 82 1544,-2-1 1,-2 0 0,-7-64 0,1 75 268,-2 1-1,-1 0 1,-2 0-1,-1 1 1,-2 0 0,-1 0-1,-2 2 1,-2 0-1,-42-60 1,55 82 172,15 9-93,3 0 257,94-17 1000,122-7 1,-224 26-961,11-2 37,-1 1 0,0 1 0,0 0 0,25 4 1,-27-1-57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4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9830,'0'0'5195,"0"0"-5195,0 11 0,6 143 975,45 272 0,-9-250 444,-17-87-720,-22-77-619,-1 0 0,0 1-1,1 18 1,-1-29 73,3-7 196,6-11 272,-9 14-600,30-49-1221,46-102 1,12-66-361,-28 62 943,-31 81 350,-10 24-148,44-83-1,-43 104 373,-15 24 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5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9830,'0'0'4369,"0"0"-4369,0 0 0,0 0 0,0 426 0,0-417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0 9830,'0'0'1727,"0"0"-1727,0 0 0,0 0 0,-3 8 0,-29 85 0,24-65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07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1 420 9830,'16'-3'0,"35"-17"0,-1-3 0,49-31 0,-73 40 0,6-4 40,-1 0 1,54-44-1,-77 56-32,-1 0-1,0-1 1,0 0-1,-1-1 1,0 1-1,0-1 1,-1 0-1,1-1 1,-2 0-1,1 1 1,-2-1-1,1-1 1,-1 1-1,0 0 1,2-18-1,-4 25 7,-1 0-1,0 0 0,1 0 0,-1 0 0,0-1 1,0 1-1,0 0 0,-1 0 0,1 0 1,0 0-1,-1 0 0,1 0 0,-1 0 0,0 0 1,0 0-1,1 0 0,-1 0 0,-1 0 1,1 1-1,0-1 0,0 0 0,-1 1 0,1-1 1,-1 1-1,1-1 0,-1 1 0,1 0 1,-1 0-1,0-1 0,0 1 0,0 1 0,-3-3 1,0 3 79,1-1 1,-1 1 0,0-1-1,0 1 1,0 1 0,0-1 0,0 1-1,0 0 1,1 0 0,-1 0-1,0 1 1,1-1 0,-6 4 0,-11 5 236,1 1 0,0 1 0,0 1 0,2 1 0,-1 0 0,-16 18 0,21-18-167,1 0-1,1 0 1,0 1 0,1 1 0,0 0-1,1 1 1,-13 30 0,22-42-96,-1 0 0,1 0-1,0 0 1,0 0 0,0 0 0,1 0 0,0 0-1,0 0 1,0 0 0,1 0 0,-1 0 0,1 0-1,0 0 1,1 0 0,-1 0 0,5 8 0,-2-6 20,0 0 1,0-1-1,0 1 1,1-1-1,0 0 1,1-1-1,-1 1 1,1-1-1,0 0 1,11 6-1,-9-6-10,0-1 0,0 0-1,0 0 1,0-1 0,1 0-1,0 0 1,0-1 0,-1 0-1,11 0 1,-13-1-40,0-1-1,0 0 1,0 0-1,0-1 1,0 0-1,-1 0 1,1 0 0,0-1-1,-1 1 1,1-1-1,-1-1 1,1 1-1,-1-1 1,6-4-1,-1-2-109,0 0 0,-1-1-1,0 0 1,-1-1-1,0 0 1,-1 0 0,0-1-1,0 0 1,7-20-1,-8 17 0,2-1 0,0 1 0,1 1 0,0 0 0,16-18 0,-23 34 89,1 0 1,-1 0-1,0 1 0,0-1 0,0 1 1,-1 0-1,1-1 0,0 1 1,-1 0-1,0 0 0,2 5 0,2 3 88,10 16 88,1 0 1,1-1-1,1-1 1,1 0-1,29 29 1,-47-53-188,1 0 0,-1 0 1,1 0-1,-1 1 0,1-2 0,-1 1 1,1 0-1,-1 0 0,1 0 1,0-1-1,-1 1 0,1-1 0,0 1 1,0-1-1,-1 0 0,1 1 1,0-1-1,0 0 0,0 0 0,-1 0 1,1-1-1,0 1 0,0 0 0,0-1 1,-1 1-1,1-1 0,0 0 1,-1 1-1,1-1 0,0 0 0,-1 0 1,1 0-1,-1 0 0,0 0 0,1 0 1,-1-1-1,0 1 0,3-3 1,4-6-133,-1-1 0,1 1 0,-2-1 1,9-18-1,-8 15 94,2-3-28,-4 6 15,1-1 0,0 1 0,1 0 0,0 1 0,1 0 0,14-15 0,-14 48 383,20 69 471,-20-61-671,1 0 0,2 0-1,1-1 1,16 29 0,-27-58-125,0 1 1,-1 0 0,1-1 0,0 1 0,0 0-1,1-1 1,-1 1 0,0-1 0,0 0-1,1 1 1,-1-1 0,1 0 0,-1 0-1,1 0 1,-1 0 0,1 0 0,0 0-1,-1 0 1,1-1 0,0 1 0,0-1-1,0 1 1,-1-1 0,1 0 0,0 1-1,0-1 1,0 0 0,0 0 0,0 0-1,-1-1 1,1 1 0,0 0 0,0-1-1,0 1 1,0-1 0,-1 0 0,1 1-1,0-1 1,-1 0 0,1 0 0,0 0 0,-1 0-1,1 0 1,1-3 0,9-7-134,-2 0-1,1 0 1,-1-1 0,12-21 0,-10 17-175,81-117-475,51-68-220,-130 185 992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1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9830,'0'0'0,"0"0"0,0 0 0,0 0 0,0 0 0,0 0 0,0 0 0,105-4 13,113-20 1,-146 15 96,30-1 1825,166 5 1,103 29 2026,-18 0-340,121-12 570,239-16-3592,-158 0-600,-471 4 0,-66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2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1975 9830,'0'-24'0,"-18"-207"0,5 101 0,-17-192 0,-81-360 0,103 648-3,2-1 0,1-1-1,2 1 1,2-1 0,1 1 0,10-70-1,-8 92 10,1-1-1,0 1 1,1 0-1,0 0 0,1 0 1,1 0-1,0 1 1,1 0-1,0 0 1,1 1-1,0 0 0,1 0 1,0 1-1,1 0 1,0 1-1,0 0 0,1 0 1,0 1-1,1 0 1,23-11-1,-23 14 136,-1 1 0,0 0 1,1 0-1,0 1 0,0 1 0,0 0 0,0 1 0,0 0 0,0 0 1,0 2-1,0-1 0,13 4 0,-16-2 1,1 0 1,0 1-1,-1 1 0,0-1 1,0 2-1,0-1 0,0 1 0,0 0 1,-1 1-1,0 0 0,-1 1 1,1-1-1,-1 1 0,0 1 0,6 7 1,-2 1 109,-1 0 0,0 0 1,-1 1-1,-1 0 0,0 0 1,-1 1-1,-1 0 0,-1 0 1,4 25-1,-5-15 163,-2-1-1,-1 1 0,-1 0 1,-1-1-1,-9 50 0,-3-21 233,-3-1 0,-1-1 0,-3-1 1,-2-1-1,-48 82 0,57-112-396,-1 0 0,-1-1 1,-1 0-1,-1-1 1,-1-1-1,0-1 0,-1 0 1,-42 27-1,50-37-194,-2-1 0,1 0 0,-1-1 0,0-1 0,0 0 0,0 0 0,-1-2 0,0 0 0,0 0 0,0-1 0,0-1 0,0 0 0,0-1 1,0 0-1,0-2 0,0 1 0,-26-8 0,37 8-65,0 1 1,0-1-1,1 0 1,-1 0 0,0-1-1,1 1 1,-1-1-1,0 1 1,1-1 0,0 0-1,-1 0 1,1 0 0,0 0-1,0 0 1,-3-5-1,4 6-13,1-1-1,0 1 0,-1-1 0,1 1 0,0 0 0,0-1 0,0 1 0,0-1 0,0 1 1,0-1-1,0 1 0,1 0 0,-1-1 0,0 1 0,1-1 0,-1 1 0,1 0 0,0-1 1,-1 1-1,1 0 0,0 0 0,0 0 0,0-1 0,-1 1 0,1 0 0,0 0 1,1 0-1,-1 0 0,0 1 0,0-1 0,0 0 0,1 0 0,-1 1 0,1-1 0,3-2 25,-1 0-1,0 1 0,1 0 0,-1 0 0,1 1 0,0-1 0,-1 1 1,1 0-1,0 0 0,0 0 0,0 1 0,0 0 0,0 0 0,0 0 0,-1 1 1,1-1-1,0 1 0,0 0 0,0 0 0,-1 1 0,1 0 0,0 0 1,-1 0-1,0 0 0,1 0 0,-1 1 0,0 0 0,7 6 0,3 3 17,-1 1 0,0 1 0,0 0-1,-1 0 1,-1 2 0,12 21 0,56 119 93,20 34-4,-87-171-96,1-1 0,0-1 0,1 0 1,1-1-1,1 0 0,0-1 0,28 19 1,-35-28-4,0 0 0,0-1 0,0-1 0,1 0 0,-1 0 0,1-1 0,0 0 0,0 0 0,13 1 0,-17-4-29,-1 0-1,1 1 1,0-2-1,-1 1 1,1-1 0,0 0-1,-1 0 1,1 0-1,-1-1 1,0 0-1,1 0 1,-1 0 0,0-1-1,0 0 1,-1 0-1,1 0 1,0 0 0,4-6-1,1-2-133,-1 0 0,0 0 0,11-21 1,-13 20 72,1 1 0,0-1 0,0 1 0,11-9 0,-12 15 81,-2 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741 190 9830,'0'0'0,"0"0"0,0 0 0,0 0 0,0 0 0,0 0 0,0 0 0,0 0 0,0 0 0,0 0 0,0 0 0,0 0 0,0 0 0,-16-16 0,7 6 0,0 1 0,0 0 0,-1 0 0,-1 1 0,1 0 0,-1 1 0,0 1 0,-17-8 0,-102-36 0,115 45 0,-15-5 268,0 2-1,0 1 1,-57-5-1,72 10-147,1 2 0,-1 0 0,1 1 0,-1 0 0,1 2 0,0-1 0,0 2-1,0 0 1,0 0 0,-20 10 0,26-9 8,0 1 0,0-1-1,1 2 1,0-1 0,0 1 0,1-1-1,0 2 1,0-1 0,1 1 0,-1 0-1,2 0 1,-1 0 0,1 1 0,0 0-1,1 0 1,-4 15 0,2-1 156,1-1 1,0 1-1,2-1 0,1 1 1,2 41-1,0-52-175,1-1 0,0 1 1,1-1-1,0 0 0,0 0 0,1 0 1,1 0-1,0-1 0,0 0 0,1 0 0,0 0 1,1-1-1,0 1 0,9 8 0,-11-14-27,0 1-1,1 0 1,-1-1 0,1 0-1,0-1 1,0 1-1,0-1 1,0 0-1,1 0 1,-1-1-1,1 0 1,0 0-1,0-1 1,0 0-1,-1 0 1,1 0-1,0-1 1,0 0 0,0 0-1,0-1 1,0 0-1,0 0 1,0-1-1,10-3 1,-1-2-218,0 0 0,0-1-1,-1-1 1,1-1 0,-2 0 0,0 0 0,20-20 0,85-99-790,-56 55 470,-26 36 593,59-50 0,-95 91-79,1 1-1,0-1 1,0 0 0,0 1 0,0-1-1,1 0 1,3 3 0,-4-2 18,220 250 1902,-188-219-1826,-22-27-127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5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659 26 9830,'0'-5'5002,"0"-9"-3463,0 7-2421,0 17 1237,-17 225-380,3-85 326,-45 615 6032,55-455-3818,5-240-2299,-27-117-220,20 38-52,0-1 0,0 2-1,-1-1 1,0 1 0,-1 0 0,1 0-1,-2 1 1,1 0 0,-1 1 0,0-1-1,0 2 1,-1-1 0,1 2 0,-1-1-1,-1 1 1,1 0 0,0 1 0,-1 1-1,-15-3 1,15 4 79,1 0-1,0 0 1,-1 1 0,1 0 0,0 1-1,-1 0 1,1 1 0,0 0 0,0 1-1,0 0 1,0 0 0,0 1-1,1 1 1,0-1 0,-1 1 0,2 1-1,-1 0 1,1 0 0,0 1 0,-12 12-1,2 4 15,1 1 0,0 0 0,2 2 0,2 0 0,0 0-1,1 1 1,2 1 0,-8 31 0,17-56-31,0 0 0,0 0 0,1 0-1,-1 0 1,1 0 0,0 0 0,0 1 0,0-1 0,0 0 0,0 0-1,1 0 1,0 0 0,-1 0 0,2 4 0,0-5 1,-1 0 1,1 0 0,-1 0 0,1 0-1,0-1 1,0 1 0,0 0 0,0-1-1,0 1 1,0-1 0,0 0-1,0 1 1,1-1 0,-1 0 0,0 0-1,1-1 1,-1 1 0,3 0 0,18 4-4,-1-2 0,0 0 1,1-1-1,-1-1 0,1-2 1,0 0-1,-1-1 1,23-6-1,30-9-520,73-27 1,-91 26 521,-21 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5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9830,'0'0'4915,"0"0"-4915,0 16 0,0 575 1092,0-588-1092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5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9830,'0'0'611,"0"0"-611,0 0 0,0 0 0,0 0 0,0 2 0,0 4 0,0 2 0,0 2 0,2 2 0,3-1 0,1-3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6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187 182 9830,'-6'-3'0,"1"1"0,0-1 0,-1 0 0,2 0 0,-1-1 0,0 1 0,1-1 0,-1 0 0,1 0 0,0-1 0,1 1 0,-1-1 0,1 0 0,-1 0 0,2 0 0,-1 0 0,0 0 0,1-1 0,0 1 0,-2-10 0,4 15 0,0 0 0,0 0 0,0 0 0,0-1 0,0 1 0,0 0 0,0 0 0,0 0 0,0-1 0,-1 1 0,1 0 0,0 0 0,0 0 0,0 0 0,0-1 0,-1 1 0,1 0 0,0 0 0,0 0 0,0 0 0,-1 0 0,1 0 0,0 0 0,0-1 0,0 1 0,-1 0 0,1 0 0,0 0 0,0 0 0,0 0 0,-1 0 0,1 0 0,0 0 0,0 0 0,-1 0 0,1 0 0,0 0 0,0 1 0,0-1 0,-1 0 0,-12 7 0,-10 12 0,16-10 0,1 0 0,0 0 0,0 0 0,1 1 0,0 0 0,1 0 0,0 1 0,0-1 0,1 1 0,1-1 0,-1 1 0,1 14 0,0-8 0,1 1 0,0 0 0,2 0 0,0 0 0,1 0 0,9 31 0,-9-40 0,2 0 0,-1-1 0,1 1 0,0-1 0,1 0 0,0 0 0,1-1 0,-1 0 0,1 0 0,0 0 0,1 0 0,0-1 0,0 0 0,13 8 0,-15-11 0,0-1 0,-1 1 0,1-1 0,1 0 0,-1 0 0,0-1 0,0 1 0,1-1 0,-1-1 0,0 1 0,1-1 0,-1 1 0,1-1 0,-1-1 0,1 1 0,-1-1 0,0 0 0,1-1 0,-1 1 0,0-1 0,0 0 0,0 0 0,0 0 0,0-1 0,8-5 0,-4 0 0,-1 0 0,0 0 0,0 0 0,-1-1 0,0 0 0,-1 0 0,0-1 0,0 0 0,-1 0 0,0 0 0,-1-1 0,5-15 0,-1-2 0,-2-1 0,0 0 0,2-47 0,-6 45 0,-4-44 0,2 67 0,-1-1 0,-1 1 0,1 0 0,-1 0 0,0 0 0,-1 0 0,0 0 0,0 0 0,-1 1 0,-6-10 0,9 15 6,0 1 0,-1-1 1,1 1-1,0-1 0,-1 1 0,1 0 0,-1-1 0,0 1 0,0 0 1,1 0-1,-1 0 0,0 0 0,0 1 0,0-1 0,0 0 0,0 1 1,0-1-1,0 1 0,0 0 0,0 0 0,-2 0 0,0 0 26,0 1 0,0 0 0,0 0 0,0 0-1,0 0 1,0 1 0,0-1 0,0 1-1,-6 4 1,-1 2 78,1 0 0,0 0-1,1 1 1,0 0 0,-13 18-1,-5 14 164,8-2-227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8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967 394 9830,'0'0'0,"0"0"0,0 0 0,0 0 0,0 0 0,0 0 0,0 0 0,0 0 0,0 0 0,-3-11 0,-1-3 0,-7-24-8,-1 1 1,-32-66-1,38 91 17,-1 0 0,0 1 0,-1 1-1,-1-1 1,1 1 0,-2 1 0,1-1-1,-1 2 1,-1-1 0,1 1 0,-1 1-1,-18-9 1,8 6 208,-1 1-1,0 0 1,-1 2-1,1 1 1,-1 1-1,-1 0 1,-26 0 0,35 4-23,0 1 1,0 0 0,1 1-1,-1 1 1,0 0 0,1 1 0,-1 1-1,1 0 1,0 1 0,0 0-1,1 1 1,-21 13 0,11-3 177,2 2-1,0 0 1,1 2 0,0 0 0,2 1 0,0 1-1,2 0 1,1 1 0,-17 33 0,8-7 542,2 1 0,2 0-1,-24 97 1,34-99-466,2 0 0,2 0 0,2 1 0,3 0-1,1 0 1,3 0 0,1-1 0,3 1 0,14 48 0,-9-51-419,3 0 1,2-1-1,1-1 1,3 0-1,38 59 1,-47-85-30,1 0 0,2 0 0,-1-1 0,2-1 0,0-1 0,1 0 0,1-1 0,0-1 0,27 15 0,-29-20 0,0 0 0,0-1 0,1-1 0,-1-1 0,1 0 0,1-1 0,-1-1 0,1 0 0,-1-2 0,1 0 0,-1-1 0,26-3 0,-33 1-117,0 0 1,-1-1 0,1 0 0,-1 0 0,0-1 0,0 0-1,0-1 1,-1 0 0,1-1 0,-1 0 0,0 0 0,-1 0-1,1-1 1,-1 0 0,-1-1 0,1 1 0,-1-1 0,-1-1-1,8-13 1,0-3-265,-1-2-1,-1 0 1,-1 0-1,-1-1 1,7-42-1,-8 29-137,-3 1 0,2-62-1,-7 83 351,-1 1-1,-1 0 0,0-1 1,-1 1-1,-1 1 0,-1-1 0,-13-34 1,15 46 164,0 0 0,-1 0 0,1 0 0,-1 1 1,-1-1-1,1 1 0,-1 0 0,0 0 1,0 1-1,0-1 0,0 1 0,-1 0 0,0 1 1,0-1-1,-9-3 0,6 4 62,-1 0 0,1 1 0,-1 0 1,1 0-1,-1 1 0,0 1 0,1-1 0,-1 2 0,-19 2 1,10 0 34,0 2-1,1 0 1,-1 1 0,1 1 0,0 0 0,1 2 0,0 0 0,0 0 0,1 2 0,-22 18 0,33-25-75,0 1-1,0 0 1,1 0 0,-1 1 0,1-1 0,0 1 0,-3 6-1,1 4 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19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0 316 9830,'0'0'4839,"0"0"-4839,0 0 0,0 9 0,5 16 0,2 1 0,12 35 0,2 2 0,-7-10 57,6 10 202,-4 1 0,-2 1-1,6 85 1,-22-136-266,-3-15 297,-9-21 264,3-5-802,1 0 0,1-1 0,-7-44 0,-7-90-484,20 135 624,-16-184-547,17 158 473,2 1-1,7-56 1,-6 102 174,0-1 0,0 0 0,1 1 1,0-1-1,0 1 0,1 0 0,-1-1 0,1 1 0,1 0 1,-1 1-1,8-11 0,-8 13 52,1 0 0,-1 0 0,1 0 1,-1 0-1,1 1 0,0-1 0,0 1 0,0 0 0,0 0 0,0 1 1,1-1-1,-1 1 0,0 0 0,1 0 0,-1 0 0,1 1 0,8-1 1,-1 1-9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0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 1 9830,'0'0'4650,"0"0"-4650,-9 9 0,-69 66-64,31-31 236,-53 64-1,87-91 13,1 0-1,0 0 0,2 1 1,0 1-1,0-1 0,2 2 1,1-1-1,-6 23 0,11-35-99,0 1 1,1-1-1,0 0 0,1 1 0,0-1 0,0 1 0,0-1 1,1 1-1,0-1 0,1 1 0,-1-1 0,1 0 0,1 0 1,-1 0-1,1 0 0,1 0 0,-1-1 0,1 1 1,9 10-1,-6-9 38,0 0-1,1-1 1,0 0 0,1-1 0,0 1 0,0-2 0,0 1 0,0-1 0,1-1-1,0 0 1,0 0 0,0-1 0,16 3 0,-11-4-96,0 0 1,1-1-1,-1-1 1,0-1-1,0 0 0,1-1 1,-1 0-1,0-1 1,0-1-1,-1-1 0,1 0 1,-1 0-1,0-2 1,0 0-1,-1 0 1,0-1-1,0-1 0,19-17 1,-14 10-196,0-1 1,-1 0-1,-1-1 1,0-1 0,-2-1-1,0 0 1,-1-1-1,-1-1 1,-1 1-1,-1-2 1,7-24-1,-14 37 85,0 0 0,-1 0-1,-1-1 1,0 1-1,0-1 1,-1 1 0,0 0-1,0-1 1,-2 1-1,1 0 1,-1-1 0,-5-15-1,5 21 90,-1 0 0,1-1 0,-1 1 0,0 0 0,0 0 0,-1 0 0,1 1 0,-1-1 0,0 1 0,0 0 0,-1 0 0,1 0 0,-1 1-1,0 0 1,1 0 0,-2 0 0,1 0 0,0 1 0,-1-1 0,1 2 0,-1-1 0,1 0 0,-10 0 0,9 1 47,-1 0 1,1 1-1,-1-1 0,1 2 1,-1-1-1,1 1 1,0 0-1,-1 0 0,1 0 1,0 1-1,0 0 1,0 0-1,0 1 0,0 0 1,0 0-1,1 0 1,-1 1-1,1 0 0,0 0 1,0 0-1,1 0 1,-1 1-1,-6 8 0,6-5 25,0 0 0,1 0 0,0 0 0,0 0 0,1 0 0,0 1 0,0 0 0,1 0 0,0 0 0,0 0 0,1 0 0,1 0 0,-1 0 0,2 0 0,-1 0 0,3 10 0,12 40 167,4-8-207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1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9830,'0'6'4932,"0"11"-5623,0-14 1100,-1 83-367,2 87-123,1-142 251,1 0 0,2 0 0,12 44-1,-15-70-114,-1 0 0,1-1 0,0 1-1,0-1 1,0 0 0,0 0-1,1 0 1,0 0 0,-1 0 0,2 0-1,4 5 1,-6-8-11,1 1 0,-1-1 1,1 0-1,-1 1 0,1-1 0,-1 0 0,1 0 1,0-1-1,-1 1 0,1 0 0,0-1 0,0 0 0,-1 0 1,1 0-1,0 0 0,0 0 0,0 0 0,-1-1 1,1 1-1,0-1 0,2-1 0,10-3-115,-1-1-1,-1 0 1,1-1-1,-1-1 1,0 0-1,-1-1 1,0 0-1,0-1 1,-1 0-1,0-1 1,9-12-1,-3 2-23,-2 0-1,0-1 0,-1 0 1,-1-1-1,15-39 0,-27 59 90,16-48-103,-16 48 101,0 0-1,-1-1 0,1 1 1,-1 0-1,1 0 0,-1-1 1,0 1-1,0 0 1,-1-1-1,1 1 0,-1 0 1,1 0-1,-2-4 1,1 7 10,1-1 0,0 1 1,0 0-1,0 0 1,0 0-1,-1 0 1,1-1-1,0 1 1,0 0-1,0 0 0,-1 0 1,1 0-1,0 0 1,0 0-1,-1 0 1,1 0-1,0 0 1,0 0-1,-1 0 0,1 0 1,0 0-1,0 0 1,0 0-1,-1 0 1,1 0-1,0 0 1,0 0-1,-1 0 0,1 0 1,0 0-1,0 0 1,0 0-1,-1 1 1,1-1-1,0 0 0,0 0 1,0 0-1,-1 0 1,1 1-1,0-1 1,0 0-1,0 0 1,0 0-1,0 0 0,0 1 1,-1-1-1,1 0 1,0 0-1,0 1 1,0-1-1,0 0 1,-7 13 302,4-2-182,0 0 0,1 0 0,0 0 0,1 0 1,0 0-1,1 0 0,0 1 0,0-1 0,2 0 1,-1 0-1,7 20 0,-5-17-37,2 0 1,0-1-1,1 1 0,0-1 0,1-1 1,0 1-1,1-1 0,17 20 1,-22-29-50,1 1 1,-1-1 0,1 0-1,0 0 1,0 0 0,0 0-1,1-1 1,-1 0 0,6 3-1,9-1 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2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 9830,'0'5'7547,"1"15"-7676,31 225 94,3 47 1526,-26-143-165,-6 0 0,-7 0 0,-7 0 0,-30 155 0,38-293-1270,1 5 38,-2 0 0,-8 24-1,12-40-90,0 1 0,0-1 0,0 1 0,0-1-1,0 1 1,0 0 0,-1-1 0,1 1 0,0-1-1,0 1 1,-1-1 0,1 1 0,0-1-1,-1 1 1,1-1 0,0 1 0,-1-1 0,1 1-1,-1-1 1,1 0 0,0 1 0,-1-1 0,1 0-1,-1 1 1,1-1 0,-1 0 0,0 0 0,1 0-1,-1 1 1,1-1 0,-1 0 0,1 0 0,-1 0-1,0 0 1,1 0 0,-1 0 0,1 0 0,-1 0-1,1 0 1,-1 0 0,0 0 0,1 0 0,-1-1-1,1 1 1,-1 0 0,1 0 0,-1-1 0,1 1-1,-1 0 1,1-1 0,-1 1 0,1 0 0,-1-1-1,1 1 1,0-1 0,-1 1 0,1-1 0,-1 1-1,1 0 1,0-1 0,-1 0 0,-20-37-1092,4-7 224,2 0 0,2 0 0,2-1-1,-6-55 1,-4-192-1637,19 190 1365,16-141 0,-8 194 612,2 1 0,3 0 1,1 1-1,37-91 0,-44 128 397,1 1 1,0-1-1,0 1 0,1 0 1,0 0-1,1 1 0,0 0 1,0 0-1,1 1 0,0 0 1,1 1-1,-1 0 0,19-10 1,-15 11 282,-1 1-1,1 0 1,0 1 0,1 1 0,-1 0 0,1 0 0,-1 2-1,1-1 1,0 2 0,-1 0 0,27 3 0,-13 2 245,0 0 1,0 2 0,-1 1-1,0 2 1,49 23 0,-55-22-203,-1 0 0,0 1 0,-1 1 0,0 1 0,-1 0 0,-1 2-1,27 30 1,-39-40-95,0-1 0,0 1 0,-1 0 0,0 0-1,0 0 1,-1 0 0,0 0 0,0 0-1,0 1 1,-1-1 0,0 1 0,0-1-1,0 1 1,-1 0 0,0-1 0,-1 1-1,1-1 1,-1 1 0,0 0 0,-1-1-1,0 0 1,0 1 0,0-1 0,-6 11-1,-2 0 246,0-1 0,-1 0 0,0-1-1,-1-1 1,-1 0 0,0 0-1,-25 18 1,-6 2 356,-2-2 0,-1-3-1,-1-2 1,-100 42 0,77-43-640,-1-3 0,0-3 0,-86 11 0,88-22-64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3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0 488 9830,'0'0'0,"0"0"0,0-27 0,0-51 0,19 70 0,20-5 126,1 2-1,64-9 0,85 0 610,-127 14-517,78-7 142,708-68 20,-6-32-1580,-631 76 983,136-21 1126,-338 56-848,0 2 1,0-1-1,0 1 1,10 1 0,-12 0-62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6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1697 9830,'-5'2'0,"0"1"0,0-1 0,0 1 0,0 1 0,-4 3 0,8-7 0,1 1 0,-1-1 0,0 0 0,1 1 0,-1-1 0,1 0 0,-1 0 0,0 1 0,1-1 0,-1 0 0,0 0 0,0 0 0,1 0 0,-1 0 0,0 0 0,1 0 0,-1 0 0,0 0 0,0 0 0,1 0 0,-1 0 0,0 0 0,1-1 0,-1 1 0,0 0 0,1-1 0,-1 1 0,1 0 0,-2-1 0,-18-23 0,-8-33 0,12 8 0,1 0 0,-9-65 0,-5-102 0,12 53 0,8 0 0,6-1 0,23-194 0,-16 325 91,1 1-1,1-1 1,2 1-1,1 1 1,17-41 0,-22 63-41,2-1 1,-1 1-1,1 0 1,0 0-1,1 0 1,0 1-1,0 0 1,15-11-1,-16 14-20,1 1-1,0 0 0,0 0 0,0 0 0,0 1 0,1 0 0,-1 1 0,1 0 0,0 0 0,0 0 0,0 1 0,16-1 0,-8 2 156,1 1 0,-1 0-1,0 1 1,0 1 0,0 1 0,0 0-1,0 1 1,-1 0 0,1 2 0,13 7-1,-21-10-65,-1 1-1,0 0 1,0 0-1,0 0 1,-1 1-1,1 0 1,-1 0-1,-1 0 1,1 1-1,-1 0 1,0 0-1,-1 1 1,0-1-1,0 1 1,-1 0-1,0 0 1,0 0-1,0 0 1,-1 1-1,1 15 1,-2-5 150,-2 0 0,0 0 0,-1 0-1,-1-1 1,-1 1 0,0-1 0,-2 1 0,0-2 0,-1 1 0,-16 29 0,-12 14 660,-64 85 0,87-129-784,-4 6-5,-9 12 129,-34 36 0,66-77-252,1 1 1,-1 0-1,1 0 1,0 0-1,0 1 1,0 0-1,0 1 1,1 0-1,15-4 1,11-1-701,47-5 0,-40 9 839,0 1 0,1 3 0,-1 1 0,0 2 0,0 3 1,0 0-1,0 3 0,-1 2 0,-1 1 0,0 2 0,-1 2 0,0 1 0,-1 3 1,-1 0-1,56 43 0,-82-54-88,1 1 1,-2-1-1,1 2 1,-2 0-1,1 0 1,-1 1-1,-1 0 1,0 0-1,-1 1 1,-1 0-1,1 0 1,-2 1-1,0 0 1,-1 0-1,0 0 1,-1 0-1,-1 1 1,0-1-1,-1 1 1,0-1-1,-1 1 1,-1 0-1,0-1 1,-1 1-1,-1-1 1,-8 25-1,3-15 25,-2 0 0,-1 0 0,-1-1 0,-1-1 1,-1 0-1,-1-1 0,0 0 0,-2-1 0,0-1 0,-2 0 0,0-2 0,-1 0 0,0-1 1,-1-1-1,-31 16 0,25-17-88,0-1 1,-1-1 0,0-1-1,-1-2 1,0 0 0,0-3-1,-1 0 1,0-2-1,0-1 1,0-1 0,0-2-1,-58-6 1,71 3-165,1-1 0,0 0 0,0-1 0,0-1 1,1 0-1,0-2 0,0 1 0,0-2 0,1 0 0,-24-20 0,30 22 66,1 0 0,0 0 0,0-1 0,0 0 1,1 0-1,1 0 0,-1-1 0,1 0 0,1 0 0,-1 0 0,2-1 0,-1 1 0,1-1 0,1 0 0,0 0 0,0 0 0,1 0 0,0-20 0,2 23-13,0 1 1,0 0-1,0 0 1,1 0-1,0 0 1,1 0-1,-1 0 0,1 1 1,0-1-1,0 1 1,1 0-1,0 0 1,0 0-1,0 0 0,0 1 1,1-1-1,0 1 1,0 1-1,0-1 1,0 0-1,0 1 0,8-3 1,8-4-225,0 1 0,1 1 0,0 1-1,36-7 1,28-1 458,-7 6-62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7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41 9830,'-1'-40'4096,"-7"50"-4096,-1 1 0,2 0 0,-1 0 0,2 1 0,-1-1 0,2 2 0,-1-1 0,2 1 0,0-1 0,0 1 0,1 0 0,1 1 0,0-1 0,0 0 0,2 16 0,-1-19 0,1-1 0,1 1 0,0 0 0,0 0 0,1-1 0,0 1 0,0-1 0,1 1 0,1-1 0,0 0 0,0 0 0,0 0 0,1-1 0,1 0 0,-1 0 0,1 0 0,1 0 0,-1-1 0,1 0 0,0-1 0,11 8 0,-12-10 0,0-1-1,1-1 1,-1 1-1,1-1 1,0 0-1,-1-1 1,1 0 0,0 0-1,0 0 1,0-1-1,0 0 1,0 0-1,-1-1 1,1 1 0,0-2-1,0 1 1,0-1-1,-1 0 1,1 0 0,-1-1-1,0 0 1,10-5-1,3-4-12,0 0 0,0-1 0,-1-1 0,-1-1 0,25-26 0,-25 22-55,-1 0 0,21-32 0,-33 44 57,1 0 0,-2-1-1,1 1 1,-1-1 0,0 0-1,0 1 1,-1-1 0,0 0-1,0-1 1,-1 1 0,0-13-1,-3 9 46,0 19 51,-1 21 163,5-16-85,0 0 1,1 0 0,0 0-1,1 0 1,0-1-1,1 0 1,0 0-1,1 0 1,0 0 0,13 17-1,1-3 170,1-1 0,44 40 0,-34-37-297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8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15 9830,'-41'-8'4796,"14"2"-3890,26 6-906,-1 0 0,0 0 0,1 1 0,-1-1 0,1 1 0,-1-1 0,1 1 0,0-1 0,-1 1 0,1 0 0,-1 0 0,1 0 0,0 0 0,0 0 0,0 0 0,-1 0 0,1 0 0,0 0 0,0 1 0,-1 1 0,-18 31 0,12-12 34,0 1-1,2-1 1,1 1 0,0 0 0,-1 34 0,2 123 637,4-136-408,14 369 3473,0 44-156,-14-364-2989,0-74-591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9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93 9830,'0'-2'0,"0"-1"0,0 0 0,1 0 0,-1 0 0,0 0 0,1 1 0,0-1 0,1-5 0,1 6 0,-1-1 0,0 1 0,1 0 0,-1-1 0,1 1 0,0 0 0,0 0 0,-1 1 0,1-1 0,1 1 0,-1-1 0,0 1 0,0 0 0,6-1 0,56-8 0,-43 8 0,123-12 819,192 6 0,-313 8-819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29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 9830,'0'4'6396,"-2"17"-6506,-13 140 1340,7 202-1,8-294-269,7 363 2094,-1 94 64,-6-517-3118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0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9830,'0'0'4674,"0"0"-4674,6 0 0,112 23 0,37 3 0,29-18 1283,18 2 209,-156-5-1492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0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235 310 9830,'-2'3'4340,"-9"11"-4415,8-7 75,0 0 0,1 1 0,0-1 0,0 1 0,1 0 0,0-1 0,1 1 0,-1 0 0,1 0 0,2 9 0,0 4 0,1 0 0,9 30 0,-9-42-2,-1-1 0,2 1-1,-1-1 1,1 0 0,1 0-1,-1 0 1,1 0 0,0-1-1,1 0 1,0 0 0,0-1-1,1 1 1,13 9 0,-14-12 28,-1-1 1,1 1-1,1-1 1,-1-1-1,0 1 1,1-1-1,-1 0 1,1-1-1,0 0 1,-1 0-1,1 0 1,0-1-1,0 0 0,0 0 1,0 0-1,-1-1 1,1 0-1,13-4 1,-8 0-68,0 0-1,0-1 1,0 0 0,-1 0-1,0-1 1,0-1 0,0 0-1,-1 0 1,-1-1 0,1 0-1,-1-1 1,-1 0 0,0-1-1,0 0 1,-1 0 0,-1 0-1,0-1 1,0 0 0,4-13-1,-4 7-21,0 0-1,-1 0 0,-1-1 0,-1 0 0,0 0 0,-2 0 0,0 0 0,-1 0 0,-1 0 0,-1 0 0,0 0 0,-8-30 1,6 39 47,1-1 1,-2 1 0,1 1 0,-1-1-1,0 1 1,-1-1 0,0 1 0,-1 1 0,0 0-1,0 0 1,-1 0 0,0 1 0,0 0 0,-1 0-1,0 1 1,0 0 0,-13-6 0,9 6 146,1 1 1,-1 1 0,0 0 0,0 1 0,-1 0-1,1 1 1,-1 0 0,1 1 0,-1 1 0,1 0-1,-1 1 1,1 1 0,-20 3 0,12 0 21,1 1 1,-1 1-1,1 1 1,0 1 0,0 0-1,1 1 1,1 2-1,0 0 1,0 0-1,1 2 1,1 0-1,0 1 1,-20 24-1,33-34-88,-1 1-1,1-1 0,0 0 0,0 1 0,1 0 1,0-1-1,0 1 0,0 0 0,1 0 0,0 0 1,0 0-1,0 1 0,1-1 0,0 8 0,1-5 77,0-1 0,1 1-1,0 0 1,1-1 0,0 0-1,0 0 1,1 0-1,0 0 1,5 8 0,6 5 201,2 0 1,0-1-1,1-1 1,1 0 0,31 23-1,22 12-220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1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9830,'0'0'4650,"0"19"-4650,20 244-34,1-25 660,-20-267-670,2 0 1,1 0 0,1 0-1,13-40 1,49-122-596,-61 175 617,0 1 0,1 0 0,0 1-1,2 0 1,10-15 0,-17 26 54,0 0-1,0 1 1,1-1-1,-1 1 1,1 0-1,-1 0 1,1 0-1,0 0 1,0 0 0,0 1-1,0-1 1,0 1-1,0 0 1,0 0-1,0 0 1,1 0-1,-1 1 1,0-1 0,0 1-1,1 0 1,-1 0-1,0 0 1,1 0-1,-1 0 1,0 1-1,1 0 1,-1-1 0,0 1-1,0 0 1,0 1-1,5 2 1,6 4 126,-1 0 0,0 1 1,-1 1-1,0 0 0,0 0 1,-1 1-1,-1 1 0,0 0 1,0 0-1,-1 1 0,-1 0 0,0 1 1,-1 0-1,0 0 0,5 19 1,2 6 161,-3 1 1,-1 0-1,-2 0 1,4 67-1,-10-59-149,-1-10-137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5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425 39 9830,'6'-9'4910,"12"-7"-5269,-12 10 639,-6 6-280,0 0 0,0 0 0,0 0 0,-1 0 0,1 0 0,0 0 0,0 0 0,0 0 0,0 0 0,0 0 0,-1-1 0,1 1 0,0 0 0,0 0 0,0 0 0,0 0 0,0 0 0,0 0 0,0 0 0,0-1 0,-1 1 0,1 0 0,0 0 0,0 0 0,0 0 0,0 0 0,0-1 0,0 1 0,0 0 0,0 0 0,0 0 0,0 0 0,0-1 0,0 1 0,0 0 0,0 0 0,0 0 0,0 0 0,0-1 0,0 1 0,0 0 0,0 0 0,0 0 0,0 0 0,1 0 0,-1-1 0,0 1 0,0 0 0,0 0 0,0 0 0,0 0 0,0 0 0,0 0 0,1-1 0,-1 1 0,0 0 0,0 0 0,0 0 0,0 0 0,0 0 0,1 0 0,-1 0 0,0 0 0,0 0 0,0 0 0,-21 5 0,-29 15 0,36-11-1,0 0 0,0 2 1,1-1-1,1 2 0,-1 0 0,2 0 1,-12 16-1,-65 105 51,67-100 8,-9 15 705,3 2 1,-28 66-1,45-88-414,0 0 0,2 0 0,2 1 0,0 0 0,2 0 0,-1 35 0,9 27 1250,4-1-1,31 151 0,-21-146-768,48 197 333,-2-13-1233,-55-225 70,-3 2 0,-2-1 0,-8 108 0,4-166 0,1 1 0,-1-1 0,0 1 0,0 0 0,1-1 0,0 1 0,-1 0 0,1-1 0,0 1 0,0 0 0,0 0 0,0 0 0,1-1 0,-1 1 0,1 1 0,-1-1 0,1 0 0,-1 0 0,1 0 0,0 1 0,0-1 0,2 0 0,-2 1 0,0 1 0,0-1 0,0 1 0,0 0 0,0 0 0,0 0 0,0 0 0,0 0 0,0 0 0,-1 0 0,1 1 0,0-1 0,0 1 0,0 0 0,0-1 0,0 1 0,-1 0 0,1 0 0,0 0 0,-1 0 0,1 0 0,-1 0 0,1 1 0,-1-1 0,1 1 0,-1-1 0,0 1 0,2 1 0,11 15 0,-1 0 0,0 1 0,-2 0 0,15 34 0,27 88 0,-44-111 0,-1 1 0,-2 0 0,-1 0 0,-1 1 0,-1 39 0,-5-25 0,-1 0 0,-3-1 0,-12 48 0,-17 51 0,9-44 0,-24 197 0,50-293 0,-1-1 0,1 1 0,0 0 0,0 0 0,1-1 0,-1 1 0,1 0 0,0 0 0,0-1 0,0 1 0,0-1 0,1 1 0,-1-1 0,1 1 0,0-1 0,5 6 0,-3-5 0,1 1 0,0-1 0,0-1 0,0 1 0,1-1 0,-1 0 0,1 0 0,0 0 0,7 1 0,26 10 0,0-3 0,0-1 0,1-2 0,1-1 0,-1-2 0,55-1 0,-83-5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5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1308 0 9830,'0'0'6913,"0"0"-6913,0 0 0,0 0 0,0 0 0,0 0 0,-15 3 0,-615 91 1912,18-72 2415,572-22-4285,30 0-42,10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8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1 9830,'0'0'5188,"0"0"-5188,0 0 0,0 0 0,0 0 0,0 0 0,-7 363 565,-68 479 8009,53-701-7337,-21 216-417,44-335-820,-1-24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39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275 361 9830,'0'0'0,"0"0"0,0-26 0,0 6 0,-1-5 0,6-40 0,-4 56 0,1 0 0,0 0 0,1 0 0,0 1 0,0-1 0,1 1 0,0 0 0,6-9 0,-1 6 105,0-1 0,0 2-1,1-1 1,1 1 0,0 1 0,0 0-1,0 0 1,1 1 0,1 1-1,-1 0 1,1 0 0,0 2 0,25-8-1,-30 10-30,0 1 0,0 0 0,0 1-1,0 0 1,1 0 0,-1 1 0,0 0-1,0 0 1,1 1 0,-1 0-1,0 0 1,0 1 0,0 0 0,0 1-1,0 0 1,-1 0 0,1 0 0,-1 1-1,0 0 1,0 1 0,0-1 0,-1 2-1,1-1 1,-1 0 0,6 9 0,-4-5 122,-1 1 1,0 1-1,-1-1 1,0 1-1,0 0 1,-2 1 0,1-1-1,-1 1 1,2 12-1,-3-5 120,0 0-1,-1 0 1,-1 1-1,-1-1 0,-3 24 1,-3 1 337,-3-1 0,-1 0 0,-3 0 0,-22 53 0,8-33 288,-3-1 0,-2-1 0,-69 96 0,69-115-590,-1-1 1,-2-2 0,-2-2-1,-1-1 1,-65 46 0,91-73-343,-1-1 0,0-1 0,-1 0 0,1-1 0,-1 0 0,-1-1 0,-16 3 0,28-7-30,0 0 0,0 0 0,0-1 0,0 1 0,0-1 0,0 0 0,-1 0 0,1 0 0,0-1 0,0 1 0,0-1 0,0 1 0,0-1 0,0 0 0,0 0 0,0-1 0,1 1 0,-1 0 0,0-1 0,1 0 0,-1 0 0,1 0 0,-1 0 0,1 0 0,0 0 0,0 0 0,0-1 0,0 1-1,0-1 1,0 1 0,1-1 0,0 0 0,-1 0 0,1 0 0,0 0 0,0 0 0,0 0 0,1 0 0,-1 0 0,1-4 0,-1-4-138,0-1 0,1 1 0,0-1 0,1 1 0,0 0 0,1 0 0,4-14 0,-5 20 151,1 0 0,-1-1-1,1 1 1,0 1 0,0-1-1,1 0 1,-1 0 0,1 1-1,0-1 1,1 1-1,-1 0 1,1 0 0,-1 0-1,1 1 1,0-1 0,1 1-1,6-4 1,-8 6 18,0 0-1,1 0 1,-1 1-1,1-1 1,-1 1-1,1 0 1,0 0-1,-1 0 1,1 0-1,-1 1 1,1 0-1,-1 0 1,0 0-1,1 0 1,-1 0-1,0 0 1,1 1-1,-1 0 1,0-1-1,0 1 1,0 1-1,-1-1 1,1 0-1,0 0 1,3 6-1,6 5 53,0 0-1,-2 1 1,18 29-1,-2 4 63,-2 2-1,20 59 1,27 110 140,-44-129-206,-15-48-27,-7-20-7,1-1 1,1 0-1,1 0 1,1-1-1,11 19 0,-18-35-17,0-1-1,0 1 1,0-1-1,0 0 1,0 0-1,0 0 1,1 0-1,-1 0 1,0-1-1,1 1 1,0-1-1,-1 0 1,1 1-1,0-1 1,0 0-1,0-1 1,0 1-1,-1 0 1,1-1-1,0 0 1,0 1-1,0-1 1,0 0-1,0-1 1,0 1-1,5-2 1,5-1-115,0-1 1,-1-1 0,0 0-1,20-11 1,-26 13-25,151-90-732,-120 71 871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0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725 243 9830,'-3'-18'0,"-2"3"0,0 2 0,-1-1 0,0 0 0,-1 1 0,-1 0 0,0 1 0,0 0 0,-1 0 0,-1 0 0,-19-16 0,21 21 0,0 0 0,0 1 0,0 0 0,-1 0 0,0 1 0,0 0 0,-1 1 0,1 0 0,-1 0 0,0 1 0,0 1 0,0-1 0,0 2 0,-1-1 0,1 1 0,-13 1 0,10 1 100,-1 1-1,1 0 1,-1 2-1,1-1 0,0 1 1,0 1-1,0 0 1,-23 14-1,20-8 231,-1 1 0,1 0 0,1 1 0,0 1 0,-18 22 0,3 3 264,3 0 0,1 2 0,2 1 0,-23 56 1,40-84-544,2-4 14,0-1 1,1 1-1,0-1 0,0 1 1,1 0-1,1 0 0,-1 1 1,2-1-1,-2 18 0,4-26-36,-1-1 0,1 0-1,-1 1 1,1-1-1,-1 0 1,1 0 0,0 1-1,-1-1 1,1 0-1,0 0 1,0 0 0,0 0-1,0 0 1,0 0-1,0 0 1,0 0 0,0 0-1,1-1 1,-1 1-1,0 0 1,0-1 0,1 1-1,-1-1 1,0 1 0,1-1-1,-1 0 1,1 1-1,-1-1 1,3 0 0,3 0 114,0 0 1,-1 0 0,1 0 0,0-1 0,7-2 0,3-1-168,-1-2 0,0 0 0,0 0 0,-1-2 1,1 0-1,-2-1 0,1 0 0,-1-1 0,20-19 0,-3 0-230,-2-1 1,45-62-1,-70 87 212,-2 3 35,0-1 0,1 0 0,-1 1 1,-1-1-1,1 0 0,0 0 0,-1 0 0,1 0 1,-1 0-1,0 0 0,1-6 0,-3 44 333,5-9-46,2 0 1,14 46-1,-17-65-240,-1 0 1,1 0 0,0 0-1,1 0 1,-1-1-1,2 1 1,-1-1 0,0 0-1,1 0 1,0-1 0,1 0-1,-1 1 1,1-2-1,11 8 1,-11-9 9,1-2 0,0 1-1,-1-1 1,1 0 0,0 0 0,-1-1 0,1 0-1,0 0 1,0 0 0,-1-1 0,1 0 0,0 0-1,-1-1 1,1 0 0,-1 0 0,8-4 0,17-6-13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1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696 0 9830,'0'0'6334,"-8"14"-6334,-3 19 0,2 0 0,1 1 0,-5 47 0,6-35 0,-51 376 3087,-12 72 1308,46-366-3438,6-43-152,-10 150 1,12-259-1212,6 7 96,-1 1-1,-19-23 0,21 30 250,0 1 0,0 0 0,-1 1 0,0 0-1,-18-9 1,24 14 70,0 0 1,0 1-1,-1-1 0,1 1 1,-1 0-1,1 1 0,0-1 1,-1 1-1,1 0 0,-1 0 1,1 0-1,-1 0 0,1 1 1,-1 0-1,1 0 0,-1 0 1,1 0-1,-6 4 0,-11 6 16,2 0 0,0 1 0,1 2-1,0 0 1,0 0 0,2 2 0,0 0 0,1 1-1,-21 29 1,34-44-22,1 1 0,-1-1 0,1 0 0,0 1 0,-1-1 0,1 1 0,0 0 0,0-1 1,1 1-1,-1 0 0,0-1 0,1 1 0,0 0 0,-1 0 0,1-1 0,0 1 0,1 0 0,-1 0 0,0 0 0,1-1 0,0 1 0,1 3 0,0-1 7,1 0 0,0-1 0,1 0 0,-1 0 0,1 0 0,-1 0 0,1 0 0,0-1 0,1 0 0,8 6 0,0-1 6,2-1 0,-1 0 0,1-1 0,0 0-1,0-1 1,21 3 0,-20-4-11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2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1 9830,'0'0'4839,"0"0"-4839,0 0 0,0 0 0,-7 8 0,-2 2 0,2 1 0,0 1 0,0-1 0,1 1 0,0 0 0,-7 23 0,-17 81 0,23-84 0,-3 8 164,1 0-1,3 1 1,1 0 0,0 75 0,6-111-164,0-3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2.4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9830,'0'0'2473,"0"0"-2473,0 0 0,0 0 0,0 13 0,-1 23 0,-10 49 0,5-47 0,2-8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3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68 9830,'0'0'4058,"-3"3"-3877,-22 29-181,2 1 0,-29 53 0,42-67 0,1-1 0,1 2 0,1-1 0,1 1 0,0 0 0,-4 36 0,10-53 10,-1 0 1,1 1-1,0-1 0,0 1 0,0-1 1,1 1-1,-1-1 0,1 1 0,0-1 1,0 0-1,0 1 0,0-1 0,0 0 0,1 0 1,0 0-1,-1 0 0,1 0 0,0 0 1,1 0-1,3 3 0,-4-4 43,1 0 0,0-1 0,0 1-1,0-1 1,0 0 0,0 0 0,0 0 0,0 0-1,0-1 1,0 1 0,0-1 0,1 0 0,-1 1 0,0-2-1,0 1 1,0 0 0,0-1 0,1 1 0,-1-1-1,0 0 1,0 0 0,5-2 0,2-2-56,-1 0 0,0-1 0,0 0 0,-1 0 1,1-1-1,-1 0 0,-1 0 0,1-1 0,-1 0 0,-1-1 0,0 1 1,0-1-1,9-19 0,1-5-209,-1-2 1,16-57-1,-23 67 162,-2 0-1,0-1 0,-2 1 1,0-2-1,-1-25 1,-4 40 50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3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3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9830,'0'0'0,"0"0"0,0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4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2329 9830,'0'-39'0,"-7"-412"0,8-337 0,8 616 0,8 1 0,60-263 0,-71 410 0,1-7 0,1 0 0,1 1 0,1 0 0,25-47 0,-33 73 49,1 0 0,0 1 0,-1-1 0,1 1 0,0 0 0,1 0 0,-1 0 0,1 0 0,-1 0 0,1 1 0,0 0 0,0-1 0,0 1 0,0 1 0,0-1 0,0 1 1,1-1-1,-1 1 0,0 1 0,1-1 0,-1 1 0,1-1 0,-1 1 0,1 0 0,-1 1 0,1-1 0,-1 1 0,0 0 0,1 0 0,7 3 0,4 2 197,0 0 1,-1 1-1,0 1 0,0 0 1,-1 2-1,25 19 0,-32-23-95,0 0 0,0 1-1,-1 0 1,0 0 0,0 1-1,0 0 1,-1 0 0,-1 0 0,1 0-1,-1 1 1,-1 0 0,6 17-1,-6-11 181,-1 0 0,0 1 0,-1-1 0,-1 1 0,-1-1 0,0 1 0,-3 18 0,-5 10 420,-2-1 1,-2 0 0,-2-1-1,-1-1 1,-39 70 0,-133 182 2602,-184 191-2685,389-504-919,0 0 1,2 2-1,0 0 1,1 1-1,31-20 1,-44 32 252,0 1 1,0 0 0,1 1-1,0-1 1,0 1-1,0 1 1,0 0-1,0 0 1,0 1 0,1-1-1,-1 2 1,0-1-1,1 1 1,-1 1 0,1-1-1,-1 2 1,0-1-1,0 1 1,0 0 0,15 6-1,-4 2 28,1 1-1,-2 0 0,0 1 1,0 1-1,-1 1 0,-1 0 1,0 2-1,-1 0 1,0 0-1,21 34 0,-20-25 9,-1 0 0,-2 1 1,0 0-1,-2 1 0,-1 1 0,-1 0 0,9 47 0,-15-54-13,-1 0 1,0 0-1,-2 1 1,0-1-1,-2 0 1,0 0-1,-1 0 0,-2 0 1,-10 33-1,8-37-4,0 0 0,-1-1 0,-1 0 0,0 0-1,-1-1 1,-1 0 0,0-1 0,-2 0 0,1-1 0,-1 0-1,-22 16 1,14-14 2,0-1-1,-1-1 1,-1-1 0,0-1-1,-26 8 1,32-13-14,0-1 0,0-1 0,-1-1 0,1 0 1,-1-1-1,0-1 0,0 0 0,-18-3 0,11-2-10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5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9830,'-5'29'4594,"5"-20"-4273,0-8-321,-20 215 300,19-181-191,1 1 0,2-1 1,1 0-1,10 41 0,-10-67 12,0 1-1,0 0 1,1-1-1,0 0 1,1 0-1,0 0 1,1-1-1,-1 0 1,2 0-1,-1 0 1,1-1-1,0 0 1,0 0-1,1 0 1,0-1 0,0-1-1,1 1 1,15 6-1,-17-9-68,1 0 0,-1 0 0,1-1 0,0 0 0,-1 0 0,1-1 0,0 0 0,0 0 0,0-1 0,0 0 0,0-1 0,0 1 0,0-1 0,0-1 0,0 0 0,0 0 0,-1-1 0,1 1 0,-1-2 0,0 1 0,0-1 0,0 0 0,12-9 0,-5 0-189,1-1 0,-2-1 1,0 1-1,-1-2 0,-1 0 1,0-1-1,16-32 0,-10 12-146,-2-1 0,19-72 0,-31 83 314,-3 22 22,-1 17 38,1 47 748,10 97 0,-5-124-666,1 1-1,1-1 1,2 0-1,19 45 1,-14-50-73,-2-8-75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5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0 9830,'-1'27'6109,"2"-19"-5664,-74 1628 9385,70-1600-9830,-25 373 0,24-2 0,4-400 0,0-6 0,0 1 0,-1-1 0,1 1 0,0-1 0,0 1 0,1-1 0,-1 1 0,0-1 0,0 1 0,1-1 0,-1 0 0,1 1 0,-1-1 0,1 1 0,-1-1 0,1 0 0,0 0 0,0 1 0,1 1 0,4-4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6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9830,'3'1'0,"0"-1"0,-1 0 0,1 0 0,0 0 0,0 0 0,-1-1 0,1 1 0,0-1 0,-1 0 0,4-1 0,7-1 0,137-26 797,207-12-1,-302 39-751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6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 9830,'-1'1'6995,"-6"12"-7114,-2 18 119,1 1 0,1 0 0,2 0 0,-2 52 0,3-35 0,-30 1009 8663,23-392-7818,6-547-845,0 223 0,5-332 0,1-1 0,0 1 0,0 0 0,1-1 0,0 1 0,1-1 0,0 0 0,7 15 0,0-8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7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9830,'0'0'4096,"0"0"-4096,0 0 0,0 0 0,0 0 0,319 0 0,-277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49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265 176 9830,'-51'51'4556,"14"-12"-4594,-33 46-1,48-56 61,-29 41-70,46-62 91,0 0 0,0 1-1,1 0 1,0 0-1,1 0 1,-3 14 0,5-21-3,1-1 0,0 1 0,0-1 0,0 1 1,0 0-1,0-1 0,1 1 0,-1-1 1,0 1-1,1 0 0,-1-1 0,1 1 0,-1-1 1,1 1-1,0-1 0,0 0 0,0 1 0,0-1 1,0 0-1,0 0 0,0 1 0,0-1 0,0 0 1,0 0-1,1 0 0,-1 0 0,0 0 1,1-1-1,-1 1 0,1 0 0,-1-1 0,1 1 1,-1-1-1,3 1 0,6 2 224,1-1-1,-1 0 1,1-1 0,10 0-1,-19 0-231,24-1 199,1 0 1,-1-1 0,0-2-1,1 0 1,38-12 0,-43 9-362,1-2 0,-1-1 0,0-1 0,-1-1 0,0 0 0,0-2 0,-2 0 0,1-1 0,-2-2 0,0 1 0,-1-2 0,0 0 0,-2-2 0,0 1 0,-1-2 0,-1 0 0,12-23 0,-15 24 29,-2 0 1,0-1-1,-1 0 1,0 0-1,3-26 1,-9 40 79,0 0 0,-1 0-1,0 0 1,0 0 0,0 0 0,-1 0 0,0 0 0,0 0 0,0 0 0,-3-6-1,2 8 26,1 1 0,-1 0 0,0 0 0,0-1 0,-1 1 0,1 0 0,0 1-1,-1-1 1,0 0 0,0 1 0,0-1 0,0 1 0,0 0 0,0 0 0,-1 0-1,1 1 1,-6-3 0,-1 1 123,-1 1 0,1 0 0,-1 0 0,0 1 0,1 0 0,-1 1 0,0 1 0,1-1 0,-17 4 0,1 1 184,1 1 0,-42 16 0,51-15-187,0 0-1,0 1 1,1 1-1,0 0 1,1 1-1,0 0 1,-21 21-1,29-26-71,1 0 0,0 1 0,1 0 0,-1 0 0,1 0 0,0 0 1,1 1-1,0-1 0,0 1 0,0 0 0,1 0 0,0 0 0,0 0 0,0 0 0,1 1 0,0-1 0,1 0 0,0 1 1,0-1-1,2 10 0,8 21 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23:26:5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9830,'0'2'5008,"1"10"-5093,7 96 205,11 376 1125,-15-504-1270,1 0 0,1 0 0,1 0 1,1 1-1,11-23 0,4-10-82,-14 29 49,4-12-63,2 1 1,1 0 0,32-48-1,-33 105 866,2 4-342,-2 0 0,-1 1 0,-1 1 0,-2 0 0,11 39 1,-8-7 359,11 102 1,-17-81-704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ב'/אדר/תשפ"ו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.png"/><Relationship Id="rId21" Type="http://schemas.openxmlformats.org/officeDocument/2006/relationships/image" Target="../media/image25.png"/><Relationship Id="rId42" Type="http://schemas.openxmlformats.org/officeDocument/2006/relationships/customXml" Target="../ink/ink20.xml"/><Relationship Id="rId63" Type="http://schemas.openxmlformats.org/officeDocument/2006/relationships/image" Target="../media/image46.png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07" Type="http://schemas.openxmlformats.org/officeDocument/2006/relationships/image" Target="../media/image68.png"/><Relationship Id="rId11" Type="http://schemas.openxmlformats.org/officeDocument/2006/relationships/image" Target="../media/image20.png"/><Relationship Id="rId32" Type="http://schemas.openxmlformats.org/officeDocument/2006/relationships/customXml" Target="../ink/ink15.xml"/><Relationship Id="rId53" Type="http://schemas.openxmlformats.org/officeDocument/2006/relationships/image" Target="../media/image41.png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149" Type="http://schemas.openxmlformats.org/officeDocument/2006/relationships/customXml" Target="../ink/ink74.xml"/><Relationship Id="rId5" Type="http://schemas.openxmlformats.org/officeDocument/2006/relationships/image" Target="../media/image170.png"/><Relationship Id="rId95" Type="http://schemas.openxmlformats.org/officeDocument/2006/relationships/image" Target="../media/image62.png"/><Relationship Id="rId22" Type="http://schemas.openxmlformats.org/officeDocument/2006/relationships/customXml" Target="../ink/ink10.xml"/><Relationship Id="rId43" Type="http://schemas.openxmlformats.org/officeDocument/2006/relationships/image" Target="../media/image36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84.png"/><Relationship Id="rId80" Type="http://schemas.openxmlformats.org/officeDocument/2006/relationships/customXml" Target="../ink/ink39.xml"/><Relationship Id="rId85" Type="http://schemas.openxmlformats.org/officeDocument/2006/relationships/image" Target="../media/image57.png"/><Relationship Id="rId150" Type="http://schemas.openxmlformats.org/officeDocument/2006/relationships/image" Target="../media/image89.png"/><Relationship Id="rId155" Type="http://schemas.openxmlformats.org/officeDocument/2006/relationships/customXml" Target="../ink/ink77.xml"/><Relationship Id="rId12" Type="http://schemas.openxmlformats.org/officeDocument/2006/relationships/customXml" Target="../ink/ink5.xml"/><Relationship Id="rId17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customXml" Target="../ink/ink18.xml"/><Relationship Id="rId59" Type="http://schemas.openxmlformats.org/officeDocument/2006/relationships/image" Target="../media/image44.png"/><Relationship Id="rId103" Type="http://schemas.openxmlformats.org/officeDocument/2006/relationships/image" Target="../media/image66.png"/><Relationship Id="rId108" Type="http://schemas.openxmlformats.org/officeDocument/2006/relationships/customXml" Target="../ink/ink53.xml"/><Relationship Id="rId124" Type="http://schemas.openxmlformats.org/officeDocument/2006/relationships/customXml" Target="../ink/ink61.xml"/><Relationship Id="rId129" Type="http://schemas.openxmlformats.org/officeDocument/2006/relationships/image" Target="../media/image79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52.png"/><Relationship Id="rId91" Type="http://schemas.openxmlformats.org/officeDocument/2006/relationships/image" Target="../media/image60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23" Type="http://schemas.openxmlformats.org/officeDocument/2006/relationships/image" Target="../media/image26.png"/><Relationship Id="rId28" Type="http://schemas.openxmlformats.org/officeDocument/2006/relationships/customXml" Target="../ink/ink13.xml"/><Relationship Id="rId49" Type="http://schemas.openxmlformats.org/officeDocument/2006/relationships/image" Target="../media/image39.png"/><Relationship Id="rId114" Type="http://schemas.openxmlformats.org/officeDocument/2006/relationships/customXml" Target="../ink/ink56.xml"/><Relationship Id="rId119" Type="http://schemas.openxmlformats.org/officeDocument/2006/relationships/image" Target="../media/image74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47.png"/><Relationship Id="rId81" Type="http://schemas.openxmlformats.org/officeDocument/2006/relationships/image" Target="../media/image55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35" Type="http://schemas.openxmlformats.org/officeDocument/2006/relationships/image" Target="../media/image82.png"/><Relationship Id="rId151" Type="http://schemas.openxmlformats.org/officeDocument/2006/relationships/customXml" Target="../ink/ink75.xml"/><Relationship Id="rId156" Type="http://schemas.openxmlformats.org/officeDocument/2006/relationships/image" Target="../media/image92.png"/><Relationship Id="rId13" Type="http://schemas.openxmlformats.org/officeDocument/2006/relationships/image" Target="../media/image21.png"/><Relationship Id="rId18" Type="http://schemas.openxmlformats.org/officeDocument/2006/relationships/customXml" Target="../ink/ink8.xml"/><Relationship Id="rId39" Type="http://schemas.openxmlformats.org/officeDocument/2006/relationships/image" Target="../media/image34.png"/><Relationship Id="rId109" Type="http://schemas.openxmlformats.org/officeDocument/2006/relationships/image" Target="../media/image69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42.png"/><Relationship Id="rId76" Type="http://schemas.openxmlformats.org/officeDocument/2006/relationships/customXml" Target="../ink/ink37.xml"/><Relationship Id="rId97" Type="http://schemas.openxmlformats.org/officeDocument/2006/relationships/image" Target="../media/image63.png"/><Relationship Id="rId104" Type="http://schemas.openxmlformats.org/officeDocument/2006/relationships/customXml" Target="../ink/ink51.xml"/><Relationship Id="rId120" Type="http://schemas.openxmlformats.org/officeDocument/2006/relationships/customXml" Target="../ink/ink59.xml"/><Relationship Id="rId125" Type="http://schemas.openxmlformats.org/officeDocument/2006/relationships/image" Target="../media/image77.png"/><Relationship Id="rId141" Type="http://schemas.openxmlformats.org/officeDocument/2006/relationships/image" Target="../media/image85.png"/><Relationship Id="rId146" Type="http://schemas.openxmlformats.org/officeDocument/2006/relationships/image" Target="../media/image87.png"/><Relationship Id="rId7" Type="http://schemas.openxmlformats.org/officeDocument/2006/relationships/image" Target="../media/image180.png"/><Relationship Id="rId71" Type="http://schemas.openxmlformats.org/officeDocument/2006/relationships/image" Target="../media/image50.png"/><Relationship Id="rId92" Type="http://schemas.openxmlformats.org/officeDocument/2006/relationships/customXml" Target="../ink/ink45.xml"/><Relationship Id="rId2" Type="http://schemas.openxmlformats.org/officeDocument/2006/relationships/image" Target="../media/image3.png"/><Relationship Id="rId29" Type="http://schemas.openxmlformats.org/officeDocument/2006/relationships/image" Target="../media/image29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37.png"/><Relationship Id="rId66" Type="http://schemas.openxmlformats.org/officeDocument/2006/relationships/customXml" Target="../ink/ink32.xml"/><Relationship Id="rId87" Type="http://schemas.openxmlformats.org/officeDocument/2006/relationships/image" Target="../media/image58.png"/><Relationship Id="rId110" Type="http://schemas.openxmlformats.org/officeDocument/2006/relationships/customXml" Target="../ink/ink54.xml"/><Relationship Id="rId115" Type="http://schemas.openxmlformats.org/officeDocument/2006/relationships/image" Target="../media/image72.png"/><Relationship Id="rId131" Type="http://schemas.openxmlformats.org/officeDocument/2006/relationships/image" Target="../media/image80.png"/><Relationship Id="rId136" Type="http://schemas.openxmlformats.org/officeDocument/2006/relationships/customXml" Target="../ink/ink67.xml"/><Relationship Id="rId157" Type="http://schemas.openxmlformats.org/officeDocument/2006/relationships/customXml" Target="../ink/ink78.xml"/><Relationship Id="rId61" Type="http://schemas.openxmlformats.org/officeDocument/2006/relationships/image" Target="../media/image45.png"/><Relationship Id="rId82" Type="http://schemas.openxmlformats.org/officeDocument/2006/relationships/customXml" Target="../ink/ink40.xml"/><Relationship Id="rId152" Type="http://schemas.openxmlformats.org/officeDocument/2006/relationships/image" Target="../media/image90.png"/><Relationship Id="rId19" Type="http://schemas.openxmlformats.org/officeDocument/2006/relationships/image" Target="../media/image24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32.png"/><Relationship Id="rId56" Type="http://schemas.openxmlformats.org/officeDocument/2006/relationships/customXml" Target="../ink/ink27.xml"/><Relationship Id="rId77" Type="http://schemas.openxmlformats.org/officeDocument/2006/relationships/image" Target="../media/image53.png"/><Relationship Id="rId100" Type="http://schemas.openxmlformats.org/officeDocument/2006/relationships/customXml" Target="../ink/ink49.xml"/><Relationship Id="rId105" Type="http://schemas.openxmlformats.org/officeDocument/2006/relationships/image" Target="../media/image67.png"/><Relationship Id="rId126" Type="http://schemas.openxmlformats.org/officeDocument/2006/relationships/customXml" Target="../ink/ink62.xml"/><Relationship Id="rId147" Type="http://schemas.openxmlformats.org/officeDocument/2006/relationships/customXml" Target="../ink/ink73.xml"/><Relationship Id="rId8" Type="http://schemas.openxmlformats.org/officeDocument/2006/relationships/customXml" Target="../ink/ink3.xml"/><Relationship Id="rId51" Type="http://schemas.openxmlformats.org/officeDocument/2006/relationships/image" Target="../media/image40.png"/><Relationship Id="rId72" Type="http://schemas.openxmlformats.org/officeDocument/2006/relationships/customXml" Target="../ink/ink35.xml"/><Relationship Id="rId93" Type="http://schemas.openxmlformats.org/officeDocument/2006/relationships/image" Target="../media/image61.png"/><Relationship Id="rId98" Type="http://schemas.openxmlformats.org/officeDocument/2006/relationships/customXml" Target="../ink/ink48.xml"/><Relationship Id="rId121" Type="http://schemas.openxmlformats.org/officeDocument/2006/relationships/image" Target="../media/image75.png"/><Relationship Id="rId142" Type="http://schemas.openxmlformats.org/officeDocument/2006/relationships/customXml" Target="../ink/ink70.xml"/><Relationship Id="rId3" Type="http://schemas.openxmlformats.org/officeDocument/2006/relationships/image" Target="../media/image4.jpeg"/><Relationship Id="rId25" Type="http://schemas.openxmlformats.org/officeDocument/2006/relationships/image" Target="../media/image27.png"/><Relationship Id="rId46" Type="http://schemas.openxmlformats.org/officeDocument/2006/relationships/customXml" Target="../ink/ink22.xml"/><Relationship Id="rId67" Type="http://schemas.openxmlformats.org/officeDocument/2006/relationships/image" Target="../media/image48.png"/><Relationship Id="rId116" Type="http://schemas.openxmlformats.org/officeDocument/2006/relationships/customXml" Target="../ink/ink57.xml"/><Relationship Id="rId137" Type="http://schemas.openxmlformats.org/officeDocument/2006/relationships/image" Target="../media/image83.png"/><Relationship Id="rId158" Type="http://schemas.openxmlformats.org/officeDocument/2006/relationships/image" Target="../media/image93.png"/><Relationship Id="rId20" Type="http://schemas.openxmlformats.org/officeDocument/2006/relationships/customXml" Target="../ink/ink9.xml"/><Relationship Id="rId41" Type="http://schemas.openxmlformats.org/officeDocument/2006/relationships/image" Target="../media/image35.png"/><Relationship Id="rId62" Type="http://schemas.openxmlformats.org/officeDocument/2006/relationships/customXml" Target="../ink/ink30.xml"/><Relationship Id="rId83" Type="http://schemas.openxmlformats.org/officeDocument/2006/relationships/image" Target="../media/image56.png"/><Relationship Id="rId88" Type="http://schemas.openxmlformats.org/officeDocument/2006/relationships/customXml" Target="../ink/ink43.xml"/><Relationship Id="rId111" Type="http://schemas.openxmlformats.org/officeDocument/2006/relationships/image" Target="../media/image70.png"/><Relationship Id="rId132" Type="http://schemas.openxmlformats.org/officeDocument/2006/relationships/customXml" Target="../ink/ink65.xml"/><Relationship Id="rId153" Type="http://schemas.openxmlformats.org/officeDocument/2006/relationships/customXml" Target="../ink/ink76.xml"/><Relationship Id="rId15" Type="http://schemas.openxmlformats.org/officeDocument/2006/relationships/image" Target="../media/image22.png"/><Relationship Id="rId36" Type="http://schemas.openxmlformats.org/officeDocument/2006/relationships/customXml" Target="../ink/ink17.xml"/><Relationship Id="rId57" Type="http://schemas.openxmlformats.org/officeDocument/2006/relationships/image" Target="../media/image43.png"/><Relationship Id="rId106" Type="http://schemas.openxmlformats.org/officeDocument/2006/relationships/customXml" Target="../ink/ink52.xml"/><Relationship Id="rId127" Type="http://schemas.openxmlformats.org/officeDocument/2006/relationships/image" Target="../media/image78.png"/><Relationship Id="rId10" Type="http://schemas.openxmlformats.org/officeDocument/2006/relationships/customXml" Target="../ink/ink4.xml"/><Relationship Id="rId31" Type="http://schemas.openxmlformats.org/officeDocument/2006/relationships/image" Target="../media/image30.png"/><Relationship Id="rId52" Type="http://schemas.openxmlformats.org/officeDocument/2006/relationships/customXml" Target="../ink/ink25.xml"/><Relationship Id="rId73" Type="http://schemas.openxmlformats.org/officeDocument/2006/relationships/image" Target="../media/image51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64.png"/><Relationship Id="rId101" Type="http://schemas.openxmlformats.org/officeDocument/2006/relationships/image" Target="../media/image65.png"/><Relationship Id="rId122" Type="http://schemas.openxmlformats.org/officeDocument/2006/relationships/customXml" Target="../ink/ink60.xml"/><Relationship Id="rId143" Type="http://schemas.openxmlformats.org/officeDocument/2006/relationships/customXml" Target="../ink/ink71.xml"/><Relationship Id="rId148" Type="http://schemas.openxmlformats.org/officeDocument/2006/relationships/image" Target="../media/image88.png"/><Relationship Id="rId4" Type="http://schemas.openxmlformats.org/officeDocument/2006/relationships/customXml" Target="../ink/ink1.xml"/><Relationship Id="rId9" Type="http://schemas.openxmlformats.org/officeDocument/2006/relationships/image" Target="../media/image19.png"/><Relationship Id="rId26" Type="http://schemas.openxmlformats.org/officeDocument/2006/relationships/customXml" Target="../ink/ink12.xml"/><Relationship Id="rId47" Type="http://schemas.openxmlformats.org/officeDocument/2006/relationships/image" Target="../media/image38.png"/><Relationship Id="rId68" Type="http://schemas.openxmlformats.org/officeDocument/2006/relationships/customXml" Target="../ink/ink33.xml"/><Relationship Id="rId89" Type="http://schemas.openxmlformats.org/officeDocument/2006/relationships/image" Target="../media/image59.png"/><Relationship Id="rId112" Type="http://schemas.openxmlformats.org/officeDocument/2006/relationships/customXml" Target="../ink/ink55.xml"/><Relationship Id="rId133" Type="http://schemas.openxmlformats.org/officeDocument/2006/relationships/image" Target="../media/image81.png"/><Relationship Id="rId154" Type="http://schemas.openxmlformats.org/officeDocument/2006/relationships/image" Target="../media/image91.png"/><Relationship Id="rId16" Type="http://schemas.openxmlformats.org/officeDocument/2006/relationships/customXml" Target="../ink/ink7.xml"/><Relationship Id="rId37" Type="http://schemas.openxmlformats.org/officeDocument/2006/relationships/image" Target="../media/image33.png"/><Relationship Id="rId58" Type="http://schemas.openxmlformats.org/officeDocument/2006/relationships/customXml" Target="../ink/ink28.xml"/><Relationship Id="rId79" Type="http://schemas.openxmlformats.org/officeDocument/2006/relationships/image" Target="../media/image54.png"/><Relationship Id="rId102" Type="http://schemas.openxmlformats.org/officeDocument/2006/relationships/customXml" Target="../ink/ink50.xml"/><Relationship Id="rId123" Type="http://schemas.openxmlformats.org/officeDocument/2006/relationships/image" Target="../media/image76.png"/><Relationship Id="rId144" Type="http://schemas.openxmlformats.org/officeDocument/2006/relationships/image" Target="../media/image86.png"/><Relationship Id="rId90" Type="http://schemas.openxmlformats.org/officeDocument/2006/relationships/customXml" Target="../ink/ink44.xml"/><Relationship Id="rId27" Type="http://schemas.openxmlformats.org/officeDocument/2006/relationships/image" Target="../media/image28.png"/><Relationship Id="rId48" Type="http://schemas.openxmlformats.org/officeDocument/2006/relationships/customXml" Target="../ink/ink23.xml"/><Relationship Id="rId69" Type="http://schemas.openxmlformats.org/officeDocument/2006/relationships/image" Target="../media/image49.png"/><Relationship Id="rId113" Type="http://schemas.openxmlformats.org/officeDocument/2006/relationships/image" Target="../media/image71.png"/><Relationship Id="rId134" Type="http://schemas.openxmlformats.org/officeDocument/2006/relationships/customXml" Target="../ink/ink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759974" y="1479996"/>
            <a:ext cx="8672051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נעשה ונדע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Guttman-Aram" panose="02010401010101010101" pitchFamily="2" charset="-79"/>
              <a:cs typeface="Guttman-Aram" panose="02010401010101010101" pitchFamily="2" charset="-79"/>
            </a:endParaRP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לומדים על רכיבים בסיסיים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דרך בניית אפליקציה "מתגלגלת"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251588" y="2279998"/>
            <a:ext cx="857194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משימה: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בנה אפליקציה אשר יוצרת ומציגה מספרים שלמים אקראיים חד-ספרתיים אחרי לחיצה על לחצן (כפתור)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6271B6F0-9C9A-04A4-E597-06A9DD4EB031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4D7909E8-A239-1B7C-CAAF-CE26C7E79E05}"/>
              </a:ext>
            </a:extLst>
          </p:cNvPr>
          <p:cNvSpPr/>
          <p:nvPr/>
        </p:nvSpPr>
        <p:spPr>
          <a:xfrm>
            <a:off x="1786110" y="561973"/>
            <a:ext cx="225414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Version#1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B020-0F49-766B-F45F-6B336163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3ECD4BF9-D944-C06B-7899-10B0CD819F46}"/>
              </a:ext>
            </a:extLst>
          </p:cNvPr>
          <p:cNvSpPr/>
          <p:nvPr/>
        </p:nvSpPr>
        <p:spPr>
          <a:xfrm>
            <a:off x="2182762" y="1522914"/>
            <a:ext cx="85719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"הודעה קופצת"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המוצגת בו זני עם הצגת המספר החדש. הודעה צריכה להציג, אזה "סוג" מספר נוצר: חיובי, שלילי או אפס.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FCD7F-D23F-A8F0-322E-1D08739AD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F5C068-E920-5FB0-8F83-A18BFE2E89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800F48FC-2C52-7CDC-AE3B-546E0FAD293E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BF5A2D10-2F42-26F5-E99B-E341AA284E5F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</a:t>
            </a:r>
            <a:r>
              <a:rPr lang="ru-RU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2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B8BC9B25-B8C5-988E-F5AC-AF5A73653B60}"/>
              </a:ext>
            </a:extLst>
          </p:cNvPr>
          <p:cNvSpPr/>
          <p:nvPr/>
        </p:nvSpPr>
        <p:spPr>
          <a:xfrm>
            <a:off x="1279084" y="3765426"/>
            <a:ext cx="857194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i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בעיה</a:t>
            </a:r>
            <a:r>
              <a:rPr lang="he-IL" sz="32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"הודעה קופצת" מופיע על המסך במשך 2 או 3.5 שניות, לכן לחיצות מהירות על נלחצן גורמות להצגת הודעות שכבר לא מתאימות למספרים...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FCD3A6C-8A7C-8D89-8C47-816E9AA49275}"/>
              </a:ext>
            </a:extLst>
          </p:cNvPr>
          <p:cNvSpPr/>
          <p:nvPr/>
        </p:nvSpPr>
        <p:spPr>
          <a:xfrm>
            <a:off x="2693149" y="5834362"/>
            <a:ext cx="85719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פתרון</a:t>
            </a:r>
            <a:r>
              <a:rPr lang="he-IL" sz="320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למנוע 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שימוש בלחצן עד שהודעה לא תעלם</a:t>
            </a:r>
          </a:p>
        </p:txBody>
      </p:sp>
    </p:spTree>
    <p:extLst>
      <p:ext uri="{BB962C8B-B14F-4D97-AF65-F5344CB8AC3E}">
        <p14:creationId xmlns:p14="http://schemas.microsoft.com/office/powerpoint/2010/main" val="111939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46A5-9B4C-AEE9-14F1-2B035CC1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FF9264-1C26-E16B-6637-086E1072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9B9A4A-3F4B-BF4E-D920-F72A4EB29E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A78A1D01-DB86-16B5-18EC-7AA5F7DD0F19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45EA96F8-D433-ED3B-B864-32AF2A178EF0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</a:t>
            </a:r>
            <a:r>
              <a:rPr lang="ru-RU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2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C8CAE57E-FC1C-5167-359B-AD9E89004E51}"/>
              </a:ext>
            </a:extLst>
          </p:cNvPr>
          <p:cNvSpPr/>
          <p:nvPr/>
        </p:nvSpPr>
        <p:spPr>
          <a:xfrm>
            <a:off x="1523109" y="1493439"/>
            <a:ext cx="85719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פתרון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למנות שימוש בלחצן עד שהודעה לא תעלם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D48DE6-5919-551C-B2CE-4F44114DD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698" y="2267588"/>
            <a:ext cx="7174379" cy="439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0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35361-57E6-8387-07A4-5B1B0E4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3E1F3EC-77C2-555A-2DF6-7A87C3F5C773}"/>
              </a:ext>
            </a:extLst>
          </p:cNvPr>
          <p:cNvSpPr/>
          <p:nvPr/>
        </p:nvSpPr>
        <p:spPr>
          <a:xfrm>
            <a:off x="2182761" y="1522914"/>
            <a:ext cx="891785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תמונה בהתאם למספר נוצר: חיובי, שלילי או אפס (תמונה "חיובית", "שלילית" או "חסרת רגש".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057AAA-BBD6-CC85-0995-F4A58E1DC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DA1D00-7D4A-271C-6B9E-579E6E782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2616F008-7D4F-725D-F2CB-4DD6E5219172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C223B18A-DB0E-11B5-0542-1DDE7E7074BA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Version#3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F94259EE-801F-5BA7-85DA-FD903C2D2085}"/>
              </a:ext>
            </a:extLst>
          </p:cNvPr>
          <p:cNvSpPr/>
          <p:nvPr/>
        </p:nvSpPr>
        <p:spPr>
          <a:xfrm>
            <a:off x="1279084" y="3765426"/>
            <a:ext cx="857194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i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בעיה</a:t>
            </a:r>
            <a:r>
              <a:rPr lang="he-IL" sz="32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יש דרישות לגבי שימוש בתמונה הקשורות לשם הקובץ עם תמונה, מיקום של הקובץ, ממדים של תמונה (רוחב וגובה).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122C84E2-9C1D-D639-F358-A19ECA2BF488}"/>
              </a:ext>
            </a:extLst>
          </p:cNvPr>
          <p:cNvSpPr/>
          <p:nvPr/>
        </p:nvSpPr>
        <p:spPr>
          <a:xfrm>
            <a:off x="2693149" y="5834362"/>
            <a:ext cx="85719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פתרון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להכין תמונות מראש ובהתאם לדרישות חובה.</a:t>
            </a:r>
          </a:p>
        </p:txBody>
      </p:sp>
    </p:spTree>
    <p:extLst>
      <p:ext uri="{BB962C8B-B14F-4D97-AF65-F5344CB8AC3E}">
        <p14:creationId xmlns:p14="http://schemas.microsoft.com/office/powerpoint/2010/main" val="162208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FC18-69D9-8B6A-CFEC-BF157780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71BA6DD9-1376-C961-65CA-831C9476E5CF}"/>
              </a:ext>
            </a:extLst>
          </p:cNvPr>
          <p:cNvSpPr/>
          <p:nvPr/>
        </p:nvSpPr>
        <p:spPr>
          <a:xfrm>
            <a:off x="2182761" y="1522914"/>
            <a:ext cx="891785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תמונה בהתאם למספר נוצר: חיובי, שלילי או אפס (תמונה "חיובית", "שלילית" או "חסרת רגש".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526E8-2ADD-86A7-DAF1-AAEE453D3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DC15E-0AD3-2B6F-0D09-90672E7674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9BD52C29-E4A8-5EFC-04B4-8AE5FDDC04E8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BF59ED74-C76C-DDF8-E3CC-137ED5D2F216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Version#3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3BB376-6BC5-B537-56C2-72CC969C52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12521" y="2723243"/>
            <a:ext cx="1555046" cy="15550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FD9203-DF52-2B58-2DBF-DD403D0D62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686470" y="2723243"/>
            <a:ext cx="1555046" cy="15550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C3E866-C42D-7EA4-93F7-D126E81812F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458" y="2723243"/>
            <a:ext cx="1522914" cy="15229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15E478-47E2-D63C-0E28-401AF18964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6152" y="4459843"/>
            <a:ext cx="3406369" cy="231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6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BEBD-3562-1AFA-5186-6DA5A678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E69A1D-AB56-A4A4-188E-3A5AA0C1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657" y="3824456"/>
            <a:ext cx="4888686" cy="2202718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4368B4CC-109E-3DA0-3602-21A191B49AD4}"/>
              </a:ext>
            </a:extLst>
          </p:cNvPr>
          <p:cNvSpPr/>
          <p:nvPr/>
        </p:nvSpPr>
        <p:spPr>
          <a:xfrm>
            <a:off x="2163096" y="1425173"/>
            <a:ext cx="891785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בהתחלה עדיף להסתיר את הרכיב עבור הצגת תמונות, אבל להשאיר על המסך מקום בשבילה – כדי שבהמשך רכיבים על המסך לא זזו...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2469E-F4FD-E5A3-8EE0-B439EF19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D345E0-F79E-8656-EA3E-418F11DE31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C4F7609B-3C1F-F940-769B-D3B9085B5C1B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D2DC6FBD-AF80-8C9F-B60F-D230EB21484B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Version#3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74300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D6D8-8A6D-FB93-718B-38A1D69C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9516CB83-AA5A-B630-DD9C-D982E8B97D62}"/>
              </a:ext>
            </a:extLst>
          </p:cNvPr>
          <p:cNvSpPr/>
          <p:nvPr/>
        </p:nvSpPr>
        <p:spPr>
          <a:xfrm>
            <a:off x="2113936" y="1425173"/>
            <a:ext cx="89571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הופכים את הרכיב לתמונות ל"גלוי"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ומציגים בו תמונה מתאימה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1882EA-0BD1-C0FC-1B94-B4C6745A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3A57B2-B7A8-E551-C69F-C019C3876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B7853D33-128A-D150-8EAB-0BAE0BACB203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4C2DFF3B-E7BE-C8D5-5DAA-90A93C693BB7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Version#3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3D3992-CC6C-125F-0969-CAA3873F8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375" y="3145619"/>
            <a:ext cx="7466416" cy="24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8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751D-5032-1A47-B461-99B4755A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A4DC2654-E8CD-9E85-B4F5-56C05173A918}"/>
              </a:ext>
            </a:extLst>
          </p:cNvPr>
          <p:cNvSpPr/>
          <p:nvPr/>
        </p:nvSpPr>
        <p:spPr>
          <a:xfrm>
            <a:off x="2182761" y="1522914"/>
            <a:ext cx="891785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רכיב לשינוי תחום ליצירת מספרים – רכיב נוח ופשוט לשימוש עבור משתמש.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A72A3-615F-01D2-1D7B-AD0D942D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7EE291-2B0F-0E20-29EB-8C7A0A053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EC1A03E7-A5FA-07A6-E125-912B3DA5C4B1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43D8C5DB-6B59-021A-CF84-85F0A8178DDD}"/>
              </a:ext>
            </a:extLst>
          </p:cNvPr>
          <p:cNvSpPr/>
          <p:nvPr/>
        </p:nvSpPr>
        <p:spPr>
          <a:xfrm>
            <a:off x="1754852" y="561973"/>
            <a:ext cx="2316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Version#4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ED626F2-CD24-ACCA-BA11-7A1CC032B558}"/>
              </a:ext>
            </a:extLst>
          </p:cNvPr>
          <p:cNvSpPr/>
          <p:nvPr/>
        </p:nvSpPr>
        <p:spPr>
          <a:xfrm>
            <a:off x="1505225" y="2999887"/>
            <a:ext cx="857194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i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בעיה</a:t>
            </a:r>
            <a:r>
              <a:rPr lang="he-IL" sz="32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רכיב אחד יכול לשנות או גבול אחד, או שתי גבולות בצורה סימטרית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949DB741-D59E-4603-B048-CA80969FDE00}"/>
              </a:ext>
            </a:extLst>
          </p:cNvPr>
          <p:cNvSpPr/>
          <p:nvPr/>
        </p:nvSpPr>
        <p:spPr>
          <a:xfrm>
            <a:off x="2355715" y="4688756"/>
            <a:ext cx="85719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פתרון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להשתמש בשתי רכיבים, למשל</a:t>
            </a:r>
          </a:p>
        </p:txBody>
      </p:sp>
    </p:spTree>
    <p:extLst>
      <p:ext uri="{BB962C8B-B14F-4D97-AF65-F5344CB8AC3E}">
        <p14:creationId xmlns:p14="http://schemas.microsoft.com/office/powerpoint/2010/main" val="345043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C6C9-6A5D-70C9-FA44-8F84810F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1EF6E3D4-30AE-EC5E-7516-21CE630731AA}"/>
              </a:ext>
            </a:extLst>
          </p:cNvPr>
          <p:cNvSpPr/>
          <p:nvPr/>
        </p:nvSpPr>
        <p:spPr>
          <a:xfrm>
            <a:off x="1730104" y="2948591"/>
            <a:ext cx="97241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Seekbar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באמת נוח וקל לשימוש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מבחינת המשתמש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E92D9-F6DE-B7FD-B9C9-DA356A3A9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E8F7E-9E20-E250-FE16-12EE86088B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56D48CFB-B1A7-A838-A32D-A862BD59A842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CE35DD02-8E41-362E-AEE3-A21B16927002}"/>
              </a:ext>
            </a:extLst>
          </p:cNvPr>
          <p:cNvSpPr/>
          <p:nvPr/>
        </p:nvSpPr>
        <p:spPr>
          <a:xfrm>
            <a:off x="1754852" y="561973"/>
            <a:ext cx="2316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Version#4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9140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A047-F373-32BE-C14A-48150C28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6DAC4B49-2C71-ACFA-5961-C3CC31685331}"/>
              </a:ext>
            </a:extLst>
          </p:cNvPr>
          <p:cNvSpPr/>
          <p:nvPr/>
        </p:nvSpPr>
        <p:spPr>
          <a:xfrm>
            <a:off x="2280710" y="1004724"/>
            <a:ext cx="972410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לרכיב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Seekbar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יש מאזין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3 פעולות שונות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0B238-5E36-7946-133F-811990DDD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DF57E9-62A5-457F-7EFF-53DD691F13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92831D9E-76DA-50E2-022F-E71126FDEB3B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51DF4076-EA6A-978A-226B-D81C36C13ED3}"/>
              </a:ext>
            </a:extLst>
          </p:cNvPr>
          <p:cNvSpPr/>
          <p:nvPr/>
        </p:nvSpPr>
        <p:spPr>
          <a:xfrm>
            <a:off x="1754852" y="561973"/>
            <a:ext cx="2316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Version#4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70DFB-948E-DD88-BC33-B50917ACC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188" y="2133600"/>
            <a:ext cx="6970930" cy="456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2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3A0F-0ADC-AFA5-39F6-353C44C4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B0973B-2AF9-EE75-8CD7-32C292F73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B1ECBE-C3BF-3119-8BD7-E290983DFB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20E5E6A5-75E2-438F-CF18-B5AAD7C18052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8B8126E5-FC01-A635-4A8E-B25761EA4FB9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4F921FD9-C10D-7DC0-3BA3-DC61ED94CB95}"/>
              </a:ext>
            </a:extLst>
          </p:cNvPr>
          <p:cNvSpPr/>
          <p:nvPr/>
        </p:nvSpPr>
        <p:spPr>
          <a:xfrm>
            <a:off x="2182762" y="1522914"/>
            <a:ext cx="857194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לחצן אשר לוקח מספר ומעביר אותו ל"מסך"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Activity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נוסף לבדיקת ידע של משתמש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18172D15-9DEB-8B02-4439-F4A23B8CDB1A}"/>
              </a:ext>
            </a:extLst>
          </p:cNvPr>
          <p:cNvSpPr/>
          <p:nvPr/>
        </p:nvSpPr>
        <p:spPr>
          <a:xfrm>
            <a:off x="555977" y="3365946"/>
            <a:ext cx="85719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i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בעיה</a:t>
            </a:r>
            <a:r>
              <a:rPr lang="he-IL" sz="32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יש לבצע די הרבה הגדרות ופעולות נוספות</a:t>
            </a:r>
          </a:p>
        </p:txBody>
      </p:sp>
      <p:sp>
        <p:nvSpPr>
          <p:cNvPr id="9" name="מלבן 4">
            <a:extLst>
              <a:ext uri="{FF2B5EF4-FFF2-40B4-BE49-F238E27FC236}">
                <a16:creationId xmlns:a16="http://schemas.microsoft.com/office/drawing/2014/main" id="{6CFC2EA6-EE6B-B9B9-5D22-A2455315D969}"/>
              </a:ext>
            </a:extLst>
          </p:cNvPr>
          <p:cNvSpPr/>
          <p:nvPr/>
        </p:nvSpPr>
        <p:spPr>
          <a:xfrm>
            <a:off x="2358852" y="5100626"/>
            <a:ext cx="857194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פתרון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לבצע אותם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  <a:sym typeface="Wingdings" panose="05000000000000000000" pitchFamily="2" charset="2"/>
              </a:rPr>
              <a:t>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26307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32D1-E882-366E-6221-813B7662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E95649-8908-6FEF-F22F-DBB153AD8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AFF285-605F-DE39-1892-B64BCD06BF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F7DEA82C-61A6-A39C-F514-D637CFE2B399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C5C3F246-3167-296F-7986-125C5D95C383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62C77BEE-127B-D6FC-8EAD-5A64A41528A2}"/>
              </a:ext>
            </a:extLst>
          </p:cNvPr>
          <p:cNvSpPr/>
          <p:nvPr/>
        </p:nvSpPr>
        <p:spPr>
          <a:xfrm>
            <a:off x="2913182" y="1208304"/>
            <a:ext cx="85719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לחצן אשר לוקח מספר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ומעביר אותו ל"מסך"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Activity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נוסף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לבדיקת ידע של משתמש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8BF014-252A-C8D4-247D-3705DD095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565" y="1400291"/>
            <a:ext cx="3164725" cy="50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19C5-3F39-B264-CABB-DE430171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1F9EAF-EE9B-565D-3927-1BC4B1CBF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CE3261-AD55-C9DD-E8A6-1FF62353CA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92ED6D79-D7BA-39AC-6081-3C23AB9A77E1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2B151F40-96F8-F873-9C2F-5A9EC9D4AF55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B618E5D0-9EB0-2784-3383-6453D393C43A}"/>
              </a:ext>
            </a:extLst>
          </p:cNvPr>
          <p:cNvSpPr/>
          <p:nvPr/>
        </p:nvSpPr>
        <p:spPr>
          <a:xfrm>
            <a:off x="2182761" y="1522914"/>
            <a:ext cx="8996515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סדר מימוש: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אקטיביטי חדשה (נוצרים 2 קבצים!)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 הראשונה להוסיף לחצן לביצוע מעבר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לכתוב קוד מעבר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לקוד מעבר פקודה ל"לקיחת נתון" (באקטיביטי הראשונה)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באקטיביטי השנייה קוד לקבלת נתון</a:t>
            </a:r>
          </a:p>
        </p:txBody>
      </p:sp>
    </p:spTree>
    <p:extLst>
      <p:ext uri="{BB962C8B-B14F-4D97-AF65-F5344CB8AC3E}">
        <p14:creationId xmlns:p14="http://schemas.microsoft.com/office/powerpoint/2010/main" val="230254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525C-76DC-EA78-DFA9-D4CAE26C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9307FC-46B1-1838-B80A-9119ECA3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AC1BBD-F160-2BC7-6202-2BC75224F4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6B7DB6DA-9B0C-0D56-2349-C9CEFA155404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DE2EE832-E2A7-9CA3-D2DC-E28DD6B53B9D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6478F590-915F-EDDC-69F5-44B30BFE0A18}"/>
              </a:ext>
            </a:extLst>
          </p:cNvPr>
          <p:cNvSpPr/>
          <p:nvPr/>
        </p:nvSpPr>
        <p:spPr>
          <a:xfrm>
            <a:off x="2182761" y="1522914"/>
            <a:ext cx="899651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אקטיביטי החדשה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407C6-F3FA-4A3C-9A9E-887B6743D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034" y="2169245"/>
            <a:ext cx="9445882" cy="450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3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5A5C-CFAD-5053-6C55-69811D6B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4F45F3-D2F8-BFE2-243E-69A03A93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A7276-BD65-3AC1-B04B-2B12A11E4F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FFD360C1-B89C-206A-FB88-C6AB43D8882A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0C043F70-F548-8D83-E13E-D50BFD51230A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3521015D-7643-B050-FCD5-C1C41F45483B}"/>
              </a:ext>
            </a:extLst>
          </p:cNvPr>
          <p:cNvSpPr/>
          <p:nvPr/>
        </p:nvSpPr>
        <p:spPr>
          <a:xfrm>
            <a:off x="2182761" y="1522914"/>
            <a:ext cx="899651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אקטיביטי החדשה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B44F73-E74A-0BCC-6C14-778667BF4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245" y="2007059"/>
            <a:ext cx="6601840" cy="475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59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21DD-7FA8-4C36-0782-FEB3FD14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5F45C84-D4F1-0609-B6BE-834743B83854}"/>
              </a:ext>
            </a:extLst>
          </p:cNvPr>
          <p:cNvSpPr/>
          <p:nvPr/>
        </p:nvSpPr>
        <p:spPr>
          <a:xfrm>
            <a:off x="2330246" y="1758888"/>
            <a:ext cx="857194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 הראשונה להוסיף לחצן לביצוע מעבר, לצרף ללחצן הזה מאזין ולכתוב קוד מעבר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1FAC22-3842-5F4A-710C-3339162F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BB14A5-E17C-5B19-9B69-6169ED7C54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E1F622D3-8233-24BA-B32D-09D011A17C4D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DE0C701F-834C-5D9F-ACD6-A8F36F653F52}"/>
              </a:ext>
            </a:extLst>
          </p:cNvPr>
          <p:cNvSpPr/>
          <p:nvPr/>
        </p:nvSpPr>
        <p:spPr>
          <a:xfrm>
            <a:off x="1754852" y="571805"/>
            <a:ext cx="2316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87B77-F895-1E20-9C08-6EC701C8C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905" y="3620293"/>
            <a:ext cx="8272095" cy="201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6B48-C9DD-3049-4647-DACC4C67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9CE33284-107B-BC69-7697-1ECE0C176FAD}"/>
              </a:ext>
            </a:extLst>
          </p:cNvPr>
          <p:cNvSpPr/>
          <p:nvPr/>
        </p:nvSpPr>
        <p:spPr>
          <a:xfrm>
            <a:off x="2330246" y="1758888"/>
            <a:ext cx="857194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לקוד מעבר פקודה ל"לקיחת נתון" (באקטיביטי הראשונה)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B5ADD2-71CB-7F8F-B975-6B50A2143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734485-987D-7A39-7CA9-9715C6915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B9E67B39-58D9-7DD4-1E34-F9862E982E01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723FE17D-8867-246B-3D4A-46E9E5BF034E}"/>
              </a:ext>
            </a:extLst>
          </p:cNvPr>
          <p:cNvSpPr/>
          <p:nvPr/>
        </p:nvSpPr>
        <p:spPr>
          <a:xfrm>
            <a:off x="1754852" y="561973"/>
            <a:ext cx="2316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A5448-385F-2673-33A1-89172BF9C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246" y="3156490"/>
            <a:ext cx="8489816" cy="23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43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EB115-8832-DC67-DB5B-F2C07F4A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F2E3AA76-8A17-DBB0-B69E-B582B7ED5263}"/>
              </a:ext>
            </a:extLst>
          </p:cNvPr>
          <p:cNvSpPr/>
          <p:nvPr/>
        </p:nvSpPr>
        <p:spPr>
          <a:xfrm>
            <a:off x="3076304" y="1175123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באקטיביטי השנייה קוד לקבלת נתון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4486F-0038-8830-60F5-50553C86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600098-AF7A-5B87-861D-70BBC5C16E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D448AE30-5CCA-8C4A-8267-F90EB502F869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B00687B7-BA95-3554-B121-B05F8A071741}"/>
              </a:ext>
            </a:extLst>
          </p:cNvPr>
          <p:cNvSpPr/>
          <p:nvPr/>
        </p:nvSpPr>
        <p:spPr>
          <a:xfrm>
            <a:off x="1754852" y="561973"/>
            <a:ext cx="2316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Version#5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BD0FD-5396-540F-15F5-81F1CEE7B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903" y="1821454"/>
            <a:ext cx="5236857" cy="484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55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D391-33E8-D882-6E92-7FCAE98C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7BD3FD0D-AFB0-5491-F55F-4FED38252433}"/>
              </a:ext>
            </a:extLst>
          </p:cNvPr>
          <p:cNvSpPr/>
          <p:nvPr/>
        </p:nvSpPr>
        <p:spPr>
          <a:xfrm>
            <a:off x="2507227" y="1513082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עצב מסך שני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62B19-03F4-AA3E-EABB-0D560CD1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E2FE98-98F3-794D-9A42-DDF151E36C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F816C553-88F9-B44E-E912-19FE7D87C04D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1939E066-DFE4-4FFB-F82A-6A2E6787C999}"/>
              </a:ext>
            </a:extLst>
          </p:cNvPr>
          <p:cNvSpPr/>
          <p:nvPr/>
        </p:nvSpPr>
        <p:spPr>
          <a:xfrm>
            <a:off x="1754853" y="561973"/>
            <a:ext cx="231666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Version#6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AA4959-AD50-45FA-CDA8-9BC3EA16B7EC}"/>
                  </a:ext>
                </a:extLst>
              </p14:cNvPr>
              <p14:cNvContentPartPr/>
              <p14:nvPr/>
            </p14:nvContentPartPr>
            <p14:xfrm>
              <a:off x="3560017" y="1317604"/>
              <a:ext cx="3657960" cy="5078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AA4959-AD50-45FA-CDA8-9BC3EA16B7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1377" y="1308604"/>
                <a:ext cx="3675600" cy="50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AF5FE31-4925-416E-17F5-046772DA8763}"/>
                  </a:ext>
                </a:extLst>
              </p14:cNvPr>
              <p14:cNvContentPartPr/>
              <p14:nvPr/>
            </p14:nvContentPartPr>
            <p14:xfrm>
              <a:off x="4247257" y="1787404"/>
              <a:ext cx="1774800" cy="645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AF5FE31-4925-416E-17F5-046772DA87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38257" y="1778764"/>
                <a:ext cx="179244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AB253C-4A39-7489-CA40-5C5F2F3EBC3A}"/>
                  </a:ext>
                </a:extLst>
              </p14:cNvPr>
              <p14:cNvContentPartPr/>
              <p14:nvPr/>
            </p14:nvContentPartPr>
            <p14:xfrm>
              <a:off x="3527257" y="1481404"/>
              <a:ext cx="3624840" cy="4918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AB253C-4A39-7489-CA40-5C5F2F3EBC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18257" y="1472764"/>
                <a:ext cx="3642480" cy="49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4FCB9B-6A2D-BC59-2CD9-8162F0706BF5}"/>
                  </a:ext>
                </a:extLst>
              </p14:cNvPr>
              <p14:cNvContentPartPr/>
              <p14:nvPr/>
            </p14:nvContentPartPr>
            <p14:xfrm>
              <a:off x="4882297" y="1886044"/>
              <a:ext cx="18720" cy="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4FCB9B-6A2D-BC59-2CD9-8162F0706B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73657" y="1877404"/>
                <a:ext cx="3636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7B58423-EBCE-5A48-5DCC-5638E3540D56}"/>
              </a:ext>
            </a:extLst>
          </p:cNvPr>
          <p:cNvGrpSpPr/>
          <p:nvPr/>
        </p:nvGrpSpPr>
        <p:grpSpPr>
          <a:xfrm>
            <a:off x="4467217" y="2737084"/>
            <a:ext cx="408960" cy="1323360"/>
            <a:chOff x="4467217" y="2737084"/>
            <a:chExt cx="408960" cy="13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54F65BC-39A7-40FE-3D9F-D472584FCF62}"/>
                    </a:ext>
                  </a:extLst>
                </p14:cNvPr>
                <p14:cNvContentPartPr/>
                <p14:nvPr/>
              </p14:nvContentPartPr>
              <p14:xfrm>
                <a:off x="4468297" y="2737084"/>
                <a:ext cx="407880" cy="276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54F65BC-39A7-40FE-3D9F-D472584FCF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59297" y="2728084"/>
                  <a:ext cx="4255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136A84-DC04-578A-C4A6-3135A1342A2D}"/>
                    </a:ext>
                  </a:extLst>
                </p14:cNvPr>
                <p14:cNvContentPartPr/>
                <p14:nvPr/>
              </p14:nvContentPartPr>
              <p14:xfrm>
                <a:off x="4467217" y="3257644"/>
                <a:ext cx="325440" cy="267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136A84-DC04-578A-C4A6-3135A1342A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58217" y="3248644"/>
                  <a:ext cx="3430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56B01C-0C72-56F6-C70D-ABAE76FA73BA}"/>
                    </a:ext>
                  </a:extLst>
                </p14:cNvPr>
                <p14:cNvContentPartPr/>
                <p14:nvPr/>
              </p14:nvContentPartPr>
              <p14:xfrm>
                <a:off x="4488817" y="3748324"/>
                <a:ext cx="280800" cy="312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56B01C-0C72-56F6-C70D-ABAE76FA73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80177" y="3739324"/>
                  <a:ext cx="298440" cy="32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6C9F47F-FA8F-4314-84E1-88E7969ED802}"/>
                  </a:ext>
                </a:extLst>
              </p14:cNvPr>
              <p14:cNvContentPartPr/>
              <p14:nvPr/>
            </p14:nvContentPartPr>
            <p14:xfrm>
              <a:off x="4273177" y="4742644"/>
              <a:ext cx="1854720" cy="489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6C9F47F-FA8F-4314-84E1-88E7969ED8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64177" y="4734004"/>
                <a:ext cx="1872360" cy="50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DDF7D54-B66B-DC68-68D4-91F1CB57EEAC}"/>
              </a:ext>
            </a:extLst>
          </p:cNvPr>
          <p:cNvGrpSpPr/>
          <p:nvPr/>
        </p:nvGrpSpPr>
        <p:grpSpPr>
          <a:xfrm>
            <a:off x="4981297" y="2652844"/>
            <a:ext cx="231120" cy="57240"/>
            <a:chOff x="4981297" y="2652844"/>
            <a:chExt cx="231120" cy="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F12A0C-B4AA-D86A-ED76-D1663138555E}"/>
                    </a:ext>
                  </a:extLst>
                </p14:cNvPr>
                <p14:cNvContentPartPr/>
                <p14:nvPr/>
              </p14:nvContentPartPr>
              <p14:xfrm>
                <a:off x="5047897" y="2652844"/>
                <a:ext cx="164520" cy="47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F12A0C-B4AA-D86A-ED76-D166313855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38897" y="2644204"/>
                  <a:ext cx="182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DA42EC-DDDD-EA37-AB30-FB34E33550DC}"/>
                    </a:ext>
                  </a:extLst>
                </p14:cNvPr>
                <p14:cNvContentPartPr/>
                <p14:nvPr/>
              </p14:nvContentPartPr>
              <p14:xfrm>
                <a:off x="4981297" y="2699644"/>
                <a:ext cx="215640" cy="1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DA42EC-DDDD-EA37-AB30-FB34E33550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72657" y="2690644"/>
                  <a:ext cx="23328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E31AAE-51CF-CF77-7ED4-C515D4102CEE}"/>
                  </a:ext>
                </a:extLst>
              </p14:cNvPr>
              <p14:cNvContentPartPr/>
              <p14:nvPr/>
            </p14:nvContentPartPr>
            <p14:xfrm>
              <a:off x="5469097" y="2666164"/>
              <a:ext cx="176400" cy="2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E31AAE-51CF-CF77-7ED4-C515D4102C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60457" y="2657164"/>
                <a:ext cx="19404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AAB3E10A-1E67-4E65-7EC6-F9DA665EDF9E}"/>
              </a:ext>
            </a:extLst>
          </p:cNvPr>
          <p:cNvGrpSpPr/>
          <p:nvPr/>
        </p:nvGrpSpPr>
        <p:grpSpPr>
          <a:xfrm>
            <a:off x="5848537" y="2746804"/>
            <a:ext cx="146880" cy="334080"/>
            <a:chOff x="5848537" y="2746804"/>
            <a:chExt cx="14688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14D2F2-29DA-4F7C-7980-EC1AE72405DD}"/>
                    </a:ext>
                  </a:extLst>
                </p14:cNvPr>
                <p14:cNvContentPartPr/>
                <p14:nvPr/>
              </p14:nvContentPartPr>
              <p14:xfrm>
                <a:off x="5848537" y="2746804"/>
                <a:ext cx="27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14D2F2-29DA-4F7C-7980-EC1AE72405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39537" y="2738164"/>
                  <a:ext cx="45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6A6E4B-2A15-DF15-3A7F-E7FBBD6E57D7}"/>
                    </a:ext>
                  </a:extLst>
                </p14:cNvPr>
                <p14:cNvContentPartPr/>
                <p14:nvPr/>
              </p14:nvContentPartPr>
              <p14:xfrm>
                <a:off x="5976697" y="2808364"/>
                <a:ext cx="18720" cy="272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6A6E4B-2A15-DF15-3A7F-E7FBBD6E57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68057" y="2799364"/>
                  <a:ext cx="3636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2CF5F00-55A2-8E76-B9B1-0628CC618B41}"/>
                  </a:ext>
                </a:extLst>
              </p14:cNvPr>
              <p14:cNvContentPartPr/>
              <p14:nvPr/>
            </p14:nvContentPartPr>
            <p14:xfrm>
              <a:off x="5990017" y="3278884"/>
              <a:ext cx="24840" cy="222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2CF5F00-55A2-8E76-B9B1-0628CC618B4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81017" y="3270244"/>
                <a:ext cx="424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243853B-AE27-192C-D95D-8090A6844EC1}"/>
                  </a:ext>
                </a:extLst>
              </p14:cNvPr>
              <p14:cNvContentPartPr/>
              <p14:nvPr/>
            </p14:nvContentPartPr>
            <p14:xfrm>
              <a:off x="5897497" y="3627004"/>
              <a:ext cx="46440" cy="224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243853B-AE27-192C-D95D-8090A6844EC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88497" y="3618364"/>
                <a:ext cx="640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C4F9106-A956-9D61-4CDC-0DB3D211C259}"/>
                  </a:ext>
                </a:extLst>
              </p14:cNvPr>
              <p14:cNvContentPartPr/>
              <p14:nvPr/>
            </p14:nvContentPartPr>
            <p14:xfrm>
              <a:off x="5929177" y="4060084"/>
              <a:ext cx="23760" cy="76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C4F9106-A956-9D61-4CDC-0DB3D211C2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20537" y="4051084"/>
                <a:ext cx="414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AB66A1F-AC03-9EA8-D50A-E5F41468B786}"/>
                  </a:ext>
                </a:extLst>
              </p14:cNvPr>
              <p14:cNvContentPartPr/>
              <p14:nvPr/>
            </p14:nvContentPartPr>
            <p14:xfrm>
              <a:off x="5497177" y="4271764"/>
              <a:ext cx="299520" cy="42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AB66A1F-AC03-9EA8-D50A-E5F41468B78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88537" y="4263124"/>
                <a:ext cx="3171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136D7B4-1BBC-BD18-4056-EA9B47E0C71C}"/>
                  </a:ext>
                </a:extLst>
              </p14:cNvPr>
              <p14:cNvContentPartPr/>
              <p14:nvPr/>
            </p14:nvContentPartPr>
            <p14:xfrm>
              <a:off x="4972297" y="4290484"/>
              <a:ext cx="293760" cy="52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136D7B4-1BBC-BD18-4056-EA9B47E0C71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63657" y="4281484"/>
                <a:ext cx="3114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BD39754-9579-8712-7A36-DCC201319621}"/>
                  </a:ext>
                </a:extLst>
              </p14:cNvPr>
              <p14:cNvContentPartPr/>
              <p14:nvPr/>
            </p14:nvContentPartPr>
            <p14:xfrm>
              <a:off x="4504297" y="4314604"/>
              <a:ext cx="217080" cy="9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BD39754-9579-8712-7A36-DCC20131962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95297" y="4305964"/>
                <a:ext cx="2347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48C8CC1-107A-B19A-4125-C5ABF130F201}"/>
                  </a:ext>
                </a:extLst>
              </p14:cNvPr>
              <p14:cNvContentPartPr/>
              <p14:nvPr/>
            </p14:nvContentPartPr>
            <p14:xfrm>
              <a:off x="4361737" y="3971164"/>
              <a:ext cx="65880" cy="253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48C8CC1-107A-B19A-4125-C5ABF130F20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52737" y="3962524"/>
                <a:ext cx="835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121FAC-B92E-8ADE-24FC-9562865E4AED}"/>
                  </a:ext>
                </a:extLst>
              </p14:cNvPr>
              <p14:cNvContentPartPr/>
              <p14:nvPr/>
            </p14:nvContentPartPr>
            <p14:xfrm>
              <a:off x="4292977" y="3593164"/>
              <a:ext cx="35280" cy="161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121FAC-B92E-8ADE-24FC-9562865E4AE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84337" y="3584164"/>
                <a:ext cx="52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DDA0349-C230-AA97-7AE6-025F3644878E}"/>
                  </a:ext>
                </a:extLst>
              </p14:cNvPr>
              <p14:cNvContentPartPr/>
              <p14:nvPr/>
            </p14:nvContentPartPr>
            <p14:xfrm>
              <a:off x="4246897" y="3278884"/>
              <a:ext cx="10080" cy="89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DDA0349-C230-AA97-7AE6-025F3644878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37897" y="3270244"/>
                <a:ext cx="277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D1F14AA-7054-629B-3E66-7DD51015560E}"/>
                  </a:ext>
                </a:extLst>
              </p14:cNvPr>
              <p14:cNvContentPartPr/>
              <p14:nvPr/>
            </p14:nvContentPartPr>
            <p14:xfrm>
              <a:off x="4232497" y="2858764"/>
              <a:ext cx="10080" cy="152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D1F14AA-7054-629B-3E66-7DD51015560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23857" y="2849764"/>
                <a:ext cx="2772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10C26A93-6F7A-F26A-CAE1-B44F945A401A}"/>
              </a:ext>
            </a:extLst>
          </p:cNvPr>
          <p:cNvGrpSpPr/>
          <p:nvPr/>
        </p:nvGrpSpPr>
        <p:grpSpPr>
          <a:xfrm>
            <a:off x="4214137" y="2696044"/>
            <a:ext cx="548640" cy="41760"/>
            <a:chOff x="4214137" y="2696044"/>
            <a:chExt cx="548640" cy="4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5D58B28-BCD2-8020-080A-3E59A5D54A69}"/>
                    </a:ext>
                  </a:extLst>
                </p14:cNvPr>
                <p14:cNvContentPartPr/>
                <p14:nvPr/>
              </p14:nvContentPartPr>
              <p14:xfrm>
                <a:off x="4470097" y="2719084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5D58B28-BCD2-8020-080A-3E59A5D54A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61097" y="271008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AEC200-9253-E1C2-D593-7D6F36D089D3}"/>
                    </a:ext>
                  </a:extLst>
                </p14:cNvPr>
                <p14:cNvContentPartPr/>
                <p14:nvPr/>
              </p14:nvContentPartPr>
              <p14:xfrm>
                <a:off x="4460737" y="2698564"/>
                <a:ext cx="52920" cy="1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AEC200-9253-E1C2-D593-7D6F36D089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51737" y="2689924"/>
                  <a:ext cx="70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89BEA5-26D6-2D98-D466-050914EC480E}"/>
                    </a:ext>
                  </a:extLst>
                </p14:cNvPr>
                <p14:cNvContentPartPr/>
                <p14:nvPr/>
              </p14:nvContentPartPr>
              <p14:xfrm>
                <a:off x="4607257" y="2701804"/>
                <a:ext cx="155520" cy="27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89BEA5-26D6-2D98-D466-050914EC48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98257" y="2693164"/>
                  <a:ext cx="173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861CBC-1284-FF70-B51C-F8F0DC703EA4}"/>
                    </a:ext>
                  </a:extLst>
                </p14:cNvPr>
                <p14:cNvContentPartPr/>
                <p14:nvPr/>
              </p14:nvContentPartPr>
              <p14:xfrm>
                <a:off x="4214137" y="2696044"/>
                <a:ext cx="134280" cy="41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861CBC-1284-FF70-B51C-F8F0DC703E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5497" y="2687404"/>
                  <a:ext cx="1519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AC69A31-8008-835A-DE22-7234A36A2737}"/>
              </a:ext>
            </a:extLst>
          </p:cNvPr>
          <p:cNvGrpSpPr/>
          <p:nvPr/>
        </p:nvGrpSpPr>
        <p:grpSpPr>
          <a:xfrm>
            <a:off x="6284137" y="1928524"/>
            <a:ext cx="3313440" cy="604800"/>
            <a:chOff x="6284137" y="1928524"/>
            <a:chExt cx="331344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BD4E034-2FAA-EB67-769A-903B469B9CFF}"/>
                    </a:ext>
                  </a:extLst>
                </p14:cNvPr>
                <p14:cNvContentPartPr/>
                <p14:nvPr/>
              </p14:nvContentPartPr>
              <p14:xfrm>
                <a:off x="6284137" y="2122564"/>
                <a:ext cx="1091160" cy="122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BD4E034-2FAA-EB67-769A-903B469B9CF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66497" y="2104564"/>
                  <a:ext cx="1126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1D556E-F9FE-CD30-EB44-E70152FEEF70}"/>
                    </a:ext>
                  </a:extLst>
                </p14:cNvPr>
                <p14:cNvContentPartPr/>
                <p14:nvPr/>
              </p14:nvContentPartPr>
              <p14:xfrm>
                <a:off x="7502017" y="2079004"/>
                <a:ext cx="340200" cy="9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1D556E-F9FE-CD30-EB44-E70152FEEF7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84017" y="2061364"/>
                  <a:ext cx="375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C393FD5-3C7C-69DC-AA79-5EC7B947F1A9}"/>
                    </a:ext>
                  </a:extLst>
                </p14:cNvPr>
                <p14:cNvContentPartPr/>
                <p14:nvPr/>
              </p14:nvContentPartPr>
              <p14:xfrm>
                <a:off x="7689937" y="2112124"/>
                <a:ext cx="82440" cy="410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C393FD5-3C7C-69DC-AA79-5EC7B947F1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71937" y="2094124"/>
                  <a:ext cx="1180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82635F-C187-9A79-226F-5EFE4CC939DA}"/>
                    </a:ext>
                  </a:extLst>
                </p14:cNvPr>
                <p14:cNvContentPartPr/>
                <p14:nvPr/>
              </p14:nvContentPartPr>
              <p14:xfrm>
                <a:off x="7899817" y="2343964"/>
                <a:ext cx="157680" cy="186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82635F-C187-9A79-226F-5EFE4CC939D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81817" y="2325964"/>
                  <a:ext cx="193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6E37374-DD50-19FF-67E9-2817F98580E4}"/>
                    </a:ext>
                  </a:extLst>
                </p14:cNvPr>
                <p14:cNvContentPartPr/>
                <p14:nvPr/>
              </p14:nvContentPartPr>
              <p14:xfrm>
                <a:off x="8174497" y="2370604"/>
                <a:ext cx="110160" cy="13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6E37374-DD50-19FF-67E9-2817F98580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56857" y="2352964"/>
                  <a:ext cx="145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D0F5ACC-51D9-6997-2678-9CEED9A4F2AF}"/>
                    </a:ext>
                  </a:extLst>
                </p14:cNvPr>
                <p14:cNvContentPartPr/>
                <p14:nvPr/>
              </p14:nvContentPartPr>
              <p14:xfrm>
                <a:off x="8168017" y="2338204"/>
                <a:ext cx="210600" cy="195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D0F5ACC-51D9-6997-2678-9CEED9A4F2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50377" y="2320204"/>
                  <a:ext cx="246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A7EB36-2988-DD37-327D-91D16D949EA2}"/>
                    </a:ext>
                  </a:extLst>
                </p14:cNvPr>
                <p14:cNvContentPartPr/>
                <p14:nvPr/>
              </p14:nvContentPartPr>
              <p14:xfrm>
                <a:off x="8303017" y="1928524"/>
                <a:ext cx="172080" cy="571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A7EB36-2988-DD37-327D-91D16D949E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85017" y="1910884"/>
                  <a:ext cx="20772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567136D-5EFE-9485-A166-83E3A7B61273}"/>
                    </a:ext>
                  </a:extLst>
                </p14:cNvPr>
                <p14:cNvContentPartPr/>
                <p14:nvPr/>
              </p14:nvContentPartPr>
              <p14:xfrm>
                <a:off x="8648257" y="2140564"/>
                <a:ext cx="202680" cy="33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567136D-5EFE-9485-A166-83E3A7B612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30257" y="2122564"/>
                  <a:ext cx="2383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8AD0491-76B9-C331-E0F1-DADDB73652FD}"/>
                    </a:ext>
                  </a:extLst>
                </p14:cNvPr>
                <p14:cNvContentPartPr/>
                <p14:nvPr/>
              </p14:nvContentPartPr>
              <p14:xfrm>
                <a:off x="8993857" y="2338204"/>
                <a:ext cx="360" cy="15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8AD0491-76B9-C331-E0F1-DADDB73652F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76217" y="2320204"/>
                  <a:ext cx="36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3C2C73-D4FD-4E86-6919-B7E36E6B2507}"/>
                    </a:ext>
                  </a:extLst>
                </p14:cNvPr>
                <p14:cNvContentPartPr/>
                <p14:nvPr/>
              </p14:nvContentPartPr>
              <p14:xfrm>
                <a:off x="9025897" y="2187724"/>
                <a:ext cx="15840" cy="46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3C2C73-D4FD-4E86-6919-B7E36E6B25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07897" y="2169724"/>
                  <a:ext cx="51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9AFBF96-940F-8FE7-964F-54B7B57801C8}"/>
                    </a:ext>
                  </a:extLst>
                </p14:cNvPr>
                <p14:cNvContentPartPr/>
                <p14:nvPr/>
              </p14:nvContentPartPr>
              <p14:xfrm>
                <a:off x="9102577" y="2299684"/>
                <a:ext cx="495000" cy="205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9AFBF96-940F-8FE7-964F-54B7B57801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84937" y="2281684"/>
                  <a:ext cx="53064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6DC72F0-C72F-C29C-C616-9166B9AB2991}"/>
              </a:ext>
            </a:extLst>
          </p:cNvPr>
          <p:cNvGrpSpPr/>
          <p:nvPr/>
        </p:nvGrpSpPr>
        <p:grpSpPr>
          <a:xfrm>
            <a:off x="6146977" y="2775604"/>
            <a:ext cx="4590000" cy="871200"/>
            <a:chOff x="6146977" y="2775604"/>
            <a:chExt cx="4590000" cy="87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C13CF4A-58C9-1977-3CE7-CCF29B47250B}"/>
                    </a:ext>
                  </a:extLst>
                </p14:cNvPr>
                <p14:cNvContentPartPr/>
                <p14:nvPr/>
              </p14:nvContentPartPr>
              <p14:xfrm>
                <a:off x="6146977" y="3208324"/>
                <a:ext cx="1200240" cy="21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C13CF4A-58C9-1977-3CE7-CCF29B4725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29337" y="3190324"/>
                  <a:ext cx="1235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33E4CDF-8DA2-B6CB-4EFE-39F3C19E025B}"/>
                    </a:ext>
                  </a:extLst>
                </p14:cNvPr>
                <p14:cNvContentPartPr/>
                <p14:nvPr/>
              </p14:nvContentPartPr>
              <p14:xfrm>
                <a:off x="7557457" y="2812684"/>
                <a:ext cx="326160" cy="711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33E4CDF-8DA2-B6CB-4EFE-39F3C19E02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39817" y="2794684"/>
                  <a:ext cx="361800" cy="74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8EB8FB-D622-242C-2E20-A591C62D23AB}"/>
                    </a:ext>
                  </a:extLst>
                </p14:cNvPr>
                <p14:cNvContentPartPr/>
                <p14:nvPr/>
              </p14:nvContentPartPr>
              <p14:xfrm>
                <a:off x="7936177" y="3220204"/>
                <a:ext cx="357840" cy="203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8EB8FB-D622-242C-2E20-A591C62D23A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18537" y="3202204"/>
                  <a:ext cx="393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FDE82E-DB06-D169-2A18-695CEF6475A0}"/>
                    </a:ext>
                  </a:extLst>
                </p14:cNvPr>
                <p14:cNvContentPartPr/>
                <p14:nvPr/>
              </p14:nvContentPartPr>
              <p14:xfrm>
                <a:off x="8387617" y="2775604"/>
                <a:ext cx="237240" cy="646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FDE82E-DB06-D169-2A18-695CEF6475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69977" y="2757604"/>
                  <a:ext cx="27288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DA71F1-E034-C78D-9298-D90632C3D6A8}"/>
                    </a:ext>
                  </a:extLst>
                </p14:cNvPr>
                <p14:cNvContentPartPr/>
                <p14:nvPr/>
              </p14:nvContentPartPr>
              <p14:xfrm>
                <a:off x="8728897" y="3175564"/>
                <a:ext cx="360" cy="219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DA71F1-E034-C78D-9298-D90632C3D6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11257" y="3157564"/>
                  <a:ext cx="36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54D38E-7861-4B2B-B2DD-85CAD907917E}"/>
                    </a:ext>
                  </a:extLst>
                </p14:cNvPr>
                <p14:cNvContentPartPr/>
                <p14:nvPr/>
              </p14:nvContentPartPr>
              <p14:xfrm>
                <a:off x="8686057" y="2968204"/>
                <a:ext cx="5040" cy="20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54D38E-7861-4B2B-B2DD-85CAD90791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68417" y="2950204"/>
                  <a:ext cx="40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0B41FDF-D3D0-B251-C687-410DB1CACF6D}"/>
                    </a:ext>
                  </a:extLst>
                </p14:cNvPr>
                <p14:cNvContentPartPr/>
                <p14:nvPr/>
              </p14:nvContentPartPr>
              <p14:xfrm>
                <a:off x="8841937" y="3185284"/>
                <a:ext cx="132120" cy="196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0B41FDF-D3D0-B251-C687-410DB1CACF6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23937" y="3167644"/>
                  <a:ext cx="167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905FCD-7B99-AD55-A21A-30B63E22B649}"/>
                    </a:ext>
                  </a:extLst>
                </p14:cNvPr>
                <p14:cNvContentPartPr/>
                <p14:nvPr/>
              </p14:nvContentPartPr>
              <p14:xfrm>
                <a:off x="9148297" y="2836084"/>
                <a:ext cx="348120" cy="601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905FCD-7B99-AD55-A21A-30B63E22B64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30657" y="2818444"/>
                  <a:ext cx="38376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77DCE26-C8BD-2CE2-5962-1AE567937518}"/>
                    </a:ext>
                  </a:extLst>
                </p14:cNvPr>
                <p14:cNvContentPartPr/>
                <p14:nvPr/>
              </p14:nvContentPartPr>
              <p14:xfrm>
                <a:off x="9609817" y="3080524"/>
                <a:ext cx="56880" cy="327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77DCE26-C8BD-2CE2-5962-1AE5679375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91817" y="3062524"/>
                  <a:ext cx="925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3BCF478-DADB-9977-9C18-E0E4FC578A48}"/>
                    </a:ext>
                  </a:extLst>
                </p14:cNvPr>
                <p14:cNvContentPartPr/>
                <p14:nvPr/>
              </p14:nvContentPartPr>
              <p14:xfrm>
                <a:off x="9763897" y="3165484"/>
                <a:ext cx="238680" cy="238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3BCF478-DADB-9977-9C18-E0E4FC578A4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46257" y="3147844"/>
                  <a:ext cx="274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9B835CE-8C38-76D1-199A-FF69FAAF1773}"/>
                    </a:ext>
                  </a:extLst>
                </p14:cNvPr>
                <p14:cNvContentPartPr/>
                <p14:nvPr/>
              </p14:nvContentPartPr>
              <p14:xfrm>
                <a:off x="10135057" y="3151804"/>
                <a:ext cx="187560" cy="188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9B835CE-8C38-76D1-199A-FF69FAAF17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17057" y="3134164"/>
                  <a:ext cx="223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676BD87-B1FA-1ECF-A4F0-D327694AABB7}"/>
                    </a:ext>
                  </a:extLst>
                </p14:cNvPr>
                <p14:cNvContentPartPr/>
                <p14:nvPr/>
              </p14:nvContentPartPr>
              <p14:xfrm>
                <a:off x="10407937" y="3085564"/>
                <a:ext cx="329040" cy="561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676BD87-B1FA-1ECF-A4F0-D327694AAB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90297" y="3067924"/>
                  <a:ext cx="364680" cy="59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0FD6B5B-7A87-19FC-588D-D8DB6268640A}"/>
                  </a:ext>
                </a:extLst>
              </p14:cNvPr>
              <p14:cNvContentPartPr/>
              <p14:nvPr/>
            </p14:nvContentPartPr>
            <p14:xfrm>
              <a:off x="6596977" y="4943164"/>
              <a:ext cx="1045080" cy="176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0FD6B5B-7A87-19FC-588D-D8DB6268640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578977" y="4925164"/>
                <a:ext cx="108072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C63959DE-EFF8-97CB-18B9-98190BF6656A}"/>
              </a:ext>
            </a:extLst>
          </p:cNvPr>
          <p:cNvGrpSpPr/>
          <p:nvPr/>
        </p:nvGrpSpPr>
        <p:grpSpPr>
          <a:xfrm>
            <a:off x="8020777" y="4544284"/>
            <a:ext cx="1880280" cy="686880"/>
            <a:chOff x="8020777" y="4544284"/>
            <a:chExt cx="188028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4D8968-4667-9136-C745-67CBE7B8707D}"/>
                    </a:ext>
                  </a:extLst>
                </p14:cNvPr>
                <p14:cNvContentPartPr/>
                <p14:nvPr/>
              </p14:nvContentPartPr>
              <p14:xfrm>
                <a:off x="8020777" y="4611244"/>
                <a:ext cx="469080" cy="619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4D8968-4667-9136-C745-67CBE7B870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02777" y="4593244"/>
                  <a:ext cx="5047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FE1EE9A-C4FC-CEFE-8179-34389E025D36}"/>
                    </a:ext>
                  </a:extLst>
                </p14:cNvPr>
                <p14:cNvContentPartPr/>
                <p14:nvPr/>
              </p14:nvContentPartPr>
              <p14:xfrm>
                <a:off x="8695777" y="5000404"/>
                <a:ext cx="245880" cy="154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FE1EE9A-C4FC-CEFE-8179-34389E025D3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77777" y="4982764"/>
                  <a:ext cx="281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F120FCD-55CB-D140-02CC-D9A44567D618}"/>
                    </a:ext>
                  </a:extLst>
                </p14:cNvPr>
                <p14:cNvContentPartPr/>
                <p14:nvPr/>
              </p14:nvContentPartPr>
              <p14:xfrm>
                <a:off x="8983777" y="4600444"/>
                <a:ext cx="57600" cy="514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F120FCD-55CB-D140-02CC-D9A44567D61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66137" y="4582804"/>
                  <a:ext cx="9324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8B18123-E3C5-30A1-D92E-1B2CB1E0744F}"/>
                    </a:ext>
                  </a:extLst>
                </p14:cNvPr>
                <p14:cNvContentPartPr/>
                <p14:nvPr/>
              </p14:nvContentPartPr>
              <p14:xfrm>
                <a:off x="8790457" y="4835524"/>
                <a:ext cx="232920" cy="33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8B18123-E3C5-30A1-D92E-1B2CB1E0744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72457" y="4817884"/>
                  <a:ext cx="268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01F6379-FB2B-107D-831F-AA7CCDAD567E}"/>
                    </a:ext>
                  </a:extLst>
                </p14:cNvPr>
                <p14:cNvContentPartPr/>
                <p14:nvPr/>
              </p14:nvContentPartPr>
              <p14:xfrm>
                <a:off x="9235417" y="4544284"/>
                <a:ext cx="9720" cy="570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01F6379-FB2B-107D-831F-AA7CCDAD567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17777" y="4526644"/>
                  <a:ext cx="453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DC4F33-A385-0815-144A-3BB145ED1540}"/>
                    </a:ext>
                  </a:extLst>
                </p14:cNvPr>
                <p14:cNvContentPartPr/>
                <p14:nvPr/>
              </p14:nvContentPartPr>
              <p14:xfrm>
                <a:off x="9051097" y="4916164"/>
                <a:ext cx="256320" cy="26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DC4F33-A385-0815-144A-3BB145ED154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33097" y="4898164"/>
                  <a:ext cx="291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9AB278-98E2-A8A9-6BEB-DBA9BF3D0300}"/>
                    </a:ext>
                  </a:extLst>
                </p14:cNvPr>
                <p14:cNvContentPartPr/>
                <p14:nvPr/>
              </p14:nvContentPartPr>
              <p14:xfrm>
                <a:off x="9397417" y="4917244"/>
                <a:ext cx="237960" cy="236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9AB278-98E2-A8A9-6BEB-DBA9BF3D03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79777" y="4899244"/>
                  <a:ext cx="273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E1CE3C-6FFD-39D8-99D4-D60C2F86C759}"/>
                    </a:ext>
                  </a:extLst>
                </p14:cNvPr>
                <p14:cNvContentPartPr/>
                <p14:nvPr/>
              </p14:nvContentPartPr>
              <p14:xfrm>
                <a:off x="9713857" y="4972324"/>
                <a:ext cx="187200" cy="207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E1CE3C-6FFD-39D8-99D4-D60C2F86C7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96217" y="4954684"/>
                  <a:ext cx="22284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04A6DFD-153D-EE5C-0C02-60FAE2DE0885}"/>
              </a:ext>
            </a:extLst>
          </p:cNvPr>
          <p:cNvGrpSpPr/>
          <p:nvPr/>
        </p:nvGrpSpPr>
        <p:grpSpPr>
          <a:xfrm>
            <a:off x="1083577" y="2846524"/>
            <a:ext cx="3121920" cy="1358280"/>
            <a:chOff x="1083577" y="2846524"/>
            <a:chExt cx="3121920" cy="13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B88157-C132-78F6-5D5D-F9D713307135}"/>
                    </a:ext>
                  </a:extLst>
                </p14:cNvPr>
                <p14:cNvContentPartPr/>
                <p14:nvPr/>
              </p14:nvContentPartPr>
              <p14:xfrm>
                <a:off x="3938017" y="2846524"/>
                <a:ext cx="267480" cy="1280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B88157-C132-78F6-5D5D-F9D7133071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20017" y="2828884"/>
                  <a:ext cx="303120" cy="13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4E624BC-5C6E-238B-2116-BEA51B316EAA}"/>
                    </a:ext>
                  </a:extLst>
                </p14:cNvPr>
                <p14:cNvContentPartPr/>
                <p14:nvPr/>
              </p14:nvContentPartPr>
              <p14:xfrm>
                <a:off x="3293617" y="3655084"/>
                <a:ext cx="470880" cy="43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4E624BC-5C6E-238B-2116-BEA51B316E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75977" y="3637084"/>
                  <a:ext cx="506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E208AE-06E1-9441-9A89-97A8B0CCE7F3}"/>
                    </a:ext>
                  </a:extLst>
                </p14:cNvPr>
                <p14:cNvContentPartPr/>
                <p14:nvPr/>
              </p14:nvContentPartPr>
              <p14:xfrm>
                <a:off x="1109857" y="3241084"/>
                <a:ext cx="53640" cy="62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E208AE-06E1-9441-9A89-97A8B0CCE7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2217" y="3223444"/>
                  <a:ext cx="8928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0BC6C74-0C71-20D9-F974-4F651CC99260}"/>
                    </a:ext>
                  </a:extLst>
                </p14:cNvPr>
                <p14:cNvContentPartPr/>
                <p14:nvPr/>
              </p14:nvContentPartPr>
              <p14:xfrm>
                <a:off x="1083577" y="3229204"/>
                <a:ext cx="300960" cy="667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0BC6C74-0C71-20D9-F974-4F651CC992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5937" y="3211564"/>
                  <a:ext cx="33660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DAA5D5-A4CC-977B-8267-C49400D47EE3}"/>
                    </a:ext>
                  </a:extLst>
                </p14:cNvPr>
                <p14:cNvContentPartPr/>
                <p14:nvPr/>
              </p14:nvContentPartPr>
              <p14:xfrm>
                <a:off x="1390297" y="3652564"/>
                <a:ext cx="261000" cy="201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DAA5D5-A4CC-977B-8267-C49400D47EE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72297" y="3634924"/>
                  <a:ext cx="296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35576C-71BD-7183-4059-9E258E4E1E40}"/>
                    </a:ext>
                  </a:extLst>
                </p14:cNvPr>
                <p14:cNvContentPartPr/>
                <p14:nvPr/>
              </p14:nvContentPartPr>
              <p14:xfrm>
                <a:off x="1670737" y="3194284"/>
                <a:ext cx="250560" cy="644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35576C-71BD-7183-4059-9E258E4E1E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52737" y="3176284"/>
                  <a:ext cx="28620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2E21705-F57D-EE00-7C20-DF817DF3C16B}"/>
                    </a:ext>
                  </a:extLst>
                </p14:cNvPr>
                <p14:cNvContentPartPr/>
                <p14:nvPr/>
              </p14:nvContentPartPr>
              <p14:xfrm>
                <a:off x="1977097" y="3688204"/>
                <a:ext cx="48600" cy="196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2E21705-F57D-EE00-7C20-DF817DF3C1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59097" y="3670564"/>
                  <a:ext cx="84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110FB80-28BB-9116-002E-F5FDC3AAF6EA}"/>
                    </a:ext>
                  </a:extLst>
                </p14:cNvPr>
                <p14:cNvContentPartPr/>
                <p14:nvPr/>
              </p14:nvContentPartPr>
              <p14:xfrm>
                <a:off x="2017417" y="3518644"/>
                <a:ext cx="8280" cy="73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110FB80-28BB-9116-002E-F5FDC3AAF6E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99417" y="3501004"/>
                  <a:ext cx="43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8AD865C-6D4A-FFBE-C382-8DBAFB012386}"/>
                    </a:ext>
                  </a:extLst>
                </p14:cNvPr>
                <p14:cNvContentPartPr/>
                <p14:nvPr/>
              </p14:nvContentPartPr>
              <p14:xfrm>
                <a:off x="2128657" y="3715564"/>
                <a:ext cx="111960" cy="172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8AD865C-6D4A-FFBE-C382-8DBAFB01238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11017" y="3697564"/>
                  <a:ext cx="147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288C73A-48B6-B427-731B-97F41C4337F8}"/>
                    </a:ext>
                  </a:extLst>
                </p14:cNvPr>
                <p14:cNvContentPartPr/>
                <p14:nvPr/>
              </p14:nvContentPartPr>
              <p14:xfrm>
                <a:off x="2205337" y="3716284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288C73A-48B6-B427-731B-97F41C4337F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87337" y="369828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2D0D631-E5CB-C153-8A7C-070233941ABD}"/>
                    </a:ext>
                  </a:extLst>
                </p14:cNvPr>
                <p14:cNvContentPartPr/>
                <p14:nvPr/>
              </p14:nvContentPartPr>
              <p14:xfrm>
                <a:off x="2489377" y="3933004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2D0D631-E5CB-C153-8A7C-070233941AB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71737" y="391536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45AD3A2-7EC3-E706-F22B-46A5C3196385}"/>
                    </a:ext>
                  </a:extLst>
                </p14:cNvPr>
                <p14:cNvContentPartPr/>
                <p14:nvPr/>
              </p14:nvContentPartPr>
              <p14:xfrm>
                <a:off x="2409097" y="3118324"/>
                <a:ext cx="246960" cy="83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45AD3A2-7EC3-E706-F22B-46A5C319638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91097" y="3100324"/>
                  <a:ext cx="2826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F14B5AB-A210-DDA9-8428-A2E3C4F08169}"/>
                    </a:ext>
                  </a:extLst>
                </p14:cNvPr>
                <p14:cNvContentPartPr/>
                <p14:nvPr/>
              </p14:nvContentPartPr>
              <p14:xfrm>
                <a:off x="2697817" y="3678484"/>
                <a:ext cx="222480" cy="256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F14B5AB-A210-DDA9-8428-A2E3C4F0816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680177" y="3660844"/>
                  <a:ext cx="258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3E227E-D7CF-3314-E0C6-9B31E55EA08F}"/>
                    </a:ext>
                  </a:extLst>
                </p14:cNvPr>
                <p14:cNvContentPartPr/>
                <p14:nvPr/>
              </p14:nvContentPartPr>
              <p14:xfrm>
                <a:off x="3076177" y="3137764"/>
                <a:ext cx="39240" cy="921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3E227E-D7CF-3314-E0C6-9B31E55EA08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058177" y="3119764"/>
                  <a:ext cx="7488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B92EDF-D341-8B79-BD01-950993E68FAB}"/>
                    </a:ext>
                  </a:extLst>
                </p14:cNvPr>
                <p14:cNvContentPartPr/>
                <p14:nvPr/>
              </p14:nvContentPartPr>
              <p14:xfrm>
                <a:off x="2878177" y="3499204"/>
                <a:ext cx="219240" cy="29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B92EDF-D341-8B79-BD01-950993E68FA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60177" y="3481564"/>
                  <a:ext cx="254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0D6E69D-7B61-99E2-EE74-614ABEB0894C}"/>
                    </a:ext>
                  </a:extLst>
                </p14:cNvPr>
                <p14:cNvContentPartPr/>
                <p14:nvPr/>
              </p14:nvContentPartPr>
              <p14:xfrm>
                <a:off x="3281377" y="3161164"/>
                <a:ext cx="37440" cy="927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0D6E69D-7B61-99E2-EE74-614ABEB0894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263737" y="3143524"/>
                  <a:ext cx="73080" cy="9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ADA41BF-D003-67ED-2B51-19809DD6B683}"/>
                    </a:ext>
                  </a:extLst>
                </p14:cNvPr>
                <p14:cNvContentPartPr/>
                <p14:nvPr/>
              </p14:nvContentPartPr>
              <p14:xfrm>
                <a:off x="3162217" y="3471484"/>
                <a:ext cx="13068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ADA41BF-D003-67ED-2B51-19809DD6B68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144577" y="3453844"/>
                  <a:ext cx="166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CA19D7A-83A4-18E3-2A4C-36068D153030}"/>
                    </a:ext>
                  </a:extLst>
                </p14:cNvPr>
                <p14:cNvContentPartPr/>
                <p14:nvPr/>
              </p14:nvContentPartPr>
              <p14:xfrm>
                <a:off x="3365617" y="3935524"/>
                <a:ext cx="248400" cy="208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CA19D7A-83A4-18E3-2A4C-36068D15303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347977" y="3917524"/>
                  <a:ext cx="284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7D893B-EDA6-784A-3A9F-F242A8434C8C}"/>
                    </a:ext>
                  </a:extLst>
                </p14:cNvPr>
                <p14:cNvContentPartPr/>
                <p14:nvPr/>
              </p14:nvContentPartPr>
              <p14:xfrm>
                <a:off x="3664417" y="3937324"/>
                <a:ext cx="128160" cy="267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7D893B-EDA6-784A-3A9F-F242A8434C8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646417" y="3919684"/>
                  <a:ext cx="163800" cy="30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554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50FD-8CE1-C04D-4EB5-847AE42A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28604CD-3802-4677-E1EE-349FA628CD7B}"/>
              </a:ext>
            </a:extLst>
          </p:cNvPr>
          <p:cNvSpPr/>
          <p:nvPr/>
        </p:nvSpPr>
        <p:spPr>
          <a:xfrm>
            <a:off x="5112775" y="1208304"/>
            <a:ext cx="6194322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מיכל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RadioGroup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לקבוצת הלחצנים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להבטיח בחירת לחצן אחד בלבד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מתוך כל קבוצה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01E4B8-0393-B867-84AA-6E9BF9995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75B57-B6E8-563F-F5FC-1D8B14C5E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E387CFEC-F19D-A0FC-EE23-A6C2BABC1C58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370FF91E-906C-7BDF-A15B-6032C29AF153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Version#6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E74BD-DD95-6D56-9030-AF01BCF27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79" y="1878857"/>
            <a:ext cx="5094834" cy="456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78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B6070-A054-98D6-FE1F-F378B3B0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B6CE00EB-F0E6-D214-FBC0-FD67E75159AA}"/>
              </a:ext>
            </a:extLst>
          </p:cNvPr>
          <p:cNvSpPr/>
          <p:nvPr/>
        </p:nvSpPr>
        <p:spPr>
          <a:xfrm>
            <a:off x="4876800" y="1016317"/>
            <a:ext cx="6194322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מיכל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RadioGroup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לקבוצת הלחצנים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להבטיח בחירת לחצן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בלבד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מתוך כל קבוצה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BBC6B-D470-0574-7239-0C28401F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ECF785-2B7B-72E7-D805-04279466F8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63EF3069-6EA1-BB39-8F89-DC0668F296B4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DBA7DB6F-7960-E382-C9A3-555373BCC390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Version#6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D3EB76-2107-4064-BE22-932B227C6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488" y="1120676"/>
            <a:ext cx="3689138" cy="5651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2E7A75-704C-175B-6CC1-D7F3F5E26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365" y="2703870"/>
            <a:ext cx="2216375" cy="397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32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F855F-B936-D784-8615-B3AC7363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8E49B28-C1EA-46E5-7694-AE076667D133}"/>
              </a:ext>
            </a:extLst>
          </p:cNvPr>
          <p:cNvSpPr/>
          <p:nvPr/>
        </p:nvSpPr>
        <p:spPr>
          <a:xfrm>
            <a:off x="4876800" y="1016317"/>
            <a:ext cx="6194322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בדיקת בחירה מתבצעת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לחיצה על לחצן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(כאן חלקי מהקוד...)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ED0BC-A70E-46FF-8834-A5E4D6E8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A3327A-28EA-35FC-38BA-B8CA89559D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018D039D-6203-FD45-3F9B-3EE27ED1E614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D0E11074-AD7C-0103-D087-923756FF778D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Version#6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40FA4-7A4E-AB61-72E1-622B8A3BB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92" y="1729592"/>
            <a:ext cx="5891609" cy="39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92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6724-D615-F5D8-AC5B-5ABC618B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BD4E8C9C-D030-F894-5BD3-ACA8D761DF21}"/>
              </a:ext>
            </a:extLst>
          </p:cNvPr>
          <p:cNvSpPr/>
          <p:nvPr/>
        </p:nvSpPr>
        <p:spPr>
          <a:xfrm>
            <a:off x="2251588" y="2279998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קבוצת "ריבועים" לציון אפשרויות תגובה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הפעלת בדיקה "מה התשובה של משתמש".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הפעם מדובר באפשרות בחירה מרבית: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משתמש יכול לבחור כל אפשרות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מהאפשרויות הקיימות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261A8-FC2D-0080-2D26-22C485FA2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21A4DA-0045-1000-EAA2-9B45F7852E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7006D35F-8A45-33DC-41E5-4F0F40C9A852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983554E6-849D-336F-073D-96605A03B9EB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</a:t>
            </a:r>
            <a:r>
              <a:rPr lang="ru-RU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7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4516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EAA6-5E79-9EEC-2993-8E65DFE8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DED611B-2224-63E1-C099-8D1C0D2FE1E2}"/>
              </a:ext>
            </a:extLst>
          </p:cNvPr>
          <p:cNvSpPr/>
          <p:nvPr/>
        </p:nvSpPr>
        <p:spPr>
          <a:xfrm>
            <a:off x="8496252" y="1004431"/>
            <a:ext cx="30167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להשתמש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בקבוצת רכיבים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CheckBox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04177B-E0F4-9855-9F1A-D8417AB7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56E52D-38DE-40D4-E539-BD0CBB228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D717F74D-59E5-5311-D557-199F83F4544A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F0D6C954-766E-F5E1-1FF1-3C04192ABD99}"/>
              </a:ext>
            </a:extLst>
          </p:cNvPr>
          <p:cNvSpPr/>
          <p:nvPr/>
        </p:nvSpPr>
        <p:spPr>
          <a:xfrm>
            <a:off x="1756455" y="561973"/>
            <a:ext cx="23134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</a:t>
            </a:r>
            <a:r>
              <a:rPr lang="ru-RU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7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3B736-FCAE-CE69-B616-A83C1E6DC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801" y="2169539"/>
            <a:ext cx="2530059" cy="44657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FBF8DA-EEA0-712D-593F-65C201EC9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021" y="1208304"/>
            <a:ext cx="3664103" cy="547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68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37992-2C8F-D13A-8E06-199D973B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78582D48-AC01-86BB-FFD3-74753DDF2BC0}"/>
              </a:ext>
            </a:extLst>
          </p:cNvPr>
          <p:cNvSpPr/>
          <p:nvPr/>
        </p:nvSpPr>
        <p:spPr>
          <a:xfrm>
            <a:off x="1897627" y="3155069"/>
            <a:ext cx="857194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להמשיך... ולהמשיך... ולהמשיך...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4971BE-FF61-94AE-9971-175B43646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E025C3-10B4-E5F6-53F3-A9D542ABE4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40D18D1F-7C31-D230-C786-5D8C46F15680}"/>
              </a:ext>
            </a:extLst>
          </p:cNvPr>
          <p:cNvSpPr/>
          <p:nvPr/>
        </p:nvSpPr>
        <p:spPr>
          <a:xfrm>
            <a:off x="5266191" y="-84358"/>
            <a:ext cx="4192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 "מתגלגלת"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2CE3CAD6-AA79-26FC-4E5A-60338A5B70DF}"/>
              </a:ext>
            </a:extLst>
          </p:cNvPr>
          <p:cNvSpPr/>
          <p:nvPr/>
        </p:nvSpPr>
        <p:spPr>
          <a:xfrm>
            <a:off x="1973835" y="693151"/>
            <a:ext cx="24304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Vilna" panose="02010401010101010101" pitchFamily="2" charset="-79"/>
              </a:rPr>
              <a:t>Version#...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Vilna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67175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1509</TotalTime>
  <Words>671</Words>
  <Application>Microsoft Office PowerPoint</Application>
  <PresentationFormat>Widescreen</PresentationFormat>
  <Paragraphs>115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Assistant</vt:lpstr>
      <vt:lpstr>David</vt:lpstr>
      <vt:lpstr>Georgia</vt:lpstr>
      <vt:lpstr>Guttman Vilna</vt:lpstr>
      <vt:lpstr>Guttman-Aram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166</cp:revision>
  <dcterms:created xsi:type="dcterms:W3CDTF">2019-01-05T16:01:25Z</dcterms:created>
  <dcterms:modified xsi:type="dcterms:W3CDTF">2026-02-19T15:40:25Z</dcterms:modified>
</cp:coreProperties>
</file>