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308" r:id="rId4"/>
    <p:sldId id="309" r:id="rId5"/>
    <p:sldId id="310" r:id="rId6"/>
    <p:sldId id="311" r:id="rId7"/>
    <p:sldId id="312" r:id="rId8"/>
    <p:sldId id="31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946786" y="2886009"/>
            <a:ext cx="9419303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הצהרת אחריות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endParaRPr lang="en-US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מבוסס על ניסיון אישי והמלצות שונות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072007" y="1771863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שלבי עבודה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1848465" y="3380125"/>
            <a:ext cx="9507793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התכתבות עם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-צ'טים</a:t>
            </a:r>
          </a:p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בניית מסמך (קובץ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Word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עם "ציטוטים"</a:t>
            </a:r>
          </a:p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בניית לקט קישורים</a:t>
            </a:r>
          </a:p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פתיחת "חוברת" ב-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NotebookLM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ושימוש בכלים הקיימים בה</a:t>
            </a:r>
          </a:p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בניית מצגות בעזרת כלים נוספים</a:t>
            </a:r>
          </a:p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שימוש ב"שיעורים פרטיים" ב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-צ'טים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4BD45178-CFEA-CB95-92B7-5B96B433A0BD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69D3E-4793-35BC-D360-33C4F6C2C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D2F922-6D4C-28CD-6AFB-304EDF737F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5" name="מלבן 2">
            <a:extLst>
              <a:ext uri="{FF2B5EF4-FFF2-40B4-BE49-F238E27FC236}">
                <a16:creationId xmlns:a16="http://schemas.microsoft.com/office/drawing/2014/main" id="{2F17F581-2CD2-6228-B6DE-53C3D4EB3E17}"/>
              </a:ext>
            </a:extLst>
          </p:cNvPr>
          <p:cNvSpPr/>
          <p:nvPr/>
        </p:nvSpPr>
        <p:spPr>
          <a:xfrm>
            <a:off x="3848074" y="1935942"/>
            <a:ext cx="404798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Guttman Aharoni" panose="02010401010101010101" pitchFamily="2" charset="-79"/>
              </a:rPr>
              <a:t>דוגמה: </a:t>
            </a:r>
          </a:p>
          <a:p>
            <a:pPr algn="ctr" rtl="1"/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Guttman Aharoni" panose="02010401010101010101" pitchFamily="2" charset="-79"/>
            </a:endParaRPr>
          </a:p>
          <a:p>
            <a:pPr algn="ctr" rtl="1"/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Guttman Aharoni" panose="02010401010101010101" pitchFamily="2" charset="-79"/>
              </a:rPr>
              <a:t>Listener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7617F577-3AFA-A988-4A82-DCC9CB54ED38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0780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B00C-4448-FB2E-B015-BDAFF593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C55441C7-4625-0302-66A4-3AA56E9188AB}"/>
              </a:ext>
            </a:extLst>
          </p:cNvPr>
          <p:cNvSpPr/>
          <p:nvPr/>
        </p:nvSpPr>
        <p:spPr>
          <a:xfrm>
            <a:off x="4072007" y="856574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בניית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Aharoni" panose="02010401010101010101" pitchFamily="2" charset="-79"/>
              </a:rPr>
              <a:t>prompt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Aharoni" panose="02010401010101010101" pitchFamily="2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9506ED9-5595-4033-A4D7-2FA4833621AC}"/>
              </a:ext>
            </a:extLst>
          </p:cNvPr>
          <p:cNvSpPr/>
          <p:nvPr/>
        </p:nvSpPr>
        <p:spPr>
          <a:xfrm>
            <a:off x="1720646" y="1797131"/>
            <a:ext cx="9507793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"הסבר לי על..."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"קח בחשבון שאני תלמיד ולא מתכנת מקצוע עם ותק של שנים..."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"כתוב בצורה פשוטה ומפורטת..."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"הסבר ופרט את המונחים ומושגים מקצועיים..."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"תענה כאילו אתה מורה פרטי שלי..."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הסברים שלך לשלבים שאני יכול לעקוב אחריהם"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78BF18-05EA-8E98-F819-51367478B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96F04D-0ECB-EC4F-619F-43882DD037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5991116-C447-93CC-B7DD-41FD0C646C9A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2" name="Callout: Down Arrow 1">
            <a:extLst>
              <a:ext uri="{FF2B5EF4-FFF2-40B4-BE49-F238E27FC236}">
                <a16:creationId xmlns:a16="http://schemas.microsoft.com/office/drawing/2014/main" id="{C807FB93-B8A7-B52F-A664-801A3E761868}"/>
              </a:ext>
            </a:extLst>
          </p:cNvPr>
          <p:cNvSpPr/>
          <p:nvPr/>
        </p:nvSpPr>
        <p:spPr>
          <a:xfrm>
            <a:off x="5314335" y="5496819"/>
            <a:ext cx="2320413" cy="1288026"/>
          </a:xfrm>
          <a:prstGeom prst="down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 b="1" dirty="0"/>
              <a:t>להמשך...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7275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E2CB-5585-5444-C4AB-70927EF2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DFD08D53-19C6-805C-6840-2BE43576ECA5}"/>
              </a:ext>
            </a:extLst>
          </p:cNvPr>
          <p:cNvSpPr/>
          <p:nvPr/>
        </p:nvSpPr>
        <p:spPr>
          <a:xfrm>
            <a:off x="4180162" y="1631266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בניית 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Aharoni" panose="02010401010101010101" pitchFamily="2" charset="-79"/>
              </a:rPr>
              <a:t>prompt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Aharoni" panose="02010401010101010101" pitchFamily="2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E52F55C-BE25-284A-1508-115CB886A26F}"/>
              </a:ext>
            </a:extLst>
          </p:cNvPr>
          <p:cNvSpPr/>
          <p:nvPr/>
        </p:nvSpPr>
        <p:spPr>
          <a:xfrm>
            <a:off x="1582995" y="3144151"/>
            <a:ext cx="9507793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לפני שאתה עונה, קח רגע נוסף לחשוב על הבקשה שלי.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האם אתה מבין את השאלה העיקרית שנשאלת?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עשה ניתוח: אילו גורמים/מרכיבים מרכזיים מעורבים?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נמק: אילו קשרים לוגיים אתה יכול ליצור?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סינתזה: כיצד אלמנטים אלה קשורים זה לזה?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סיכום: איזו תשובה תהיה המדויקת והמועילה ביותר? כעת ענה...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75C4D1-DED7-352B-E979-40E192894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1594C3-D8DA-0573-1EAA-166834DF6E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C888D592-31C3-D5E8-AFBD-397FA0F39775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1169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C2F8-B287-5878-0CC6-7765CA24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618C3FF0-A3EF-F284-4676-C42E67A38079}"/>
              </a:ext>
            </a:extLst>
          </p:cNvPr>
          <p:cNvSpPr/>
          <p:nvPr/>
        </p:nvSpPr>
        <p:spPr>
          <a:xfrm>
            <a:off x="2213710" y="1468341"/>
            <a:ext cx="68417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חוברת ב-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Aharoni" panose="02010401010101010101" pitchFamily="2" charset="-79"/>
              </a:rPr>
              <a:t>NotebookLM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Aharoni" panose="02010401010101010101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C47A77-ABA3-B5BC-A59C-696A7ECD6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1E5518-FE51-49EA-E8ED-E635969A0E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2B82DB5-588C-7C53-317A-D8E4180BF9D5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83DADDA9-D917-911E-332F-CE5A464FF7F3}"/>
              </a:ext>
            </a:extLst>
          </p:cNvPr>
          <p:cNvSpPr/>
          <p:nvPr/>
        </p:nvSpPr>
        <p:spPr>
          <a:xfrm>
            <a:off x="2608379" y="3094927"/>
            <a:ext cx="950779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חוברת ומוסיפים מידע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9475D7-8049-49B2-99D0-30D92BE4A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95" y="2494055"/>
            <a:ext cx="6797629" cy="4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4F5E6-E2FB-B212-62DF-BF1BECD0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34A216E0-91EB-73C1-5F7B-1D0B4374CF57}"/>
              </a:ext>
            </a:extLst>
          </p:cNvPr>
          <p:cNvSpPr/>
          <p:nvPr/>
        </p:nvSpPr>
        <p:spPr>
          <a:xfrm>
            <a:off x="2213710" y="1468341"/>
            <a:ext cx="68417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חוברת ב-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Aharoni" panose="02010401010101010101" pitchFamily="2" charset="-79"/>
              </a:rPr>
              <a:t>NotebookLM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Aharoni" panose="02010401010101010101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426F4-7B02-E189-E5F8-C2F6A609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9C2380-B355-392E-F858-94578605E9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B4B1422B-87FD-694F-F0D0-A0E136645A23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740B9BBF-3AF6-F5A2-8C35-A36B6654AC3E}"/>
              </a:ext>
            </a:extLst>
          </p:cNvPr>
          <p:cNvSpPr/>
          <p:nvPr/>
        </p:nvSpPr>
        <p:spPr>
          <a:xfrm>
            <a:off x="1418676" y="3429000"/>
            <a:ext cx="9507793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מקבלים סקירה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יכולים להמשיך דו-שיח עם מנגנון החוברת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יוצרים חומרי עזר על בסיס מידע שהוספנו לחוברת</a:t>
            </a:r>
          </a:p>
        </p:txBody>
      </p:sp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88580FC9-F92A-B542-3A68-451D0E4DEE1F}"/>
              </a:ext>
            </a:extLst>
          </p:cNvPr>
          <p:cNvSpPr/>
          <p:nvPr/>
        </p:nvSpPr>
        <p:spPr>
          <a:xfrm>
            <a:off x="5284838" y="5251012"/>
            <a:ext cx="2320413" cy="1288026"/>
          </a:xfrm>
          <a:prstGeom prst="down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 b="1" dirty="0"/>
              <a:t>להמשך...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6975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1DA9-86D7-54F0-44EF-DA7B841F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A3F78B4A-1E1D-631B-6E73-FAB1C096960C}"/>
              </a:ext>
            </a:extLst>
          </p:cNvPr>
          <p:cNvSpPr/>
          <p:nvPr/>
        </p:nvSpPr>
        <p:spPr>
          <a:xfrm>
            <a:off x="2213710" y="1468341"/>
            <a:ext cx="68417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חוברת ב-</a:t>
            </a:r>
            <a:r>
              <a:rPr lang="en-US" sz="4400" b="1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eorgia" panose="02040502050405020303" pitchFamily="18" charset="0"/>
                <a:cs typeface="Guttman Aharoni" panose="02010401010101010101" pitchFamily="2" charset="-79"/>
              </a:rPr>
              <a:t>NotebookLM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eorgia" panose="02040502050405020303" pitchFamily="18" charset="0"/>
              <a:cs typeface="Guttman Aharoni" panose="02010401010101010101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DEE05-AA75-6523-38EC-12AC31C1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916BD5-8DAC-DFC9-469F-57C143C03A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43250DB6-E79B-DC4D-807B-4EC4F4DF13B0}"/>
              </a:ext>
            </a:extLst>
          </p:cNvPr>
          <p:cNvSpPr/>
          <p:nvPr/>
        </p:nvSpPr>
        <p:spPr>
          <a:xfrm>
            <a:off x="6086927" y="-84358"/>
            <a:ext cx="25506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שימוש ב-</a:t>
            </a:r>
            <a:r>
              <a:rPr lang="en-US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AI</a:t>
            </a:r>
            <a:endParaRPr lang="he-IL" sz="3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BAEB891F-5D0F-667A-7811-2BC059BEDBF3}"/>
              </a:ext>
            </a:extLst>
          </p:cNvPr>
          <p:cNvSpPr/>
          <p:nvPr/>
        </p:nvSpPr>
        <p:spPr>
          <a:xfrm>
            <a:off x="7030065" y="2445998"/>
            <a:ext cx="4977952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חומרי לימוד שאפשר לצור</a:t>
            </a:r>
          </a:p>
          <a:p>
            <a:pPr algn="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בעזרת סטודיו הפנימי</a:t>
            </a:r>
          </a:p>
          <a:p>
            <a:pPr algn="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NotebookLM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EDA1C-F381-0B77-5DD6-E9E839C79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856" y="2147424"/>
            <a:ext cx="3907422" cy="462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5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929</TotalTime>
  <Words>233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Assistant</vt:lpstr>
      <vt:lpstr>Georgia</vt:lpstr>
      <vt:lpstr>Guttman Aharoni</vt:lpstr>
      <vt:lpstr>Guttman Vilna</vt:lpstr>
      <vt:lpstr>Guttman Yad-Brush</vt:lpstr>
      <vt:lpstr>Narkisim</vt:lpstr>
      <vt:lpstr>Shmulik CLM</vt:lpstr>
      <vt:lpstr>Tahoma</vt:lpstr>
      <vt:lpstr>Tw Cen MT</vt:lpstr>
      <vt:lpstr>Wingdings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141</cp:revision>
  <dcterms:created xsi:type="dcterms:W3CDTF">2019-01-05T16:01:25Z</dcterms:created>
  <dcterms:modified xsi:type="dcterms:W3CDTF">2026-02-04T09:41:54Z</dcterms:modified>
</cp:coreProperties>
</file>