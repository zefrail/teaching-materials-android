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70" r:id="rId2"/>
    <p:sldId id="258" r:id="rId3"/>
    <p:sldId id="275" r:id="rId4"/>
    <p:sldId id="271" r:id="rId5"/>
    <p:sldId id="272" r:id="rId6"/>
    <p:sldId id="273" r:id="rId7"/>
    <p:sldId id="276" r:id="rId8"/>
    <p:sldId id="274" r:id="rId9"/>
    <p:sldId id="277" r:id="rId10"/>
    <p:sldId id="278" r:id="rId11"/>
    <p:sldId id="279" r:id="rId12"/>
    <p:sldId id="280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81" r:id="rId21"/>
    <p:sldId id="29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06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4216 0 0,'0'0'10488'0'0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1171 558 11656 0 0,'0'0'7719'0'0,"-5"-2"-7345"0"0,-13-7 19 0 0,13 7-6 0 0,-15-33 643 0 0,-5-38-181 0 0,18 50-619 0 0,-1-1 1 0 0,-1 1-1 0 0,-1 0 0 0 0,-1 1 1 0 0,-15-22-1 0 0,8 19-37 0 0,-2 1 0 0 0,0 1 0 0 0,-2 1 0 0 0,-1 0-1 0 0,0 2 1 0 0,-1 0 0 0 0,-29-16 0 0 0,33 23-95 0 0,-1 2 1 0 0,0 0-1 0 0,-1 2 1 0 0,0 0-1 0 0,-1 2 0 0 0,1 0 1 0 0,-1 1-1 0 0,0 1 0 0 0,-44-2 1 0 0,53 7-47 0 0,-1 1 0 0 0,1 1 0 0 0,0 0 1 0 0,0 1-1 0 0,0 0 0 0 0,1 1 1 0 0,-1 1-1 0 0,1 0 0 0 0,0 1 1 0 0,0 0-1 0 0,1 1 0 0 0,0 1 1 0 0,0 0-1 0 0,-15 12 0 0 0,-3 7 53 0 0,1 1 1 0 0,1 1-1 0 0,-43 58 0 0 0,49-56-36 0 0,2 1 0 0 0,1 1 0 0 0,-26 62 0 0 0,-25 110 212 0 0,67-197-260 0 0,0 1-1 0 0,1 1 1 0 0,1-1-1 0 0,-1 0 1 0 0,2 0-1 0 0,-1 1 1 0 0,1-1-1 0 0,1 0 1 0 0,-1 1-1 0 0,1-1 0 0 0,1 0 1 0 0,0 0-1 0 0,0 0 1 0 0,1 0-1 0 0,5 12 1 0 0,-4-15-10 0 0,0 0 0 0 0,0 0 0 0 0,0 0 0 0 0,1 0 0 0 0,-1-1 0 0 0,1 0 0 0 0,0 0 0 0 0,1 0 0 0 0,0-1 0 0 0,-1 1 0 0 0,1-2 0 0 0,0 1 0 0 0,1 0 0 0 0,-1-1 0 0 0,1 0 0 0 0,0-1 0 0 0,-1 0 0 0 0,1 0 0 0 0,0 0 0 0 0,11 1 0 0 0,163 12 64 0 0,-115-12-39 0 0,91 16 1 0 0,77 32 72 0 0,-176-35-53 0 0,111 46 0 0 0,-154-55-46 0 0,1 1 1 0 0,-2 1-1 0 0,1 1 0 0 0,-1 0 1 0 0,0 0-1 0 0,-1 1 0 0 0,-1 1 0 0 0,0 0 1 0 0,0 1-1 0 0,12 18 0 0 0,-20-25-6 0 0,0-1 0 0 0,0 1 0 0 0,-1 1 0 0 0,0-1 1 0 0,0 0-1 0 0,-1 1 0 0 0,0 0 0 0 0,0-1 0 0 0,0 1 0 0 0,-1 0 0 0 0,0 0 0 0 0,0 0 0 0 0,-1 0 0 0 0,0 0 0 0 0,0 0 0 0 0,0 0 0 0 0,-1 0 0 0 0,0 0 0 0 0,-1 0 0 0 0,1-1 0 0 0,-2 1 0 0 0,1 0 1 0 0,0-1-1 0 0,-1 1 0 0 0,0-1 0 0 0,-1 0 0 0 0,-6 9 0 0 0,2-5 0 0 0,-2 1 0 0 0,1-1 1 0 0,-2-1-1 0 0,1 0 0 0 0,-1 0 1 0 0,0-1-1 0 0,-1-1 0 0 0,0 0 0 0 0,0 0 1 0 0,-1-1-1 0 0,-15 5 0 0 0,-1-1 6 0 0,-1-1 0 0 0,0-2 0 0 0,-61 8-1 0 0,61-13 0 0 0,-1-2-1 0 0,1 0 0 0 0,-1-3 0 0 0,1 0 0 0 0,-52-13 0 0 0,9-4 36 0 0,-77-34 1 0 0,142 51-25 0 0,-1 0-1 0 0,1 1 1 0 0,-1 0 0 0 0,0 0 0 0 0,1 1 0 0 0,-16-1-1 0 0,22 2 13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1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1 15680 0 0,'0'0'3873'0'0,"-2"8"-3617"0"0,-23 103 826 0 0,-15 181 1 0 0,33-50 285 0 0,-2 29-16 0 0,3-179-953 0 0,1 12 335 0 0,-31 160 0 0 0,30-227-510 0 0,-3 52 0 0 0,0 3 307 0 0,5-81-87 0 0,1-21-218 0 0,1-14-3751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18191 0 0,'0'0'2348'0'0,"6"-3"-1400"0"0,46-23-260 0 0,1 3 0 0 0,2 2 0 0 0,0 2-1 0 0,1 3 1 0 0,86-14 0 0 0,-65 18-54 0 0,144-5 0 0 0,-183 21-339 0 0,-23 0-3638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3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486 306 17079 0 0,'0'0'4087'0'0,"4"4"-3568"0"0,9 12-203 0 0,-10-12-60 0 0,27-18 653 0 0,-24 7-851 0 0,0 0 0 0 0,0 0 0 0 0,-1 0 0 0 0,1 0 0 0 0,-2-1 0 0 0,1 0 0 0 0,-1 0 0 0 0,-1 0-1 0 0,4-12 1 0 0,-1 0 117 0 0,-1 0 0 0 0,5-40 0 0 0,-10 55-133 0 0,1 1 0 0 0,-1-1 0 0 0,0 1 1 0 0,0-1-1 0 0,0 0 0 0 0,-1 1 0 0 0,0-1 0 0 0,0 1 0 0 0,0-1 0 0 0,0 1 1 0 0,-1 0-1 0 0,0-1 0 0 0,0 1 0 0 0,0 0 0 0 0,0 0 0 0 0,0 0 1 0 0,-1 0-1 0 0,0 1 0 0 0,0-1 0 0 0,0 1 0 0 0,0 0 0 0 0,0-1 0 0 0,-1 1 1 0 0,0 1-1 0 0,-6-5 0 0 0,4 3 4 0 0,-1 1 1 0 0,0 1-1 0 0,1-1 1 0 0,-1 1-1 0 0,0 0 0 0 0,0 1 1 0 0,0-1-1 0 0,-1 1 1 0 0,1 1-1 0 0,0 0 0 0 0,0 0 1 0 0,0 0-1 0 0,-1 1 1 0 0,1-1-1 0 0,-12 5 1 0 0,-3 1 30 0 0,1 2 1 0 0,0 1 0 0 0,1 0 0 0 0,0 2-1 0 0,0 0 1 0 0,1 1 0 0 0,0 1 0 0 0,1 1-1 0 0,-19 18 1 0 0,13-8 16 0 0,1 1 0 0 0,0 1 0 0 0,2 1 0 0 0,2 1 0 0 0,-25 44 0 0 0,33-47-39 0 0,1 1 0 0 0,1 0 1 0 0,1 1-1 0 0,1 0 0 0 0,1 0 0 0 0,2 1 1 0 0,1-1-1 0 0,0 33 0 0 0,3-52-36 0 0,0 0 0 0 0,0 1 0 0 0,1-1 1 0 0,0 0-1 0 0,0 0 0 0 0,1 0 0 0 0,0-1 0 0 0,0 1 0 0 0,6 14 0 0 0,-6-20-12 0 0,-1 1 0 0 0,1-1 1 0 0,0 0-1 0 0,0 0 0 0 0,-1 1 0 0 0,1-1 0 0 0,1 0 0 0 0,-1-1 0 0 0,0 1 0 0 0,0 0 1 0 0,1 0-1 0 0,-1-1 0 0 0,1 0 0 0 0,-1 1 0 0 0,1-1 0 0 0,0 0 0 0 0,0 0 0 0 0,-1-1 1 0 0,1 1-1 0 0,0 0 0 0 0,0-1 0 0 0,0 0 0 0 0,0 0 0 0 0,-1 1 0 0 0,1-2 1 0 0,0 1-1 0 0,0 0 0 0 0,0-1 0 0 0,0 1 0 0 0,4-2 0 0 0,6-2 6 0 0,0-1 0 0 0,0 0 1 0 0,-1-1-1 0 0,0 0 0 0 0,0-1 0 0 0,0 0 0 0 0,-1-1 0 0 0,0 0 0 0 0,-1-1 0 0 0,11-10 0 0 0,10-14 31 0 0,46-62 0 0 0,-48 52-8 0 0,43-85 0 0 0,-47 79 0 0 0,40-59 0 0 0,-72 122-31 0 0,1 0 0 0 0,0 0-1 0 0,1 0 1 0 0,1 0 0 0 0,0 1 0 0 0,0 0-1 0 0,2 0 1 0 0,0 0 0 0 0,0 0 0 0 0,2 16 0 0 0,0-14-6 0 0,1 1 1 0 0,0-1 0 0 0,1 0 0 0 0,6 23 0 0 0,-5-31 2 0 0,0 1 1 0 0,0-1-1 0 0,1 0 1 0 0,0-1-1 0 0,0 1 0 0 0,1-1 1 0 0,0 0-1 0 0,11 13 0 0 0,-12-16 1 0 0,0-1 0 0 0,0 0 0 0 0,0-1 0 0 0,1 1-1 0 0,0-1 1 0 0,0 0 0 0 0,0 0 0 0 0,0 0 0 0 0,0-1-1 0 0,0 1 1 0 0,1-1 0 0 0,-1-1 0 0 0,1 1-1 0 0,10 1 1 0 0,-12-3 0 0 0,-1 0 0 0 0,1 0 0 0 0,-1 0 0 0 0,1 0 0 0 0,0-1 0 0 0,-1 0 0 0 0,1 1 0 0 0,-1-1 0 0 0,0-1 0 0 0,1 1 0 0 0,-1 0 0 0 0,0-1 1 0 0,1 0-1 0 0,-1 1 0 0 0,0-1 0 0 0,0-1 0 0 0,-1 1 0 0 0,1 0 0 0 0,0-1 0 0 0,-1 1 0 0 0,1-1 0 0 0,-1 0 0 0 0,0 0 0 0 0,4-6 0 0 0,2-6 3 0 0,-1 0 0 0 0,0-1-1 0 0,-1 0 1 0 0,0 0 0 0 0,5-29 0 0 0,6-86 6 0 0,-14 102-10 0 0,-3 17-2 0 0,-1 95 0 0 0,4 158 15 0 0,4-173 27 0 0,-5-62 22 0 0,-2-21-41 0 0,-45-146 40 0 0,28 110-47 0 0,-15-76 1 0 0,30 119-17 0 0,-1-10 5 0 0,0-1 0 0 0,1 0-1 0 0,1-33 1 0 0,1 46-3 0 0,1 0-1 0 0,0 1 1 0 0,0-1 0 0 0,1 1 0 0 0,-1-1-1 0 0,1 1 1 0 0,0-1 0 0 0,1 1-1 0 0,0 0 1 0 0,-1 0 0 0 0,1 0 0 0 0,1 0-1 0 0,-1 1 1 0 0,1-1 0 0 0,0 1-1 0 0,7-7 1 0 0,2 1 6 0 0,0 1 1 0 0,1 1-1 0 0,0 0 0 0 0,0 0 1 0 0,1 2-1 0 0,0 0 0 0 0,0 0 1 0 0,1 1-1 0 0,15-2 0 0 0,-11 3 9 0 0,1 1-1 0 0,-1 0 1 0 0,1 2-1 0 0,-1 1 1 0 0,1 0-1 0 0,34 6 1 0 0,-10 8 251 0 0,-11 0-4149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4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30 17079 0 0,'0'0'578'0'0,"1"-4"86"0"0,1-8 559 0 0,-1-1 1893 0 0,0 28-2661 0 0,-18 615 1133 0 0,-11 244 92 0 0,22-804-1200 0 0,-29 131 0 0 0,34-201-474 0 0,1 0 0 0 0,0 0 0 0 0,0 0 0 0 0,0 0 0 0 0,-1 0 0 0 0,1 1 0 0 0,0-1 0 0 0,0 0 0 0 0,0 0 0 0 0,-1 0 0 0 0,1 0 0 0 0,0 0 0 0 0,0 0 0 0 0,-1 0 0 0 0,1 0 0 0 0,0 0 0 0 0,0 0 0 0 0,-1 0 0 0 0,1 0 0 0 0,0 0 0 0 0,0 0 0 0 0,-1 0-1 0 0,1 0 1 0 0,0 0 0 0 0,0 0 0 0 0,-1 0 0 0 0,1 0 0 0 0,0 0 0 0 0,0 0 0 0 0,0 0 0 0 0,-1-1 0 0 0,1 1 0 0 0,0 0 0 0 0,0 0 0 0 0,0 0 0 0 0,-1 0 0 0 0,1-1 0 0 0,0 1 0 0 0,0 0 0 0 0,0 0 0 0 0,0 0 0 0 0,0 0 0 0 0,-1-1 0 0 0,1 1 0 0 0,0 0 0 0 0,-6-13-136 0 0,1 1 1 0 0,0-1-1 0 0,1 0 0 0 0,1 0 1 0 0,0 0-1 0 0,-2-21 1 0 0,3 20-2164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7632 0 0,'-19'0'300'0'0,"8"-1"-180"0"0,-1 1 0 0 0,1 1-1 0 0,0 0 1 0 0,-1 0 0 0 0,-16 5 2003 0 0,32-6-1475 0 0,112-1 1798 0 0,355 13 6709 0 0,-430-6-7108 0 0,-39-5-1764 0 0,6 1 197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5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1754 17583 0 0,'0'0'4992'0'0,"0"-5"-4712"0"0,38-216 884 0 0,-14 93-830 0 0,56-250 473 0 0,-35 180-497 0 0,133-485 656 0 0,-173 665-936 0 0,24-62 130 0 0,-15 44-4 0 0,-14 36-150 0 0,0 0 0 0 0,1-1 1 0 0,-1 1-1 0 0,0 0 0 0 0,0-1 1 0 0,0 1-1 0 0,0 0 0 0 0,0-1 1 0 0,0 1-1 0 0,1 0 0 0 0,-1-1 0 0 0,0 1 1 0 0,0 0-1 0 0,0 0 0 0 0,1-1 1 0 0,-1 1-1 0 0,0 0 0 0 0,0 0 0 0 0,1 0 1 0 0,-1-1-1 0 0,0 1 0 0 0,1 0 1 0 0,-1 0-1 0 0,0 0 0 0 0,1 0 1 0 0,-1 0-1 0 0,0-1 0 0 0,1 1 0 0 0,-1 0 1 0 0,0 0-1 0 0,1 0 0 0 0,-1 0 1 0 0,1 0-1 0 0,9 8 72 0 0,7 22-39 0 0,-16-28-24 0 0,19 46 39 0 0,-2 2-1 0 0,-2-1 0 0 0,-3 2 1 0 0,11 70-1 0 0,8 34 56 0 0,-23-119-81 0 0,92 346 303 0 0,-82-314-218 0 0,-3 0 0 0 0,-3 1 0 0 0,-3 1 1 0 0,-3 0-1 0 0,-3 89 0 0 0,-5-145-69 0 0,0 1-1 0 0,-1-1 1 0 0,-1 1 0 0 0,-8 24 0 0 0,9-33-20 0 0,0 0-1 0 0,-1 0 1 0 0,1 0 0 0 0,-1-1 0 0 0,-1 1 0 0 0,1-1 0 0 0,-1 0 0 0 0,0 0 0 0 0,0 0 0 0 0,-1-1-1 0 0,1 1 1 0 0,-1-1 0 0 0,-8 5 0 0 0,-2-3-169 0 0,9-5-3342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6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41 17887 0 0,'0'0'290'0'0,"-4"3"98"0"0,-15 7 374 0 0,15-7 768 0 0,4-3-1468 0 0,0 1 0 0 0,1 0 0 0 0,-1-1 0 0 0,0 1 0 0 0,1-1 0 0 0,-1 1 0 0 0,1-1 0 0 0,-1 1 0 0 0,0-1 0 0 0,1 1 1 0 0,-1-1-1 0 0,1 1 0 0 0,-1-1 0 0 0,1 1 0 0 0,0-1 0 0 0,-1 0 0 0 0,1 1 0 0 0,-1-1 0 0 0,1 0 0 0 0,0 0 0 0 0,-1 1 0 0 0,1-1 1 0 0,0 0-1 0 0,-1 0 0 0 0,1 0 0 0 0,0 0 0 0 0,-1 0 0 0 0,1 0 0 0 0,0 0 0 0 0,-1 0 0 0 0,1 0 0 0 0,1 0 0 0 0,33-3-69 0 0,-27 2 170 0 0,167-27 430 0 0,-112 15-329 0 0,0 3 1 0 0,69-1-1 0 0,-78 10-3218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6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449 204 18087 0 0,'0'0'736'0'0,"5"-1"-9"0"0,3-1-500 0 0,-1 0 0 0 0,1-1-1 0 0,-1 0 1 0 0,0 0 0 0 0,0 0-1 0 0,0-1 1 0 0,0 0 0 0 0,-1-1 0 0 0,1 1-1 0 0,9-10 1 0 0,-13 12-200 0 0,-1-1-1 0 0,0 1 1 0 0,1-1-1 0 0,-1 0 1 0 0,0 1-1 0 0,0-1 1 0 0,-1 0-1 0 0,1 0 1 0 0,-1 0 0 0 0,1 0-1 0 0,-1 0 1 0 0,0-1-1 0 0,0 1 1 0 0,0 0-1 0 0,-1-1 1 0 0,1 1-1 0 0,-1 0 1 0 0,0-1 0 0 0,0 1-1 0 0,0-1 1 0 0,0 1-1 0 0,0 0 1 0 0,-1-1-1 0 0,0 1 1 0 0,1 0-1 0 0,-1-1 1 0 0,0 1 0 0 0,-1 0-1 0 0,-1-4 1 0 0,0 3 16 0 0,1 0 0 0 0,-1 0 0 0 0,0 0 0 0 0,0 0 0 0 0,0 0 0 0 0,0 1 0 0 0,-1 0 0 0 0,1 0 0 0 0,-1 0 0 0 0,0 0 0 0 0,0 0 0 0 0,0 1 0 0 0,-1-1 0 0 0,1 1 0 0 0,0 0 0 0 0,-1 1 0 0 0,1-1 0 0 0,-1 1 0 0 0,0 0 0 0 0,1 0 0 0 0,-1 0 0 0 0,0 1 0 0 0,0 0 0 0 0,0 0 0 0 0,1 0 0 0 0,-1 0 0 0 0,-8 2 0 0 0,-3 1 71 0 0,1 1 0 0 0,0 0 0 0 0,0 1 0 0 0,0 0 0 0 0,1 1 0 0 0,-1 1 0 0 0,-15 11 0 0 0,-3 2 70 0 0,1 3 1 0 0,2 0 0 0 0,-42 42 0 0 0,56-48-99 0 0,0 0 0 0 0,1 1 0 0 0,1 1 0 0 0,1 0 0 0 0,1 1-1 0 0,0 0 1 0 0,-9 24 0 0 0,18-36-47 0 0,0 1 0 0 0,0 0 0 0 0,1 0 0 0 0,0-1-1 0 0,1 1 1 0 0,0 0 0 0 0,0 1 0 0 0,1-1 0 0 0,0 10 0 0 0,1-14-16 0 0,0 0 0 0 0,0 0 1 0 0,0 0-1 0 0,1 1 0 0 0,0-1 1 0 0,0-1-1 0 0,0 1 0 0 0,0 0 0 0 0,1 0 1 0 0,0-1-1 0 0,0 0 0 0 0,0 1 1 0 0,0-1-1 0 0,1 0 0 0 0,-1-1 1 0 0,1 1-1 0 0,5 3 0 0 0,3 2 21 0 0,1-1 0 0 0,-1 0 0 0 0,1-2 0 0 0,1 1 1 0 0,-1-1-1 0 0,1-1 0 0 0,0-1 0 0 0,0 0 0 0 0,1 0 0 0 0,-1-2 0 0 0,1 1 0 0 0,28-1 0 0 0,-19-3-6 0 0,0-1 1 0 0,1-1-1 0 0,-1-1 0 0 0,-1-1 0 0 0,1-1 0 0 0,-1-2 1 0 0,27-11-1 0 0,6-6-3535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7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263 121 12456 0 0,'6'-17'1995'0'0,"7"-38"0"0"0,-2 6-114 0 0,-41 135-975 0 0,11 20-118 0 0,-11 216 1 0 0,23-216-433 0 0,2-29-121 0 0,-35 423 1307 0 0,-31-5 244 0 0,61-455-1494 0 0,-17 46 0 0 0,-3 8 504 0 0,30-92-370 0 0,-2-4-393 0 0,1 0 1 0 0,0 1-1 0 0,-1-1 0 0 0,1 0 0 0 0,0 0 1 0 0,0-1-1 0 0,1 1 0 0 0,-1 0 0 0 0,-1-3 0 0 0,2 4-26 0 0,-4-17-714 0 0,1-1 0 0 0,-2-23 0 0 0,5 38-307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7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13 17487 0 0,'0'0'931'0'0,"-5"-1"-46"0"0,-28-1 1833 0 0,33 3-2680 0 0,0-1 0 0 0,-1 1 1 0 0,1 0-1 0 0,0 0 1 0 0,0 0-1 0 0,0-1 1 0 0,0 1-1 0 0,0 0 0 0 0,0 0 1 0 0,0 0-1 0 0,0-1 1 0 0,1 1-1 0 0,-1 0 1 0 0,0 0-1 0 0,0-1 0 0 0,1 1 1 0 0,-1 0-1 0 0,0 0 1 0 0,1-1-1 0 0,-1 1 0 0 0,1 0 1 0 0,-1-1-1 0 0,1 1 1 0 0,-1-1-1 0 0,1 1 1 0 0,0 0-1 0 0,11 6 48 0 0,1 0 0 0 0,-1-1 0 0 0,1-1 0 0 0,0 0 0 0 0,1-1 1 0 0,-1 0-1 0 0,27 4 0 0 0,-32-7-47 0 0,21 4 83 0 0,0-2 0 0 0,1 0 1 0 0,-1-2-1 0 0,0-2 0 0 0,1 0 0 0 0,41-9 0 0 0,170-51 1052 0 0,-207 51-932 0 0,2 5 127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7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17983 0 0,'0'0'4154'0'0,"-5"4"-3484"0"0,0 3-588 0 0,0 0 0 0 0,0 1 0 0 0,1-1 0 0 0,0 1 0 0 0,0 0 0 0 0,1 0 0 0 0,0 0 0 0 0,0 0 0 0 0,1 1 0 0 0,0-1 0 0 0,1 1 0 0 0,-1-1 0 0 0,2 1 0 0 0,-1 10 0 0 0,2 24 411 0 0,9 70 0 0 0,-5-72-47 0 0,-1-27 203 0 0,-1-2-3546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33 101 16184 0 0,'0'0'0'0'0,"-6"-37"807"0"0,0 16 9 0 0,1 3-176 0 0,1 4 344 0 0,-1 3 32 0 0,-1 34-856 0 0,14 6 0 0 0,4 12 0 0 0,0 2 16 0 0,2-10-56 0 0,2-5 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8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16280 0 0,'0'0'3447'0'0,"2"4"-2989"0"0,2 5-314 0 0,-1-1 1 0 0,1 0-1 0 0,-2 1 1 0 0,0 0 0 0 0,0-1-1 0 0,0 1 1 0 0,0 15-1 0 0,-1 72 595 0 0,-2-53-417 0 0,0-7-26 0 0,0-10 93 0 0,1 1 0 0 0,1 0 0 0 0,1-1 0 0 0,2 1 0 0 0,11 45 1 0 0,-15-71-348 0 0,0 0 0 0 0,0 0 1 0 0,1 0-1 0 0,-1 0 0 0 0,0 0 1 0 0,1-1-1 0 0,-1 1 0 0 0,1 0 1 0 0,-1 0-1 0 0,1 0 0 0 0,-1 0 1 0 0,1 0-1 0 0,0-1 1 0 0,-1 1-1 0 0,1 0 0 0 0,0 0 1 0 0,0-1-1 0 0,0 1 0 0 0,-1-1 1 0 0,1 1-1 0 0,0-1 0 0 0,0 1 1 0 0,0-1-1 0 0,2 1 0 0 0,-2-1-18 0 0,0 0-1 0 0,0 0 1 0 0,0-1-1 0 0,0 1 0 0 0,0 0 1 0 0,0-1-1 0 0,0 1 1 0 0,0-1-1 0 0,0 1 0 0 0,0-1 1 0 0,0 0-1 0 0,0 1 1 0 0,0-1-1 0 0,0 0 0 0 0,-1 0 1 0 0,1 0-1 0 0,0 1 1 0 0,0-2-1 0 0,5-6 18 0 0,-1 0 0 0 0,0 0 0 0 0,-1 0 1 0 0,4-10-1 0 0,9-26 116 0 0,14-69-1 0 0,7-18 28 0 0,2-7 116 0 0,-33 111-199 0 0,-6 25-87 0 0,0 0-1 0 0,0 0 0 0 0,0 0 0 0 0,0 0 0 0 0,0 0 0 0 0,0 0 0 0 0,0 0 0 0 0,1 0 0 0 0,-1 0 0 0 0,1 1 0 0 0,-1-1 0 0 0,1 0 0 0 0,0 1 0 0 0,0 0 0 0 0,-1-1 0 0 0,4-1 0 0 0,10-1-3526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19087 0 0,'0'0'4460'0'0,"0"7"-4086"0"0,-4 54 85 0 0,-13 70 0 0 0,8-67-163 0 0,2-37-138 0 0,5-23-87 0 0,1 0-1 0 0,0 0 1 0 0,0 0 0 0 0,0 0 0 0 0,0 1 0 0 0,1-1-1 0 0,-1 6 1 0 0,-2-4 386 0 0,1-6-963 0 0,2-5-2302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49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16575 0 0,'0'0'1616'0'0,"5"29"-624"0"0,1-18 0 0 0,-2-2-520 0 0,8 3-8 0 0,13 3-240 0 0,10 1 8 0 0,9-3-48 0 0,0-2 0 0 0,-4-7-40 0 0,0-5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50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15472 0 0,'0'0'5225'0'0,"-1"5"-5001"0"0,-11 51 129 0 0,-9 94 0 0 0,16-99-226 0 0,-73 872 2157 0 0,77-896-1968 0 0,-1 0 0 0 0,-1 0 1 0 0,-2 0-1 0 0,-13 42 0 0 0,18-67-112 0 0,-2-5-10 0 0,-6-24-97 0 0,5 12-3189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5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17 12664 0 0,'0'0'1860'0'0,"-4"-2"-1232"0"0,-12-6-92 0 0,12 6 326 0 0,-4-3 953 0 0,14 13-1357 0 0,15 21 37 0 0,1-1 0 0 0,1-1-1 0 0,2 0 1 0 0,35 27-1 0 0,121 79 1152 0 0,-127-94-1504 0 0,-37-26-2795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51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521 222 19295 0 0,'0'0'3282'0'0,"-3"4"-2778"0"0,-9 11-248 0 0,12-14-246 0 0,0 0 0 0 0,-1 0 0 0 0,1-1 1 0 0,0 1-1 0 0,0 0 0 0 0,0 0 1 0 0,0-1-1 0 0,0 1 0 0 0,0 0 0 0 0,1 0 1 0 0,-1 0-1 0 0,0-1 0 0 0,0 1 0 0 0,1 0 1 0 0,-1 0-1 0 0,0-1 0 0 0,1 1 1 0 0,-1 0-1 0 0,0-1 0 0 0,1 1 0 0 0,-1 0 1 0 0,1-1-1 0 0,-1 1 0 0 0,1-1 0 0 0,0 1 1 0 0,0 0-1 0 0,0 1 25 0 0,6 8 23 0 0,12 19 173 0 0,1 0-1 0 0,40 44 1 0 0,-58-72-206 0 0,0 1 0 0 0,0-1 0 0 0,0 0 0 0 0,0 1 0 0 0,0-1 0 0 0,0 0-1 0 0,0 0 1 0 0,1-1 0 0 0,-1 1 0 0 0,0 0 0 0 0,1-1 0 0 0,-1 1 0 0 0,0-1 0 0 0,1 0-1 0 0,-1 0 1 0 0,0 0 0 0 0,1 0 0 0 0,-1 0 0 0 0,1-1 0 0 0,-1 1 0 0 0,0-1 0 0 0,1 1-1 0 0,-1-1 1 0 0,0 0 0 0 0,0 0 0 0 0,0 0 0 0 0,3-1 0 0 0,5-4 42 0 0,0 1 0 0 0,-1-1 0 0 0,0-1 0 0 0,11-10 0 0 0,-10 8-23 0 0,-1-1 0 0 0,0 0 0 0 0,-1-1 0 0 0,0 0-1 0 0,-1 0 1 0 0,0 0 0 0 0,-1-1 0 0 0,0 0 0 0 0,8-25 0 0 0,-1-8 184 0 0,10-67 0 0 0,-18 86-133 0 0,-1-23 362 0 0,-4 47-360 0 0,-2 5-5 0 0,-4 9-63 0 0,0 1-1 0 0,1 0 1 0 0,1 0-1 0 0,0 0 1 0 0,1 0-1 0 0,-2 16 1 0 0,0-8-9 0 0,-3 29 43 0 0,1 0-1 0 0,1 89 1 0 0,17 104 105 0 0,-5-156-121 0 0,11 108 79 0 0,-6-96 16 0 0,-2 148-1 0 0,-10-214-108 0 0,-2 0 0 0 0,-2 0 1 0 0,0-1-1 0 0,-3 0 1 0 0,0 0-1 0 0,-2-1 0 0 0,-1 0 1 0 0,-25 46-1 0 0,26-60-16 0 0,0-2 0 0 0,-2 1 0 0 0,0-1 0 0 0,0-1 0 0 0,-2 0 0 0 0,1-1 0 0 0,-2-1-1 0 0,0 0 1 0 0,0-1 0 0 0,-1 0 0 0 0,-32 15 0 0 0,33-18-3 0 0,-2-1-1 0 0,1-1 1 0 0,-1 0 0 0 0,0-1 0 0 0,0-1-1 0 0,0-1 1 0 0,-1 0 0 0 0,1-1-1 0 0,-1-1 1 0 0,0-1 0 0 0,1 0-1 0 0,-1-2 1 0 0,-18-3 0 0 0,4-4 24 0 0,0-1 1 0 0,0-2-1 0 0,1-1 1 0 0,1-1-1 0 0,0-2 1 0 0,2-1-1 0 0,-1-1 1 0 0,-45-40-1 0 0,70 53 9 0 0,-1 1-250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54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342 554 9848 0 0,'0'0'4893'0'0,"-3"1"-4025"0"0,-7 1-63 0 0,13 0 635 0 0,25 1 1012 0 0,-8-1-2828 0 0,119 6 1530 0 0,247-17 0 0 0,-221 0-455 0 0,616-35 1527 0 0,448-64-572 0 0,-355 18-923 0 0,3 33-316 0 0,-271 20-231 0 0,-268 13-109 0 0,778-35 182 0 0,-568 44-136 0 0,35 0 13 0 0,365-47 143 0 0,-536 26-170 0 0,-403 36-105 0 0,31-4 13 0 0,0 2 0 0 0,0 1 0 0 0,51 7 0 0 0,-87-6-14 0 0,0 1 0 0 0,0 0-1 0 0,0 0 1 0 0,0 0-1 0 0,0 0 1 0 0,0 1-1 0 0,-1 0 1 0 0,1 0 0 0 0,0 0-1 0 0,-1 0 1 0 0,0 0-1 0 0,1 0 1 0 0,-1 1-1 0 0,0 0 1 0 0,0 0 0 0 0,0 0-1 0 0,-1 0 1 0 0,1 0-1 0 0,3 5 1 0 0,-2 2-1 0 0,0 0-1 0 0,0 0 1 0 0,-1 0 0 0 0,0 1 0 0 0,2 18-1 0 0,-1-10 2 0 0,73 406-17 0 0,8 195 16 0 0,-66-95 0 0 0,-17-314 1 0 0,9 311 30 0 0,-15-430 8 0 0,-29 174 1 0 0,28-244-32 0 0,-1 0 1 0 0,-1 0-1 0 0,-2-1 0 0 0,0 0 1 0 0,-1 0-1 0 0,-1-1 1 0 0,0 0-1 0 0,-2-1 0 0 0,-24 29 1 0 0,32-43-6 0 0,1-1 0 0 0,-1 0 1 0 0,0 0-1 0 0,0 0 0 0 0,0-1 1 0 0,-1 1-1 0 0,1-1 0 0 0,-1-1 0 0 0,0 1 1 0 0,0-1-1 0 0,-11 3 0 0 0,-7 1-1 0 0,-42 3 0 0 0,38-6 1 0 0,-411 63 21 0 0,-34 6-16 0 0,-18 2-9 0 0,-358 82 26 0 0,517-97-15 0 0,-222 36 11 0 0,184-36 5 0 0,-353 44 11 0 0,-363-19-19 0 0,-83-69 14 0 0,577-1 12 0 0,480-9-33 0 0,-451 46 21 0 0,5 32-17 0 0,403-58-7 0 0,58-10 0 0 0,-1-5 1 0 0,0-3-1 0 0,-1-5 1 0 0,-170-19-1 0 0,245 13-4 0 0,1-1 0 0 0,0-2-1 0 0,0 0 1 0 0,1-1-1 0 0,0-1 1 0 0,0-1-1 0 0,-24-16 1 0 0,-2-6 1 0 0,-79-65 0 0 0,123 92-5 0 0,0 1 0 0 0,1 0 0 0 0,-1-1 0 0 0,1 0 0 0 0,0 0-1 0 0,1 0 1 0 0,-1 0 0 0 0,1-1 0 0 0,0 1 0 0 0,0 0 0 0 0,0-1 0 0 0,1 0 0 0 0,0 1 0 0 0,0-1-1 0 0,0-8 1 0 0,0-8-2 0 0,1 0-1 0 0,5-37 1 0 0,22-87-9 0 0,-6 46 7 0 0,31-486 4 0 0,-40 344 0 0 0,-2 51 0 0 0,16-167 0 0 0,1 179 0 0 0,-8 72 0 0 0,7-217 0 0 0,-27 194 0 0 0,1-239 0 0 0,0 365 0 0 0,2-33 0 0 0,-1 1 0 0 0,-1-1 0 0 0,-3 1 0 0 0,0-1 0 0 0,-17-64 0 0 0,16 89 0 0 0,0 4-1 0 0,3 6-6 0 0,26 21-1271 0 0,-21-16-1220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56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11552 0 0,'0'0'4320'0'0,"4"-2"-3698"0"0,12-6-195 0 0,-12 6 362 0 0,4 5 1074 0 0,-2 3-50 0 0,-5-4-1430 0 0,37 15 1071 0 0,11-10-872 0 0,0-1 0 0 0,76-2 0 0 0,-48-2-165 0 0,-67-1-371 0 0,715 43 2059 0 0,-648-37-1968 0 0,1-4 1 0 0,0-3 0 0 0,127-15 0 0 0,-129 4-45 0 0,0-3 0 0 0,96-31 0 0 0,-100 20-291 0 0,-48 17-3132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8:57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22 9440 0 0,'0'0'6661'0'0,"1"-4"-6298"0"0,0 1-730 0 0,1-8 2076 0 0,-2 11-1671 0 0,0-1 1 0 0,0 1-1 0 0,0 0 1 0 0,0 0-1 0 0,0 0 1 0 0,0-1 0 0 0,0 1-1 0 0,0 0 1 0 0,-1 0-1 0 0,1 0 1 0 0,0 0-1 0 0,0-1 1 0 0,0 1-1 0 0,0 0 1 0 0,-1 0-1 0 0,1 0 1 0 0,0 0-1 0 0,0 0 1 0 0,0 0-1 0 0,0 0 1 0 0,-1-1 0 0 0,1 1-1 0 0,0 0 1 0 0,0 0-1 0 0,0 0 1 0 0,-1 0-1 0 0,1 0 1 0 0,0 0-1 0 0,0 0 1 0 0,0 0-1 0 0,-1 0 1 0 0,1 0-1 0 0,0 0 1 0 0,0 0-1 0 0,0 0 1 0 0,-1 0 0 0 0,1 0-1 0 0,0 1 1 0 0,0-1-1 0 0,0 0 1 0 0,-1 0-1 0 0,1 0 1 0 0,0 0-1 0 0,0 0 1 0 0,0 0-1 0 0,0 0 1 0 0,-1 1-1 0 0,-1-1 1106 0 0,-11 20 383 0 0,13-17-1420 0 0,0 1 0 0 0,0-1 0 0 0,0 1 0 0 0,1-1 0 0 0,0 1 0 0 0,-1-1 0 0 0,1 0 0 0 0,0 1 0 0 0,1-1 0 0 0,-1 0 1 0 0,1 0-1 0 0,-1 0 0 0 0,1 0 0 0 0,3 4 0 0 0,2 2 51 0 0,0 0 1 0 0,0-1-1 0 0,10 9 1 0 0,5 1 52 0 0,1-2-1 0 0,0-1 1 0 0,1 0 0 0 0,0-2-1 0 0,27 10 1 0 0,31 17 434 0 0,-76-37-559 0 0,0 1 0 0 0,-1-1-1 0 0,1 1 1 0 0,-1 0 0 0 0,1 0-1 0 0,-1 1 1 0 0,0 0 0 0 0,-1 0-1 0 0,1 0 1 0 0,-1 0 0 0 0,0 1-1 0 0,0-1 1 0 0,-1 1 0 0 0,5 10-1 0 0,-8-15-77 0 0,0 0-1 0 0,0 0 0 0 0,0 0 0 0 0,0-1 0 0 0,0 1 1 0 0,0 0-1 0 0,-1 0 0 0 0,1 0 0 0 0,0-1 0 0 0,0 1 1 0 0,-1 0-1 0 0,1 0 0 0 0,0-1 0 0 0,-1 1 0 0 0,1 0 0 0 0,-1-1 1 0 0,1 1-1 0 0,-1-1 0 0 0,1 1 0 0 0,-1 0 0 0 0,0-1 1 0 0,1 1-1 0 0,-1-1 0 0 0,-1 1 0 0 0,-17 11 67 0 0,-10-2 12 0 0,0 0 0 0 0,-34 5 0 0 0,36-9-27 0 0,0 1 1 0 0,0 1-1 0 0,-36 16 1 0 0,24-3 3 0 0,22-11-27 0 0,0-1-1 0 0,-1 0 0 0 0,0-2 0 0 0,-1 0 0 0 0,-23 6 0 0 0,40-13-13 0 0,-3-6 3 0 0,5 5-24 0 0,-1 1 0 0 0,0-1-1 0 0,1 0 1 0 0,-1 1 0 0 0,0-1-1 0 0,1 0 1 0 0,-1 1 0 0 0,1-1 0 0 0,-1 0-1 0 0,1 0 1 0 0,-1 1 0 0 0,1-1 0 0 0,0 0-1 0 0,-1 0 1 0 0,1 0 0 0 0,0 0-1 0 0,0 0 1 0 0,-1 1 0 0 0,1-1 0 0 0,0 0-1 0 0,0-1 1 0 0,4-49 30 0 0,19-85 0 0 0,3-25 26 0 0,-23 142-49 0 0,-2 10-4 0 0,0 0 0 0 0,-1 0 0 0 0,0 1 1 0 0,-1-1-1 0 0,-2-16 0 0 0,3 23 19 0 0,9 11-14 0 0,17 38-9 0 0,12 19 0 0 0,-3-21-3630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19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2032 11656 0 0,'0'0'4093'0'0,"-4"0"-3377"0"0,-12 0-91 0 0,12 0 287 0 0,-3-3 3919 0 0,14-12-4611 0 0,0 0 0 0 0,0 0 1 0 0,-2 0-1 0 0,7-26 0 0 0,1-5 72 0 0,10-18 95 0 0,33-115 471 0 0,65-265 598 0 0,-108 396-1318 0 0,78-306 735 0 0,-24-6-192 0 0,-60 296-488 0 0,4 2 0 0 0,2-1 0 0 0,39-109 0 0 0,-48 161-145 0 0,0 1 32 0 0,-1 1 0 0 0,2-1 0 0 0,10-16 0 0 0,-15 25-77 0 0,0 1-1 0 0,0 0 1 0 0,0-1-1 0 0,1 1 1 0 0,-1 0-1 0 0,0-1 1 0 0,0 1 0 0 0,1 0-1 0 0,-1 0 1 0 0,0-1-1 0 0,1 1 1 0 0,-1 0-1 0 0,0 0 1 0 0,1 0 0 0 0,-1-1-1 0 0,0 1 1 0 0,1 0-1 0 0,-1 0 1 0 0,0 0-1 0 0,1 0 1 0 0,-1 0-1 0 0,0-1 1 0 0,1 1 0 0 0,-1 0-1 0 0,1 0 1 0 0,-1 0-1 0 0,0 0 1 0 0,1 0-1 0 0,-1 0 1 0 0,1 0 0 0 0,-1 1-1 0 0,0-1 1 0 0,1 0-1 0 0,-1 0 1 0 0,0 0-1 0 0,1 0 1 0 0,-1 0-1 0 0,0 1 1 0 0,1-1 0 0 0,-1 0-1 0 0,0 0 1 0 0,1 0-1 0 0,-1 1 1 0 0,10 13 27 0 0,5 24-15 0 0,-1 1 0 0 0,-2 0 0 0 0,-2 1 0 0 0,5 42 0 0 0,-10-54-9 0 0,29 257 27 0 0,-26 5-9 0 0,-5-152-9 0 0,-18 285 39 0 0,6-281-20 0 0,8-136-30 0 0,0 85 18 0 0,2-81-3 0 0,-1-1 0 0 0,2 0 0 0 0,0 1 0 0 0,0-1 0 0 0,0 0 0 0 0,1 0-1 0 0,5 11 1 0 0,-7-18 11 0 0,22-17 27 0 0,-13 1-52 0 0,-1 1-1 0 0,0-2 1 0 0,-1 1-1 0 0,-1-1 1 0 0,9-24-1 0 0,21-84-1 0 0,-28 91-1 0 0,16-76-2 0 0,12-133 0 0 0,-18 102 0 0 0,-16 120 0 0 0,61-357-7 0 0,-38 252-14 0 0,43-120 0 0 0,-67 238 19 0 0,30-79-21 0 0,-28 75 13 0 0,1 1 0 0 0,0 0 0 0 0,0 1 0 0 0,1-1 0 0 0,0 1 0 0 0,12-14 0 0 0,-16 21 8 0 0,-1 0 0 0 0,0 0 0 0 0,1 0 0 0 0,-1 0-1 0 0,0 0 1 0 0,1 1 0 0 0,-1-1 0 0 0,1 0 0 0 0,0 1 0 0 0,-1-1 0 0 0,1 1 0 0 0,-1-1-1 0 0,1 1 1 0 0,0 0 0 0 0,-1 0 0 0 0,1 0 0 0 0,0 0 0 0 0,-1 0 0 0 0,1 0 0 0 0,0 0-1 0 0,-1 1 1 0 0,1-1 0 0 0,0 0 0 0 0,-1 1 0 0 0,1-1 0 0 0,-1 1 0 0 0,1 0-1 0 0,-1 0 1 0 0,1-1 0 0 0,-1 1 0 0 0,1 0 0 0 0,-1 0 0 0 0,0 0 0 0 0,1 0 0 0 0,-1 1-1 0 0,1 1 1 0 0,4 3-1 0 0,0 1 0 0 0,0 0 0 0 0,-1 0 0 0 0,0 1 0 0 0,6 10 0 0 0,0 9-1 0 0,-1 0 0 0 0,-1 1 0 0 0,-1 0 1 0 0,-2 0-1 0 0,4 44 0 0 0,-4-36 4 0 0,19 150 1 0 0,3 256-1 0 0,-27-345 3 0 0,14 521 56 0 0,-15-524 13 0 0,-13 109 0 0 0,12-197 110 0 0,0-1-694 0 0,0 0-2925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1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610 215 14872 0 0,'0'0'6321'0'0,"4"-3"-5972"0"0,13-7-69 0 0,-12 7 3036 0 0,-6-10-3088 0 0,0 0-1 0 0,0 0 1 0 0,-1 0 0 0 0,-7-24-1 0 0,8 32-180 0 0,-1 0 0 0 0,0 0 0 0 0,0 0 0 0 0,0 0 0 0 0,-1 0 0 0 0,1 1-1 0 0,-1-1 1 0 0,0 1 0 0 0,-1-1 0 0 0,1 1 0 0 0,-1 0 0 0 0,0 1-1 0 0,0-1 1 0 0,-7-5 0 0 0,0 4 13 0 0,0-1 0 0 0,0 1 1 0 0,-1 1-1 0 0,1 0 0 0 0,-1 0 0 0 0,0 1 0 0 0,0 1 0 0 0,-1 0 1 0 0,1 0-1 0 0,0 2 0 0 0,-1-1 0 0 0,1 2 0 0 0,-1-1 0 0 0,1 2 1 0 0,0 0-1 0 0,0 0 0 0 0,0 1 0 0 0,0 1 0 0 0,0-1 0 0 0,0 2 0 0 0,-18 10 1 0 0,13-6-12 0 0,0 2-1 0 0,0 0 1 0 0,1 1 0 0 0,1 1 0 0 0,0 0 0 0 0,0 1 0 0 0,1 1 0 0 0,1 0-1 0 0,1 0 1 0 0,0 2 0 0 0,1-1 0 0 0,-15 33 0 0 0,7-8 33 0 0,3 1 1 0 0,1 0-1 0 0,-10 50 0 0 0,19-66-36 0 0,2 0 0 0 0,1 1 0 0 0,1-1 0 0 0,1 1 0 0 0,2 0 0 0 0,5 40-1 0 0,-6-62-34 0 0,1 0 0 0 0,0 0 0 0 0,1 0 0 0 0,-1 0 0 0 0,1-1 0 0 0,0 1 0 0 0,0 0 0 0 0,0-1 0 0 0,1 0 0 0 0,-1 1 0 0 0,1-1 0 0 0,0 0 0 0 0,0 0 0 0 0,1-1 0 0 0,-1 1 0 0 0,6 4 0 0 0,-5-6-4 0 0,-1 0 0 0 0,1 0 0 0 0,0-1 0 0 0,-1 1 1 0 0,1-1-1 0 0,0 0 0 0 0,0 0 0 0 0,0 0 0 0 0,0 0 0 0 0,0-1 0 0 0,0 0 0 0 0,0 0 1 0 0,0 0-1 0 0,0 0 0 0 0,1 0 0 0 0,-1-1 0 0 0,0 0 0 0 0,0 0 0 0 0,-1 0 0 0 0,7-2 0 0 0,5-4 6 0 0,0 0 0 0 0,0 0-1 0 0,-1-2 1 0 0,0 0 0 0 0,-1 0-1 0 0,0-1 1 0 0,0-1-1 0 0,-1 0 1 0 0,15-18 0 0 0,0-4 12 0 0,-1-1 1 0 0,30-53-1 0 0,-54 83-23 0 0,17-26 12 0 0,-2 0 1 0 0,-1-1-1 0 0,-1-1 0 0 0,-2 0 1 0 0,11-38-1 0 0,-23 65-8 0 0,-1 4-5 0 0,0 0 1 0 0,0 0 0 0 0,0 0-1 0 0,0 0 1 0 0,0 0 0 0 0,0 1-1 0 0,1-1 1 0 0,-1 0-1 0 0,0 0 1 0 0,0 0 0 0 0,1 0-1 0 0,-1 0 1 0 0,1 0-1 0 0,-1 1 1 0 0,1-1 0 0 0,-1 0-1 0 0,1 0 1 0 0,0 1 0 0 0,-1-1-1 0 0,1 0 1 0 0,1 0-1 0 0,-2 1 0 0 0,1 0-1 0 0,0 1 1 0 0,0-1-1 0 0,-1 0 1 0 0,1 1-1 0 0,0-1 0 0 0,0 0 1 0 0,-1 1-1 0 0,1-1 1 0 0,0 1-1 0 0,-1-1 1 0 0,1 1-1 0 0,-1-1 0 0 0,1 1 1 0 0,0 0-1 0 0,-1-1 1 0 0,0 1-1 0 0,1 0 1 0 0,-1-1-1 0 0,1 1 0 0 0,-1 0 1 0 0,0 0-1 0 0,1-1 1 0 0,-1 1-1 0 0,0 0 0 0 0,0 0 1 0 0,0-1-1 0 0,1 1 1 0 0,-1 0-1 0 0,0 0 1 0 0,0 1-1 0 0,0-1 1 0 0,20 71 1 0 0,18 49 19 0 0,-32-105-15 0 0,1 0 0 0 0,1-1-1 0 0,0 0 1 0 0,1 0 0 0 0,14 17-1 0 0,-19-27-3 0 0,0 0 0 0 0,0-1 0 0 0,1 0 0 0 0,-1 0 0 0 0,1 0 0 0 0,0-1 0 0 0,0 1 0 0 0,0-1 0 0 0,1 0 0 0 0,-1-1 0 0 0,1 1 0 0 0,-1-1 0 0 0,1 0 0 0 0,0 0 0 0 0,6 0 0 0 0,-3-1 3 0 0,-1 0-1 0 0,1-1 1 0 0,-1 0-1 0 0,1-1 0 0 0,-1 0 1 0 0,1 0-1 0 0,-1-1 0 0 0,0 0 1 0 0,15-6-1 0 0,-6 1 3 0 0,-1-1-1 0 0,0 0 1 0 0,-1-1-1 0 0,0-1 1 0 0,0-1-1 0 0,-1 0 1 0 0,0-1 0 0 0,-1 0-1 0 0,17-22 1 0 0,-12 10 0 0 0,-1-1 0 0 0,-2-1 0 0 0,25-54 0 0 0,21-89-37 0 0,-53 142-11 0 0,-8 26 8 0 0,3-6-83 0 0,-3 20 104 0 0,-2 0 1 0 0,0 0 0 0 0,0 0-1 0 0,-6 13 1 0 0,-3 23 5 0 0,-20 206-10 0 0,23-144 84 0 0,7-62-3865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17487 0 0,'0'0'5656'0'0,"-10"24"-5040"0"0,-2-7-344 0 0,-3 10 0 0 0,0 8-80 0 0,2-1 8 0 0,6-10-24 0 0,2-1 8 0 0,2-3-32 0 0,3 1 0 0 0,6 5-40 0 0,3-2 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22 11256 0 0,'0'0'8007'0'0,"1"5"-7693"0"0,0 15-122 0 0,-1 0 0 0 0,-1 0 0 0 0,-1-1 0 0 0,-1 1 0 0 0,-5 21 0 0 0,-2 18 212 0 0,3-7-13 0 0,-18 107 665 0 0,19-128-508 0 0,-2-1 0 0 0,-1 0 0 0 0,-14 30 1 0 0,23-60-524 0 0,0 1 0 0 0,0-1 1 0 0,0 0-1 0 0,0 1 0 0 0,0-1 1 0 0,0 0-1 0 0,0 0 0 0 0,0 1 1 0 0,0-1-1 0 0,0 0 0 0 0,0 0 1 0 0,0 1-1 0 0,0-1 0 0 0,-1 0 1 0 0,1 0-1 0 0,0 1 0 0 0,0-1 1 0 0,0 0-1 0 0,0 0 0 0 0,-1 0 1 0 0,1 1-1 0 0,0-1 0 0 0,0 0 1 0 0,-1 0-1 0 0,1 0 0 0 0,0 0 1 0 0,0 1-1 0 0,-1-1 0 0 0,1 0 1 0 0,0 0-1 0 0,0 0 0 0 0,-1 0 1 0 0,1 0-1 0 0,0 0 0 0 0,0 0 1 0 0,-1 0-1 0 0,1 0 0 0 0,0 0 1 0 0,-1 0-1 0 0,1 0 0 0 0,-1 0 1 0 0,-4-13 329 0 0,-1-26-190 0 0,6 38-123 0 0,-2-34 94 0 0,1 0-1 0 0,2 1 0 0 0,2-1 0 0 0,0 0 1 0 0,11-37-1 0 0,-1 19 82 0 0,3-1 0 0 0,33-75 0 0 0,-20 80 79 0 0,-27 48-282 0 0,0 0 0 0 0,-1 0 0 0 0,1 0 1 0 0,0 0-1 0 0,0 0 0 0 0,0 0 0 0 0,0 0 0 0 0,0 0 0 0 0,0 1 1 0 0,0-1-1 0 0,0 1 0 0 0,0-1 0 0 0,0 1 0 0 0,0 0 1 0 0,0 0-1 0 0,0 0 0 0 0,3 0 0 0 0,35 6 124 0 0,-33-3-119 0 0,-1 1 0 0 0,1 0 0 0 0,-1 0 0 0 0,0 0 0 0 0,0 1-1 0 0,0 0 1 0 0,-1 0 0 0 0,7 9 0 0 0,-2-3 6 0 0,-1 0 0 0 0,-1 1 1 0 0,11 19-1 0 0,-4 5 40 0 0,-1 1 0 0 0,-3 1 1 0 0,0-1-1 0 0,8 73 0 0 0,-4-30 105 0 0,-10-44-88 0 0,-5-28-48 0 0,1 0-1 0 0,0 0 1 0 0,0 1-1 0 0,1-1 1 0 0,0-1-1 0 0,1 1 1 0 0,-1 0-1 0 0,2-1 1 0 0,6 13-1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3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2108 11760 0 0,'0'0'3876'0'0,"-4"0"-3510"0"0,4 0-336 0 0,-1 0-1 0 0,0 0 1 0 0,0 0-1 0 0,0 0 1 0 0,1 0-1 0 0,-1 0 1 0 0,0 0-1 0 0,0 0 1 0 0,0 0 0 0 0,1-1-1 0 0,-1 1 1 0 0,0 0-1 0 0,0-1 1 0 0,1 1-1 0 0,-1 0 1 0 0,0-1-1 0 0,1 1 1 0 0,-1-1-1 0 0,0 1 1 0 0,1-1-1 0 0,-1 1 1 0 0,1-1-1 0 0,-1 1 1 0 0,1-1 0 0 0,-1 0-1 0 0,1 1 1 0 0,-1-1-1 0 0,0-1 1 0 0,1 0 15 0 0,0 0 1 0 0,1 0-1 0 0,-1 0 1 0 0,0 0 0 0 0,1 0-1 0 0,-1 0 1 0 0,1 0-1 0 0,0 0 1 0 0,0 0-1 0 0,-1 0 1 0 0,1 0 0 0 0,1 0-1 0 0,0-2 1 0 0,95-145 1832 0 0,-58 92-619 0 0,58-111 1 0 0,-13-30 19 0 0,-8-3-1 0 0,-9-3 1 0 0,42-220 0 0 0,-94 354-1101 0 0,62-259 603 0 0,-51 248-361 0 0,49-102-1 0 0,-74 181-47 0 0,10 164 29 0 0,-6 0-253 0 0,7-1 0 0 0,33 163 0 0 0,65 273 26 0 0,-98-518-118 0 0,-5 1 1 0 0,-3 0 0 0 0,-7 97 0 0 0,-1-22 21 0 0,4-150-136 0 0,0 1 33 0 0,2 6-3700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3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1 258 19295 0 0,'0'0'2178'0'0,"6"-7"-908"0"0,20-20-764 0 0,2 0 0 0 0,0 2 0 0 0,2 1-1 0 0,1 2 1 0 0,61-35 0 0 0,-72 47-457 0 0,1-1 0 0 0,-1 2 1 0 0,2 1-1 0 0,-1 1 0 0 0,1 0 0 0 0,0 2 0 0 0,0 1 1 0 0,1 0-1 0 0,-1 2 0 0 0,1 0 0 0 0,35 3 1 0 0,-48 1-8 0 0,-1 0 0 0 0,0 0 0 0 0,1 1 0 0 0,-1 1 0 0 0,17 8 1 0 0,-3 1-3319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4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495 163 15880 0 0,'0'0'6199'0'0,"0"-5"-5925"0"0,1-12 106 0 0,-1 5-166 0 0,0 0 0 0 0,0 0 0 0 0,-1-1-1 0 0,-1 1 1 0 0,-3-14 0 0 0,5 23-177 0 0,-1 1-1 0 0,0-1 0 0 0,-1 0 1 0 0,1 0-1 0 0,0 0 0 0 0,-1 1 1 0 0,1-1-1 0 0,-1 1 0 0 0,0-1 1 0 0,0 1-1 0 0,0 0 1 0 0,0 0-1 0 0,-1-1 0 0 0,1 2 1 0 0,0-1-1 0 0,-1 0 0 0 0,1 0 1 0 0,-1 1-1 0 0,0-1 0 0 0,1 1 1 0 0,-1 0-1 0 0,0 0 0 0 0,0 0 1 0 0,0 0-1 0 0,0 1 1 0 0,-6-2-1 0 0,-2 2 36 0 0,-1 0 0 0 0,0 1 0 0 0,1 0 0 0 0,0 1 0 0 0,-1 0 0 0 0,1 0 0 0 0,0 1 0 0 0,0 1 1 0 0,0 0-1 0 0,0 1 0 0 0,1 0 0 0 0,-11 6 0 0 0,-4 5 86 0 0,0 1 1 0 0,1 1-1 0 0,-33 31 1 0 0,40-33-69 0 0,2 0 1 0 0,0 1 0 0 0,1 1-1 0 0,1 0 1 0 0,0 1 0 0 0,-11 24 0 0 0,19-34-49 0 0,1 0 0 0 0,0 1 1 0 0,1-1-1 0 0,0 1 0 0 0,0 0 0 0 0,1 0 1 0 0,1 0-1 0 0,0 0 0 0 0,0 1 1 0 0,1-1-1 0 0,0 0 0 0 0,0 0 1 0 0,1 1-1 0 0,1-1 0 0 0,5 19 0 0 0,-4-23-21 0 0,0 1 0 0 0,0-1-1 0 0,1 0 1 0 0,0 0 0 0 0,1 0-1 0 0,-1 0 1 0 0,1-1 0 0 0,0 0-1 0 0,0 0 1 0 0,1 0 0 0 0,-1 0-1 0 0,1-1 1 0 0,0 0 0 0 0,0 0-1 0 0,1-1 1 0 0,-1 0 0 0 0,1 0-1 0 0,0 0 1 0 0,10 2 0 0 0,4 1 30 0 0,1-1 0 0 0,0-1-1 0 0,0 0 1 0 0,0-2 0 0 0,25-1 0 0 0,-23-2 62 0 0,1-1 0 0 0,-1-1 1 0 0,1-2-1 0 0,-1 0 0 0 0,39-14 0 0 0,106-54-3885 0 0,-169 73 3744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0 19199 0 0,'0'0'1468'0'0,"0"4"-457"0"0,-32 255 2042 0 0,21-31-2571 0 0,-15 184 186 0 0,-136 649 1299 0 0,156-1034-1866 0 0,1-10 53 0 0,2 1 0 0 0,0-1 0 0 0,-1 26-1 0 0,13-49-3608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17791 0 0,'-3'6'312'0'0,"1"-2"-210"0"0,0-1-1 0 0,0 1 1 0 0,0 0-1 0 0,1 0 1 0 0,-1-1-1 0 0,1 1 1 0 0,0 0-1 0 0,1 0 1 0 0,-1 0-1 0 0,1 0 1 0 0,-1 0-1 0 0,1 0 1 0 0,0 1-1 0 0,1-1 1 0 0,-1 0-1 0 0,1 0 1 0 0,0 0-1 0 0,0 0 1 0 0,0-1-1 0 0,0 1 0 0 0,1 0 1 0 0,-1 0-1 0 0,1-1 1 0 0,0 1-1 0 0,0-1 1 0 0,3 5-1 0 0,4 3 7 0 0,1-1 0 0 0,0 1 0 0 0,0-1 0 0 0,1-1 0 0 0,1 0-1 0 0,-1-1 1 0 0,1 0 0 0 0,1 0 0 0 0,23 9 0 0 0,-15-9 51 0 0,0-1 0 0 0,0-1 0 0 0,0-1 0 0 0,1-1 0 0 0,42 3 0 0 0,-25-6 199 0 0,0-2-1 0 0,1-2 1 0 0,-1-2 0 0 0,0-1-1 0 0,-1-2 1 0 0,70-24-1 0 0,-61 16 233 0 0,-6 1-568 0 0,-18 6-2900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16072 0 0,'0'0'3838'0'0,"1"5"-3101"0"0,2 19-386 0 0,-1-1 0 0 0,0 1 0 0 0,-2 0 0 0 0,-1 0 0 0 0,-1-1 0 0 0,-9 42 0 0 0,0 4 378 0 0,5 17 173 0 0,-2 18 268 0 0,10-55-122 0 0,19-71-648 0 0,-2-9-3703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5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8136 0 0,'0'0'2721'0'0,"-4"4"-2656"0"0,-1 0-76 0 0,1 1-1 0 0,-1 1 1 0 0,1-1 0 0 0,1 1-1 0 0,-1-1 1 0 0,1 1-1 0 0,0 0 1 0 0,1 0-1 0 0,-1 1 1 0 0,1-1-1 0 0,-2 9 1 0 0,-7 36-349 0 0,10-49 293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453 137 8136 0 0,'0'0'672'0'0,"-3"-5"-264"0"0,2 3-310 0 0,-1 0 0 0 0,1 0-1 0 0,-1 0 1 0 0,1 0 0 0 0,-1 0 0 0 0,0 0 0 0 0,1 0 0 0 0,-1 1 0 0 0,0-1 0 0 0,0 1 0 0 0,0-1 0 0 0,-1 1 0 0 0,1 0 0 0 0,0 0 0 0 0,0 0 0 0 0,-1 0-1 0 0,1 0 1 0 0,-1 0 0 0 0,1 1 0 0 0,-1-1 0 0 0,1 1 0 0 0,-1-1 0 0 0,1 1 0 0 0,-1 0 0 0 0,1 0 0 0 0,-1 0 0 0 0,1 1 0 0 0,-1-1 0 0 0,1 1 0 0 0,-1-1-1 0 0,1 1 1 0 0,-1 0 0 0 0,1 0 0 0 0,0 0 0 0 0,0 0 0 0 0,-1 0 0 0 0,-3 3 0 0 0,-7 5 292 0 0,0 0 0 0 0,0 1 0 0 0,1 0 0 0 0,0 1 0 0 0,-15 17 0 0 0,-50 70 1433 0 0,42-50-876 0 0,10-14-64 0 0,2 1-1 0 0,2 1 0 0 0,-28 66 1 0 0,48-99-785 0 0,-1-1 0 0 0,1 0 1 0 0,0 1-1 0 0,1-1 1 0 0,-1 1-1 0 0,0-1 0 0 0,1 1 1 0 0,-1 0-1 0 0,1-1 0 0 0,0 1 1 0 0,0 0-1 0 0,0-1 1 0 0,0 1-1 0 0,0-1 0 0 0,1 1 1 0 0,-1 0-1 0 0,1-1 1 0 0,-1 1-1 0 0,1-1 0 0 0,0 1 1 0 0,0-1-1 0 0,0 0 0 0 0,1 1 1 0 0,2 3-1 0 0,-2-4-17 0 0,1 1 1 0 0,0-1-1 0 0,-1 0 0 0 0,1-1 1 0 0,0 1-1 0 0,0 0 0 0 0,0-1 0 0 0,0 0 1 0 0,0 0-1 0 0,1 0 0 0 0,-1 0 1 0 0,0 0-1 0 0,0 0 0 0 0,1-1 0 0 0,-1 0 1 0 0,0 1-1 0 0,1-1 0 0 0,5-1 1 0 0,7-1 16 0 0,0-1 1 0 0,-1 0-1 0 0,1-2 1 0 0,-1 1 0 0 0,0-2-1 0 0,-1 0 1 0 0,1 0 0 0 0,-1-2-1 0 0,0 0 1 0 0,-1 0 0 0 0,0-1-1 0 0,0-1 1 0 0,14-14 0 0 0,-8 5 23 0 0,0 0 1 0 0,-2-2-1 0 0,0 0 1 0 0,-1-1-1 0 0,-1 0 1 0 0,-2-1-1 0 0,14-30 1 0 0,-23 43-80 0 0,0 0 1 0 0,-1 0-1 0 0,0 0 0 0 0,-1 0 1 0 0,0-1-1 0 0,-1 1 0 0 0,0 0 1 0 0,-1-1-1 0 0,0 0 1 0 0,0 1-1 0 0,-1-1 0 0 0,-1 1 1 0 0,0 0-1 0 0,0-1 0 0 0,-1 1 1 0 0,0 0-1 0 0,-1 0 1 0 0,0 1-1 0 0,0-1 0 0 0,-1 1 1 0 0,-1 0-1 0 0,-5-9 0 0 0,5 11-26 0 0,1 0 0 0 0,-1 0 0 0 0,-1 0 0 0 0,1 1 0 0 0,-1 0-1 0 0,0 1 1 0 0,0-1 0 0 0,-1 1 0 0 0,1 1 0 0 0,-1-1-1 0 0,0 1 1 0 0,-1 1 0 0 0,1-1 0 0 0,-1 1 0 0 0,1 1-1 0 0,-1 0 1 0 0,0 0 0 0 0,0 0 0 0 0,0 1 0 0 0,0 1-1 0 0,0 0 1 0 0,0 0 0 0 0,0 0 0 0 0,0 1 0 0 0,-16 4-1 0 0,12 0 2 0 0,0 0-1 0 0,0 0 1 0 0,1 1-1 0 0,0 1 1 0 0,0 0-1 0 0,0 1 1 0 0,1 0-1 0 0,0 1 1 0 0,0 0-1 0 0,1 1 1 0 0,1 0-1 0 0,-1 0 1 0 0,2 1-1 0 0,-1 0 1 0 0,2 1-1 0 0,-1 0 1 0 0,2 0-1 0 0,0 1 1 0 0,0-1-1 0 0,1 1 1 0 0,0 0-1 0 0,1 1 1 0 0,-2 17-1 0 0,5-27-12 0 0,1 0 0 0 0,-1 0 0 0 0,1 1 0 0 0,0-1-1 0 0,1 0 1 0 0,-1 0 0 0 0,1 1 0 0 0,0-1 0 0 0,0 0 0 0 0,0 0-1 0 0,0 0 1 0 0,1 0 0 0 0,-1 0 0 0 0,1 0 0 0 0,0 0-1 0 0,1-1 1 0 0,3 6 0 0 0,-2-5-3 0 0,-1-1 0 0 0,1 0 0 0 0,0 1 0 0 0,0-1 0 0 0,0-1 0 0 0,1 1 0 0 0,-1-1 0 0 0,1 0 0 0 0,-1 0 0 0 0,1 0 0 0 0,0 0 0 0 0,0-1-1 0 0,0 0 1 0 0,8 1 0 0 0,31 1-3737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7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39 151 18791 0 0,'0'0'679'0'0,"-4"-3"16"0"0,1 2-607 0 0,1 0 88 0 0,0 0 1 0 0,0 0 0 0 0,0 1 0 0 0,0-1 0 0 0,0 0 0 0 0,1-1 0 0 0,-1 1-1 0 0,0 0 1 0 0,1 0 0 0 0,-1-1 0 0 0,1 1 0 0 0,-1-1 0 0 0,1 1 0 0 0,0-1 0 0 0,0 0-1 0 0,0 0 1 0 0,0 1 0 0 0,0-1 0 0 0,-1-3 0 0 0,2 4 618 0 0,1 5-541 0 0,0-1-224 0 0,81 328 2039 0 0,-78-316-1372 0 0,-2-22-348 0 0,-1-31-164 0 0,-1 36-178 0 0,1-60 153 0 0,8-65-1 0 0,-6 106-123 0 0,0 0 1 0 0,2 1 0 0 0,0 0 0 0 0,1-1-1 0 0,1 2 1 0 0,1-1 0 0 0,13-21-1 0 0,-20 37-26 0 0,1 1-1 0 0,1-1 0 0 0,-1 1 0 0 0,0 0 0 0 0,1 0 0 0 0,0 0 0 0 0,-1 0 0 0 0,1 0 0 0 0,0 1 0 0 0,1-1 0 0 0,-1 1 0 0 0,0 0 0 0 0,1 0 0 0 0,-1 0 0 0 0,1 0 1 0 0,0 1-1 0 0,-1-1 0 0 0,8 0 0 0 0,-6 1-2 0 0,-1 1 1 0 0,1 0-1 0 0,0 1 1 0 0,0-1 0 0 0,0 1-1 0 0,-1 0 1 0 0,1 0-1 0 0,-1 1 1 0 0,1-1-1 0 0,-1 1 1 0 0,1 0 0 0 0,-1 0-1 0 0,0 1 1 0 0,0-1-1 0 0,6 5 1 0 0,11 9 33 0 0,-1 1-1 0 0,0 0 1 0 0,30 37 0 0 0,-38-41 6 0 0,-2 2 0 0 0,0-1 0 0 0,0 1 1 0 0,-1 1-1 0 0,-1-1 0 0 0,10 30 0 0 0,-16-37-165 0 0,0 0 0 0 0,-1 0 0 0 0,0 0-1 0 0,-1 1 1 0 0,0 10 0 0 0,0-8-2535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8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2097 15576 0 0,'0'0'6542'0'0,"4"-7"-6202"0"0,6-14-77 0 0,-1-1 1 0 0,-1 0-1 0 0,10-41 1 0 0,1-3 57 0 0,164-383 1591 0 0,-113 296-1132 0 0,70-230 0 0 0,38-285 371 0 0,-168 631-1026 0 0,2 1 0 0 0,1 1 0 0 0,1 0 0 0 0,31-52-1 0 0,-44 86-117 0 0,-1 0 0 0 0,0 1 0 0 0,0-1-1 0 0,1 1 1 0 0,-1-1 0 0 0,0 0-1 0 0,1 1 1 0 0,-1-1 0 0 0,1 1-1 0 0,-1-1 1 0 0,0 1 0 0 0,1-1-1 0 0,-1 1 1 0 0,1-1 0 0 0,0 1-1 0 0,-1-1 1 0 0,1 1 0 0 0,-1 0-1 0 0,1-1 1 0 0,0 1 0 0 0,-1 0 0 0 0,1 0-1 0 0,-1 0 1 0 0,1-1 0 0 0,0 1-1 0 0,-1 0 1 0 0,1 0 0 0 0,0 0-1 0 0,0 0 1 0 0,-1 0 0 0 0,1 0-1 0 0,0 0 1 0 0,-1 0 0 0 0,1 0-1 0 0,0 0 1 0 0,-1 1 0 0 0,1-1-1 0 0,0 0 1 0 0,-1 0 0 0 0,1 1 0 0 0,-1-1-1 0 0,1 0 1 0 0,0 1 0 0 0,-1-1-1 0 0,1 1 1 0 0,-1-1 0 0 0,1 0-1 0 0,0 2 1 0 0,1 1 7 0 0,1 0-1 0 0,-1 1 1 0 0,0-1 0 0 0,0 1 0 0 0,0-1-1 0 0,0 1 1 0 0,1 6 0 0 0,13 44 53 0 0,-3 1 1 0 0,5 55-1 0 0,5 120 28 0 0,-14-129-52 0 0,10 131 18 0 0,14 128 44 0 0,-9-24 49 0 0,-22-267-105 0 0,-1-30 34 0 0,-5 65 1 0 0,4-102-50 0 0,-6 7-3797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8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18695 0 0,'0'0'2232'0'0,"4"5"-969"0"0,1-1-1098 0 0,0 0-1 0 0,1-1 1 0 0,-1 1-1 0 0,1-1 1 0 0,0 0-1 0 0,0 0 1 0 0,0-1-1 0 0,0 0 1 0 0,0 0-1 0 0,1 0 1 0 0,-1-1-1 0 0,9 1 1 0 0,26 7 22 0 0,279 47 1136 0 0,-137-32-922 0 0,-145-18-2971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9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233 377 16687 0 0,'0'0'3823'0'0,"4"-5"-2783"0"0,7-12-788 0 0,-1 0-1 0 0,0 0 1 0 0,-1-1-1 0 0,-2 0 1 0 0,1-1 0 0 0,-2 0-1 0 0,-1 0 1 0 0,0 0-1 0 0,3-31 1 0 0,-6 36-167 0 0,0-2 43 0 0,0 0 0 0 0,-2-28 0 0 0,0 41-90 0 0,0-1 0 0 0,0 1 0 0 0,0-1 0 0 0,-1 1 0 0 0,0-1 0 0 0,0 1 0 0 0,0 0 0 0 0,0 0 1 0 0,0-1-1 0 0,-1 1 0 0 0,1 0 0 0 0,-1 0 0 0 0,0 0 0 0 0,0 1 0 0 0,0-1 0 0 0,0 0 0 0 0,0 1 0 0 0,-1-1 0 0 0,-2-1 1 0 0,3 3-10 0 0,0 0 1 0 0,0 0 0 0 0,0 0-1 0 0,0 1 1 0 0,-1-1-1 0 0,1 1 1 0 0,0 0 0 0 0,0-1-1 0 0,0 1 1 0 0,0 0 0 0 0,-1 0-1 0 0,1 1 1 0 0,0-1 0 0 0,0 0-1 0 0,0 1 1 0 0,0-1 0 0 0,0 1-1 0 0,0 0 1 0 0,0-1 0 0 0,0 1-1 0 0,-3 2 1 0 0,-3 1 34 0 0,1 0 0 0 0,0 1 1 0 0,0 0-1 0 0,-9 9 0 0 0,-3 5 40 0 0,2 1 0 0 0,0 0-1 0 0,1 1 1 0 0,1 1 0 0 0,1 1 0 0 0,1 0 0 0 0,-13 32 0 0 0,14-24 16 0 0,1 0 1 0 0,1 0 0 0 0,2 1-1 0 0,1 0 1 0 0,-5 53 0 0 0,11-71-39 0 0,0 0 1 0 0,1 0 0 0 0,1 0 0 0 0,0 0 0 0 0,6 27 0 0 0,-6-37-61 0 0,1 0 0 0 0,-1 0 1 0 0,1 0-1 0 0,-1-1 0 0 0,1 1 1 0 0,0 0-1 0 0,0-1 0 0 0,1 0 1 0 0,-1 1-1 0 0,1-1 1 0 0,-1 0-1 0 0,1 0 0 0 0,0-1 1 0 0,0 1-1 0 0,0-1 0 0 0,1 1 1 0 0,-1-1-1 0 0,1 0 1 0 0,-1 0-1 0 0,1 0 0 0 0,0-1 1 0 0,-1 1-1 0 0,1-1 0 0 0,0 0 1 0 0,6 1-1 0 0,0-1 21 0 0,-1-1 1 0 0,1 0-1 0 0,0-1 0 0 0,-1 0 1 0 0,1 0-1 0 0,0-1 0 0 0,-1 0 1 0 0,0-1-1 0 0,1 0 0 0 0,-1 0 1 0 0,0-1-1 0 0,-1 0 0 0 0,11-7 1 0 0,10-7-1002 0 0,-1-1 0 0 0,26-23 0 0 0,-47 36 23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29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17983 0 0,'0'0'7292'0'0,"-3"6"-7085"0"0,-2 8-146 0 0,1-1 0 0 0,0 1 0 0 0,1 0 0 0 0,0 0 0 0 0,1 0 0 0 0,1 1 0 0 0,0 27 1 0 0,0-2 32 0 0,-8 144 267 0 0,-11 195 326 0 0,0 51 56 0 0,0 17 32 0 0,19-431-740 0 0,0 9 29 0 0,-1 0 0 0 0,-1 0 0 0 0,-1-1 0 0 0,-2 1 0 0 0,0-1 0 0 0,-13 33 0 0 0,12-47-11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3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17983 0 0,'0'0'576'0'0,"-5"2"30"0"0,2 1-513 0 0,-1 0 169 0 0,0-1 1 0 0,1 1-1 0 0,-1-1 1 0 0,0 0-1 0 0,0 0 1 0 0,0 0-1 0 0,0-1 0 0 0,0 1 1 0 0,-1-1-1 0 0,-4 1 1 0 0,10-1-228 0 0,-1 0 1 0 0,1 1-1 0 0,0-1 1 0 0,-1 0-1 0 0,1 0 1 0 0,0 0 0 0 0,0 0-1 0 0,0 0 1 0 0,-1 0-1 0 0,1 0 1 0 0,0-1-1 0 0,0 1 1 0 0,0 0-1 0 0,1 0 1 0 0,-1-1 0 0 0,0 1-1 0 0,2 0 1 0 0,26 7 101 0 0,0-2 1 0 0,1-1 0 0 0,-1-2-1 0 0,40 0 1 0 0,-5 1 68 0 0,28 0 138 0 0,-51-3-15 0 0,-1 1 0 0 0,0 3-1 0 0,62 13 1 0 0,-63-2 365 0 0,-17-7-3984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3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20207 0 0,'2'6'615'0'0,"-1"-1"-1"0"0,0 1 1 0 0,0 0-1 0 0,0-1 0 0 0,0 1 1 0 0,-1 0-1 0 0,0 0 1 0 0,0-1-1 0 0,0 1 1 0 0,-2 7-1 0 0,-16 62-893 0 0,9-38 849 0 0,-4 44 116 0 0,13-71-518 0 0,5-12-14 0 0,4-8-3141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3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19295 0 0,'0'0'4203'0'0,"-4"0"-3807"0"0,1 0-360 0 0,1 0 1 0 0,0 0-1 0 0,0 0 0 0 0,-1 0 1 0 0,1 1-1 0 0,0-1 0 0 0,0 1 1 0 0,0-1-1 0 0,-1 1 0 0 0,1 0 1 0 0,0-1-1 0 0,0 1 0 0 0,0 0 1 0 0,0 1-1 0 0,0-1 1 0 0,1 0-1 0 0,-4 3 0 0 0,3-1-17 0 0,0 0-1 0 0,0 0 0 0 0,1 0 1 0 0,-1 0-1 0 0,1 0 0 0 0,-1 1 1 0 0,1-1-1 0 0,0 0 0 0 0,1 1 1 0 0,-1-1-1 0 0,0 7 1 0 0,0 4 105 0 0,0-1 0 0 0,1 0 0 0 0,0 1 0 0 0,1-1 0 0 0,4 19 0 0 0,-4-25-361 0 0,1 1-1 0 0,0-1 1 0 0,0 0 0 0 0,0 0 0 0 0,1 0-1 0 0,0-1 1 0 0,1 1 0 0 0,0-1 0 0 0,0 0-1 0 0,0 0 1 0 0,6 6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31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10 248 18695 0 0,'0'0'3763'0'0,"0"4"-2940"0"0,-8 320 1849 0 0,7-242-1191 0 0,1-80-1297 0 0,7 9 251 0 0,-7-11-420 0 0,1 1 1 0 0,-1-1 0 0 0,0 1-1 0 0,0-1 1 0 0,1 0 0 0 0,-1 1-1 0 0,0-1 1 0 0,1 1 0 0 0,-1-1-1 0 0,0 0 1 0 0,1 0 0 0 0,-1 1-1 0 0,1-1 1 0 0,-1 0 0 0 0,0 0-1 0 0,1 1 1 0 0,-1-1 0 0 0,1 0-1 0 0,-1 0 1 0 0,1 0 0 0 0,-1 0-1 0 0,1 0 1 0 0,-1 1-1 0 0,1-1 1 0 0,-1 0 0 0 0,1 0-1 0 0,-1 0 1 0 0,0 0 0 0 0,1-1-1 0 0,-1 1 1 0 0,1 0 0 0 0,10-9 29 0 0,-1-1 0 0 0,0 0 0 0 0,-1-1 0 0 0,-1 0 0 0 0,1 0-1 0 0,-2-1 1 0 0,0 0 0 0 0,8-18 0 0 0,39-116 133 0 0,-28 71-86 0 0,83-182 140 0 0,-107 253-395 0 0,29-49 769 0 0,-30 51-771 0 0,0 0-1 0 0,0 0 1 0 0,0 1 0 0 0,0-1-1 0 0,1 1 1 0 0,-1-1-1 0 0,0 1 1 0 0,1-1-1 0 0,-1 1 1 0 0,1 0-1 0 0,-1 0 1 0 0,1 0-1 0 0,0 0 1 0 0,0 0 0 0 0,-1 0-1 0 0,1 0 1 0 0,0 1-1 0 0,0-1 1 0 0,0 0-1 0 0,0 1 1 0 0,0 0-1 0 0,0-1 1 0 0,4 1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3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24 18791 0 0,'0'0'2138'0'0,"0"-4"-1109"0"0,0-16 951 0 0,-9 23-1389 0 0,5 3-539 0 0,0 0 1 0 0,0 0 0 0 0,0 0-1 0 0,1 1 1 0 0,0 0 0 0 0,0-1-1 0 0,1 1 1 0 0,0 0 0 0 0,0 0-1 0 0,-1 14 1 0 0,1-12 1 0 0,-10 83 375 0 0,9-63-26 0 0,0-1 0 0 0,-9 32 1 0 0,11-58-4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31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19895 0 0,'0'0'6048'0'0,"-24"25"-5832"0"0,19-13 8 0 0,2 9-112 0 0,3 10 16 0 0,3-6-48 0 0,-1-5 8 0 0,1-5-16 0 0,0-5 48 0 0,13-10-64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32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18087 0 0,'0'0'5220'0'0,"-2"13"-4949"0"0,-9 299 597 0 0,0 3-307 0 0,-34 119 176 0 0,15-154-182 0 0,-57 241 1302 0 0,83-501-1703 0 0,-1-6 388 0 0,2-3-4148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32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19399 0 0,'-18'39'956'0'0,"-2"9"2954"0"0,20-46-3478 0 0,2-1-86 0 0,9 7-229 0 0,1-1 0 0 0,-1 0 0 0 0,2-1-1 0 0,-1 0 1 0 0,1-1 0 0 0,-1-1 0 0 0,1 0-1 0 0,1-1 1 0 0,-1 0 0 0 0,21 1 0 0 0,17 0 142 0 0,75-6 1 0 0,-105 1-170 0 0,-4 1-333 0 0,66-3 884 0 0,-35 4-4226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33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433 293 19199 0 0,'0'0'1079'0'0,"0"23"2573"0"0,2 31-2713 0 0,-1-18-465 0 0,8 54-1 0 0,-8-80-381 0 0,1-1-1 0 0,1 1 0 0 0,-1-1 1 0 0,2 1-1 0 0,-1-1 1 0 0,1 0-1 0 0,1 0 1 0 0,0-1-1 0 0,0 1 0 0 0,8 9 1 0 0,-11-15-48 0 0,1-1-1 0 0,-1 1 1 0 0,1-1 0 0 0,-1 0 0 0 0,1 0-1 0 0,0 0 1 0 0,0 0 0 0 0,-1-1 0 0 0,1 1-1 0 0,1-1 1 0 0,-1 1 0 0 0,0-1-1 0 0,0 0 1 0 0,0 0 0 0 0,1-1 0 0 0,-1 1-1 0 0,7 0 1 0 0,-4-2 0 0 0,0 1-1 0 0,0-1 1 0 0,0 0 0 0 0,0 0-1 0 0,0-1 1 0 0,0 0 0 0 0,0 0-1 0 0,-1 0 1 0 0,7-4 0 0 0,7-5 31 0 0,-1-1 1 0 0,-1 0 0 0 0,0-1 0 0 0,24-25-1 0 0,-27 23-38 0 0,-1-1-1 0 0,0 0 0 0 0,-1 0 0 0 0,-1-2 1 0 0,-1 1-1 0 0,0-1 0 0 0,9-25 0 0 0,40-143 149 0 0,-33 93-106 0 0,5 1 59 0 0,-32 116-58 0 0,3-7-69 0 0,-17 221 89 0 0,0 25-8 0 0,21-76-27 0 0,-4 193 71 0 0,-5-328-105 0 0,-3-1-1 0 0,-2 0 1 0 0,-2 0-1 0 0,-3-1 1 0 0,-25 65-1 0 0,18-65 5 0 0,-3-2-1 0 0,-1 0 1 0 0,-3-2 0 0 0,-45 60-1 0 0,57-86-17 0 0,0-2 0 0 0,-1 0 0 0 0,-1-1 0 0 0,-1-1 0 0 0,0-1 0 0 0,-1 0 0 0 0,-1-1 0 0 0,0-1 0 0 0,0-1 0 0 0,-2-1 0 0 0,1-1-1 0 0,-31 10 1 0 0,39-16-10 0 0,-1-2 0 0 0,0 1-1 0 0,-1-2 1 0 0,1 0 0 0 0,0-1-1 0 0,0 0 1 0 0,-1-1 0 0 0,1 0-1 0 0,0-1 1 0 0,0-1 0 0 0,0 0-1 0 0,1-1 1 0 0,-1-1 0 0 0,1 0-1 0 0,0-1 1 0 0,0 0 0 0 0,1-1-1 0 0,-1 0 1 0 0,2-1 0 0 0,-1 0-1 0 0,1-1 1 0 0,0-1 0 0 0,1 1-1 0 0,0-2 1 0 0,1 1 0 0 0,0-1-1 0 0,0-1 1 0 0,1 0 0 0 0,1 0-1 0 0,0 0 1 0 0,1-1 0 0 0,0 0-1 0 0,1 0 1 0 0,-7-26 0 0 0,11 33 5 0 0,0 1 0 0 0,0-1 0 0 0,0 0 0 0 0,1 1 0 0 0,0-1 0 0 0,0 0 0 0 0,1-9 0 0 0,6-5-3879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4T07:59:3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428 552 14872 0 0,'0'0'5906'0'0,"1"6"-5454"0"0,3 32 261 0 0,-1 1 0 0 0,-3 0 0 0 0,-1-1 1 0 0,-1 1-1 0 0,-13 60 0 0 0,-59 194 292 0 0,25-115-358 0 0,-78 491 516 0 0,86-421-900 0 0,10-53 19 0 0,-7 269 0 0 0,9-110-47 0 0,14-217-68 0 0,2 199-1 0 0,14-270-93 0 0,-2-44-27 0 0,1-1-1 0 0,1 1 1 0 0,0-1-1 0 0,2 1 1 0 0,1-1 0 0 0,7 25-1 0 0,-9-43-36 0 0,-1 0 0 0 0,1 1-1 0 0,0-1 1 0 0,0 0 0 0 0,0-1 0 0 0,1 1 0 0 0,-1 0-1 0 0,1-1 1 0 0,-1 1 0 0 0,1-1 0 0 0,0 0 0 0 0,0 1-1 0 0,0-2 1 0 0,0 1 0 0 0,0 0 0 0 0,1 0 0 0 0,-1-1-1 0 0,1 0 1 0 0,-1 0 0 0 0,1 0 0 0 0,-1 0 0 0 0,1 0-1 0 0,-1-1 1 0 0,7 0 0 0 0,6 1 9 0 0,-1-1 0 0 0,1-1 0 0 0,-1 0 0 0 0,22-6-1 0 0,33-6 23 0 0,1 2 0 0 0,0 3 0 0 0,75 2 0 0 0,383 30 50 0 0,-69-2-20 0 0,820-15-19 0 0,-98-60-50 0 0,-800 33 5 0 0,737-12 12 0 0,299-62 28 0 0,-39-133 23 0 0,-430 63-14 0 0,-205 54-14 0 0,4 34-13 0 0,133 44 21 0 0,-400 17-29 0 0,75 0 3 0 0,-2 25 13 0 0,-282-5-15 0 0,-64-3 5 0 0,-118 1-15 0 0,450 36 75 0 0,-459-28-28 0 0,95 1 0 0 0,-132-12-31 0 0,-1-2 0 0 0,1-2-1 0 0,79-18 1 0 0,-118 21-23 0 0,0-1 1 0 0,-1 0-1 0 0,1 0 1 0 0,-1-1-1 0 0,1 1 1 0 0,-1-1 0 0 0,0 0-1 0 0,0 0 1 0 0,0-1-1 0 0,-1 1 1 0 0,1-1-1 0 0,-1 0 1 0 0,0 0-1 0 0,4-6 1 0 0,4-7 1 0 0,-2 0 1 0 0,10-23-1 0 0,-19 40-5 0 0,17-43 13 0 0,-2 0 0 0 0,-1-1 1 0 0,10-68-1 0 0,6-140 9 0 0,-19-531 2 0 0,-82-108-25 0 0,50 720-2 0 0,-27-157-12 0 0,34 259-4 0 0,-2 2-1 0 0,-45-115 0 0 0,53 164 18 0 0,4 6-19 0 0,-1 1 1 0 0,-1-1-1 0 0,-12-20 1 0 0,15 29 10 0 0,1 0 1 0 0,-1 0-1 0 0,0 0 0 0 0,0 0 1 0 0,0 0-1 0 0,0 1 0 0 0,0-1 1 0 0,-1 1-1 0 0,1 0 0 0 0,-1 0 0 0 0,1 0 1 0 0,-1 1-1 0 0,0-1 0 0 0,0 1 1 0 0,0 0-1 0 0,-6-1 0 0 0,-28-1-43 0 0,0 1-1 0 0,0 2 0 0 0,-72 10 0 0 0,67-5 20 0 0,-699 22-288 0 0,108-10 178 0 0,-868 132-1 0 0,1041-92 129 0 0,-306 30 13 0 0,-263-29 6 0 0,-3-31 4 0 0,44-1-4 0 0,-1177-80 12 0 0,2071 46-12 0 0,-496-28 56 0 0,-95 52 12 0 0,527-8-63 0 0,-346 40 52 0 0,6 34-11 0 0,234-30-23 0 0,-260 40 38 0 0,443-84-43 0 0,0-2-1 0 0,-1-5 1 0 0,1-3 0 0 0,-118-18-1 0 0,136 6 5 0 0,-82-29-1 0 0,82 22 2 0 0,-74-13 0 0 0,112 28-246 0 0,-21-2 509 0 0,8 6-4251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7:58:29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326 236 24575,'-15'-2'0,"0"0"0,1-1 0,-1 0 0,1-1 0,0-1 0,0-1 0,0 1 0,1-2 0,-17-11 0,-51-21 0,73 36 0,-1 1 0,1-1 0,0 1 0,-1 1 0,0 0 0,1 0 0,-1 0 0,-9 2 0,91-8 0,120-9 0,257 35 0,-198-2 0,1260 0 0,-1001-19 0,114 16 0,520-65 0,-451 10 0,-465 29 0,166-5 0,-73-2 0,26-1 0,-186 14 0,68 1 0,-226 6 0,-1 0 0,1 0 0,-1 0 0,0 1 0,1-1 0,-1 1 0,0 0 0,0 0 0,0 0 0,0 0 0,-1 0 0,1 1 0,-1-1 0,1 1 0,3 5 0,33 50 0,-39-58 0,20 36 0,-1 1 0,-2 0 0,-2 1 0,10 41 0,32 164 0,-37-146 0,97 624 0,-81-225 0,-25 2 0,5 116 0,-1-339 0,12 730 0,-67-305 0,-1 40 0,55 532 0,65 11 0,-57-608 0,-58-158 0,2-82 0,23-186 0,-7 308 0,18-330-1365,0-218-5461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7:58:32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24575,'0'0'0,"0"0"0,0 0 0,0 0 0,0 0 0,-3 19 0,-47 187 0,-25 225 0,62-304 0,5-1 0,6 2 0,15 138 0,112 550 0,-22-181 0,-32 489 0,-34 885 0,27-866 0,58 411 0,-94-445 0,0-362 0,-13-549 0,4 199 0,-18-393 0,-1 0 0,1 1 0,0-1 0,0 0 0,0 0 0,0 0 0,1 0 0,0 0 0,0 0 0,0 0 0,0 0 0,1-1 0,-1 1 0,1-1 0,0 1 0,0-1 0,0 0 0,0 0 0,1-1 0,-1 1 0,1-1 0,4 3 0,12 6 0,0-1 0,1 0 0,23 6 0,-16-5 0,35 11 0,2-3 0,118 21 0,138-2 0,-314-37 0,507 25 0,3-28 0,-196-1 0,-120 3 0,807 13 0,130-8 0,-638-11 0,-14 13 0,-33 0 0,319-7 0,-770-2 0,0 1 0,-1-1 0,1 1 0,-1-1 0,1 0 0,-1 0 0,0 0 0,1 0 0,-1 0 0,0 0 0,0-3 0,2-1 0,8-14 0,-2-1 0,0 0 0,-2-1 0,0 0 0,-2 0 0,4-27 0,6-138 0,-34-255-186,11 325-993,2 31-5647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7:58:36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31 249 24575,'0'0'0,"0"0"0,0 0 0,0 0 0,0 0 0,0 0 0,0 0 0,0 0 0,0 0 0,0 0 0,0 0 0,0 0 0,6 0 0,58-4 0,102-17 0,-84 8 0,103-14 0,347-39 0,68 29 0,0 44 0,206 22 0,-645-34 0,188-29 0,-259 24 0,97-22 0,21-2 0,-201 33 0,-1 1 0,1 0 0,-1 0 0,1 0 0,0 1 0,-1 0 0,1 0 0,-1 0 0,0 1 0,1 0 0,-1 1 0,0-1 0,0 1 0,-1 0 0,7 4 0,-5 0 0,1-1 0,-2 1 0,1 0 0,-1 0 0,0 0 0,-1 1 0,1 0 0,-2 0 0,8 16 0,3 12 0,-2 0 0,-1 1 0,13 76 0,3 119 0,-18-120 0,7 376 0,-18-335 0,1-152 0,0 1 0,-1 0 0,1-1 0,-1 1 0,0-1 0,1 1 0,-1-1 0,0 0 0,0 1 0,0-1 0,0 0 0,0 1 0,0-1 0,0 0 0,0 0 0,-1 0 0,1 0 0,0 0 0,-1 0 0,1-1 0,-3 2 0,-38 16 0,33-15 0,-73 25 0,-1-4 0,-135 21 0,-176 1 0,387-45 0,-1139 62 0,809-58 0,-367 22 0,553-12 0,-221 17 0,277-26 0,-154-11 0,223 3 0,0-1 0,1-1 0,0-1 0,0-1 0,-35-14 0,55 17 0,0 0 0,1 0 0,-1 0 0,1-1 0,0 1 0,0-1 0,1 0 0,-1 0 0,1 0 0,0-1 0,0 1 0,0-1 0,1 0 0,-3-5 0,-2-10 0,0 0 0,-6-25 0,10 32 0,-58-248 0,-32-306 0,75 368 120,17 156-615,1 1 0,10-70 0,-4 79-6331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7:58:39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93 24575,'5'-1'0,"-1"0"0,1 0 0,0 1 0,0 0 0,0 0 0,0 0 0,8 1 0,6 1 0,1043 10 0,-1036-12 0,604-22 0,-503 11 0,299-33 0,-389 39 0,27-5 0,1 2 0,0 3 0,83 5 0,-142 1 0,-1 1 0,0-1 0,0 1 0,0 0 0,0 0 0,0 1 0,0-1 0,-1 1 0,1 0 0,-1 0 0,0 1 0,0-1 0,0 1 0,0 0 0,-1 0 0,0 0 0,1 0 0,-1 1 0,2 5 0,6 9 0,-2 0 0,0 0 0,8 31 0,4 24 0,-3 1 0,9 90 0,2 158 0,-27-299 0,10 533 0,-34-2 0,11-307 0,8 457 0,22-533 0,0-12 0,-19-148 0,0-8 0,-1-7 0,-1 5 0,0 0 0,-1 0 0,1-1 0,-1 1 0,1 0 0,-1-1 0,0 1 0,1-1 0,-1 0 0,0 0 0,-6 1 0,-28 7 0,-1-1 0,0-3 0,0-1 0,-49-1 0,6 1 0,-646 64 0,87-6 0,304-22 0,99-10 0,-241-19 0,275-14 0,200 3 0,1 0 0,0-1 0,1 0 0,-1 1 0,0-1 0,0 0 0,0 0 0,0 0 0,0 0 0,1-1 0,-1 1 0,1 0 0,-1-1 0,1 1 0,-1-1 0,1 1 0,-2-4 0,-22-34 0,22 32 0,-9-17 0,1 1 0,1-2 0,1 1 0,-9-46 0,-10-107 0,22 134 0,-15-193 0,11-256 0,1 17 0,-10 169 0,-14-469 0,33 313 0,1 459 0,-1-1 0,1 1 0,0 0 0,0 0 0,0 0 0,0 0 0,0 0 0,1 0 0,-1 0 0,1 1 0,0-1 0,0 0 0,0 1 0,0-1 0,0 1 0,1 0 0,-1 0 0,1 0 0,0 0 0,-1 0 0,5-2 0,8-4 0,-1 1 0,29-10 0,-41 16 0,27-9-227,1 1-1,0 1 1,0 2-1,0 0 1,45 0-1,-34 5-6598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7:58:42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1043 2 24575,'0'0'0,"0"0"0,0 0 0,0 0 0,-32-1 0,33 1 0,18 1 0,39 5 0,59 14 0,10 2 0,94-2 0,38 5 0,435 27 0,6-50 0,-332-5 0,-312 2 0,-1 3 0,1 2 0,0 3 0,-1 2 0,71 21 0,-75-14 0,-21-8 0,0 1 0,0 2 0,-1 1 0,49 28 0,-64-29 0,-1 0 0,0 1 0,-1 0 0,0 1 0,-1 0 0,-1 1 0,0 1 0,-1-1 0,0 1 0,12 32 0,-4-2 0,-1 2 0,14 77 0,-24-98 0,-2 0 0,-1 1 0,-1-1 0,-2 47 0,0-63 0,-2 0 0,1-1 0,-1 1 0,-1 0 0,0-1 0,0 0 0,-1 1 0,0-1 0,-1-1 0,1 1 0,-2-1 0,1 0 0,-1 0 0,-1 0 0,1-1 0,-9 8 0,-16 9 0,-1-1 0,-1-1 0,-1-2 0,0-1 0,-2-2 0,0-2 0,0-1 0,-2-1 0,1-3 0,-2-1 0,-52 6 0,82-14 0,-540 47 0,356-53 0,-259-39 0,10-1 0,-102 3 0,479 39 0,-146-4 0,77 5 0,-224-33 0,244 11 0,2-4 0,1-5 0,2-5 0,-115-58 0,201 85 0,1-1 0,1-1 0,0-1 0,1 0 0,1-2 0,0 0 0,1-1 0,1-1 0,0-1 0,2 0 0,-17-27 0,30 42-195,0 0 0,0 0 0,0 0 0,1 0 0,-1 0 0,0-7 0,1 3-6631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7:58:43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0 329 24575,'0'0'0,"0"0"0,8-7 0,34-26 0,0 2 0,79-43 0,103-37 0,-159 80 0,-48 23 0,1 1 0,0 1 0,0 1 0,1 0 0,-1 1 0,1 1 0,0 1 0,0 1 0,0 1 0,34 3 0,3 6 0,0 2 0,67 22 0,8 3 0,-96-29-1365,-4-1-5461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07:58:4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24575,'0'0'0,"0"0"0,0 0 0,0 0 0,0 0 0,0 0 0,0 0 0,0 0 0,0 0 0,0 0 0,0 0 0,0 0 0,0 0 0,0 0 0,0 0 0,0 0 0,0 0 0,0 0 0,0 0 0,0 0 0,0 0 0,0 0 0,0 0 0,0 0 0,-22 11 0,-58 49 0,48-38 0,2 2 0,-32 31 0,64-19 0,-7 30 0,-2 49 0,7 47-1365,0-153-5461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9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331 1896 8944 0 0,'0'0'3069'0'0,"-4"-3"-613"0"0,-25-23 7168 0 0,13 9-6482 0 0,3-10-5027 0 0,7 9 2749 0 0,-17-46-1039 0 0,3-1 0 0 0,-18-102 1 0 0,-5-143-5171 0 0,26 169 917 0 0,0-58 2142 0 0,31-271 2680 0 0,30 155-75 0 0,-36 267-248 0 0,-3 32-817 0 0,-5 16 1013 0 0,0-1 1 0 0,1 0-1 0 0,-1 1 1 0 0,0-1 0 0 0,1 1-1 0 0,-1-1 1 0 0,1 1 0 0 0,-1-1-1 0 0,1 1 1 0 0,-1-1-1 0 0,1 1 1 0 0,-1-1 0 0 0,1 1-1 0 0,-1-1 1 0 0,1 1 0 0 0,0 0-1 0 0,-1 0 1 0 0,1-1-1 0 0,0 1 1 0 0,0 0 0 0 0,16 3 6090 0 0,-3 5-5791 0 0,206 146-567 0 0,-210-145-16 0 0,1 1-1 0 0,-1 0 1 0 0,0 0 0 0 0,-1 0 0 0 0,-1 2 0 0 0,1-1 0 0 0,-2 1 0 0 0,0 0 0 0 0,0 0 0 0 0,-1 1 0 0 0,7 19-1 0 0,-8-15 47 0 0,-1 0 0 0 0,-1 0-1 0 0,-1 0 1 0 0,0 1 0 0 0,-1-1-1 0 0,-1 1 1 0 0,0-1 0 0 0,-5 24-1 0 0,-2-5-556 0 0,-2 1-1 0 0,-2-1 0 0 0,-1-1 0 0 0,-1 0 0 0 0,-2-1 1 0 0,-2 0-1 0 0,-41 62 0 0 0,28-54-1662 0 0,-2 0 1 0 0,-67 67-1 0 0,75-86 2061 0 0,-2-1-1 0 0,0-1 1 0 0,-2-1-1 0 0,0-1 1 0 0,-43 20 0 0 0,69-37 230 0 0,0-1 0 0 0,0 0 1 0 0,-1 0-1 0 0,1-1 1 0 0,0 1-1 0 0,0 0 0 0 0,-1-1 1 0 0,1 1-1 0 0,0-1 1 0 0,-1 0-1 0 0,1 0 0 0 0,0 0 1 0 0,-1 0-1 0 0,-2 0 1 0 0,4-1-111 0 0,1 1 1 0 0,-1 0-1 0 0,0-1 1 0 0,0 1-1 0 0,1-1 1 0 0,-1 1-1 0 0,0-1 1 0 0,0 1-1 0 0,1-1 1 0 0,-1 1-1 0 0,1-1 1 0 0,-1 0-1 0 0,1 1 1 0 0,-1-1-1 0 0,1 0 1 0 0,-1 0-1 0 0,1 1 1 0 0,-1-1-1 0 0,1 0 1 0 0,0 0 0 0 0,0 0-1 0 0,-1 0 1 0 0,1 1-1 0 0,0-1 1 0 0,0-1-1 0 0,0-4 131 0 0,0 1 0 0 0,0-1 0 0 0,1 1 1 0 0,0-1-1 0 0,0 1 0 0 0,1-1 0 0 0,-1 1 0 0 0,1 0 0 0 0,0 0 0 0 0,4-6 0 0 0,5-9 880 0 0,0 1 0 0 0,2 0 1 0 0,0 1-1 0 0,20-21 0 0 0,-9 15-646 0 0,1 0 0 0 0,36-25 0 0 0,-15 17-693 0 0,0 3 1 0 0,2 2 0 0 0,67-28-1 0 0,-90 44-275 0 0,1 2-1 0 0,0 0 1 0 0,1 1 0 0 0,0 2-1 0 0,0 1 1 0 0,36-3-1 0 0,-48 8 404 0 0,1 0 0 0 0,-1 1 0 0 0,0 1 1 0 0,0 0-1 0 0,0 1 0 0 0,0 1 0 0 0,0 0 0 0 0,-1 1 0 0 0,1 0 0 0 0,-1 2 0 0 0,0-1 0 0 0,-1 2 0 0 0,13 8 0 0 0,-1 3 210 0 0,-1 1 0 0 0,-1 0 0 0 0,-1 2 0 0 0,-1 0 0 0 0,-1 2 0 0 0,-1 0 0 0 0,21 38 0 0 0,-15-21 0 0 0,-3 2 1 0 0,-1 1-1 0 0,-3 0 0 0 0,14 49 1 0 0,-23-64-1 0 0,-2 0 0 0 0,-1 0 0 0 0,-2 1 0 0 0,0 0 0 0 0,-2 0 0 0 0,-2 0 0 0 0,0 1-1 0 0,-6 32 1 0 0,4-51 0 0 0,0 0 0 0 0,-1 0 0 0 0,0 0-1 0 0,-1 0 1 0 0,0 0 0 0 0,-1-1-1 0 0,0 0 1 0 0,-1 0 0 0 0,0 0-1 0 0,-1-1 1 0 0,0 0 0 0 0,0 0 0 0 0,-1-1-1 0 0,-1 0 1 0 0,0 0 0 0 0,0-1-1 0 0,0 0 1 0 0,-1 0 0 0 0,0-1-1 0 0,-1-1 1 0 0,1 0 0 0 0,-17 7 0 0 0,11-8 0 0 0,-1 0 0 0 0,1-1 1 0 0,-1-1-1 0 0,1 0 1 0 0,-1-1-1 0 0,0-1 0 0 0,0-1 1 0 0,0 0-1 0 0,0-1 1 0 0,0-1-1 0 0,1-1 0 0 0,-1 0 1 0 0,0-1-1 0 0,-20-8 1 0 0,-20-10 10 0 0,0-3 1 0 0,-81-48-1 0 0,129 68-10 0 0,-45-25-2 0 0,6 5 60 0 0,0-3 0 0 0,-53-42 1 0 0,101 70-60 0 0,0 0 1 0 0,-1 0 0 0 0,1 0 0 0 0,0-1 0 0 0,0 1 0 0 0,-1 0 0 0 0,1 0-1 0 0,0 0 1 0 0,0-1 0 0 0,-1 1 0 0 0,1 0 0 0 0,0 0 0 0 0,0 0-1 0 0,0-1 1 0 0,0 1 0 0 0,-1 0 0 0 0,1-1 0 0 0,0 1 0 0 0,0 0 0 0 0,0 0-1 0 0,0-1 1 0 0,0 1 0 0 0,0 0 0 0 0,0 0 0 0 0,0-1 0 0 0,0 1-1 0 0,0 0 1 0 0,0-1 0 0 0,0 1 0 0 0,0 0 0 0 0,0-1 0 0 0,0 1-1 0 0,0 0 1 0 0,0 0 0 0 0,0-1 0 0 0,0 1 0 0 0,0 0 0 0 0,0-1 0 0 0,1 1-1 0 0,-1 0 1 0 0,0 0 0 0 0,0-1 0 0 0,0 1 0 0 0,0 0 0 0 0,1 0-1 0 0,17-8-6 0 0,31 1 42 0 0,-46 7-9 0 0,32-3-220 0 0,346-36-1676 0 0,-364 36-7617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50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89 332 9148 0 0,'0'0'2361'0'0,"4"4"171"0"0,15 10 8601 0 0,-19-14-11083 0 0,0 0 0 0 0,1 0 1 0 0,-1 0-1 0 0,0 0 0 0 0,0 0 0 0 0,0 0 1 0 0,1 0-1 0 0,-1 1 0 0 0,0-1 1 0 0,0 0-1 0 0,0 0 0 0 0,1 0 0 0 0,-1 0 1 0 0,0 0-1 0 0,0 0 0 0 0,0-1 1 0 0,1 1-1 0 0,-1 0 0 0 0,0 0 0 0 0,0 0 1 0 0,0 0-1 0 0,1 0 0 0 0,-1 0 1 0 0,0 0-1 0 0,0 0 0 0 0,0 0 0 0 0,0 0 1 0 0,1-1-1 0 0,-1 1 0 0 0,0 0 0 0 0,0 0 1 0 0,0 0-1 0 0,0 0 0 0 0,0 0 1 0 0,1-1-1 0 0,-1 1 0 0 0,0 0 0 0 0,0 0 1 0 0,-1-14-972 0 0,2 0 921 0 0,-1 0 0 0 0,-1-1 0 0 0,-1 1 0 0 0,0 0 0 0 0,0 0 0 0 0,-1 0 0 0 0,-1 0 0 0 0,-1 0 0 0 0,0 1 0 0 0,0 0 0 0 0,-13-22 0 0 0,10 23 0 0 0,-6-1 0 0 0,1 1 0 0 0,4 7 0 0 0,7 11 0 0 0,5 6 0 0 0,1 8 0 0 0,11 39 0 0 0,-13-49 0 0 0,-1-2-1 0 0,-1-1 1 0 0,-1 1 0 0 0,1-1 0 0 0,-1 1 0 0 0,0-1-1 0 0,-1 1 1 0 0,0-1 0 0 0,0 0 0 0 0,-6 15 0 0 0,-3 7-52 0 0,-5 46-1390 0 0,12-47-561 0 0,2 0 0 0 0,1 1 0 0 0,1-1 1 0 0,7 49-1 0 0,8-14 2593 0 0,-15-60-537 0 0,1 0-1 0 0,0 0 1 0 0,0-1-1 0 0,0 1 1 0 0,0 0 0 0 0,1-1-1 0 0,-1 1 1 0 0,1-1-1 0 0,-1 1 1 0 0,1-1-1 0 0,0 0 1 0 0,0 0 0 0 0,0 0-1 0 0,0 0 1 0 0,0 0-1 0 0,0 0 1 0 0,1 0-1 0 0,-1-1 1 0 0,1 1-1 0 0,-1-1 1 0 0,1 0 0 0 0,0 1-1 0 0,-1-1 1 0 0,1-1-1 0 0,0 1 1 0 0,0 0-1 0 0,0-1 1 0 0,0 1 0 0 0,-1-1-1 0 0,1 0 1 0 0,0 0-1 0 0,0 0 1 0 0,0 0-1 0 0,0-1 1 0 0,0 1-1 0 0,5-2 1 0 0,2-1 35 0 0,0-1 0 0 0,0 0 0 0 0,0 0 0 0 0,0-1-1 0 0,-1 0 1 0 0,1-1 0 0 0,-1 0 0 0 0,13-11 0 0 0,-1-3-304 0 0,-1-1 0 0 0,-1 0-1 0 0,-1-2 1 0 0,-1 0 0 0 0,16-30 0 0 0,-2-2-381 0 0,29-75 1 0 0,-14-1 593 0 0,-29 80 0 0 0,32-73 0 0 0,-48 122 0 0 0,-15 28-9 0 0,-3 16 541 0 0,2 0 0 0 0,-12 62 1 0 0,21-77 55 0 0,2 0 0 0 0,0 0-1 0 0,2 0 1 0 0,1 1 0 0 0,4 38 0 0 0,-2-57-969 0 0,1 0-1 0 0,-1-1 0 0 0,1 1 0 0 0,1 0 1 0 0,6 15-1 0 0,-8-22 433 0 0,0 0-1 0 0,0 0 1 0 0,1 1 0 0 0,-1-1 0 0 0,1 0 0 0 0,0 0 0 0 0,-1-1-1 0 0,1 1 1 0 0,0 0 0 0 0,0 0 0 0 0,0-1 0 0 0,0 1 0 0 0,1-1 0 0 0,-1 0-1 0 0,0 0 1 0 0,1 0 0 0 0,-1 0 0 0 0,0 0 0 0 0,1 0 0 0 0,-1-1-1 0 0,1 1 1 0 0,-1-1 0 0 0,1 1 0 0 0,0-1 0 0 0,2 0 0 0 0,5-1 94 0 0,1 0 0 0 0,-1 0 0 0 0,0-1 0 0 0,0-1 1 0 0,0 0-1 0 0,0 0 0 0 0,0-1 0 0 0,-1 0 1 0 0,15-8-1 0 0,9-8-1577 0 0,37-31-1 0 0,-58 42 938 0 0,21-18-857 0 0,-1-1 1 0 0,39-46-1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51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479 0 8540 0 0,'0'0'2703'0'0,"2"12"27"0"0,2 29 2428 0 0,0 44 0 0 0,-10 48-3341 0 0,-29 139-9190 0 0,16-133 5453 0 0,-9 85-1765 0 0,-12 113 3591 0 0,4-33 359 0 0,5 28 37 0 0,27-191 5002 0 0,4-138-4705 0 0,9-22 5007 0 0,4-28-5357 0 0,-2 0 0 0 0,-2-1 0 0 0,4-55 0 0 0,-7-150-1756 0 0,-8 217 1196 0 0,-1 0-1 0 0,-10-46 0 0 0,9 64 121 0 0,-1-1-1 0 0,-1 1 0 0 0,-1 1 1 0 0,0-1-1 0 0,-1 1 1 0 0,-13-20-1 0 0,18 32 282 0 0,-1 0 1 0 0,0 0-1 0 0,0 0 1 0 0,-1 1-1 0 0,1 0 0 0 0,-1 0 1 0 0,0 0-1 0 0,0 0 1 0 0,-1 0-1 0 0,1 1 1 0 0,-1 0-1 0 0,1 1 0 0 0,-1-1 1 0 0,0 1-1 0 0,0 0 1 0 0,0 0-1 0 0,0 1 0 0 0,-1 0 1 0 0,1 0-1 0 0,0 0 1 0 0,-8 1-1 0 0,0 0 118 0 0,0 1 1 0 0,1 1-1 0 0,-1 0 0 0 0,1 1 0 0 0,0 0 1 0 0,0 1-1 0 0,0 1 0 0 0,-22 10 0 0 0,34-14-232 0 0,-7 1-6 0 0,15 4 41 0 0,19 3 42 0 0,0-7-70 0 0,0-1 0 0 0,1-1 1 0 0,33-5-1 0 0,84-18-195 0 0,-89 14-101 0 0,9-3-792 0 0,-26 4-845 0 0,0 2-1 0 0,58-2 1 0 0,-96 8 2124 0 0,1 0 1 0 0,-1 1 0 0 0,0-1 0 0 0,1 0 0 0 0,-1 0 0 0 0,0 0 0 0 0,1 1 0 0 0,-1-1 0 0 0,0 0 0 0 0,0 0 0 0 0,1 1 0 0 0,-1-1 0 0 0,0 0 0 0 0,0 0 0 0 0,1 1 0 0 0,-1-1 0 0 0,0 0 0 0 0,0 1 0 0 0,0-1 0 0 0,0 0 0 0 0,0 1 0 0 0,1-1 0 0 0,-1 0 0 0 0,0 1 0 0 0,0-1 0 0 0,0 0 0 0 0,0 1 0 0 0,0-1 0 0 0,0 1-1 0 0,0-1 1 0 0,0 0 0 0 0,0 1 0 0 0,0-1 0 0 0,0 0 0 0 0,-1 1 0 0 0,1 0 0 0 0,-3 13 639 0 0,-4 0-847 0 0,0 1 0 0 0,-1-1 0 0 0,-1-1 0 0 0,0 1 0 0 0,-12 13 0 0 0,9-12-1308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52.1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545 0 9244 0 0,'0'0'1643'0'0,"0"8"1063"0"0,-9 55 8256 0 0,-11 39-8811 0 0,-3 21-3295 0 0,-66 591-11715 0 0,69-407 12605 0 0,7 323 2102 0 0,14-691 5236 0 0,-4-150-2671 0 0,-9 121-4329 0 0,-4 0 0 0 0,-3 2 0 0 0,-5 0 0 0 0,-35-86 0 0 0,48 144-84 0 0,-1 1 0 0 0,-20-35 0 0 0,28 57 0 0 0,-1 0-1 0 0,0 0 1 0 0,0 0 0 0 0,0 1 0 0 0,0 0 0 0 0,-1 0-1 0 0,0 0 1 0 0,-1 0 0 0 0,1 1 0 0 0,-1 0 0 0 0,0 1-1 0 0,0-1 1 0 0,-15-5 0 0 0,19 9 0 0 0,-1 0 0 0 0,0 0 0 0 0,0 1 0 0 0,0 0-1 0 0,0-1 1 0 0,0 1 0 0 0,0 0 0 0 0,0 1 0 0 0,0-1 0 0 0,0 1 0 0 0,-4 1 0 0 0,-24 2-36 0 0,31-4 40 0 0,1 0-4 0 0,0 0 1 0 0,-1-1-1 0 0,1 1 1 0 0,0 0-1 0 0,0 0 1 0 0,0 0-1 0 0,0 0 1 0 0,0 0 0 0 0,0 0-1 0 0,-1 0 1 0 0,1 0-1 0 0,0 0 1 0 0,0 0-1 0 0,0-1 1 0 0,0 1-1 0 0,0 0 1 0 0,0 0-1 0 0,0 0 1 0 0,0 0 0 0 0,0 0-1 0 0,0 0 1 0 0,0-1-1 0 0,-1 1 1 0 0,1 0-1 0 0,0 0 1 0 0,0 0-1 0 0,0 0 1 0 0,0 0-1 0 0,0-1 1 0 0,0 1-1 0 0,0 0 1 0 0,0 0 0 0 0,0 0-1 0 0,0 0 1 0 0,0 0-1 0 0,0-1 1 0 0,1 1-1 0 0,-1 0 1 0 0,0 0-1 0 0,0 0 1 0 0,0 0-1 0 0,0 0 1 0 0,0 0 0 0 0,0-1-1 0 0,0 1 1 0 0,0 0-1 0 0,0 0 1 0 0,0 0-1 0 0,0 0 1 0 0,1 0-1 0 0,-1 0 1 0 0,0 0-1 0 0,0 0 1 0 0,0 0 0 0 0,0-1-1 0 0,0 1 1 0 0,0 0-1 0 0,1 0 1 0 0,-1 0-1 0 0,0 0 1 0 0,0 0-1 0 0,0 0 1 0 0,0 0-1 0 0,0 0 1 0 0,1 0 0 0 0,-1 0-1 0 0,0 0 1 0 0,0 0-1 0 0,11-5-1 0 0,47-11-31 0 0,114-17 1 0 0,-17 15-3778 0 0,-139 16 2399 0 0,0 2-1 0 0,24 1 0 0 0,-39-1 1341 0 0,0 1-1 0 0,0-1 1 0 0,0 1-1 0 0,0-1 1 0 0,0 1 0 0 0,0 0-1 0 0,0-1 1 0 0,0 1 0 0 0,-1 0-1 0 0,1-1 1 0 0,0 1-1 0 0,0 0 1 0 0,-1 0 0 0 0,1 0-1 0 0,0 0 1 0 0,-1 0-1 0 0,1 0 1 0 0,-1 0 0 0 0,1 0-1 0 0,-1 0 1 0 0,0 0-1 0 0,1 0 1 0 0,-1 0 0 0 0,0 0-1 0 0,0 0 1 0 0,0 1-1 0 0,0-1 1 0 0,0 0 0 0 0,0 0-1 0 0,0 2 1 0 0,-3 35 3663 0 0,3-36-3512 0 0,-4 20 402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53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259 183 9348 0 0,'0'0'1716'0'0,"-4"4"1043"0"0,-13 15 6025 0 0,8-8-5124 0 0,4-1-4156 0 0,3 0 939 0 0,-4 5-443 0 0,1 0 0 0 0,1 1 0 0 0,0-1 0 0 0,0 1 0 0 0,2 0 0 0 0,0 1 0 0 0,1-1 0 0 0,1 0 0 0 0,0 0 0 0 0,5 32 0 0 0,-4-45-4 0 0,0 0 0 0 0,0 1 1 0 0,0-1-1 0 0,0 0 1 0 0,0 0-1 0 0,1 1 0 0 0,-1-1 1 0 0,1 0-1 0 0,0 0 0 0 0,0-1 1 0 0,0 1-1 0 0,0 0 1 0 0,1-1-1 0 0,-1 1 0 0 0,1-1 1 0 0,-1 0-1 0 0,1 0 0 0 0,5 3 1 0 0,-3-2 18 0 0,0-1 1 0 0,0 0 0 0 0,0-1-1 0 0,1 1 1 0 0,-1-1-1 0 0,0 0 1 0 0,1 0-1 0 0,0-1 1 0 0,-1 0-1 0 0,10 0 1 0 0,-1-1-167 0 0,-1-1 0 0 0,1-1 1 0 0,-1 0-1 0 0,0-1 0 0 0,0 0 0 0 0,0-1 0 0 0,0 0 1 0 0,19-13-1 0 0,-20 11-547 0 0,0-2 1 0 0,0 0-1 0 0,-1 0 1 0 0,-1-1-1 0 0,1 0 0 0 0,-2-1 1 0 0,1 0-1 0 0,-2-1 1 0 0,1 1-1 0 0,-2-2 1 0 0,1 1-1 0 0,9-26 0 0 0,-13 28 398 0 0,-1 0 0 0 0,-1 0 0 0 0,0-1 0 0 0,0 1 0 0 0,-1 0-1 0 0,0-1 1 0 0,-2-19 0 0 0,0 19 417 0 0,-1 1 1 0 0,0-1-1 0 0,-1 0 0 0 0,0 1 0 0 0,0 0 1 0 0,-1 0-1 0 0,0 0 0 0 0,-8-12 0 0 0,8 15-105 0 0,-1 0-1 0 0,1 0 1 0 0,-1 1 0 0 0,-1-1-1 0 0,1 1 1 0 0,-1 0-1 0 0,0 1 1 0 0,0 0-1 0 0,-1 0 1 0 0,0 0-1 0 0,0 1 1 0 0,0 0-1 0 0,0 0 1 0 0,0 0-1 0 0,-1 1 1 0 0,0 0 0 0 0,0 1-1 0 0,1 0 1 0 0,-1 0-1 0 0,-1 1 1 0 0,1 0-1 0 0,0 0 1 0 0,-11 1-1 0 0,4 1-16 0 0,-1 0 0 0 0,1 2 0 0 0,0 0 0 0 0,0 0 0 0 0,0 1-1 0 0,1 1 1 0 0,-1 1 0 0 0,1 0 0 0 0,1 1 0 0 0,-1 0 0 0 0,-19 14-1 0 0,17-8 13 0 0,0-1 0 0 0,0 2 0 0 0,1 0 0 0 0,1 1 0 0 0,0 1 0 0 0,1 0 0 0 0,1 0 0 0 0,1 2 0 0 0,0-1 0 0 0,1 1 0 0 0,1 1 0 0 0,1 0 0 0 0,0 0 0 0 0,1 1 0 0 0,-4 25 0 0 0,10-42-5 0 0,0 0 1 0 0,1 1-1 0 0,-1-1 0 0 0,1 1 1 0 0,0-1-1 0 0,0 1 1 0 0,0-1-1 0 0,0 0 0 0 0,1 1 1 0 0,-1-1-1 0 0,1 0 1 0 0,0 1-1 0 0,0-1 0 0 0,0 0 1 0 0,1 0-1 0 0,-1 0 1 0 0,1 0-1 0 0,0 0 0 0 0,-1 0 1 0 0,1 0-1 0 0,1 0 0 0 0,-1-1 1 0 0,0 1-1 0 0,1-1 1 0 0,-1 0-1 0 0,1 1 0 0 0,-1-1 1 0 0,1 0-1 0 0,0-1 1 0 0,0 1-1 0 0,0 0 0 0 0,0-1 1 0 0,0 0-1 0 0,5 2 1 0 0,2-1 1 0 0,1 0 1 0 0,-1 0 0 0 0,0-1 0 0 0,1-1 0 0 0,-1 0-1 0 0,1 0 1 0 0,-1-1 0 0 0,0 0 0 0 0,1-1 0 0 0,10-3 0 0 0,9-4 3 0 0,-1-1 0 0 0,-1-1 0 0 0,0-2 0 0 0,0-1 0 0 0,-1-1 0 0 0,-1-1 0 0 0,0-2 0 0 0,-2 0 0 0 0,0-2 0 0 0,-1 0 0 0 0,-1-2 0 0 0,31-39 0 0 0,-25 24-34 0 0,21-27 2567 0 0,-48 75-688 0 0,-8 119 5238 0 0,-1 6-7708 0 0,8-113 667 0 0,1-1 1 0 0,1 1-1 0 0,10 42 1 0 0,-4-50-7323 0 0,0-15 4936 0 0,6-18 3931 0 0,-12 15-1450 0 0,45-78 4038 0 0,-3-6-4161 0 0,49-86-5544 0 0,-82 156 5318 0 0,1 0 0 0 0,1 1 0 0 0,0 1 0 0 0,1 0 1 0 0,0 1-1 0 0,1 0 0 0 0,23-16 0 0 0,-33 27 203 0 0,-1 0-1 0 0,1 0 1 0 0,-1 1 0 0 0,1-1-1 0 0,0 1 1 0 0,0 0 0 0 0,0 1-1 0 0,0-1 1 0 0,1 1 0 0 0,-1 0-1 0 0,0 0 1 0 0,8 0-1 0 0,-9 1 53 0 0,-1 1-1 0 0,1 0 1 0 0,0 0-1 0 0,0 0 1 0 0,0 0-1 0 0,-1 1 1 0 0,1-1-1 0 0,0 1 1 0 0,-1 0-1 0 0,1 0 1 0 0,-1 0-1 0 0,0 1 1 0 0,0-1-1 0 0,0 1 1 0 0,0 0-1 0 0,0-1 1 0 0,3 6-1 0 0,3 4 76 0 0,0 0-1 0 0,-1 1 1 0 0,0 0-1 0 0,0 0 1 0 0,-2 1-1 0 0,7 19 1 0 0,23 93 486 0 0,-7-17 157 0 0,-23-91-730 0 0,5 16 471 0 0,2-1-1 0 0,19 38 1 0 0,-31-69-483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22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42 571 700 0 0,'0'0'201'0'0,"-4"-3"4110"0"0,-14-10 12495 0 0,6 7-12610 0 0,5 3-4196 0 0,15-7 0 0 0,7-2 0 0 0,-10 8 0 0 0,0-1 0 0 0,0 1 0 0 0,0 0 0 0 0,1 0 0 0 0,0 1 0 0 0,0 0 0 0 0,0 0 0 0 0,0 0 0 0 0,0 1 0 0 0,11-3 0 0 0,117-28 0 0 0,16-3 0 0 0,26-4 0 0 0,132-28 0 0 0,96-13 0 0 0,204-28 0 0 0,-212 27 0 0 0,-317 69 0 0 0,136-6 0 0 0,-193 18 103 0 0,-6 0-380 0 0,0 0-1 0 0,0 1 1 0 0,0 1 0 0 0,0 0-1 0 0,0 2 1 0 0,22 5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23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275 54 2612 0 0,'0'0'3032'0'0,"1"-5"444"0"0,5-14 10201 0 0,-2 3-10260 0 0,-3 2-3417 0 0,-12 94 0 0 0,-11 84 0 0 0,-10 88-6165 0 0,7-76 1021 0 0,-3 14-2435 0 0,-34 92 6321 0 0,34-156 1250 0 0,-9 32-16 0 0,22-109-192 0 0,-1-1 2851 0 0,5-7 8459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24.2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134 626 6380 0 0,'0'0'3440'0'0,"5"-5"-548"0"0,1 0-1937 0 0,0 0 0 0 0,1 1 1 0 0,-1-1-1 0 0,1 1 0 0 0,0 1 0 0 0,0-1 0 0 0,1 1 0 0 0,-1 0 1 0 0,1 1-1 0 0,0 0 0 0 0,-1 0 0 0 0,13-1 0 0 0,15-5 130 0 0,51-18-1085 0 0,0-4 0 0 0,-3-3 0 0 0,0-4 0 0 0,-2-4 0 0 0,-3-3 0 0 0,118-86 0 0 0,-171 110-22 0 0,33-31 1 0 0,-49 42 22 0 0,-1 0 1 0 0,0-1-1 0 0,-1 0 0 0 0,0 0 0 0 0,0 0 1 0 0,8-19-1 0 0,-14 28 0 0 0,-1 0 1 0 0,1-1-1 0 0,-1 0 1 0 0,1 1-1 0 0,-1-1 1 0 0,1 1-1 0 0,-1-1 1 0 0,0 0-1 0 0,0 1 0 0 0,0-1 1 0 0,0 0-1 0 0,0 1 1 0 0,0-1-1 0 0,0 1 1 0 0,0-1-1 0 0,-1 0 1 0 0,1 1-1 0 0,-1-1 1 0 0,1 1-1 0 0,-1-1 1 0 0,0 1-1 0 0,-1-3 1 0 0,0 2-2 0 0,1 0 1 0 0,-1 0 0 0 0,0 0-1 0 0,-1 0 1 0 0,1 1 0 0 0,0-1-1 0 0,0 1 1 0 0,-1-1-1 0 0,1 1 1 0 0,-1 0 0 0 0,1 0-1 0 0,-5-1 1 0 0,-4-1-2 0 0,-1 1-1 0 0,0 0 1 0 0,0 1-1 0 0,0 0 1 0 0,-14 1 0 0 0,-11 3-487 0 0,-1 1 0 0 0,2 3 0 0 0,-1 1 0 0 0,1 1 0 0 0,-55 23 0 0 0,6 4-1740 0 0,-88 52 0 0 0,39-7-2022 0 0,91-51 4184 0 0,1 1-1 0 0,1 2 1 0 0,2 2 0 0 0,-66 76 0 0 0,98-103 69 0 0,1 1-1 0 0,-1 0 1 0 0,2 0 0 0 0,-1 1-1 0 0,1-1 1 0 0,0 1 0 0 0,1 0-1 0 0,1 1 1 0 0,-4 11 0 0 0,6-16 134 0 0,0-1 0 0 0,1 1 0 0 0,0-1 0 0 0,0 1 0 0 0,0-1 0 0 0,0 0 0 0 0,1 1 1 0 0,0-1-1 0 0,0 1 0 0 0,1-1 0 0 0,-1 0 0 0 0,1 0 0 0 0,0 0 0 0 0,0 0 0 0 0,1 0 0 0 0,0 0 1 0 0,0-1-1 0 0,0 1 0 0 0,0-1 0 0 0,4 5 0 0 0,3 0 722 0 0,0 1 1 0 0,0-1-1 0 0,1 0 1 0 0,0-1-1 0 0,0 0 1 0 0,1-1-1 0 0,15 7 0 0 0,-8-6-605 0 0,0-1 0 0 0,0 0 0 0 0,1-2 0 0 0,26 5 0 0 0,-4-5-1579 0 0,0-2 0 0 0,1-2 1 0 0,-1-2-1 0 0,47-6 0 0 0,25-12-2423 0 0,-34-2 3687 0 0,97-39 0 0 0,-157 52 66 0 0,0 0 0 0 0,0-1 0 0 0,-1-1 0 0 0,-1-1 0 0 0,1-1 0 0 0,-2 0 0 0 0,0-1 0 0 0,0-1 1 0 0,-1-1-1 0 0,-1 0 0 0 0,-1-1 0 0 0,0-1 0 0 0,-1 0 0 0 0,0-1 0 0 0,-2 0 0 0 0,0-1 0 0 0,-1 0 0 0 0,-1 0 0 0 0,7-24 0 0 0,-2-6-1 0 0,15-98 0 0 0,-18 60 3333 0 0,-8 68-3189 0 0,-3 18-174 0 0,2 6 1229 0 0,65 140 5546 0 0,-30-72-6814 0 0,4-2-1 0 0,82 112 0 0 0,-95-147-188 0 0,56 67-1259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24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702 178 6276 0 0,'6'-9'1159'0'0,"50"-88"6418"0"0,-39 54-194 0 0,-16 42-7361 0 0,-1 1 1 0 0,1-1-1 0 0,-1 0 0 0 0,1 0 0 0 0,-1 0 1 0 0,0 0-1 0 0,1 0 0 0 0,-1 0 1 0 0,0 0-1 0 0,0 0 0 0 0,0 0 1 0 0,0-1-1 0 0,0 1 0 0 0,0 0 1 0 0,0 0-1 0 0,0 0 0 0 0,0 0 1 0 0,0 0-1 0 0,-1 0 0 0 0,1 0 1 0 0,0 0-1 0 0,-1 0 0 0 0,1 0 1 0 0,-1 0-1 0 0,0-1 0 0 0,0 2 47 0 0,0 0 0 0 0,0-1 0 0 0,0 1 0 0 0,0 0 0 0 0,-1 0 0 0 0,1-1 0 0 0,0 1 0 0 0,0 0 0 0 0,0 0 0 0 0,0 0 0 0 0,0 1 0 0 0,0-1 0 0 0,0 0 0 0 0,-1 0 0 0 0,1 1 0 0 0,0-1 0 0 0,0 0 0 0 0,-2 2 0 0 0,-8 3 574 0 0,-1 1-1 0 0,-19 13 1 0 0,31-18-643 0 0,-53 38-1392 0 0,1 3 1 0 0,2 1-1 0 0,-51 60 1 0 0,-123 163-6866 0 0,191-224 7538 0 0,29-37 245 0 0,-77 97-5458 0 0,53-64 5590 0 0,1 2 0 0 0,-23 46-1 0 0,50-85 325 0 0,15-20 9199 0 0,50-74-2723 0 0,-57 82-8326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25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473 30 7788 0 0,'0'0'-64'0'0,"2"-5"3105"0"0,10-14 9316 0 0,-6 13-9652 0 0,-4 8-2318 0 0,-3 7-387 0 0,-1 1 0 0 0,-1-1 0 0 0,0 0 0 0 0,-6 14 0 0 0,-2 7 0 0 0,-51 170 0 0 0,-41 240 0 0 0,8-39 0 0 0,-19 99 0 0 0,52-151-7823 0 0,62-349 7903 0 0,0 1 0 0 0,0-1 0 0 0,0 0 0 0 0,0 0 0 0 0,0 1 0 0 0,0-1 0 0 0,0 0 0 0 0,0 1 0 0 0,0-1 0 0 0,0 0 0 0 0,0 1 0 0 0,0-1 0 0 0,0 0 0 0 0,0 0 0 0 0,0 1 0 0 0,0-1 0 0 0,0 0 0 0 0,0 1 0 0 0,0-1 0 0 0,-1 0 0 0 0,1 0 0 0 0,0 1 0 0 0,0-1 0 0 0,0 0 0 0 0,0 0 0 0 0,-1 1 0 0 0,1-1 1 0 0,0 0-1 0 0,0 0 0 0 0,-1 1 0 0 0,1-1 0 0 0,0 0 0 0 0,0 0 0 0 0,-1 0 0 0 0,1 0 0 0 0,0 0 0 0 0,0 1 0 0 0,-1-1 0 0 0,1 0 0 0 0,0 0 0 0 0,-1 0 0 0 0,1 0 0 0 0,0 0 0 0 0,0 0 0 0 0,-1 0 0 0 0,1 0 0 0 0,0 0 0 0 0,-1 0 0 0 0,1 0 0 0 0,0 0 0 0 0,-1 0 0 0 0,1 0 0 0 0,0 0 0 0 0,0-1 0 0 0,-1 1 0 0 0,1 0 0 0 0,0 0 0 0 0,-1 0 0 0 0,1 0 0 0 0,0 0 0 0 0,0-1 0 0 0,0 1 0 0 0,-1 0 0 0 0,1 0 0 0 0,0-1 0 0 0,-11-18 2026 0 0,5-2-3482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25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 1 4572 0 0,'-11'3'2072'0'0,"0"-1"1"0"0,0 0-1 0 0,0-1 0 0 0,-13 1 1 0 0,-27 3 6843 0 0,10 5-6552 0 0,29-4-2364 0 0,12-6 0 0 0,0 0 0 0 0,-1 1 0 0 0,1-1 0 0 0,0 0 0 0 0,-1 0 0 0 0,1 1 0 0 0,0-1 0 0 0,0 0 0 0 0,-1 0 0 0 0,1 1 0 0 0,0-1 0 0 0,0 0 0 0 0,0 1 0 0 0,-1-1 0 0 0,1 0 0 0 0,0 1 0 0 0,0-1 0 0 0,0 1 0 0 0,0-1 0 0 0,0 0 0 0 0,0 1 0 0 0,0-1 0 0 0,0 0 0 0 0,0 1 0 0 0,0-1 0 0 0,0 1 0 0 0,0-1 0 0 0,0 0 0 0 0,0 1 0 0 0,0 0 0 0 0,2 2 2 0 0,0 0 1 0 0,0 0 0 0 0,0 0 0 0 0,0 0 0 0 0,1 0 0 0 0,-1-1 0 0 0,1 1 0 0 0,0-1 0 0 0,0 1-1 0 0,0-1 1 0 0,0 0 0 0 0,0 0 0 0 0,5 2 0 0 0,48 21-266 0 0,-52-24 202 0 0,25 9-711 0 0,0-1 0 0 0,1-2 0 0 0,0-1-1 0 0,37 3 1 0 0,125 0-6037 0 0,-180-9 6246 0 0,124-5-2209 0 0,66-20 3471 0 0,-173 20-298 0 0,47-14 0 0 0,-75 18-135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26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1 341 8392 0 0,'0'0'1113'0'0,"1"9"1935"0"0,2 40 2151 0 0,-5 60 0 0 0,1 6-1936 0 0,17 186-5080 0 0,96 512 1 0 0,-93-718-1634 0 0,1-2-1018 0 0,-9-28 5672 0 0,-5-47 952 0 0,-6-18-2064 0 0,0 0 0 0 0,0 1 0 0 0,1-1 0 0 0,-1 0 0 0 0,0 0 0 0 0,0 0 0 0 0,1 0 0 0 0,-1 0 0 0 0,0 0 0 0 0,0 1 0 0 0,1-1 0 0 0,-1 0 0 0 0,0 0 0 0 0,0 0 0 0 0,1 0 0 0 0,-1 0 0 0 0,0 0 0 0 0,0 0 0 0 0,1 0 0 0 0,-1 0 0 0 0,0 0 0 0 0,0 0 0 0 0,1 0 0 0 0,-1-1 0 0 0,0 1 0 0 0,0 0 0 0 0,0 0 0 0 0,1 0 0 0 0,-1 0 0 0 0,0 0 1 0 0,0 0-1 0 0,1-1 0 0 0,-1 1 0 0 0,0 0 0 0 0,0 0 0 0 0,0 0 0 0 0,1-1 0 0 0,1-2 429 0 0,0 0 1 0 0,0 0-1 0 0,0 0 1 0 0,0 0-1 0 0,-1 0 1 0 0,1-1 0 0 0,-1 1-1 0 0,1-6 1 0 0,96-357-522 0 0,18-67 0 0 0,37-42 0 0 0,35 14 0 0 0,-171 425-33 0 0,1 0 1 0 0,2 0-1 0 0,1 2 1 0 0,34-41-1 0 0,-37 60-129 0 0,-18 14 167 0 0,1 1 0 0 0,-1-1 1 0 0,1 1-1 0 0,-1 0 0 0 0,0-1 1 0 0,1 1-1 0 0,-1-1 0 0 0,1 1 1 0 0,-1 0-1 0 0,1 0 1 0 0,-1-1-1 0 0,1 1 0 0 0,0 0 1 0 0,-1 0-1 0 0,1 0 0 0 0,-1-1 1 0 0,1 1-1 0 0,-1 0 1 0 0,1 0-1 0 0,0 0 0 0 0,-1 0 1 0 0,1 0-1 0 0,-1 0 0 0 0,1 0 1 0 0,-1 0-1 0 0,1 1 1 0 0,0-1-1 0 0,-1 0 0 0 0,1 0 1 0 0,-1 0-1 0 0,1 1 0 0 0,-1-1 1 0 0,1 0-1 0 0,-1 0 0 0 0,1 1 1 0 0,-1-1-1 0 0,1 1 1 0 0,-1-1-1 0 0,1 0 0 0 0,-1 1 1 0 0,0-1-1 0 0,1 1 0 0 0,-1-1 1 0 0,0 1-1 0 0,1-1 1 0 0,-1 1-1 0 0,0-1 0 0 0,0 1 1 0 0,1-1-1 0 0,-1 1 0 0 0,0-1 1 0 0,0 1-1 0 0,0 0 1 0 0,0-1-1 0 0,0 1 0 0 0,0-1 1 0 0,0 1-1 0 0,0 0 0 0 0,0 0 4 0 0,3 10-9 0 0,-1-1 0 0 0,-1 1 0 0 0,0-1 0 0 0,0 1 0 0 0,-1-1 0 0 0,0 1 0 0 0,-1 0 0 0 0,-3 14 0 0 0,-24 91 0 0 0,17-77 0 0 0,-43 152-1854 0 0,49-173-7416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26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54 7840 0 0,'0'0'1081'0'0,"2"-6"2117"0"0,3-18 3124 0 0,0 1-886 0 0,-9 46-3099 0 0,-6 59-2337 0 0,0 137 0 0 0,18-126 0 0 0,-4-55 0 0 0,1 41 0 0 0,-1-104-1692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27.2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11 1252 0 0,'0'0'784'0'0,"-5"-2"3230"0"0,-13-6 12105 0 0,17 8-15901 0 0,0-1 0 0 0,0 1 0 0 0,0 0 0 0 0,0 0 0 0 0,0 0 0 0 0,0 0 0 0 0,0 0 0 0 0,-1 0 0 0 0,1 0 0 0 0,0 1 0 0 0,0-1 0 0 0,0 0 0 0 0,0 0 0 0 0,0 1 0 0 0,0-1 0 0 0,0 1 1 0 0,0-1-1 0 0,0 1 0 0 0,1-1 0 0 0,-1 1 0 0 0,0 0 0 0 0,-1 0 0 0 0,-14 16-1236 0 0,12-12 1014 0 0,1 0 0 0 0,-1 0 0 0 0,1 0 1 0 0,0 1-1 0 0,1-1 0 0 0,-1 1 0 0 0,1 0 0 0 0,0-1 1 0 0,1 1-1 0 0,0 0 0 0 0,-1 0 0 0 0,2 0 1 0 0,-1 0-1 0 0,1 1 0 0 0,0-1 0 0 0,0 0 1 0 0,0 0-1 0 0,1 0 0 0 0,0 0 0 0 0,1 0 0 0 0,-1 0 1 0 0,1 0-1 0 0,0-1 0 0 0,0 1 0 0 0,1 0 1 0 0,0-1-1 0 0,0 0 0 0 0,6 9 0 0 0,-7-12-766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28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19 267 2860 0 0,'0'0'-60'0'0,"-4"3"3678"0"0,-10 9 12213 0 0,14-12-15756 0 0,0 0 0 0 0,0 0 0 0 0,0 0 0 0 0,0 0-1 0 0,0 1 1 0 0,0-1 0 0 0,0 0 0 0 0,0 0 0 0 0,0 0-1 0 0,0 0 1 0 0,0 0 0 0 0,0 1 0 0 0,0-1 0 0 0,0 0-1 0 0,0 0 1 0 0,1 0 0 0 0,-1 0 0 0 0,0 0-1 0 0,0 1 1 0 0,0-1 0 0 0,0 0 0 0 0,0 0 0 0 0,0 0-1 0 0,1 0 1 0 0,-1 0 0 0 0,0 0 0 0 0,0 0 0 0 0,0 0-1 0 0,0 0 1 0 0,1 0 0 0 0,-1 0 0 0 0,0 0 0 0 0,0 0-1 0 0,0 0 1 0 0,0 0 0 0 0,1 0 0 0 0,-1 0 0 0 0,0 0-1 0 0,0 0 1 0 0,0 0 0 0 0,0 0 0 0 0,1 0 0 0 0,-1 0-1 0 0,0 0 1 0 0,0 0 0 0 0,0 0 0 0 0,0 0 0 0 0,0 0-1 0 0,1 0 1 0 0,-1 0 0 0 0,0 0 0 0 0,0-1 0 0 0,56 4-75 0 0,-36-2 0 0 0,1 0 0 0 0,24-3 0 0 0,-19-1 0 0 0,-1-2 0 0 0,1 0 0 0 0,-1-2 0 0 0,0-1 0 0 0,-1-1 0 0 0,37-18 0 0 0,-48 20 0 0 0,0-1 0 0 0,0 0 0 0 0,-1 0 0 0 0,0-1 0 0 0,0-1 0 0 0,-1 0 0 0 0,0-1 0 0 0,-1 0 0 0 0,0 0 0 0 0,-1-1 0 0 0,0 0 0 0 0,12-24 0 0 0,-20 34 0 0 0,-1 1 0 0 0,1-1 0 0 0,-1 1 0 0 0,1-1 0 0 0,-1 1 0 0 0,1-1 0 0 0,-1 1 0 0 0,0-1 0 0 0,0 0 0 0 0,0 1 0 0 0,0-1 0 0 0,0 1 0 0 0,0-1 0 0 0,0 0 0 0 0,-1 1 0 0 0,1-1 0 0 0,0 1 0 0 0,-1-1 0 0 0,1 1 0 0 0,-1-1 0 0 0,0 1 0 0 0,0-1 0 0 0,1 1 0 0 0,-1 0 0 0 0,0-1 0 0 0,0 1 0 0 0,0 0 0 0 0,0 0 0 0 0,0 0 0 0 0,-1 0 0 0 0,1 0 0 0 0,0 0 0 0 0,0 0 0 0 0,-1 0 0 0 0,1 0 0 0 0,-3-1 0 0 0,-2-1 0 0 0,-1 1 0 0 0,0-1 0 0 0,1 1 0 0 0,-1 0 0 0 0,0 0 0 0 0,0 1 0 0 0,-8-1 0 0 0,-1 2 0 0 0,1-1 0 0 0,-1 2 0 0 0,0 0 0 0 0,1 1 0 0 0,-1 1 0 0 0,1 0 0 0 0,0 1 0 0 0,0 1 0 0 0,0 0 0 0 0,0 1 0 0 0,1 1 0 0 0,0 0 0 0 0,0 1 0 0 0,1 0 0 0 0,0 1 0 0 0,1 1 0 0 0,-18 16 0 0 0,16-12 0 0 0,2 0 0 0 0,-1 0 0 0 0,2 1 0 0 0,0 1 0 0 0,1 0 0 0 0,0 0 0 0 0,2 1 0 0 0,0 0 0 0 0,1 0 0 0 0,0 1 0 0 0,1 0 0 0 0,2 0 0 0 0,-1 1 0 0 0,-1 26 0 0 0,5-33 0 0 0,1-1 0 0 0,0 0 0 0 0,1 0 0 0 0,1 0 0 0 0,-1 1 0 0 0,2-1 0 0 0,-1-1 0 0 0,2 1 0 0 0,-1 0 0 0 0,1-1 0 0 0,10 17 0 0 0,-10-19 0 0 0,1-1 0 0 0,0 0 0 0 0,0 0 0 0 0,0-1 0 0 0,1 1 0 0 0,0-1 0 0 0,1-1 0 0 0,-1 1 0 0 0,1-1 0 0 0,0 0 0 0 0,0-1 0 0 0,1 1 0 0 0,-1-1 0 0 0,1-1 0 0 0,16 6 0 0 0,-5-5 0 0 0,1-1 0 0 0,0 0 0 0 0,-1-2 0 0 0,1 0 0 0 0,0-1 0 0 0,0-1 0 0 0,0-1 0 0 0,-1-1 0 0 0,1 0 0 0 0,-1-2 0 0 0,38-13 0 0 0,-24 5 0 0 0,0-2 0 0 0,-1-1 0 0 0,-1-1 0 0 0,0-2 0 0 0,51-42 0 0 0,-59 41-690 0 0,-1-1 1 0 0,-1-1 0 0 0,-1 0 0 0 0,-1-2-1 0 0,-1-1 1 0 0,-1 0 0 0 0,-2-1-1 0 0,0-1 1 0 0,21-53 0 0 0,-30 58-574 0 0,-6 21 1214 0 0,0 1 0 0 0,0 0-1 0 0,0 0 1 0 0,0 0-1 0 0,0-1 1 0 0,0 1 0 0 0,0 0-1 0 0,0 0 1 0 0,0 0-1 0 0,0-1 1 0 0,0 1 0 0 0,0 0-1 0 0,0 0 1 0 0,0 0 0 0 0,0-1-1 0 0,0 1 1 0 0,0 0-1 0 0,0 0 1 0 0,0 0 0 0 0,0-1-1 0 0,-1 1 1 0 0,1 0-1 0 0,0 0 1 0 0,0 0 0 0 0,0 0-1 0 0,0-1 1 0 0,0 1 0 0 0,0 0-1 0 0,-1 0 1 0 0,1 0-1 0 0,0 0 1 0 0,0 0 0 0 0,0-1-1 0 0,0 1 1 0 0,-1 0-1 0 0,1 0 1 0 0,0 0 0 0 0,0 0-1 0 0,0 0 1 0 0,-1 0 0 0 0,-1 1-697 0 0,0 0 0 0 0,-1 1 0 0 0,1-1 1 0 0,0 1-1 0 0,0 0 0 0 0,0 0 1 0 0,1 0-1 0 0,-1-1 0 0 0,0 2 1 0 0,1-1-1 0 0,-1 0 0 0 0,-1 3 1 0 0,-7 12 447 0 0,-1 0-1 0 0,2 1 1 0 0,0 0 0 0 0,2 0 0 0 0,0 1 0 0 0,0 0 0 0 0,2 0 0 0 0,-5 31 0 0 0,8-34 343 0 0,1 0 0 0 0,0 0 0 0 0,1 0 0 0 0,1 1-1 0 0,0-1 1 0 0,1 0 0 0 0,1 0 0 0 0,0-1 0 0 0,1 1 0 0 0,1-1 0 0 0,9 21 0 0 0,-11-31-45 0 0,-1 0 0 0 0,1 0 0 0 0,0-1 0 0 0,0 1 0 0 0,0-1 0 0 0,1 1 0 0 0,0-1 0 0 0,-1 0 0 0 0,2 0-1 0 0,-1-1 1 0 0,0 1 0 0 0,1-1 0 0 0,-1 0 0 0 0,1 0 0 0 0,0-1 0 0 0,0 1 0 0 0,0-1 0 0 0,0 0 0 0 0,1 0 0 0 0,-1-1 0 0 0,1 0 0 0 0,-1 0 0 0 0,1 0 0 0 0,-1 0 0 0 0,1-1 0 0 0,-1 0 0 0 0,1 0 0 0 0,-1-1 0 0 0,1 1 0 0 0,9-4 0 0 0,-3 1 0 0 0,0 0-1 0 0,0-1 1 0 0,0-1 0 0 0,-1 0 0 0 0,1-1 0 0 0,-1 0 0 0 0,-1 0-1 0 0,1-1 1 0 0,-1-1 0 0 0,0 0 0 0 0,-1 0 0 0 0,15-17 0 0 0,-9 6-1 0 0,-1-1 0 0 0,-1-1 0 0 0,-1 0 0 0 0,10-24 0 0 0,32-95-5 0 0,-19 46 4 0 0,-22 55 312 0 0,7-18 4084 0 0,-31 86 5361 0 0,1 7-4767 0 0,-11 79-2986 0 0,19-101-1604 0 0,-1 9-597 0 0,0 0-1 0 0,2-1 0 0 0,1 1 0 0 0,5 43 0 0 0,-4-57 83 0 0,1 1 0 0 0,0-1-1 0 0,0 1 1 0 0,1-1-1 0 0,0 0 1 0 0,1 0-1 0 0,0 0 1 0 0,1 0 0 0 0,0-1-1 0 0,0 0 1 0 0,0 0-1 0 0,1 0 1 0 0,0 0-1 0 0,9 6 1 0 0,-11-10 134 0 0,1-1 1 0 0,0-1-1 0 0,0 1 1 0 0,1-1-1 0 0,-1 0 0 0 0,0 0 1 0 0,1 0-1 0 0,-1-1 0 0 0,1 0 1 0 0,0 0-1 0 0,-1-1 1 0 0,1 1-1 0 0,0-1 0 0 0,-1 0 1 0 0,1-1-1 0 0,0 1 1 0 0,-1-1-1 0 0,11-3 0 0 0,0 0-603 0 0,0-1-1 0 0,0 0 1 0 0,-1-1-1 0 0,0-1 0 0 0,19-11 1 0 0,-17 6-71 0 0,-1 0 1 0 0,0-2-1 0 0,-1 0 1 0 0,-1 0-1 0 0,0-1 1 0 0,0-1-1 0 0,-2-1 1 0 0,0 1-1 0 0,-1-2 1 0 0,-1 0-1 0 0,0 0 0 0 0,10-30 1 0 0,4-19-1789 0 0,-3-1 0 0 0,15-86 0 0 0,-34 141 3375 0 0,0 3 2262 0 0,-1 8-4896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30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1104 0 0,'0'0'0'0'0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0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1 852 0 0,'0'0'4'0'0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0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 4468 0 0,'0'0'6069'0'0,"5"-2"-3300"0"0,35-10 5688 0 0,2 4-4119 0 0,96-3-4628 0 0,-43 4 693 0 0,400-57-403 0 0,-323 38 0 0 0,-151 23-111 0 0,-16 7-657 0 0,-4-2-37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1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726 1 5576 0 0,'0'0'5106'0'0,"-4"10"-2385"0"0,-28 66 4959 0 0,6 6-3322 0 0,-12 93-2447 0 0,27-98-2346 0 0,4-1 1 0 0,5 133-1 0 0,1 32 349 0 0,-1-139 338 0 0,-1-61-252 0 0,-12 63 0 0 0,7-56 0 0 0,6-42 0 0 0,0-1 0 0 0,0 1 0 0 0,-1-1 0 0 0,1 0 0 0 0,-1 0 0 0 0,0 0 0 0 0,-6 7 0 0 0,4-9-1 0 0,-1 1 0 0 0,1-1 1 0 0,-1 0-1 0 0,0 0 0 0 0,0-1 1 0 0,-11 3-1 0 0,-7 4 4 0 0,-55 24-1 0 0,41-19-2 0 0,0 2 0 0 0,1 2 0 0 0,-64 42 0 0 0,61-36-42 0 0,22-17-3157 0 0,0 0 0 0 0,0-1 0 0 0,-27 4 0 0 0,4 0 1619 0 0,39-9 1691 0 0,6-1 2309 0 0,57-3 6544 0 0,3-5-5768 0 0,127-32-9080 0 0,-140 28 5053 0 0,24-6-2420 0 0,94-20-235 0 0,0 10 3815 0 0,-160 27-269 0 0,-1 0-1 0 0,1 1 1 0 0,0 0-1 0 0,0 0 1 0 0,0 1-1 0 0,0 0 1 0 0,-1 1-1 0 0,1 0 1 0 0,16 6-1 0 0,-8-3-599 0 0,0-1 0 0 0,29 4 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2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0 203 8036 0 0,'0'0'1117'0'0,"4"-4"1933"0"0,15-11 6994 0 0,-9 7-5725 0 0,0 5-4858 0 0,0 0 726 0 0,-8 2-187 0 0,0 0 0 0 0,0 1 0 0 0,1-1 0 0 0,-1 0 0 0 0,0 1 0 0 0,0-1 0 0 0,1 1 0 0 0,-1 0 0 0 0,0 0 0 0 0,1 0 0 0 0,-1 0 0 0 0,0 0 0 0 0,0 0 0 0 0,1 1 0 0 0,-1-1 0 0 0,0 1 0 0 0,0-1 0 0 0,1 1 0 0 0,-1 0 0 0 0,0 0 0 0 0,0 0 0 0 0,0 0 0 0 0,0 0 0 0 0,0 1 0 0 0,0-1 0 0 0,0 0 0 0 0,-1 1 0 0 0,1 0 0 0 0,1 1 0 0 0,3 4 0 0 0,-1 0 0 0 0,0 0 0 0 0,0 1 0 0 0,-1-1 0 0 0,5 12 0 0 0,-7-14 0 0 0,5 14 0 0 0,-1 0 0 0 0,0 0 0 0 0,-2 1 0 0 0,0 0 0 0 0,-2-1 0 0 0,1 25 0 0 0,-3 86 0 0 0,0-129 0 0 0,4-49-501 0 0,1 0 0 0 0,3 1 1 0 0,25-82-1 0 0,-18 84-3675 0 0,41-83 0 0 0,-51 118 3860 0 0,0 0-1 0 0,1 1 1 0 0,0-1-1 0 0,1 1 1 0 0,12-12 0 0 0,-17 19 330 0 0,-1 0 1 0 0,1 0-1 0 0,0 1 1 0 0,0-1-1 0 0,1 1 1 0 0,-1-1 0 0 0,0 1-1 0 0,0 0 1 0 0,1 0-1 0 0,-1 0 1 0 0,0 0-1 0 0,1 0 1 0 0,-1 0-1 0 0,1 1 1 0 0,-1 0-1 0 0,1-1 1 0 0,-1 1 0 0 0,1 0-1 0 0,0 0 1 0 0,-1 0-1 0 0,1 0 1 0 0,-1 1-1 0 0,1-1 1 0 0,-1 1-1 0 0,1-1 1 0 0,-1 1 0 0 0,1 0-1 0 0,-1 0 1 0 0,0 0-1 0 0,4 3 1 0 0,4 2 124 0 0,0 1 0 0 0,0 0 0 0 0,-1 1 1 0 0,15 16-1 0 0,-14-12 864 0 0,-1 0 0 0 0,0 1 0 0 0,-1 0 0 0 0,0 0 0 0 0,-1 1 1 0 0,5 14-1 0 0,-4-6-243 0 0,-1-1 0 0 0,-1 1 0 0 0,4 35 0 0 0,-4 26-7141 0 0,-4-63 3330 0 0,3 10 12332 0 0,-3-33-7678 0 0,2-8-2011 0 0,6-32-79 0 0,36-124-5778 0 0,-40 149 5603 0 0,1-1 0 0 0,1 1 0 0 0,1 1 0 0 0,1 0 0 0 0,0 0 0 0 0,21-26 0 0 0,-27 37 662 0 0,-4 5 0 0 0,1 0 0 0 0,0-1 0 0 0,0 1 0 0 0,0 0 0 0 0,0 0 0 0 0,0 0 0 0 0,0 0 0 0 0,0-1 0 0 0,0 1 0 0 0,1 1 0 0 0,-1-1 0 0 0,0 0 0 0 0,1 0 0 0 0,-1 0 0 0 0,0 1 0 0 0,1-1 0 0 0,-1 1 0 0 0,1-1 0 0 0,2 0 0 0 0,18-4-292 0 0,-14 9 803 0 0,-7-3 550 0 0,4 2-195 0 0,-1-1-1 0 0,-1 0 1 0 0,1 1-1 0 0,0 0 1 0 0,-1 0-1 0 0,1 0 1 0 0,3 5-1 0 0,34 46-699 0 0,-38-51 95 0 0,5 10 132 0 0,-1 1 1 0 0,0 0-1 0 0,0 0 1 0 0,-2 0 0 0 0,0 1-1 0 0,5 18 1 0 0,-5-17-394 0 0,1-1 0 0 0,1 0 0 0 0,1 0 0 0 0,0-1 0 0 0,1 0 0 0 0,0 0 0 0 0,1-1 0 0 0,1 0 0 0 0,21 20 0 0 0,-25-28-186 0 0,1 0 1 0 0,0 0-1 0 0,-1-1 1 0 0,2 0 0 0 0,-1 0-1 0 0,0-1 1 0 0,1 0-1 0 0,-1-1 1 0 0,14 2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3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598 311 9296 0 0,'0'0'2120'0'0,"0"4"-1917"0"0,7 3 4274 0 0,0-44 5940 0 0,-6 29-10716 0 0,3-12 299 0 0,9-88 0 0 0,-12 96 0 0 0,-1 0 0 0 0,0 0 0 0 0,-1 1 0 0 0,0-1 0 0 0,-1 0 0 0 0,-1 1 0 0 0,-3-13 0 0 0,4 21-112 0 0,1 0 0 0 0,-1 1 0 0 0,1-1 1 0 0,-1 1-1 0 0,0-1 0 0 0,0 1 0 0 0,0 0 1 0 0,0-1-1 0 0,-1 1 0 0 0,1 0 0 0 0,-1 1 1 0 0,1-1-1 0 0,-1 0 0 0 0,1 1 0 0 0,-1-1 1 0 0,0 1-1 0 0,0 0 0 0 0,0 0 0 0 0,0 0 1 0 0,0 0-1 0 0,0 1 0 0 0,0-1 1 0 0,0 1-1 0 0,-3 0 0 0 0,-6-1-641 0 0,1 1 0 0 0,0 0 0 0 0,0 1 0 0 0,-1 0 0 0 0,-13 3 0 0 0,-2 4-247 0 0,0 0 0 0 0,0 2 0 0 0,0 1 0 0 0,-36 20 0 0 0,21-6 1063 0 0,-69 54 0 0 0,94-66-53 0 0,1 0 1 0 0,1 2-1 0 0,0 0 0 0 0,1 0 0 0 0,1 1 1 0 0,0 1-1 0 0,-12 21 0 0 0,23-33 25 0 0,-1 0-1 0 0,1 0 1 0 0,-1 0-1 0 0,1 0 1 0 0,1 0-1 0 0,-1 0 1 0 0,1 1 0 0 0,0-1-1 0 0,0 1 1 0 0,0-1-1 0 0,1 1 1 0 0,0-1 0 0 0,0 1-1 0 0,1 0 1 0 0,-1-1-1 0 0,1 1 1 0 0,0-1-1 0 0,1 0 1 0 0,-1 1 0 0 0,1-1-1 0 0,0 0 1 0 0,0 0-1 0 0,1 0 1 0 0,-1 0 0 0 0,1 0-1 0 0,0-1 1 0 0,1 1-1 0 0,-1-1 1 0 0,1 0-1 0 0,0 0 1 0 0,6 5 0 0 0,-3-2 62 0 0,0-1 0 0 0,1 0 0 0 0,0 0 0 0 0,0 0 0 0 0,0-1 1 0 0,1-1-1 0 0,0 1 0 0 0,0-1 0 0 0,0-1 0 0 0,0 0 0 0 0,1 0 0 0 0,-1-1 1 0 0,1 0-1 0 0,0 0 0 0 0,-1-1 0 0 0,1-1 0 0 0,0 0 0 0 0,0 0 0 0 0,0-1 1 0 0,-1 0-1 0 0,1 0 0 0 0,0-1 0 0 0,-1-1 0 0 0,11-3 0 0 0,-6 1 85 0 0,0-1 0 0 0,-1-1 0 0 0,1 0 0 0 0,-2 0 0 0 0,1-1 0 0 0,-1-1 0 0 0,0 0 0 0 0,-1-1 0 0 0,0 0 0 0 0,14-18 0 0 0,-14 13-2 0 0,0-1-1 0 0,-1 0 0 0 0,0 0 0 0 0,-2-1 1 0 0,0-1-1 0 0,0 1 0 0 0,8-35 0 0 0,-10 30 1089 0 0,-1-1 0 0 0,-1 0 0 0 0,3-39 0 0 0,-24 111-1207 0 0,14-33-442 0 0,0-1 0 0 0,2 1 1 0 0,0 0-1 0 0,0 0 0 0 0,4 29 1 0 0,-1-37-207 0 0,-1 0 0 0 0,2 0 1 0 0,-1 0-1 0 0,1 0 0 0 0,1 0 1 0 0,-1-1-1 0 0,1 1 0 0 0,0-1 1 0 0,1 0-1 0 0,0 0 0 0 0,0-1 1 0 0,0 1-1 0 0,8 5 0 0 0,-6-5 530 0 0,0-1 0 0 0,1 0 0 0 0,-1 0 0 0 0,1-1 0 0 0,0 1 0 0 0,1-2 0 0 0,-1 0 0 0 0,1 0 0 0 0,0 0 0 0 0,0-1 0 0 0,1 0-1 0 0,-1-1 1 0 0,0 0 0 0 0,1-1 0 0 0,11 1 0 0 0,-10-2 64 0 0,0 0 0 0 0,0-1 0 0 0,-1-1 0 0 0,1 0 0 0 0,0 0 0 0 0,-1-1-1 0 0,1-1 1 0 0,-1 0 0 0 0,0 0 0 0 0,0-1 0 0 0,0 0 0 0 0,-1 0 0 0 0,10-9 0 0 0,3-4 39 0 0,-1 0 0 0 0,-1-2 1 0 0,18-23-1 0 0,21-20-2077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4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611 404 8492 0 0,'64'-31'9722'0'0,"-60"27"-8173"0"0,0-1-417 0 0,0 0 1 0 0,-1 0-1 0 0,0 0 1 0 0,0 0 0 0 0,3-8-1 0 0,-4 8-1261 0 0,-1-1 0 0 0,0 1-1 0 0,0 0 1 0 0,0-1 0 0 0,-1 1-1 0 0,1-9 1 0 0,-1 0 690 0 0,-1-4-561 0 0,-1 0 0 0 0,-1 0 0 0 0,0 0 0 0 0,-1 0 0 0 0,-1 1 0 0 0,-1 0 0 0 0,0 0 0 0 0,-10-18 0 0 0,4 6 0 0 0,10 25 2 0 0,0 0-1 0 0,0 0 1 0 0,0 0 0 0 0,-1 0 0 0 0,1 1 0 0 0,-1-1 0 0 0,0 0 0 0 0,0 1 0 0 0,-1 0 0 0 0,1 0 0 0 0,0 0 0 0 0,-1 0 0 0 0,0 1-1 0 0,0-1 1 0 0,0 1 0 0 0,0 0 0 0 0,0 0 0 0 0,0 0 0 0 0,0 1 0 0 0,-1-1 0 0 0,1 1 0 0 0,-1 0 0 0 0,1 0 0 0 0,-1 1 0 0 0,1-1-1 0 0,-1 1 1 0 0,1 0 0 0 0,-1 1 0 0 0,-7 0 0 0 0,-3 1-228 0 0,1 1 1 0 0,0 1-1 0 0,0 0 0 0 0,0 0 0 0 0,0 2 1 0 0,1-1-1 0 0,0 2 0 0 0,-15 9 1 0 0,-1 4-1406 0 0,0 2 1 0 0,2 1-1 0 0,0 1 1 0 0,1 1 0 0 0,-28 37-1 0 0,28-29 1395 0 0,3 1-1 0 0,-24 43 0 0 0,37-61 279 0 0,2 1 0 0 0,0 1 0 0 0,1 0 0 0 0,1 0-1 0 0,1 0 1 0 0,-6 38 0 0 0,10-52-32 0 0,0 1 0 0 0,1 0 0 0 0,0 0 0 0 0,0-1 0 0 0,0 1-1 0 0,1 0 1 0 0,0 0 0 0 0,0-1 0 0 0,0 1 0 0 0,0-1 0 0 0,1 1 0 0 0,-1-1-1 0 0,1 1 1 0 0,0-1 0 0 0,1 0 0 0 0,-1 0 0 0 0,1 0 0 0 0,-1 0 0 0 0,1 0-1 0 0,1 0 1 0 0,-1-1 0 0 0,0 0 0 0 0,1 1 0 0 0,0-1 0 0 0,-1-1 0 0 0,1 1-1 0 0,1-1 1 0 0,-1 1 0 0 0,0-1 0 0 0,0 0 0 0 0,1 0 0 0 0,8 1 0 0 0,-1 0 2 0 0,0-1 0 0 0,0 0-1 0 0,0-1 1 0 0,1 0 0 0 0,-1-1 0 0 0,0-1 0 0 0,1 0 0 0 0,-1-1 0 0 0,0 0 0 0 0,0 0 0 0 0,0-2 0 0 0,0 1 0 0 0,0-2 0 0 0,-1 1 0 0 0,22-13 0 0 0,-8 2 7 0 0,0-1 0 0 0,-2-1 0 0 0,0-1 0 0 0,0-1-1 0 0,33-37 1 0 0,-39 36-6 0 0,0-1 1 0 0,-2 0-1 0 0,0-1 0 0 0,-1-1 0 0 0,12-28 0 0 0,-22 42-7 0 0,1-1 0 0 0,-2 0 0 0 0,1 0 0 0 0,-1 0 0 0 0,-1 0 1 0 0,0-1-1 0 0,0 1 0 0 0,-1 0 0 0 0,-1-1 0 0 0,1 0 0 0 0,-2 1 0 0 0,0-1 0 0 0,0 1 0 0 0,0-1 0 0 0,-6-16 0 0 0,7 26 56 0 0,-1-1 0 0 0,0 0 0 0 0,1 0 0 0 0,-1 0-1 0 0,0 1 1 0 0,0-1 0 0 0,0 0 0 0 0,0 1 0 0 0,0-1 0 0 0,0 1-1 0 0,-1-1 1 0 0,1 1 0 0 0,0-1 0 0 0,-1 1 0 0 0,1 0 0 0 0,-1 0 0 0 0,1 0-1 0 0,-1 0 1 0 0,0 0 0 0 0,-2-1 0 0 0,2 2 346 0 0,0 0 0 0 0,-1 0 0 0 0,1 0 0 0 0,0 0 0 0 0,0 0 0 0 0,0 1 0 0 0,0-1 0 0 0,0 1 0 0 0,0 0 0 0 0,0-1 0 0 0,0 1 1 0 0,0 0-1 0 0,1 0 0 0 0,-1 0 0 0 0,0 0 0 0 0,0 1 0 0 0,1-1 0 0 0,-3 3 0 0 0,-4 2-209 0 0,2 1 0 0 0,-1-1 0 0 0,1 1 0 0 0,0 1 0 0 0,1-1 0 0 0,-1 1 0 0 0,1 0 1 0 0,1 0-1 0 0,0 1 0 0 0,-6 16 0 0 0,5-10-155 0 0,2 0 0 0 0,0 0 1 0 0,1 0-1 0 0,0 0 0 0 0,1 1 1 0 0,1 16-1 0 0,4 8-251 0 0,1-1 0 0 0,2-1 0 0 0,1 1 0 0 0,20 51-1 0 0,-9-25-1380 0 0,-2 0 0 0 0,-4 2-1 0 0,-2 0 1 0 0,-3 0 0 0 0,-1 105 0 0 0,-10-95 1450 0 0,-2 0 0 0 0,-5 0 0 0 0,-2-1 0 0 0,-36 120 0 0 0,39-165 139 0 0,-1-1 0 0 0,-1 0 1 0 0,-2 0-1 0 0,-1-2 0 0 0,-2 1 0 0 0,-33 46 1 0 0,47-72 44 0 0,-1 0 0 0 0,0 0 0 0 0,0 0 1 0 0,-1 0-1 0 0,1 0 0 0 0,0-1 0 0 0,-1 1 1 0 0,0-1-1 0 0,1 0 0 0 0,-1 0 0 0 0,0 0 1 0 0,0-1-1 0 0,0 1 0 0 0,0-1 0 0 0,0 0 1 0 0,-1 0-1 0 0,-3 0 0 0 0,2-1 20 0 0,0 0 0 0 0,0-1-1 0 0,0 0 1 0 0,0 0 0 0 0,0 0-1 0 0,0 0 1 0 0,0-1 0 0 0,0 0 0 0 0,1-1-1 0 0,-10-4 1 0 0,-3-4 19 0 0,2-1 0 0 0,-1 0-1 0 0,2-1 1 0 0,0 0 0 0 0,0-2 0 0 0,-12-16 0 0 0,8 8 509 0 0,2 0 0 0 0,1-1 0 0 0,1-1 0 0 0,1 0 1 0 0,2-1-1 0 0,0 0 0 0 0,1-1 0 0 0,2 0 0 0 0,1-1 1 0 0,1 0-1 0 0,1 0 0 0 0,2-1 0 0 0,1 1 0 0 0,0-47 1 0 0,5 58-842 0 0,1 0 0 0 0,1 0 1 0 0,0 1-1 0 0,2-1 0 0 0,-1 1 1 0 0,2 0-1 0 0,0 0 0 0 0,1 1 1 0 0,1 0-1 0 0,0 0 0 0 0,1 1 1 0 0,15-17-1 0 0,3 0-1011 0 0,1 2 0 0 0,1 1-1 0 0,1 1 1 0 0,37-24 0 0 0,280-168-296 0 0,-42 28 1664 0 0,-221 135-109 0 0,1 0 0 0 0,-2-4 0 0 0,77-70 0 0 0,-141 110 206 0 0,27-34 0 0 0,-41 45-112 0 0,1 1 0 0 0,-1-2 1 0 0,-1 1-1 0 0,0-1 1 0 0,0 1-1 0 0,5-20 0 0 0,-9 27-42 0 0,-1 1 0 0 0,1-1 0 0 0,-1 0 0 0 0,0 0 0 0 0,0 0 0 0 0,1 1 0 0 0,-1-1 0 0 0,0 0 0 0 0,-1 0 0 0 0,1 0 0 0 0,0 1 0 0 0,0-1 0 0 0,-1 0 0 0 0,1 0 0 0 0,-1 0 0 0 0,0 1 0 0 0,1-1 0 0 0,-1 1 0 0 0,0-1 0 0 0,0 0 0 0 0,0 1 0 0 0,-2-3 0 0 0,0 2 6 0 0,0-1-1 0 0,1 2 1 0 0,-1-1-1 0 0,0 0 1 0 0,0 0-1 0 0,0 1 1 0 0,0 0-1 0 0,0 0 1 0 0,0 0-1 0 0,-1 0 1 0 0,-4-1-1 0 0,-5 0 129 0 0,1 1 0 0 0,-1 1 0 0 0,0 0 0 0 0,1 1 0 0 0,-20 3 0 0 0,7 3 322 0 0,-1 1 1 0 0,1 1-1 0 0,1 1 1 0 0,0 1-1 0 0,0 1 1 0 0,1 2-1 0 0,1 0 1 0 0,0 1-1 0 0,-24 23 1 0 0,21-16-144 0 0,1 0 1 0 0,1 2 0 0 0,1 1 0 0 0,-25 36-1 0 0,38-48-375 0 0,1 0-1 0 0,0 0 1 0 0,1 1-1 0 0,1 0 1 0 0,0 0-1 0 0,1 0 0 0 0,0 1 1 0 0,1-1-1 0 0,1 1 1 0 0,0 0-1 0 0,0 21 1 0 0,3-30 9 0 0,0 0 0 0 0,1 0 0 0 0,-1 0 0 0 0,1 0 0 0 0,1 0 0 0 0,-1 0 0 0 0,1 0 0 0 0,0 0 0 0 0,0-1 0 0 0,1 1 0 0 0,-1-1 0 0 0,1 0 0 0 0,0 0 0 0 0,7 9 0 0 0,-4-9 0 0 0,0 1 0 0 0,0-1 0 0 0,0 0 0 0 0,0 0 0 0 0,1-1 0 0 0,0 0 0 0 0,-1 0 0 0 0,2 0 0 0 0,-1-1 0 0 0,9 2 0 0 0,0 0 0 0 0,1-1 0 0 0,0-1 0 0 0,1 0 0 0 0,-1-1 0 0 0,0-1 0 0 0,1-1 0 0 0,-1-1 0 0 0,0 0 0 0 0,24-5 0 0 0,7-7 0 0 0,0-2 0 0 0,-1-2 0 0 0,77-40 0 0 0,-99 45 0 0 0,31-13-1917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5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0 401 7436 0 0,'0'0'2082'0'0,"4"6"815"0"0,16 34 8498 0 0,-7 9-8101 0 0,0 56-5128 0 0,-11-76 2778 0 0,115 665-1374 0 0,-84-483-5167 0 0,-20-110-209 0 0,-12-93 5954 0 0,0 0 0 0 0,0-1 0 0 0,1 1 0 0 0,0 0 0 0 0,1-1 0 0 0,-1 0 0 0 0,2 0-1 0 0,-1 0 1 0 0,1 0 0 0 0,8 11 0 0 0,-12-17 129 0 0,0-1 0 0 0,1 0 0 0 0,-1 1 0 0 0,0-1 0 0 0,1 0 0 0 0,-1 0 0 0 0,1 0 0 0 0,-1 1 0 0 0,1-1 0 0 0,-1 0 0 0 0,0 0 0 0 0,1 0 0 0 0,-1 0 0 0 0,1 0 0 0 0,-1 0 0 0 0,1 0-1 0 0,-1 0 1 0 0,1 0 0 0 0,-1 0 0 0 0,1 0 0 0 0,-1 0 0 0 0,0 0 0 0 0,1 0 0 0 0,-1 0 0 0 0,1 0 0 0 0,-1 0 0 0 0,1-1 0 0 0,-1 1 0 0 0,0 0 0 0 0,1-1 0 0 0,12-8 1343 0 0,2-8-1642 0 0,0-1 0 0 0,-1-1 0 0 0,0 0 0 0 0,-2-1 0 0 0,0 0 0 0 0,-2-1 0 0 0,12-30 0 0 0,43-165 45 0 0,-59 193 28 0 0,46-180-165 0 0,80-284-1816 0 0,-92 358-298 0 0,42-128-4594 0 0,-14 94 6356 0 0,-65 157 474 0 0,0-1-1 0 0,0 1 0 0 0,1 0 1 0 0,0 0-1 0 0,0 0 1 0 0,1 1-1 0 0,8-9 1 0 0,-9 17 1288 0 0,0 3-11 0 0,0 0 1 0 0,0 1 0 0 0,-1 0 0 0 0,5 13 0 0 0,9 49-2282 0 0,-17-67 944 0 0,2 9-8878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6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20 5880 0 0,'0'0'2539'0'0,"-4"-2"609"0"0,-14-8 8578 0 0,17 9-11631 0 0,0 0-1 0 0,0 1 0 0 0,0-1 1 0 0,0 0-1 0 0,0 1 0 0 0,0-1 0 0 0,0 1 1 0 0,0-1-1 0 0,0 1 0 0 0,0 0 1 0 0,0-1-1 0 0,0 1 0 0 0,0 0 1 0 0,0 0-1 0 0,0 0 0 0 0,-1 0 1 0 0,1 0-1 0 0,0 0 0 0 0,0 0 0 0 0,0 0 1 0 0,0 0-1 0 0,0 1 0 0 0,0-1 1 0 0,0 0-1 0 0,0 1 0 0 0,-1-1 1 0 0,1 0-1 0 0,0 1 0 0 0,0 0 1 0 0,1-1-1 0 0,-1 1 0 0 0,0 0 0 0 0,-1 0 1 0 0,-1 2-162 0 0,1 0 0 0 0,0 0 0 0 0,0 0-1 0 0,0 0 1 0 0,1 0 0 0 0,-1 1 0 0 0,-1 3 0 0 0,1-2 318 0 0,-7 15-251 0 0,2 0 0 0 0,0 1 0 0 0,1-1 0 0 0,1 1 0 0 0,-4 40 0 0 0,3 110 0 0 0,6-158 0 0 0,0-13-4 0 0,0 0 0 0 0,0 1 1 0 0,0-1-1 0 0,0 0 1 0 0,0 0-1 0 0,0 1 1 0 0,0-1-1 0 0,0 0 0 0 0,1 0 1 0 0,-1 1-1 0 0,0-1 1 0 0,0 0-1 0 0,0 0 1 0 0,0 1-1 0 0,0-1 0 0 0,0 0 1 0 0,1 0-1 0 0,-1 1 1 0 0,0-1-1 0 0,0 0 1 0 0,0 0-1 0 0,0 0 0 0 0,1 1 1 0 0,-1-1-1 0 0,0 0 1 0 0,0 0-1 0 0,1 0 1 0 0,-1 0-1 0 0,0 0 0 0 0,0 1 1 0 0,1-1-1 0 0,-1 0 1 0 0,0 0-1 0 0,0 0 1 0 0,1 0-1 0 0,-1 0 0 0 0,0 0 1 0 0,0 0-1 0 0,1 0 1 0 0,-1 0-1 0 0,0 0 1 0 0,1 0-1 0 0,-1 0 0 0 0,0 0 1 0 0,0 0-1 0 0,1 0 1 0 0,-1-1-1 0 0,0 1 1 0 0,0 0-1 0 0,1 0 0 0 0,-1 0 1 0 0,0 0-1 0 0,0 0 1 0 0,1 0-1 0 0,-1-1 1 0 0,0 1-1 0 0,6-6-1417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6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9148 0 0,'0'0'3300'0'0,"6"45"10466"0"0,-2-5-13766 0 0,4 5 0 0 0,7 1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47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23 625 8092 0 0,'0'0'471'0'0,"-4"5"1794"0"0,-1 1-57 0 0,-9 16 11006 0 0,50-23-13250 0 0,-6-1 36 0 0,0-2 0 0 0,-1-1 0 0 0,1-1 0 0 0,-1-1 0 0 0,-1-2 0 0 0,1-1 0 0 0,-2-1 0 0 0,1-2 0 0 0,48-30 0 0 0,-60 32 0 0 0,0-1 0 0 0,0-1 0 0 0,-1 0 0 0 0,-1-1 0 0 0,18-23 0 0 0,-27 31 0 0 0,-1 0 0 0 0,0-1 0 0 0,0 0 0 0 0,-1 1 0 0 0,0-2 0 0 0,0 1 0 0 0,-1 0 0 0 0,0 0 0 0 0,0-1 0 0 0,-1 1 0 0 0,0-1 0 0 0,0 1 0 0 0,0-1 0 0 0,-1 0 0 0 0,0 1 0 0 0,-1-1 0 0 0,-1-8 0 0 0,1 9 0 0 0,0 2 0 0 0,0 0 0 0 0,0 1 0 0 0,0-1 0 0 0,0 1 0 0 0,-1-1 0 0 0,-3-7 0 0 0,4 10 0 0 0,0 1 0 0 0,1 0 0 0 0,-1 0 0 0 0,0 0 0 0 0,0 0 0 0 0,0 1 0 0 0,-1-1 0 0 0,1 0 0 0 0,0 0 0 0 0,0 1 0 0 0,0-1 0 0 0,-1 0 0 0 0,1 1 0 0 0,0-1 0 0 0,0 1 0 0 0,-1 0 0 0 0,1-1 0 0 0,0 1 0 0 0,-1 0 0 0 0,1 0 0 0 0,-1 0 0 0 0,1 0 0 0 0,0 0 0 0 0,-1 0 0 0 0,1 0 0 0 0,0 0 0 0 0,-1 1 0 0 0,-1 0 0 0 0,-6 1-24 0 0,1 1 0 0 0,-1 1 0 0 0,1-1 0 0 0,0 1 0 0 0,0 1 1 0 0,1-1-1 0 0,-1 1 0 0 0,1 1 0 0 0,0-1 0 0 0,0 1 0 0 0,-6 8 1 0 0,0 0-438 0 0,1 0 0 0 0,1 1 0 0 0,0 1 0 0 0,-11 20 0 0 0,14-20-523 0 0,1 0-1 0 0,0 0 1 0 0,1 1-1 0 0,1 0 1 0 0,1 1-1 0 0,0-1 0 0 0,-1 22 1 0 0,4-29 928 0 0,0-1 1 0 0,1 0-1 0 0,0 0 1 0 0,1 0-1 0 0,0 1 0 0 0,0-1 1 0 0,1 0-1 0 0,0 0 1 0 0,1 0-1 0 0,0-1 1 0 0,0 1-1 0 0,1-1 1 0 0,0 1-1 0 0,0-1 1 0 0,10 12-1 0 0,-11-16 57 0 0,1-1 0 0 0,-1 0 0 0 0,1 0 0 0 0,0 0 0 0 0,0-1 0 0 0,1 1 0 0 0,-1-1 0 0 0,0 0 1 0 0,1 0-1 0 0,-1-1 0 0 0,1 1 0 0 0,0-1 0 0 0,-1 0 0 0 0,1 0 0 0 0,0-1 0 0 0,0 1 0 0 0,0-1 0 0 0,0 0 0 0 0,-1 0 0 0 0,8-2 0 0 0,3 0-5 0 0,-1-1-1 0 0,1 0 0 0 0,-1-1 0 0 0,0 0 1 0 0,19-10-1 0 0,-3-1 13 0 0,-1-1 0 0 0,-1-2 1 0 0,0 0-1 0 0,-2-2 0 0 0,0-2 0 0 0,-1 0 0 0 0,-1-1 1 0 0,-1-1-1 0 0,-2-2 0 0 0,0 0 0 0 0,-2-1 0 0 0,23-42 1 0 0,-14-10 1656 0 0,-33 92 574 0 0,0-1 0 0 0,1 1 1 0 0,-2 14-1 0 0,3-13-1780 0 0,1 1-1 0 0,0 28 1 0 0,3-32-1120 0 0,-1-1 0 0 0,1 1 1 0 0,1-1-1 0 0,0 1 0 0 0,0-1 0 0 0,1 0 0 0 0,0 0 1 0 0,1 0-1 0 0,0 0 0 0 0,1-1 0 0 0,10 17 1 0 0,-12-23 483 0 0,0 1 0 0 0,0-1 1 0 0,1 0-1 0 0,0 1 0 0 0,-1-2 1 0 0,1 1-1 0 0,0 0 0 0 0,0-1 1 0 0,1 0-1 0 0,-1 1 1 0 0,0-2-1 0 0,1 1 0 0 0,-1 0 1 0 0,1-1-1 0 0,0 0 0 0 0,-1 0 1 0 0,1-1-1 0 0,0 1 0 0 0,0-1 1 0 0,-1 0-1 0 0,1 0 0 0 0,0-1 1 0 0,0 1-1 0 0,6-2 1 0 0,4-1 231 0 0,-1-1 1 0 0,1-1 0 0 0,-1 0 0 0 0,0 0 0 0 0,0-1-1 0 0,18-12 1 0 0,-17 8-51 0 0,0-1 0 0 0,0-1 0 0 0,-1 0 0 0 0,0-1 0 0 0,-1-1 0 0 0,-1 0 0 0 0,0 0 0 0 0,-1-1 0 0 0,17-30 0 0 0,-1-8 11 0 0,34-95 0 0 0,-56 134-12 0 0,-3 4 6094 0 0,-4 19-1993 0 0,-7 58-3253 0 0,4-35-1166 0 0,-1 47 0 0 0,6-66-572 0 0,1-1 1 0 0,0 1-1 0 0,6 23 0 0 0,-6-31 413 0 0,1-1 1 0 0,-1 1-1 0 0,1-1 0 0 0,0 0 0 0 0,0 1 1 0 0,0-1-1 0 0,1 0 0 0 0,-1 0 0 0 0,1-1 1 0 0,0 1-1 0 0,6 5 0 0 0,-5-6 369 0 0,0 0-1 0 0,0 0 1 0 0,1 0-1 0 0,-1-1 1 0 0,1 0-1 0 0,0 1 1 0 0,-1-2-1 0 0,1 1 1 0 0,0-1-1 0 0,0 1 1 0 0,0-1 0 0 0,0-1-1 0 0,1 1 1 0 0,8-1-1 0 0,-2-1 143 0 0,0 0 0 0 0,1 0 1 0 0,-1-2-1 0 0,0 1 0 0 0,-1-2 0 0 0,1 1 0 0 0,0-2 0 0 0,-1 0 0 0 0,0 0 0 0 0,16-10 1 0 0,-4-2-34 0 0,-1-1 0 0 0,0 0 0 0 0,-2-2 1 0 0,0 0-1 0 0,19-26 0 0 0,-8 5 7 0 0,-3 0 0 0 0,24-46 0 0 0,-44 73-6 0 0,0-1-1 0 0,0-1 1 0 0,-2 1 0 0 0,0-1 0 0 0,-1 0-1 0 0,0 0 1 0 0,-1-1 0 0 0,-1 0-1 0 0,1-22 1 0 0,-4 39 30 0 0,0 0 0 0 0,0 0 0 0 0,0 0-1 0 0,0 0 1 0 0,0-1 0 0 0,0 1 0 0 0,0 0-1 0 0,0 0 1 0 0,0 0 0 0 0,0 0 0 0 0,0-1 0 0 0,0 1-1 0 0,0 0 1 0 0,0 0 0 0 0,0 0 0 0 0,0 0 0 0 0,0 0-1 0 0,0 0 1 0 0,0-1 0 0 0,-1 1 0 0 0,1 0-1 0 0,0 0 1 0 0,0 0 0 0 0,0 0 0 0 0,0 0 0 0 0,0 0-1 0 0,0 0 1 0 0,0-1 0 0 0,-1 1 0 0 0,1 0 0 0 0,0 0-1 0 0,0 0 1 0 0,0 0 0 0 0,0 0 0 0 0,0 0-1 0 0,-1 0 1 0 0,1 0 0 0 0,0 0 0 0 0,0 0 0 0 0,0 0-1 0 0,0 0 1 0 0,-1 0 0 0 0,1 0 0 0 0,0 0 0 0 0,0 0-1 0 0,0 0 1 0 0,-19 7 4758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54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1727 6028 0 0,'0'0'1460'0'0,"4"-4"1564"0"0,2-2 209 0 0,41-54 9236 0 0,-39 50-12469 0 0,-4 6 0 0 0,0 0 0 0 0,0 0 0 0 0,1 0 0 0 0,-1 1 0 0 0,1-1 0 0 0,0 1 0 0 0,0 1 0 0 0,0-1 0 0 0,9-3 0 0 0,5-2 0 0 0,716-336 219 0 0,-222 111-3973 0 0,-8-5-4924 0 0,4 8 8012 0 0,-180 79 873 0 0,113-48 74 0 0,58 4 1271 0 0,-495 193-1467 0 0,-1 1 580 0 0,-1-1 0 0 0,0 1-1 0 0,1 0 1 0 0,-1 0 0 0 0,1 0 0 0 0,-1 0-1 0 0,1 0 1 0 0,0 1 0 0 0,-1 0-1 0 0,1 0 1 0 0,4 0 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56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1 248 9296 0 0,'0'0'1370'0'0,"5"-1"1414"0"0,45-10 5226 0 0,1 3-3683 0 0,109-6-3968 0 0,-21 3-291 0 0,294-33-135 0 0,586-42-13707 0 0,-656 58 14703 0 0,838-17-187 0 0,-1066 47-649 0 0,-27-2 82 0 0,116 16 1 0 0,-210-14-91 0 0,-1 1 0 0 0,1 1-1 0 0,15 7 1 0 0,23 6 1965 0 0,7-2 4196 0 0,1 1-3120 0 0,-7-4-5009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7:59:57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0 240 8240 0 0,'0'0'1516'0'0,"4"-4"1517"0"0,11-17 7721 0 0,-3 7-8083 0 0,-2 5-2671 0 0,-10 8 0 0 0,0 1 0 0 0,1 0 0 0 0,-1-1 0 0 0,1 1 0 0 0,-1-1 0 0 0,1 1 0 0 0,-1 0 0 0 0,1-1 0 0 0,0 1 0 0 0,-1 0 0 0 0,1 0 0 0 0,-1-1 0 0 0,1 1 0 0 0,0 0 0 0 0,-1 0 0 0 0,1 0 0 0 0,-1 0 0 0 0,1 0 0 0 0,0 0 0 0 0,-1 0 0 0 0,1 0 0 0 0,0 0 0 0 0,-1 0 0 0 0,1 0 0 0 0,0 0 0 0 0,-1 0 0 0 0,1 1 0 0 0,-1-1 0 0 0,1 0 0 0 0,0 0 0 0 0,-1 1 0 0 0,1-1 0 0 0,-1 0 0 0 0,1 1 0 0 0,-1-1 0 0 0,1 0 0 0 0,0 2 0 0 0,-1-2 0 0 0,26 11 0 0 0,0 0 0 0 0,1-2 0 0 0,1 0 0 0 0,-1-2 0 0 0,48 5 0 0 0,145 1 0 0 0,-192-12 0 0 0,337 1 31 0 0,183-13-6910 0 0,-101 0 1305 0 0,831-79 6246 0 0,-882 12 15 0 0,-139 3 6155 0 0,-254 75-6120 0 0,6-1 2078 0 0,-3 1-2101 0 0,-13 1-2589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0:03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34 360 17383 0 0,'0'0'880'0'0,"-5"0"90"0"0,0 0-1477 0 0,-13 0 4440 0 0,17 0-3890 0 0,1 0 0 0 0,0 0 0 0 0,0 0 0 0 0,-1 0 0 0 0,1 0 0 0 0,0 0 0 0 0,0 0 1 0 0,0 0-1 0 0,-1 0 0 0 0,1 1 0 0 0,0-1 0 0 0,0 0 0 0 0,0 0 0 0 0,-1 0 0 0 0,1 0 1 0 0,0 0-1 0 0,0 1 0 0 0,0-1 0 0 0,0 0 0 0 0,-1 0 0 0 0,1 0 0 0 0,0 0 0 0 0,0 1 1 0 0,0-1-1 0 0,0 0 0 0 0,0 0 0 0 0,0 1 0 0 0,0-1 0 0 0,0 0 0 0 0,-1 0 0 0 0,1 0 0 0 0,0 1 1 0 0,0-1-1 0 0,0 0 0 0 0,0 0 0 0 0,0 1 0 0 0,0-1 0 0 0,0 0 0 0 0,0 0 0 0 0,0 0 1 0 0,1 1-1 0 0,-1-1 0 0 0,0 0 0 0 0,0 0 0 0 0,0 1 0 0 0,0-1 0 0 0,0 0 0 0 0,0 0 1 0 0,0 0-1 0 0,0 1 0 0 0,1-1 0 0 0,-1 0 0 0 0,0 0 0 0 0,0 0 0 0 0,0 0 0 0 0,0 1 1 0 0,1-1-1 0 0,-1 0 0 0 0,0 0 0 0 0,0 0 0 0 0,0 0 0 0 0,1 0 0 0 0,1 2 77 0 0,40 13 552 0 0,6-9-354 0 0,0-4 0 0 0,0-1 1 0 0,1-2-1 0 0,58-9 0 0 0,222-11 362 0 0,-280 19-607 0 0,208-3 299 0 0,60 3-119 0 0,-24-7-76 0 0,-137 0-94 0 0,513-30 193 0 0,-504 26-214 0 0,213-19 52 0 0,-224 18-78 0 0,72-9 6 0 0,245-8 56 0 0,-438 30-88 0 0,162-9 49 0 0,93-1-2 0 0,905-35 40 0 0,-327-17 0 0 0,-649 46-81 0 0,53-2 15 0 0,-71 11 26 0 0,117-2 293 0 0,-314 10-334 0 0,-7 3-6 0 0,-18 9-3853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0:3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11048 0 0,'0'0'5184'0'0,"4"2"-5026"0"0,1 0 62 0 0,0 0 0 0 0,0 0-1 0 0,1-1 1 0 0,-1 0 0 0 0,0 0-1 0 0,0 0 1 0 0,1-1 0 0 0,8 0-1 0 0,-13 0 543 0 0,6-3 3 0 0,-3 1-3128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0:43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0 1600 0 0,'0'0'40'0'0,"-26"25"56"0"0,20-15 16 0 0,-10 0-104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0:4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1 495 7136 0 0,'0'0'7617'0'0,"2"-1"-6982"0"0,-1 1-1 0 0,1 0 1 0 0,-1 0-1 0 0,1 0 1 0 0,-1 0 0 0 0,1 0-1 0 0,-1 1 1 0 0,1-1 0 0 0,0 0-1 0 0,-1 1 1 0 0,3 0 0 0 0,2 13-331 0 0,-1 0 1 0 0,0 0 0 0 0,-1 0 0 0 0,-1 1 0 0 0,0 0-1 0 0,1 23 1 0 0,7 36 219 0 0,17 64 323 0 0,12 187 1 0 0,-13-145-440 0 0,1 15-118 0 0,-13-16-94 0 0,9 107 45 0 0,-4-25-68 0 0,6 160 60 0 0,17 264 80 0 0,-17-395-200 0 0,16 298 77 0 0,-36-494-168 0 0,8 218 52 0 0,-12-88-39 0 0,-1 144 38 0 0,-1 39 25 0 0,2-169-34 0 0,-6 59 6 0 0,1 73 32 0 0,-15 358 106 0 0,1-228-89 0 0,-27 390 75 0 0,11-326-91 0 0,7-249-43 0 0,11-161 25 0 0,6 244 0 0 0,14-284-5 0 0,5 65 17 0 0,8-2-78 0 0,21 182-3 0 0,-31-262 0 0 0,-7-69-9 0 0,1 0 0 0 0,1 0 1 0 0,1 0-1 0 0,16 51 0 0 0,-19-75-6 0 0,1 0 0 0 0,0 0 0 0 0,0-1 1 0 0,0 1-1 0 0,1-1 0 0 0,-1 0 0 0 0,1 0 0 0 0,0 1 1 0 0,0-2-1 0 0,0 1 0 0 0,0 0 0 0 0,0-1 0 0 0,1 1 1 0 0,-1-1-1 0 0,1 0 0 0 0,0 0 0 0 0,-1 0 1 0 0,1-1-1 0 0,0 1 0 0 0,0-1 0 0 0,0 0 0 0 0,0 0 1 0 0,0 0-1 0 0,0-1 0 0 0,0 1 0 0 0,1-1 0 0 0,-1 0 1 0 0,6-1-1 0 0,12-1 3 0 0,-1-1 0 0 0,0-1 0 0 0,0-1 0 0 0,24-8 0 0 0,-33 9-2 0 0,672-208 118 0 0,-190 103-90 0 0,9 42-30 0 0,-304 43-5 0 0,576-52 4 0 0,-679 68 1 0 0,1039-13 17 0 0,-939 34-8 0 0,-1 9-1 0 0,314 77 1 0 0,31 33 36 0 0,-388-93-29 0 0,80 17 33 0 0,-172-44-18 0 0,121 6 1 0 0,-121-18 4 0 0,1-2 1 0 0,-1-2-1 0 0,0-4 0 0 0,-1-2 0 0 0,77-22 0 0 0,-129 29-34 0 0,0-1-1 0 0,0 1 1 0 0,0-1 0 0 0,0 0-1 0 0,-1-1 1 0 0,0 1-1 0 0,0-1 1 0 0,0 0-1 0 0,9-12 1 0 0,-5 5-2 0 0,0 0 0 0 0,-1-1-1 0 0,-1 1 1 0 0,8-16 0 0 0,-3-6 0 0 0,-1 0 0 0 0,-2-1 0 0 0,-1 0 0 0 0,5-42 0 0 0,1 1 0 0 0,30-202 1 0 0,-18 107 5 0 0,103-639 20 0 0,-48 1-2 0 0,-40 106-1 0 0,4-41-6 0 0,-38 56 12 0 0,-12 476-27 0 0,-26-225-2 0 0,13 241 0 0 0,-12-116 0 0 0,-14-283 0 0 0,47-396 0 0 0,2 650 0 0 0,-10-15 0 0 0,0 0 0 0 0,6 191 0 0 0,9-384 16 0 0,30-72-16 0 0,4-19 0 0 0,-45 585 0 0 0,-3 0 1 0 0,-2 0-1 0 0,-3 0 0 0 0,-26-95 0 0 0,24 120 1 0 0,-1 1 0 0 0,-2 0 0 0 0,-1 0-1 0 0,-1 2 1 0 0,-1 0 0 0 0,-2 1 0 0 0,0 0-1 0 0,-32-32 1 0 0,42 48-1 0 0,1 1-1 0 0,9 14-1 0 0,-1 0 0 0 0,1 0 0 0 0,-1 1 1 0 0,-1-1-1 0 0,1 9 0 0 0,1 3-2 0 0,3 18-3917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0:48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4 2808 0 0,'-7'-1'242'0'0,"-1"0"0"0"0,0 0 0 0 0,1 0 0 0 0,-1 1 0 0 0,0 0 0 0 0,1 1 0 0 0,-1 0 1 0 0,0 0-1 0 0,1 0 0 0 0,-1 1 0 0 0,1 0 0 0 0,0 1 0 0 0,-1 0 0 0 0,1 0 0 0 0,-12 7 0 0 0,1 1 263 0 0,1 2 0 0 0,-25 22-1 0 0,36-29 256 0 0,1 0 0 0 0,-1 1-1 0 0,1 0 1 0 0,1 0-1 0 0,-7 11 1 0 0,9-14-243 0 0,0 1 1 0 0,0-1-1 0 0,1 1 1 0 0,-1 0-1 0 0,1 0 0 0 0,0 0 1 0 0,0-1-1 0 0,1 1 1 0 0,0 10-1 0 0,0-12-372 0 0,0 1 0 0 0,1 0 1 0 0,0 0-1 0 0,0 0 0 0 0,0 0 0 0 0,0-1 1 0 0,0 1-1 0 0,1-1 0 0 0,0 1 0 0 0,0-1 0 0 0,0 1 1 0 0,0-1-1 0 0,0 0 0 0 0,1 0 0 0 0,-1 0 1 0 0,1 0-1 0 0,0 0 0 0 0,0-1 0 0 0,0 1 0 0 0,4 1 1 0 0,4 3 90 0 0,1-2 1 0 0,-1 1-1 0 0,1-2 1 0 0,0 0 0 0 0,1 0-1 0 0,-1-1 1 0 0,1 0-1 0 0,-1-1 1 0 0,1-1 0 0 0,23 0-1 0 0,5-2 171 0 0,0-2 0 0 0,42-9 1 0 0,72-15 414 0 0,223-29 317 0 0,113 47-336 0 0,-110 6-392 0 0,-157-2-197 0 0,56-3 15 0 0,97-3 28 0 0,-9 0-2 0 0,-2-24-32 0 0,-206 9-126 0 0,519-60 435 0 0,-658 84-501 0 0,1 1 0 0 0,0 0 1 0 0,-1 2-1 0 0,1 1 0 0 0,-1 0 0 0 0,1 2 0 0 0,27 7 0 0 0,-48-10-21 0 0,1 0-1 0 0,-1 1 0 0 0,1-1 0 0 0,-1 0 1 0 0,0 1-1 0 0,1-1 0 0 0,-1 1 0 0 0,0-1 1 0 0,0 1-1 0 0,0-1 0 0 0,0 1 0 0 0,0 0 1 0 0,-1-1-1 0 0,1 1 0 0 0,0 0 0 0 0,-1 0 1 0 0,1 0-1 0 0,-1 0 0 0 0,0 0 0 0 0,0-1 1 0 0,1 1-1 0 0,-1 0 0 0 0,0 0 0 0 0,-1 0 1 0 0,1 3-1 0 0,0-4 5 0 0,0 1 26 0 0,-2 12 72 0 0,-12 8-74 0 0,0 1-1 0 0,2 1 1 0 0,0 0-1 0 0,2 0 1 0 0,0 1-1 0 0,-8 39 1 0 0,-22 162 10 0 0,35-189-30 0 0,-27 447 70 0 0,32-461-84 0 0,-1 52 2 0 0,2-36-1 0 0,-2 1 0 0 0,-8 51-1 0 0,6-72 2 0 0,0 1-1 0 0,1 24 0 0 0,1-34 2 0 0,-6-1 1 0 0,-5-4-1 0 0,1-6-5 0 0,0-1 0 0 0,1 1 1 0 0,-1-2-1 0 0,1 0 1 0 0,-1 0-1 0 0,1 0 0 0 0,0-2 1 0 0,-13-6-1 0 0,-35-13 3 0 0,14 13 2 0 0,1 2 0 0 0,-2 1 0 0 0,-55-2 0 0 0,-138 7 42 0 0,143 4-23 0 0,-455-9 45 0 0,217-3-62 0 0,65 0-9 0 0,247 11 0 0 0,-784 9 0 0 0,625-1 0 0 0,-55 5 0 0 0,4 7 0 0 0,-120 14 0 0 0,261-22 0 0 0,1 4 0 0 0,1 4 0 0 0,-106 39 0 0 0,37-6 0 0 0,144-49 0 0 0,12-4 0 0 0,0 0 0 0 0,0 0 0 0 0,0 0 0 0 0,-1 0 0 0 0,1 0 0 0 0,0 0 0 0 0,0 0 0 0 0,0 0 0 0 0,0 0 0 0 0,-1 0 0 0 0,1-1 0 0 0,0 1 0 0 0,0 0 0 0 0,0-1 0 0 0,0 1 0 0 0,0-1 0 0 0,0 1 0 0 0,0-1 0 0 0,0 0 0 0 0,0 1 0 0 0,0-1 0 0 0,0 0 0 0 0,0 0 0 0 0,1 0 0 0 0,-1 1 0 0 0,0-1 0 0 0,0 0 0 0 0,1 0 0 0 0,-1-1 0 0 0,-8-28 0 0 0,8 24 0 0 0,-5-23 0 0 0,3-1 0 0 0,0 1 0 0 0,2-1 0 0 0,3-46 0 0 0,0 6 0 0 0,-29-349 0 0 0,26 414 0 0 0,-44-293 7 0 0,19 125 46 0 0,16 96-1 0 0,8 71-47 0 0,4-35 14 0 0,1 28-12 0 0,2 4-6 0 0,-4 8-1 0 0,-1 1 0 0 0,1-1 0 0 0,-1 0 0 0 0,1 0 0 0 0,-1 1 0 0 0,1-1 0 0 0,-1 0 0 0 0,1 1 0 0 0,-1-1 0 0 0,1 1 0 0 0,0-1 0 0 0,-1 1 0 0 0,1-1 0 0 0,0 1 0 0 0,0 0 0 0 0,-1-1 0 0 0,1 1 0 0 0,0 0 0 0 0,0-1 0 0 0,0 1 0 0 0,-1 0 0 0 0,1 0 0 0 0,0 0 0 0 0,0 0 0 0 0,0 0 0 0 0,0 0 0 0 0,-1 0 0 0 0,1 0 0 0 0,1 0 0 0 0,0 1 0 0 0,209-8-8 0 0,-93-7-53 0 0,-77 9-3895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0:49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45 10544 0 0,'0'0'376'0'0,"-10"-33"-64"0"0,6 21-448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0:56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768 113 13672 0 0,'0'0'12383'0'0,"4"-3"-12112"0"0,3-1-195 0 0,-1 0 1 0 0,2 1-1 0 0,-1 0 0 0 0,0 1 1 0 0,0-1-1 0 0,15-2 0 0 0,57-5 261 0 0,-37 5-164 0 0,288-23 742 0 0,-101 11-488 0 0,599 0 715 0 0,-676 24-970 0 0,149-2 25 0 0,-15-15-67 0 0,-37 2-11 0 0,-80 5-19 0 0,198 22 0 0 0,-326-16-86 0 0,-1 2-1 0 0,1 2 1 0 0,-1 2-1 0 0,-1 1 1 0 0,1 2 0 0 0,60 28-1 0 0,-70-21-1 0 0,0 0-1 0 0,-1 2 1 0 0,-1 2 0 0 0,-1 0-1 0 0,-1 2 1 0 0,-2 0 0 0 0,29 39-1 0 0,-44-54-10 0 0,-2 1 0 0 0,0 0 0 0 0,0 1-1 0 0,-1-1 1 0 0,0 1 0 0 0,-1 1-1 0 0,0-1 1 0 0,-1 1 0 0 0,-1-1 0 0 0,0 1-1 0 0,0 0 1 0 0,-1 0 0 0 0,-1 1-1 0 0,-1 18 1 0 0,1-14 0 0 0,-2 1 1 0 0,-1-1-1 0 0,0 0 0 0 0,-1 1 1 0 0,-1-1-1 0 0,-1 0 0 0 0,0-1 1 0 0,-1 1-1 0 0,-10 17 0 0 0,11-25 2 0 0,-1-1 1 0 0,1 0-1 0 0,-2-1 0 0 0,1 0 1 0 0,-1 0-1 0 0,-1 0 0 0 0,1-1 0 0 0,-1 0 1 0 0,0 0-1 0 0,-1-1 0 0 0,0 0 0 0 0,0 0 1 0 0,0-1-1 0 0,-1 0 0 0 0,1-1 1 0 0,-1 0-1 0 0,-14 3 0 0 0,-85 19 49 0 0,-126 14 0 0 0,-55-8 76 0 0,-182-33 21 0 0,289-6-122 0 0,-481 42 21 0 0,586-29-47 0 0,-511 18 22 0 0,454-24-20 0 0,-103-3 26 0 0,-210-10-29 0 0,147 3 0 0 0,257 7 0 0 0,0-2 0 0 0,0-2 0 0 0,0-2 0 0 0,1-2 0 0 0,1-2 0 0 0,-53-23 0 0 0,80 29 0 0 0,0-1 0 0 0,0 0 0 0 0,1-1 0 0 0,0-1 0 0 0,0 0 0 0 0,1-1 0 0 0,1-1 0 0 0,0 0 0 0 0,0 0 0 0 0,2-1 0 0 0,-1 0 0 0 0,1-1 0 0 0,1 0 0 0 0,1-1 0 0 0,0 0 0 0 0,1 0 0 0 0,0-1 0 0 0,1 0 0 0 0,-4-19 0 0 0,8 19 2 0 0,1 1 1 0 0,0-1-1 0 0,1 1 1 0 0,0-1-1 0 0,1 0 1 0 0,1 1-1 0 0,1 0 0 0 0,0-1 1 0 0,1 1-1 0 0,1 0 1 0 0,0 1-1 0 0,1-1 0 0 0,0 1 1 0 0,1 0-1 0 0,1 1 1 0 0,9-14-1 0 0,-1 4 1 0 0,1 2-1 0 0,1-1 1 0 0,1 2-1 0 0,1 1 1 0 0,0 0-1 0 0,2 1 1 0 0,0 1-1 0 0,26-15 1 0 0,-18 16-3 0 0,1 1 0 0 0,0 2 0 0 0,48-15 0 0 0,101-16 0 0 0,-123 31 0 0 0,12-1-29 0 0,102-7 1 0 0,-158 19-3934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2:53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85 600 0 0,'-24'-6'21351'0'0,"12"2"-17088"0"0,1 0-4263 0 0,0 2 0 0 0,1 0 0 0 0,-1 2 0 0 0,5 0 0 0 0,14 0 0 0 0,0 1 0 0 0,-1-1 0 0 0,1 2 0 0 0,-1-1 0 0 0,8 3 0 0 0,19 3 0 0 0,20-8 0 0 0,1-2 0 0 0,90-17 0 0 0,4-1 0 0 0,-23 9 0 0 0,220-12 0 0 0,-342 23-5 0 0,16 6-119 0 0,-18-5-519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2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1 800 0 0,'0'0'0'0'0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3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0 3616 0 0,'0'0'8067'0'0,"-4"4"-5506"0"0,-11 16 7022 0 0,11 3-7220 0 0,5-12-2395 0 0,0 0 0 0 0,1 0-1 0 0,5 16 1 0 0,-6-23 185 0 0,5 30-153 0 0,-1 1 0 0 0,-2 0 0 0 0,-1 0 0 0 0,-4 50 0 0 0,0-17 0 0 0,-6 108 0 0 0,2-77 0 0 0,3-61 0 0 0,2-18 0 0 0,0 1 0 0 0,3 35 0 0 0,11 136 0 0 0,-1-118-1908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3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184 312 8392 0 0,'0'0'1207'0'0,"4"-2"1839"0"0,15-3 7821 0 0,-6 0-8165 0 0,-4 1-2702 0 0,2 2 0 0 0,-4 0 0 0 0,0 0 0 0 0,0-1 0 0 0,0 1 0 0 0,-1-1 0 0 0,1 0 0 0 0,-1-1 0 0 0,1 0 0 0 0,-1 0 0 0 0,0 0 0 0 0,8-9 0 0 0,-3 2 0 0 0,0-1 0 0 0,-1-1 0 0 0,9-15 0 0 0,-17 25 0 0 0,1-2 0 0 0,0 0 0 0 0,-1 0 0 0 0,1 0 0 0 0,-1 0 0 0 0,0-1 0 0 0,-1 1 0 0 0,1-1 0 0 0,-1 1 0 0 0,0-1 0 0 0,0 1 0 0 0,-1-1 0 0 0,0 0 0 0 0,0 1 0 0 0,0-1 0 0 0,-2-9 0 0 0,1 11 0 0 0,0 0 0 0 0,0 0 0 0 0,0 0 0 0 0,-1 0 0 0 0,1 0 0 0 0,-1 0 0 0 0,0 1 0 0 0,0-1 0 0 0,-1 1 0 0 0,1-1 0 0 0,-1 1 0 0 0,1 0 0 0 0,-1 0 0 0 0,0 0 0 0 0,0 0 0 0 0,0 0 0 0 0,-1 1 0 0 0,1 0 0 0 0,-1-1 0 0 0,1 1 0 0 0,-6-2 0 0 0,0 1 82 0 0,1 1 0 0 0,0-1 1 0 0,-1 1-1 0 0,1 1 1 0 0,-1 0-1 0 0,1 0 1 0 0,-1 1-1 0 0,0 0 1 0 0,1 0-1 0 0,-1 1 1 0 0,1 0-1 0 0,-17 5 0 0 0,14-3-369 0 0,0 1-1 0 0,0 1 0 0 0,1 0 0 0 0,-1 0 1 0 0,1 1-1 0 0,0 0 0 0 0,1 1 1 0 0,0 0-1 0 0,-9 9 0 0 0,8-7-226 0 0,1 0-1 0 0,1 1 1 0 0,0 0 0 0 0,0 1-1 0 0,1-1 1 0 0,0 1 0 0 0,1 1-1 0 0,0-1 1 0 0,1 1 0 0 0,0 0-1 0 0,1 0 1 0 0,0 1 0 0 0,1-1-1 0 0,1 1 1 0 0,0-1 0 0 0,0 1-1 0 0,1 0 1 0 0,1 14 0 0 0,1-20 521 0 0,0-1 1 0 0,1 0-1 0 0,0 0 1 0 0,0 0 0 0 0,0 0-1 0 0,0 0 1 0 0,1 0 0 0 0,0-1-1 0 0,0 1 1 0 0,1-1 0 0 0,0 0-1 0 0,0 0 1 0 0,0 0-1 0 0,0-1 1 0 0,1 1 0 0 0,-1-1-1 0 0,1 0 1 0 0,0 0 0 0 0,1-1-1 0 0,-1 1 1 0 0,9 3 0 0 0,0 0 6 0 0,1-1 0 0 0,0-1 1 0 0,0 0-1 0 0,0-1 0 0 0,0-1 1 0 0,1 0-1 0 0,23 1 0 0 0,15-4 199 0 0,101-13 0 0 0,-97 6 1990 0 0,-46 5-6068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4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0 8896 0 0,'0'0'2320'0'0,"-5"2"430"0"0,-13 8 7061 0 0,9 1-7374 0 0,7-5-2437 0 0,-1 1 0 0 0,1-1 0 0 0,0 1 0 0 0,1 0 0 0 0,0 0 0 0 0,0 0 0 0 0,0 0 0 0 0,1 0 0 0 0,0 0 0 0 0,0 0 0 0 0,2 11 0 0 0,4 12 0 0 0,13 43 0 0 0,0-2 0 0 0,-2 4 0 0 0,-9-42 0 0 0,-1 0 0 0 0,-1 0 0 0 0,1 42 0 0 0,-7-64 0 0 0,2-3-1800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4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528 1 10000 0 0,'0'0'2872'0'0,"-4"5"-599"0"0,-28 31 7434 0 0,-28 19-7673 0 0,-20 20-2706 0 0,-153 161 672 0 0,222-225 0 0 0,-24 30 0 0 0,28-31 0 0 0,-1 0 0 0 0,0-1 0 0 0,0 0 0 0 0,-1 0 0 0 0,0-1 0 0 0,-11 8 0 0 0,16-15-28 0 0,6-6-167 0 0,4-5-1356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5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1 7588 0 0,'0'0'3376'0'0,"3"5"-771"0"0,-1-2-1397 0 0,0-1 0 0 0,-1 1 0 0 0,1 0 0 0 0,-1 0 0 0 0,0 1 0 0 0,0-1 0 0 0,0 0 0 0 0,1 6 0 0 0,-2-1-912 0 0,1 0-1 0 0,-2 0 0 0 0,1 0 1 0 0,-1 0-1 0 0,-3 14 1 0 0,-108 418-340 0 0,2-158-3833 0 0,-13 7-4726 0 0,50-96 8425 0 0,69-183 283 0 0,0 0 1 0 0,1 0-1 0 0,0 0 0 0 0,1 1 0 0 0,-1 17 0 0 0,8 4 4070 0 0,-5-31-3829 0 0,1 1 0 0 0,0-1 0 0 0,0 0 0 0 0,-1 0 0 0 0,1 0 0 0 0,0 0 0 0 0,0 0 0 0 0,0-1 0 0 0,0 1 0 0 0,0 0 0 0 0,0 0 0 0 0,1-1 1 0 0,-1 1-1 0 0,0 0 0 0 0,0-1 0 0 0,0 0 0 0 0,1 1 0 0 0,-1-1 0 0 0,0 1 0 0 0,1-1 0 0 0,1 0 0 0 0,32 2-166 0 0,-29-1-77 0 0,24-3-130 0 0,-1-1 1 0 0,0-1-1 0 0,0-2 1 0 0,38-11 0 0 0,10-2 53 0 0,18-9-102 0 0,-65 18 135 0 0,0 2 0 0 0,38-6 0 0 0,-57 10-60 0 0,1-2 0 0 0,-1-3-164 0 0,-12 5-974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5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0 191 8844 0 0,'0'0'3412'0'0,"8"-4"-1035"0"0,2-2-194 0 0,1 1 0 0 0,0 0 0 0 0,15-4 0 0 0,41-6 1374 0 0,79 4-4508 0 0,-16 1 1194 0 0,219-58-243 0 0,-136 23 0 0 0,-167 32 0 0 0,-50 19-368 0 0,1-1 0 0 0,0 1 0 0 0,0 0 1 0 0,-3 10-1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6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1 452 8036 0 0,'0'0'2252'0'0,"5"-3"687"0"0,7-2 2805 0 0,13-8 1030 0 0,14-12-6305 0 0,-39 25-469 0 0,0-1 0 0 0,1 1 0 0 0,-1-1 0 0 0,1 1 0 0 0,-1 0 0 0 0,1-1 0 0 0,0 1 0 0 0,-1 0 0 0 0,1 0 0 0 0,-1 0 0 0 0,1-1 0 0 0,-1 1 0 0 0,1 0 0 0 0,0 0 0 0 0,-1 0 0 0 0,1 0 0 0 0,-1 0 0 0 0,1 0 0 0 0,0 0 0 0 0,0 0 0 0 0,1 2 0 0 0,0-1 0 0 0,0 0 0 0 0,0 1 0 0 0,0-1 0 0 0,0 1 0 0 0,-1 0 0 0 0,1-1 0 0 0,0 1 0 0 0,-1 0 0 0 0,1 0 0 0 0,-1 0 0 0 0,0 0 0 0 0,0 1 0 0 0,2 2 0 0 0,13 39 0 0 0,-4-1 0 0 0,-3 2 0 0 0,-2-1 0 0 0,-1 1 0 0 0,-1 70 0 0 0,-21 187 0 0 0,7-186 0 0 0,-3 0 0 0 0,-2 22 0 0 0,15-107 0 0 0,1-28 0 0 0,2-7 0 0 0,3-13 0 0 0,151-373-216 0 0,-108 284 216 0 0,213-436 3 0 0,-206 428-357 0 0,-22 42-163 0 0,2 2-1 0 0,58-81 0 0 0,-91 148 887 0 0,-4 2-335 0 0,1 1 0 0 0,-1 0 0 0 0,1-1 1 0 0,-1 1-1 0 0,1-1 0 0 0,-1 1 0 0 0,1 0 1 0 0,-1 0-1 0 0,1-1 0 0 0,-1 1 0 0 0,1 0 1 0 0,0 0-1 0 0,-1 0 0 0 0,1 0 0 0 0,0 0 0 0 0,-1 0 1 0 0,1 0-1 0 0,-1 0 0 0 0,1 0 0 0 0,0 0 1 0 0,-1 0-1 0 0,1 0 0 0 0,-1 0 0 0 0,1 0 1 0 0,0 0-1 0 0,-1 1 0 0 0,1-1 0 0 0,-1 0 1 0 0,1 1-1 0 0,-1-1 0 0 0,1 0 0 0 0,0 1 1 0 0,-1-1-1 0 0,0 0 0 0 0,1 1 0 0 0,-1-1 1 0 0,1 1-1 0 0,-1-1 0 0 0,1 1 0 0 0,-1-1 1 0 0,0 1-1 0 0,1-1 0 0 0,-1 1 0 0 0,0-1 1 0 0,0 1-1 0 0,0 0 0 0 0,1 0 0 0 0,-1 0 74 0 0,4 8-281 0 0,0-1 1 0 0,-1 1 0 0 0,4 17 0 0 0,-5-19-1045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7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52 8192 0 0,'0'0'2120'0'0,"-1"-4"679"0"0,-2-1-60 0 0,2 4-2092 0 0,1-1 1 0 0,-1 1 0 0 0,0-1 0 0 0,1 0-1 0 0,-1 1 1 0 0,1-1 0 0 0,-1 0 0 0 0,1 0-1 0 0,0 1 1 0 0,-1-1 0 0 0,1 0 0 0 0,0 0-1 0 0,0 1 1 0 0,1-1 0 0 0,-1-2 0 0 0,0-9-648 0 0,9 90 0 0 0,-6-9 0 0 0,-4-1 0 0 0,-10 88 0 0 0,8-142 0 0 0,25-48-1735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7.4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9448 0 0,'0'0'3351'0'0,"3"4"-1085"0"0,19 29 8179 0 0,2-1-11361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8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0 458 9348 0 0,'0'0'2356'0'0,"4"0"-2168"0"0,56-1 9657 0 0,0-4-5119 0 0,-31 2-4757 0 0,0-2-1 0 0,0-1 1 0 0,-1-1 0 0 0,0-2 0 0 0,0 0 0 0 0,-1-2 0 0 0,40-22 0 0 0,-39 17 31 0 0,-2-1 0 0 0,43-37 0 0 0,-60 47 0 0 0,0-1 0 0 0,-1 0 0 0 0,-1-1 0 0 0,1 0 0 0 0,-1 0 0 0 0,-1-1 0 0 0,0 0 0 0 0,0 0 0 0 0,-1 0 0 0 0,8-20 0 0 0,-13 29 0 0 0,1-1 0 0 0,0 1 0 0 0,-1-1 0 0 0,0 0 0 0 0,1 0 0 0 0,-1 1 0 0 0,0-1 0 0 0,0 0 0 0 0,0 1 0 0 0,0-1 0 0 0,0 0 0 0 0,0 0 0 0 0,0 1 0 0 0,0-1 0 0 0,-1 0 0 0 0,1 1 0 0 0,-1-1 0 0 0,1 0 0 0 0,-1 1 0 0 0,0-1 0 0 0,0 1 0 0 0,0-1 0 0 0,1 1 0 0 0,-1-1 0 0 0,-2-1 0 0 0,0 2 0 0 0,1 0 0 0 0,0 0 0 0 0,-1 0 0 0 0,1 0 0 0 0,-1 0 0 0 0,1 1 0 0 0,-1-1 0 0 0,1 1 0 0 0,-1 0 0 0 0,0-1 0 0 0,1 1 0 0 0,-1 1 0 0 0,1-1 0 0 0,-1 0 0 0 0,0 1 0 0 0,1-1 0 0 0,-4 2 0 0 0,-15 4-307 0 0,2 0 0 0 0,-1 2 1 0 0,1 0-1 0 0,0 1 0 0 0,1 1 1 0 0,0 1-1 0 0,0 0 0 0 0,-31 28 1 0 0,22-15-1386 0 0,2 1 0 0 0,0 1 0 0 0,2 2 1 0 0,-29 43-1 0 0,46-62 1653 0 0,0 0 0 0 0,1 0 0 0 0,1 0 0 0 0,-1 0 0 0 0,1 1 0 0 0,1 0-1 0 0,0 0 1 0 0,-2 12 0 0 0,4-19 48 0 0,1 1-1 0 0,0 0 0 0 0,0-1 0 0 0,0 1 0 0 0,1 0 0 0 0,-1 0 1 0 0,1-1-1 0 0,0 1 0 0 0,0-1 0 0 0,0 1 0 0 0,0-1 1 0 0,1 1-1 0 0,-1-1 0 0 0,1 0 0 0 0,0 1 0 0 0,0-1 0 0 0,0 0 1 0 0,0 0-1 0 0,1 0 0 0 0,-1-1 0 0 0,1 1 0 0 0,0-1 0 0 0,0 1 1 0 0,-1-1-1 0 0,2 0 0 0 0,2 2 0 0 0,6 2 4 0 0,0 0 0 0 0,0-1 0 0 0,0-1 0 0 0,1 0 0 0 0,0 0 0 0 0,0-1 0 0 0,0-1 0 0 0,0 0 0 0 0,0-1 0 0 0,0-1 0 0 0,0 0 0 0 0,0 0 0 0 0,0-1 0 0 0,0-1 0 0 0,19-5-1 0 0,3-2-36 0 0,0-1-1 0 0,-1-2 0 0 0,0-1 0 0 0,47-27 0 0 0,-69 34 32 0 0,0-1-1 0 0,0-1 0 0 0,-1 0 1 0 0,0 0-1 0 0,0-1 1 0 0,-1 0-1 0 0,13-16 0 0 0,-18 18-1 0 0,-1 1 1 0 0,1-1-1 0 0,-1 0 0 0 0,-1 0 0 0 0,1-1 0 0 0,-1 1 0 0 0,-1-1 0 0 0,1 0 0 0 0,-1 0 0 0 0,-1 0 1 0 0,1 0-1 0 0,-1 0 0 0 0,0-14 0 0 0,-2-9 41 0 0,-1 28 2 0 0,-2 20-31 0 0,2-6 306 0 0,1-1 0 0 0,0 1 0 0 0,0 0 0 0 0,1 0 0 0 0,1 0 0 0 0,0 0 0 0 0,0 0 0 0 0,1 0 0 0 0,0-1 0 0 0,1 1 0 0 0,1-1 0 0 0,-1 1 1 0 0,1-1-1 0 0,1 0 0 0 0,0-1 0 0 0,1 1 0 0 0,0-1 0 0 0,0 0 0 0 0,1 0 0 0 0,0-1 0 0 0,0 0 0 0 0,1 0 0 0 0,0-1 0 0 0,0 0 0 0 0,1 0 0 0 0,0-1 0 0 0,0 0 0 0 0,1 0 0 0 0,-1-1 0 0 0,17 6 0 0 0,-21-9-285 0 0,0-1 1 0 0,-1 1-1 0 0,1-1 0 0 0,0 0 0 0 0,0 0 0 0 0,0 0 0 0 0,0 0 0 0 0,0-1 0 0 0,-1 0 0 0 0,1 0 0 0 0,0 0 0 0 0,0-1 0 0 0,0 0 0 0 0,0 0 0 0 0,0 0 1 0 0,0 0-1 0 0,-1-1 0 0 0,1 0 0 0 0,-1 0 0 0 0,1 0 0 0 0,-1-1 0 0 0,0 1 0 0 0,0-1 0 0 0,0 0 0 0 0,0 0 0 0 0,0 0 0 0 0,3-5 0 0 0,2-1-39 0 0,0-1 0 0 0,-1 0 0 0 0,0-1-1 0 0,0 0 1 0 0,-1-1 0 0 0,-1 1-1 0 0,9-23 1 0 0,-1-5-628 0 0,9-47 1 0 0,-2 8-2019 0 0,21-77-4147 0 0,-41 151 7167 0 0,1 0 1 0 0,0 0 0 0 0,-1 0 0 0 0,2 0 0 0 0,-1 0 0 0 0,0 0 0 0 0,1 0 0 0 0,0 1 0 0 0,-1-1 0 0 0,1 1 0 0 0,1 0 0 0 0,-1 0 0 0 0,0 0 0 0 0,1 0 0 0 0,0 1 0 0 0,-1-1 0 0 0,6-1 0 0 0,5-2 974 0 0,0 0 0 0 0,0 1 0 0 0,25-5 1 0 0,-8 3-4612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09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4268 0 0,'0'0'6741'0'0,"4"5"-4045"0"0,4 4 1779 0 0,7 10 1624 0 0,2 1-3409 0 0,-5-5-2841 0 0,-1 0 0 0 0,0 1 0 0 0,-1 1 0 0 0,13 29 0 0 0,15 34 151 0 0,-25-56 0 0 0,-1 0 0 0 0,-2 0 0 0 0,11 36 0 0 0,-13-37 0 0 0,1 0 0 0 0,1 0 0 0 0,1-1 0 0 0,18 28 0 0 0,9 0 0 0 0,-29-39 0 0 0,-8-11 0 0 0,-1 1 0 0 0,0 0 0 0 0,1-1 0 0 0,0 1 0 0 0,-1-1 0 0 0,1 1 0 0 0,-1-1 0 0 0,1 1 0 0 0,-1-1 0 0 0,1 1 0 0 0,0-1 0 0 0,-1 0 0 0 0,1 1 0 0 0,0-1 0 0 0,0 0 0 0 0,-1 1 0 0 0,1-1 0 0 0,0 0 0 0 0,0 0 0 0 0,-1 0 0 0 0,1 0 0 0 0,0 0 0 0 0,0 0 0 0 0,-1 0 0 0 0,1 0 0 0 0,0 0 0 0 0,0 0 0 0 0,0 0 0 0 0,-1-1 0 0 0,1 1 0 0 0,0 0 0 0 0,-1 0 0 0 0,1-1 0 0 0,0 1 0 0 0,-1-1 0 0 0,1 1 0 0 0,0 0 0 0 0,-1-1 0 0 0,1 1 0 0 0,-1-1 0 0 0,1 1 0 0 0,0-1 0 0 0,-1 0 0 0 0,0 1 0 0 0,1-1 0 0 0,-1 0 0 0 0,1 1 0 0 0,-1-1 0 0 0,0 0 0 0 0,1 1 0 0 0,-1-1 0 0 0,0 0 0 0 0,1-1 0 0 0,0-1 0 0 0,32-47 80 0 0,99-144-4789 0 0,-102 154 2639 0 0,3 1 0 0 0,59-56 1 0 0,-80 84 2078 0 0,1 0 1 0 0,0 0 0 0 0,0 1-1 0 0,1 1 1 0 0,0 0 0 0 0,1 1-1 0 0,28-11 1 0 0,-42 19-6 0 0,0 0 0 0 0,0-1 0 0 0,1 1 0 0 0,-1 0 0 0 0,0 0-1 0 0,1 0 1 0 0,-1 0 0 0 0,0 0 0 0 0,0 0 0 0 0,1 0 0 0 0,-1 0 0 0 0,0 1 0 0 0,1-1 0 0 0,-1 0 0 0 0,0 1 0 0 0,0-1 0 0 0,0 1 0 0 0,1-1 0 0 0,-1 1 0 0 0,0 0 0 0 0,0-1-1 0 0,0 1 1 0 0,0 0 0 0 0,0 0 0 0 0,0 0 0 0 0,0 0 0 0 0,0 0 0 0 0,-1 0 0 0 0,1 0 0 0 0,0 0 0 0 0,-1 0 0 0 0,1 0 0 0 0,0 0 0 0 0,-1 1 0 0 0,1-1 0 0 0,-1 0 0 0 0,0 0-1 0 0,1 1 1 0 0,-1-1 0 0 0,0 0 0 0 0,0 0 0 0 0,0 1 0 0 0,0 1 0 0 0,1 6-351 0 0,-1-1-1 0 0,0 1 0 0 0,0-1 1 0 0,-3 12-1 0 0,3-18 8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12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20 868 7388 0 0,'0'0'3548'0'0,"-4"-4"-877"0"0,-9-11 7619 0 0,11 8-7412 0 0,11 5-4270 0 0,-8 2 2223 0 0,52-17-831 0 0,383-132 0 0 0,-119 6-409 0 0,-3 2-5665 0 0,-211 97 3228 0 0,160-66 395 0 0,241-79 4285 0 0,-461 172-3 0 0,-20 7 948 0 0,35-10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13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40 685 700 0 0,'-6'0'11085'0'0,"-7"0"-2580"0"0,-2 0-3422 0 0,9-1-3191 0 0,20-1-2957 0 0,40-4 1074 0 0,27-2-8 0 0,-1-3 1 0 0,104-29 0 0 0,75-53-836 0 0,-52 16-2341 0 0,5 6-3649 0 0,303-98-6375 0 0,-168 75 13090 0 0,-264 73 108 0 0,316-59 0 0 0,-331 69 2267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15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1398 7840 0 0,'0'0'4742'0'0,"-3"-4"-2340"0"0,-11-28 7087 0 0,6-7-6724 0 0,3-47-4734 0 0,5 54 2914 0 0,-4-98-945 0 0,-17-196 0 0 0,2 209 236 0 0,-41-153-8348 0 0,33 175 9421 0 0,23 81-406 0 0,1 0-1 0 0,0 0 0 0 0,1 0 1 0 0,0 0-1 0 0,1 0 0 0 0,2-27 1 0 0,0 34-887 0 0,0-1 1 0 0,0 1 0 0 0,1 0-1 0 0,0-1 1 0 0,0 1 0 0 0,0 0-1 0 0,1 0 1 0 0,0 1 0 0 0,1-1-1 0 0,-1 0 1 0 0,1 1 0 0 0,1 0-1 0 0,-1 0 1 0 0,10-9 0 0 0,-10 11-17 0 0,1 1 0 0 0,0 0 0 0 0,0 0 0 0 0,1 0 0 0 0,-1 0 0 0 0,1 1 0 0 0,-1 0 0 0 0,1 0 0 0 0,0 1 0 0 0,0-1 0 0 0,-1 1 0 0 0,1 1 0 0 0,0-1 0 0 0,0 1 0 0 0,0 0 0 0 0,0 0 0 0 0,0 1 0 0 0,11 2 0 0 0,0 0 0 0 0,0 1 0 0 0,-1 1 0 0 0,0 0 0 0 0,0 1 0 0 0,21 12 0 0 0,-15-6 0 0 0,-1 0 0 0 0,0 2 0 0 0,-1 0 0 0 0,-1 1 0 0 0,0 1 0 0 0,-1 1 0 0 0,22 26 0 0 0,-34-35 0 0 0,0-1 0 0 0,-1 1 0 0 0,0 0 0 0 0,-1 0 0 0 0,1 0 0 0 0,-2 1 0 0 0,1-1 0 0 0,-1 1 0 0 0,0 0 0 0 0,-1 0 0 0 0,0 0 0 0 0,-1 1 0 0 0,0-1 0 0 0,0 0 0 0 0,-1 0 0 0 0,0 1 0 0 0,0-1 0 0 0,-1 0 0 0 0,-1 1 0 0 0,1-1 0 0 0,-1 0 0 0 0,-5 12 0 0 0,0-6-5 0 0,0 1 0 0 0,-1-2 0 0 0,-1 1 0 0 0,0-1 1 0 0,-1-1-1 0 0,0 0 0 0 0,-1 0 0 0 0,-1-1 0 0 0,0 0 1 0 0,0-1-1 0 0,-21 14 0 0 0,13-11-775 0 0,-1-2 0 0 0,-38 19 0 0 0,36-22-1883 0 0,0 0 0 0 0,-37 8 0 0 0,51-15 2727 0 0,5-1-90 0 0,-1 0-1 0 0,1 0 0 0 0,-1 0 0 0 0,1-1 1 0 0,-1 1-1 0 0,1-1 0 0 0,-1 0 1 0 0,1 0-1 0 0,-6-1 0 0 0,8 0 35 0 0,18-9 8811 0 0,4 6-8702 0 0,1 0 0 0 0,-1 1 0 0 0,1 1 0 0 0,-1 0 0 0 0,42 4 0 0 0,-53-1 21 0 0,5-1-789 0 0,0 1 1 0 0,1 0-1 0 0,-1 1 0 0 0,0 1 1 0 0,0 0-1 0 0,0 1 0 0 0,-1 1 0 0 0,1 0 1 0 0,-1 1-1 0 0,0 0 0 0 0,-1 1 1 0 0,1 0-1 0 0,-1 1 0 0 0,21 18 0 0 0,-23-16 674 0 0,0 1 0 0 0,0 1 0 0 0,-1-1-1 0 0,-1 1 1 0 0,10 17 0 0 0,-10-13-22 0 0,-1-1 0 0 0,0 1 0 0 0,-2 1 0 0 0,0-1 0 0 0,0 1 0 0 0,-1 0 0 0 0,-2 0 0 0 0,1 0 0 0 0,-2 0 0 0 0,0 0 0 0 0,-1 0 0 0 0,-4 25 0 0 0,3-30-1 0 0,-1 0 1 0 0,-1 0 0 0 0,0 0-1 0 0,-1-1 1 0 0,0 1-1 0 0,-1-1 1 0 0,0 0 0 0 0,-1-1-1 0 0,0 1 1 0 0,0-1 0 0 0,-1 0-1 0 0,0-1 1 0 0,-1 1-1 0 0,0-2 1 0 0,-1 1 0 0 0,0-1-1 0 0,0 0 1 0 0,-16 10 0 0 0,16-13-1 0 0,-1 1 0 0 0,0-1 0 0 0,0-1 0 0 0,0 0 0 0 0,0 0 0 0 0,-1-1 0 0 0,0 0 0 0 0,1-1 0 0 0,-1 0 0 0 0,0-1 0 0 0,-16 0 1 0 0,14-2-1 0 0,-1 0 0 0 0,0-2 1 0 0,1 1-1 0 0,0-2 0 0 0,0 0 1 0 0,0 0-1 0 0,0-1 0 0 0,-21-12 1 0 0,23 11 27 0 0,1 0 1 0 0,-1-1-1 0 0,1 0 1 0 0,1-1 0 0 0,-1 0-1 0 0,1 0 1 0 0,1-1 0 0 0,-1 0-1 0 0,-7-13 1 0 0,13 17 243 0 0,0 0 0 0 0,0 0 0 0 0,0-1 0 0 0,1 1 0 0 0,0-1 0 0 0,0 1 0 0 0,1-1 0 0 0,-1 0 0 0 0,0-9 0 0 0,2 10 236 0 0,0-1 0 0 0,1 1 0 0 0,-1 0 0 0 0,1-1 0 0 0,0 1 0 0 0,0 0 0 0 0,1 0 0 0 0,-1 0 0 0 0,1 0 0 0 0,0 0 0 0 0,1 0 0 0 0,2-5 0 0 0,20-26-1680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17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55 700 0 0,'12'-23'21504'0'0,"-3"11"-17494"0"0,0 2-4010 0 0,0 0 0 0 0,-12 17 0 0 0,0 0 0 0 0,0-1 0 0 0,1 1 0 0 0,0 0 0 0 0,0 0 0 0 0,1 0 0 0 0,-2 13 0 0 0,-2 64 0 0 0,6-50 0 0 0,2 1 0 0 0,0-1 0 0 0,3 0 0 0 0,1 0 0 0 0,1 0 0 0 0,26 64 0 0 0,-29-86 0 0 0,15 46 0 0 0,-16-48 0 0 0,-4-9 0 0 0,0-1 0 0 0,0 1 0 0 0,0 0 0 0 0,1-1 0 0 0,-1 1 0 0 0,0-1 0 0 0,1 1 0 0 0,-1-1 0 0 0,1 0 0 0 0,-1 1 0 0 0,0-1 0 0 0,1 1 0 0 0,-1-1 0 0 0,1 0 0 0 0,-1 1 0 0 0,1-1 0 0 0,-1 0 0 0 0,1 1 0 0 0,-1-1 0 0 0,1 0 0 0 0,0 0 0 0 0,-1 0 0 0 0,1 1 0 0 0,-1-1 0 0 0,1 0 0 0 0,0 0 0 0 0,-1 0 0 0 0,2 0 0 0 0,2-4 0 0 0,0 0 0 0 0,0-2 0 0 0,0 1 0 0 0,0 0 0 0 0,-1-1 0 0 0,0 0 0 0 0,0 0 0 0 0,-1 0 0 0 0,1 0 0 0 0,1-10 0 0 0,5-6 0 0 0,30-84-746 0 0,10-22-4224 0 0,-41 110 3930 0 0,1 0 1 0 0,1 1-1 0 0,0 0 0 0 0,23-26 1 0 0,-30 39 1537 0 0,7-6 1483 0 0,1 0-162 0 0,-11 10-1605 0 0,1 0 0 0 0,-1 0 0 0 0,0-1 1 0 0,0 1-1 0 0,1 0 0 0 0,-1 0 1 0 0,0-1-1 0 0,1 1 0 0 0,-1 0 0 0 0,0 0 1 0 0,0 0-1 0 0,1-1 0 0 0,-1 1 0 0 0,0 0 1 0 0,1 0-1 0 0,-1 0 0 0 0,0 0 0 0 0,1 0 1 0 0,-1 0-1 0 0,1 0 0 0 0,-1 0 1 0 0,0 0-1 0 0,1 0 0 0 0,-1 0 0 0 0,0 0 1 0 0,1 0-1 0 0,-1 0 0 0 0,0 0 0 0 0,1 0 1 0 0,0 0-1 0 0,2 12-679 0 0,-3-11 904 0 0,8 67-427 0 0,0 94 0 0 0,1 18-2842 0 0,-9-178 2691 0 0,0 0 0 0 0,0 0 0 0 0,1 0 0 0 0,-1 0-1 0 0,0 0 1 0 0,1 0 0 0 0,-1 0 0 0 0,1 0 0 0 0,0 0 0 0 0,0 0-1 0 0,0 0 1 0 0,0 0 0 0 0,0 0 0 0 0,0 0 0 0 0,0-1 0 0 0,0 1 0 0 0,1-1-1 0 0,-1 1 1 0 0,1-1 0 0 0,1 2 0 0 0,-2-2-36 0 0,1-1 0 0 0,-1 0-1 0 0,1 1 1 0 0,-1-1 0 0 0,1 0 0 0 0,-1 0 0 0 0,1 0 0 0 0,-1 0 0 0 0,1 0-1 0 0,-1 0 1 0 0,1 0 0 0 0,-1-1 0 0 0,1 1 0 0 0,-1 0 0 0 0,1-1 0 0 0,-1 1-1 0 0,0-1 1 0 0,1 0 0 0 0,-1 1 0 0 0,2-3 0 0 0,33-25-2212 0 0,-7-4 3338 0 0,8-19-2873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17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 9648 0 0,'0'0'1752'0'0,"-2"5"833"0"0,-14 25 5821 0 0,1 2-4371 0 0,6-10-4070 0 0,0 1-1 0 0,1 0 1 0 0,2 0-1 0 0,0 0 1 0 0,-2 27 0 0 0,-1 64 2 0 0,8 167 1 0 0,14-85-1822 0 0,7 0-3403 0 0,-3-6 37 0 0,-8 92 5986 0 0,-9-280-625 0 0,2-20 8721 0 0,3 2-6676 0 0,-3 7-3595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18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0 9748 0 0,'-5'4'1596'0'0,"-10"9"2143"0"0,-28 23 6070 0 0,-6 4-8487 0 0,49-40-1322 0 0,-1 1 0 0 0,1-1 0 0 0,0 0 0 0 0,-1 1 0 0 0,1-1 0 0 0,-1 0 0 0 0,1 1 0 0 0,0-1 0 0 0,-1 1 0 0 0,1-1 0 0 0,0 1 0 0 0,-1-1 0 0 0,1 1 0 0 0,0-1 0 0 0,0 1 0 0 0,-1-1 0 0 0,1 1 0 0 0,0-1 0 0 0,0 1 0 0 0,0-1 0 0 0,0 1 0 0 0,0-1 0 0 0,0 1 0 0 0,0-1 0 0 0,0 1 0 0 0,0 0 0 0 0,0-1 0 0 0,0 1 0 0 0,0-1 0 0 0,0 1 0 0 0,0-1 0 0 0,0 1 0 0 0,1-1 0 0 0,-1 1 0 0 0,0-1 0 0 0,0 1 0 0 0,1-1 0 0 0,-1 1 0 0 0,0-1 0 0 0,1 1 0 0 0,-1-1 0 0 0,0 0 0 0 0,1 1 0 0 0,-1-1 0 0 0,1 0 0 0 0,-1 1 0 0 0,1-1 0 0 0,-1 0 0 0 0,1 1 0 0 0,-1-1 0 0 0,1 0 0 0 0,-1 0 0 0 0,1 0 0 0 0,-1 1 0 0 0,1-1 0 0 0,-1 0 0 0 0,1 0 0 0 0,-1 0 0 0 0,2 0 0 0 0,-1 0 0 0 0,10 5 0 0 0,0-1 0 0 0,0 0 0 0 0,0-1 0 0 0,0 0 0 0 0,1-1 0 0 0,-1 0 0 0 0,1-1 0 0 0,-1 0 0 0 0,16-2 0 0 0,8-2 0 0 0,61-14 0 0 0,-91 16 0 0 0,5-3 0 0 0,-8 2 0 0 0,1 1 0 0 0,-1 0 0 0 0,0-1 0 0 0,0 1 0 0 0,0-1 0 0 0,0 0 0 0 0,0 0 0 0 0,0 0 0 0 0,0 0 0 0 0,0 0 0 0 0,-1 0 0 0 0,1 0 0 0 0,-1 0 0 0 0,1-1 0 0 0,-1 1 0 0 0,0-1 0 0 0,1-3 0 0 0,2-5 0 0 0,8-13-1804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18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8944 0 0,'0'0'3136'0'0,"5"5"-695"0"0,-3-3-1298 0 0,0 1 0 0 0,1 0 0 0 0,-1-1 0 0 0,0 1 0 0 0,0 0 0 0 0,-1 0 1 0 0,3 6-1 0 0,6 28 2085 0 0,-6 48-4607 0 0,-3-38 2014 0 0,18 352-7682 0 0,-11-224 2062 0 0,-9 185 4793 0 0,-3-149 614 0 0,3-242 9247 0 0,-1-16-6358 0 0,-6-102-6257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18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0 8240 0 0,'-31'12'3843'0'0,"-28"18"8569"0"0,55-28-11863 0 0,-6 6 621 0 0,10-8-1170 0 0,-1 0 0 0 0,1 0 0 0 0,0 0 0 0 0,0 0 0 0 0,0 1 0 0 0,-1-1 0 0 0,1 0 0 0 0,0 0 0 0 0,0 1 0 0 0,0-1 0 0 0,0 0 0 0 0,-1 0 0 0 0,1 1 0 0 0,0-1 0 0 0,0 0 0 0 0,0 0 0 0 0,0 1 0 0 0,0-1 0 0 0,0 0 0 0 0,0 1 0 0 0,0-1 0 0 0,0 0 0 0 0,0 0 0 0 0,0 1 0 0 0,0-1 0 0 0,0 0 0 0 0,0 1 0 0 0,0-1 0 0 0,0 0 0 0 0,0 0 0 0 0,0 1 0 0 0,0-1 0 0 0,0 0 0 0 0,0 0 0 0 0,0 1 0 0 0,1-1 0 0 0,-1 0 0 0 0,0 0 0 0 0,0 1 0 0 0,0-1 0 0 0,1 0 0 0 0,-1 0 0 0 0,0 0 0 0 0,0 1 0 0 0,0-1 0 0 0,1 0 0 0 0,-1 0 0 0 0,0 0 0 0 0,0 0 0 0 0,1 1 0 0 0,-1-1 0 0 0,1 0 0 0 0,7 2 0 0 0,13 0 0 0 0,-1-1 0 0 0,0 0 0 0 0,0-2 0 0 0,1 0 0 0 0,-1-1 0 0 0,0-1 0 0 0,22-7 0 0 0,-10 4 0 0 0,-19 3 0 0 0,-2-3 0 0 0,15-17-1670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19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262 136 8288 0 0,'0'0'3182'0'0,"-2"4"-629"0"0,-22 45 7587 0 0,-6 27-7020 0 0,26-61-3273 0 0,0 0 0 0 0,1 1 1 0 0,0 0-1 0 0,1 0 0 0 0,1 0 0 0 0,2 30 1 0 0,1-23 152 0 0,1 0 0 0 0,1-1 0 0 0,12 38 0 0 0,-13-51 0 0 0,0-1 0 0 0,1 1 0 0 0,0-1 0 0 0,0 0 0 0 0,1 0 0 0 0,0 0 0 0 0,0 0 0 0 0,1-1 0 0 0,0 0 0 0 0,0 0 0 0 0,0-1 0 0 0,10 7 0 0 0,-11-10 2 0 0,0 0 0 0 0,1 0 0 0 0,-1-1 0 0 0,1 0 1 0 0,0 0-1 0 0,0-1 0 0 0,0 1 0 0 0,0-1 1 0 0,0 0-1 0 0,0-1 0 0 0,0 0 0 0 0,0 0 0 0 0,0 0 1 0 0,0-1-1 0 0,10-1 0 0 0,-4-1-83 0 0,0 0-1 0 0,0 0 1 0 0,0-1-1 0 0,0-1 1 0 0,-1 0-1 0 0,18-11 1 0 0,-17 7-625 0 0,1-1-1 0 0,-1 0 1 0 0,-1-1 0 0 0,0 0-1 0 0,-1-1 1 0 0,0 0 0 0 0,0-1-1 0 0,-2 0 1 0 0,1 0 0 0 0,-2-1-1 0 0,0 0 1 0 0,0-1 0 0 0,7-28-1 0 0,-6 18 557 0 0,-2-1-1 0 0,-1-1 0 0 0,-1 1 0 0 0,-1-1 0 0 0,-1 1 1 0 0,-2-1-1 0 0,-3-35 0 0 0,2 51 163 0 0,0 1 1 0 0,-1 0-1 0 0,-1 0 0 0 0,0 0 0 0 0,0 0 0 0 0,-1 0 1 0 0,0 1-1 0 0,-1-1 0 0 0,0 1 0 0 0,-6-9 0 0 0,7 13-6 0 0,1 1-1 0 0,-1 0 1 0 0,0 0 0 0 0,0 0-1 0 0,-1 0 1 0 0,1 1-1 0 0,-1 0 1 0 0,0-1 0 0 0,1 2-1 0 0,-1-1 1 0 0,-1 1-1 0 0,1-1 1 0 0,0 1-1 0 0,-1 1 1 0 0,1-1 0 0 0,-1 1-1 0 0,1 0 1 0 0,-1 0-1 0 0,1 1 1 0 0,-7-1 0 0 0,-11 3 6 0 0,1 0 0 0 0,0 1 1 0 0,0 1-1 0 0,0 1 1 0 0,0 1-1 0 0,1 1 0 0 0,0 1 1 0 0,0 1-1 0 0,1 1 1 0 0,-30 18-1 0 0,15-5 15 0 0,2 1 0 0 0,1 2 0 0 0,0 1-1 0 0,-51 59 1 0 0,81-83 162 0 0,-1 0 0 0 0,0 0 0 0 0,1 1 0 0 0,0-1 0 0 0,0 1 0 0 0,0 0 0 0 0,0 0-1 0 0,0 0 1 0 0,1 0 0 0 0,0 0 0 0 0,0 0 0 0 0,0 0 0 0 0,0 0 0 0 0,1 0 0 0 0,-1 0 0 0 0,1 7 0 0 0,1-8 145 0 0,-1 1 1 0 0,1-1-1 0 0,0 0 0 0 0,0 1 1 0 0,0-1-1 0 0,1 0 1 0 0,-1 0-1 0 0,1 0 1 0 0,-1 0-1 0 0,1 0 1 0 0,0-1-1 0 0,0 1 1 0 0,0 0-1 0 0,1-1 0 0 0,-1 1 1 0 0,1-1-1 0 0,-1 0 1 0 0,1 0-1 0 0,0 0 1 0 0,0 0-1 0 0,3 1 1 0 0,1 0-292 0 0,1 1 0 0 0,0-2 0 0 0,0 1 0 0 0,0-1 1 0 0,0 0-1 0 0,0-1 0 0 0,0 0 0 0 0,1 0 0 0 0,-1-1 1 0 0,0 0-1 0 0,0 0 0 0 0,1-1 0 0 0,-1 0 0 0 0,0-1 0 0 0,0 0 1 0 0,0 0-1 0 0,14-6 0 0 0,5-3-639 0 0,0-2 1 0 0,-1-1-1 0 0,31-21 0 0 0,-47 28-95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20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8896 0 0,'0'0'2386'0'0,"3"-4"200"0"0,2-4 1941 0 0,5-9 2247 0 0,9-6-5729 0 0,-18 22-1045 0 0,-1 1 0 0 0,0-1 0 0 0,1 0 0 0 0,-1 1 0 0 0,1-1 0 0 0,-1 1 0 0 0,1-1 0 0 0,-1 1 0 0 0,1 0 0 0 0,0-1 0 0 0,-1 1 0 0 0,1-1 0 0 0,-1 1 0 0 0,1 0 0 0 0,0 0 0 0 0,-1-1 0 0 0,1 1 0 0 0,0 0 0 0 0,-1 0 0 0 0,1 0 0 0 0,0 0 0 0 0,-1 0 0 0 0,1 0 0 0 0,0 0 0 0 0,0 0 0 0 0,-1 0 0 0 0,1 0 0 0 0,0 0 0 0 0,-1 0 0 0 0,1 0 0 0 0,0 0 0 0 0,-1 1 0 0 0,1-1 0 0 0,0 0 0 0 0,-1 1 0 0 0,1-1 0 0 0,0 0 0 0 0,-1 1 0 0 0,1-1 0 0 0,-1 1 0 0 0,1-1 0 0 0,-1 1 0 0 0,1-1 0 0 0,-1 1 0 0 0,1-1 0 0 0,-1 1 0 0 0,0-1 0 0 0,1 1 0 0 0,-1 0 0 0 0,0-1 0 0 0,1 1 0 0 0,-1 0 0 0 0,0-1 0 0 0,0 1 0 0 0,0 0 0 0 0,1-1 0 0 0,-1 2 0 0 0,0 0 0 0 0,16 25 0 0 0,-2 0 0 0 0,-1 1 0 0 0,-1 1 0 0 0,-1 0 0 0 0,-2 1 0 0 0,-1 0 0 0 0,-1 0 0 0 0,-1 1 0 0 0,-2-1 0 0 0,-1 1 0 0 0,-2 0 0 0 0,-1 0 0 0 0,-1 0 0 0 0,-8 43 0 0 0,15-117 120 0 0,-1 2-557 0 0,1 0-1 0 0,18-57 0 0 0,0 26-987 0 0,55-114 0 0 0,-76 181 1172 0 0,-1 0-1 0 0,1 0 1 0 0,0 1-1 0 0,1-1 1 0 0,-1 1 0 0 0,1 0-1 0 0,0 0 1 0 0,0 0-1 0 0,6-5 1 0 0,-8 8 456 0 0,0 0 0 0 0,-1 0 0 0 0,1 0 0 0 0,0 1 0 0 0,0-1 0 0 0,0 0 0 0 0,0 1 0 0 0,0 0 0 0 0,0-1 0 0 0,0 1 0 0 0,0 0 0 0 0,0 0 0 0 0,0 0 0 0 0,0 0 0 0 0,0 0 0 0 0,0 0 0 0 0,0 1 0 0 0,0-1 0 0 0,0 1 0 0 0,0-1 0 0 0,0 1 0 0 0,0 0 0 0 0,0 0 0 0 0,-1 0 0 0 0,1 0 0 0 0,0 0 0 0 0,-1 0 0 0 0,1 0 0 0 0,2 3 0 0 0,4 3-138 0 0,-1 1 0 0 0,1-1 0 0 0,-1 2 0 0 0,0-1 0 0 0,-1 1 0 0 0,0 0 0 0 0,7 15 0 0 0,28 76-114 0 0,-8-19 65 0 0,-21-54-181 0 0,6 12-712 0 0,32 51 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23:42.7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4512 0 0,'0'0'0'0'0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46.5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1102 583 7024 0 0,'0'0'21224'0'0,"-1"-4"-21101"0"0,-14-26 384 0 0,13 28 505 0 0,2 2-1007 0 0,-1 0 0 0 0,1-1 0 0 0,-1 1 0 0 0,1 0 0 0 0,-1-1 0 0 0,1 1 0 0 0,0-1 1 0 0,-1 1-1 0 0,1-1 0 0 0,0 1 0 0 0,-1-1 0 0 0,1 1 0 0 0,0-1 0 0 0,-1 1 0 0 0,1-1 0 0 0,0 1 0 0 0,0-1 1 0 0,0 1-1 0 0,0-1 0 0 0,0 0 0 0 0,0 1 0 0 0,0-2 0 0 0,5-9 9 0 0,0-2 0 0 0,0 1 0 0 0,-1-1 1 0 0,-1 1-1 0 0,0-1 0 0 0,-1 0 0 0 0,0 0 0 0 0,-1 0 0 0 0,0-1 0 0 0,-1 1 0 0 0,-1 0 0 0 0,0 0 1 0 0,-1 0-1 0 0,0 0 0 0 0,-1 0 0 0 0,0 0 0 0 0,-1 1 0 0 0,-1-1 0 0 0,0 1 0 0 0,0 0 0 0 0,-1 0 0 0 0,-1 1 1 0 0,-12-17-1 0 0,6 10 8 0 0,-1 1 0 0 0,-1 1 0 0 0,-1 0 0 0 0,0 1 0 0 0,0 1 0 0 0,-2 0 0 0 0,0 2 0 0 0,0 0 0 0 0,-1 0 0 0 0,-1 2 0 0 0,0 1 0 0 0,0 0 0 0 0,-34-9 0 0 0,26 11-2 0 0,0 1-1 0 0,-1 1 1 0 0,0 2 0 0 0,0 0 0 0 0,0 2 0 0 0,0 2 0 0 0,-56 7 0 0 0,64-4-9 0 0,1 1-1 0 0,0 1 1 0 0,0 0 0 0 0,1 2 0 0 0,-1 0 0 0 0,2 1 0 0 0,-1 1 0 0 0,1 1-1 0 0,1 1 1 0 0,0 0 0 0 0,-28 27 0 0 0,32-26-2 0 0,0 1 0 0 0,1 1 0 0 0,0 0 0 0 0,2 1 1 0 0,0 0-1 0 0,0 0 0 0 0,1 1 0 0 0,2 0 0 0 0,-10 30 0 0 0,13-37-6 0 0,2 1 1 0 0,-1 0-1 0 0,2 0 0 0 0,-1 0 1 0 0,2 0-1 0 0,-1 0 0 0 0,1-1 1 0 0,1 1-1 0 0,0 0 0 0 0,1 0 1 0 0,0 0-1 0 0,0 0 0 0 0,1-1 0 0 0,1 1 1 0 0,-1-1-1 0 0,2 0 0 0 0,10 18 1 0 0,-3-11-1 0 0,1-1 1 0 0,0 0-1 0 0,2-1 0 0 0,0-1 1 0 0,0-1-1 0 0,1 0 1 0 0,1 0-1 0 0,0-2 1 0 0,0 0-1 0 0,1-1 0 0 0,1-1 1 0 0,0-1-1 0 0,0 0 1 0 0,33 7-1 0 0,-23-7 0 0 0,0-2 0 0 0,1-1 1 0 0,-1-2-1 0 0,1-1 0 0 0,0-1 0 0 0,0-1 0 0 0,0-2 0 0 0,0-1 0 0 0,43-10 0 0 0,-58 6 18 0 0,-20 0-15 0 0,-25 0-3 0 0,10 6-1 0 0,-1 2 0 0 0,1 0 1 0 0,-1 1-1 0 0,1 1 0 0 0,0 1 1 0 0,0 0-1 0 0,0 2 0 0 0,0 1 0 0 0,1 0 1 0 0,0 1-1 0 0,-31 19 0 0 0,9-2 3 0 0,3 1 0 0 0,0 2-1 0 0,1 1 1 0 0,-36 40-1 0 0,53-47-2 0 0,0 1-1 0 0,1 1 1 0 0,2 1-1 0 0,-25 47 1 0 0,-41 116-3 0 0,81-183 1 0 0,-9 22 0 0 0,-11 49 1 0 0,21-68-2 0 0,-1 0 0 0 0,1-1 0 0 0,1 2 0 0 0,-1-1 0 0 0,1 0 0 0 0,1 0 0 0 0,-1 0 0 0 0,1 0 1 0 0,1 0-1 0 0,4 15 0 0 0,-4-20 0 0 0,-1 1 1 0 0,1-1 0 0 0,0 0-1 0 0,0 0 1 0 0,0 0 0 0 0,1 0-1 0 0,-1 0 1 0 0,1-1-1 0 0,0 1 1 0 0,0-1 0 0 0,-1 1-1 0 0,1-1 1 0 0,1 0 0 0 0,-1 0-1 0 0,0-1 1 0 0,1 1 0 0 0,-1 0-1 0 0,0-1 1 0 0,6 1-1 0 0,2 1 2 0 0,1-1-1 0 0,-1 0 0 0 0,0-1 0 0 0,0 0 0 0 0,14-1 0 0 0,21-3 23 0 0,0-2-1 0 0,76-18 1 0 0,-36-1-4004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47.4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144 53 14672 0 0,'0'0'888'0'0,"-2"-5"-14"0"0,-7-18 701 0 0,22-2 1506 0 0,-12 33-2990 0 0,1 0 0 0 0,-1-1 0 0 0,-1 1 0 0 0,1 0-1 0 0,-1 0 1 0 0,-1 0 0 0 0,1 0 0 0 0,-1 0 0 0 0,-1-1 0 0 0,-2 9 0 0 0,-5 15 224 0 0,-13 32 1 0 0,18-53-219 0 0,-75 184 2094 0 0,52-138-475 0 0,26-54-1530 0 0,4-6-8 0 0,26-37 97 0 0,35-61 0 0 0,-45 67-124 0 0,1 1-1 0 0,2 1 0 0 0,2 1 1 0 0,28-29-1 0 0,-51 59-134 0 0,1 0 0 0 0,0 0 0 0 0,0 0 0 0 0,0 0 1 0 0,0 0-1 0 0,0 1 0 0 0,0-1 0 0 0,0 1 0 0 0,1-1 0 0 0,-1 1 0 0 0,1 0 0 0 0,-1 0 0 0 0,1 0 0 0 0,-1 0 0 0 0,1 0 0 0 0,-1 1 0 0 0,1-1 0 0 0,0 1 1 0 0,-1 0-1 0 0,1 0 0 0 0,0 0 0 0 0,0 0 0 0 0,-1 0 0 0 0,1 0 0 0 0,0 1 0 0 0,-1 0 0 0 0,1-1 0 0 0,-1 1 0 0 0,1 0 0 0 0,-1 0 0 0 0,1 0 0 0 0,-1 0 1 0 0,0 1-1 0 0,1-1 0 0 0,-1 1 0 0 0,0-1 0 0 0,0 1 0 0 0,0 0 0 0 0,0 0 0 0 0,0 0 0 0 0,0 0 0 0 0,-1 0 0 0 0,2 3 0 0 0,7 8 27 0 0,-1 1 0 0 0,-1 0 0 0 0,0 1 0 0 0,-1 0 0 0 0,8 24 0 0 0,-10-25-10 0 0,-1 1 0 0 0,-1 0 0 0 0,-1 0-1 0 0,0 0 1 0 0,-1 0 0 0 0,0 1 0 0 0,-3 22-1 0 0,-1-6 34 0 0,-2 1 0 0 0,-13 43-1 0 0,15-57 87 0 0,11-31-1512 0 0,-4 5-1064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47.9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1 14272 0 0,'0'0'6890'0'0,"6"9"-6597"0"0,0 3-196 0 0,0 1-1 0 0,0 1 0 0 0,-2-1 0 0 0,0 1 1 0 0,0-1-1 0 0,-1 1 0 0 0,-1 0 0 0 0,0 0 1 0 0,-1 1-1 0 0,-1 19 0 0 0,-5 22 298 0 0,-3 1 0 0 0,-2-2 0 0 0,-33 107 0 0 0,16-70-35 0 0,4-5-29 0 0,-71 234 914 0 0,60-228-878 0 0,-9 22 504 0 0,-41 180-1 0 0,80-266-215 0 0,4-22-3727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48.4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0 118 19199 0 0,'0'0'6520'0'0,"7"-2"-6377"0"0,11 1-64 0 0,1 0 0 0 0,0 2 0 0 0,-1 0 0 0 0,1 0 0 0 0,35 9-1 0 0,-23-4 38 0 0,38 2-1 0 0,-25-7 23 0 0,-1-3 0 0 0,1-2 0 0 0,60-12 0 0 0,126-41 451 0 0,-116 26-290 0 0,7 0 329 0 0,-119 31-504 0 0,-9 4-34 0 0,-21 11-3635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49.6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0 292 15072 0 0,'0'0'6857'0'0,"4"2"-6701"0"0,9 3-52 0 0,0-1 0 0 0,1 0 0 0 0,-1-1 0 0 0,1-1 0 0 0,-1 0 0 0 0,1-1 0 0 0,16 0 0 0 0,9 2 338 0 0,-7 0-59 0 0,0-2 0 0 0,0-1 0 0 0,37-5 0 0 0,-54 3-242 0 0,0 0 0 0 0,0-2 0 0 0,0 0-1 0 0,-1 0 1 0 0,1-2 0 0 0,-1 1 0 0 0,0-2 0 0 0,23-14 0 0 0,-33 18-102 0 0,17-11 242 0 0,0-1 0 0 0,-1 0 1 0 0,0-2-1 0 0,28-31 1 0 0,-47 47-258 0 0,0 0 0 0 0,0 0 0 0 0,0 0 0 0 0,-1 0 0 0 0,1 0 0 0 0,0-1 0 0 0,0 1 0 0 0,-1 0 0 0 0,1 0 0 0 0,-1-1 0 0 0,1 1 0 0 0,-1 0 0 0 0,1-1 0 0 0,-1 1 0 0 0,0-1 0 0 0,0 1 0 0 0,0 0 1 0 0,0-1-1 0 0,0 1 0 0 0,0 0 0 0 0,0-1 0 0 0,0 1 0 0 0,0-1 0 0 0,-1 1 0 0 0,1 0 0 0 0,-1-1 0 0 0,1 1 0 0 0,-1 0 0 0 0,1-1 0 0 0,-1 1 0 0 0,0 0 0 0 0,1 0 0 0 0,-1 0 0 0 0,0 0 0 0 0,0 0 1 0 0,0 0-1 0 0,0 0 0 0 0,-2-2 0 0 0,0 1 8 0 0,-1-1 1 0 0,0 1-1 0 0,0 0 1 0 0,0 0-1 0 0,0 1 1 0 0,0-1-1 0 0,0 1 1 0 0,0 0-1 0 0,0 0 0 0 0,-1 0 1 0 0,-5 0-1 0 0,-15 1 21 0 0,1 0-1 0 0,0 2 1 0 0,0 1-1 0 0,1 1 1 0 0,-1 1-1 0 0,1 1 1 0 0,-1 1-1 0 0,2 1 0 0 0,-1 1 1 0 0,1 1-1 0 0,1 1 1 0 0,0 1-1 0 0,0 0 1 0 0,1 2-1 0 0,1 1 1 0 0,0 0-1 0 0,1 1 0 0 0,1 1 1 0 0,1 0-1 0 0,-19 26 1 0 0,32-39-44 0 0,1 0 1 0 0,-1 0 0 0 0,1 0 0 0 0,0 0-1 0 0,0 0 1 0 0,0 1 0 0 0,0-1-1 0 0,1 1 1 0 0,0-1 0 0 0,0 1 0 0 0,0 0-1 0 0,1-1 1 0 0,-1 1 0 0 0,1 0-1 0 0,0 0 1 0 0,0-1 0 0 0,2 6-1 0 0,-1-4 4 0 0,1 0-1 0 0,0 0 0 0 0,0-1 1 0 0,1 1-1 0 0,-1-1 0 0 0,1 1 0 0 0,1-1 1 0 0,-1 0-1 0 0,1 0 0 0 0,0-1 1 0 0,8 9-1 0 0,-2-4 3 0 0,0-1-1 0 0,1 0 1 0 0,0 0 0 0 0,1-1-1 0 0,0-1 1 0 0,0 0 0 0 0,0 0 0 0 0,0-1-1 0 0,1-1 1 0 0,0 0 0 0 0,17 3-1 0 0,-7-5-6 0 0,-1 0 0 0 0,0-1 0 0 0,1-2 0 0 0,-1 0-1 0 0,1-1 1 0 0,-1-1 0 0 0,0-2 0 0 0,0 0 0 0 0,-1-1 0 0 0,1-1-1 0 0,-1-1 1 0 0,-1-1 0 0 0,0 0 0 0 0,0-2 0 0 0,-1-1-1 0 0,0 0 1 0 0,-1-1 0 0 0,0-1 0 0 0,-1-1 0 0 0,-1 0-1 0 0,0-1 1 0 0,-1-1 0 0 0,-1 0 0 0 0,-1-1 0 0 0,0-1-1 0 0,-1 0 1 0 0,15-35 0 0 0,16-42 48 0 0,-42 94-40 0 0,-1 6-8 0 0,-15 68 16 0 0,8-43-6 0 0,-4 39 1 0 0,10-57-10 0 0,1 0 1 0 0,0 1 0 0 0,1-1-1 0 0,0 1 1 0 0,0-1-1 0 0,1 0 1 0 0,4 12-1 0 0,2 0 24 0 0,-4-14-7 0 0,-1-1 0 0 0,-1 1-1 0 0,1 0 1 0 0,-2 0-1 0 0,3 17 1 0 0,-2-19 43 0 0,-2-8-44 0 0,-8-8-18 0 0,-5-10 3 0 0,0 0-1 0 0,2 0 1 0 0,0-1-1 0 0,1-1 0 0 0,-13-40 1 0 0,6 6 0 0 0,-10-64 1 0 0,26 115-11 0 0,0 0 0 0 0,1-1 0 0 0,-1 1 0 0 0,1 0 0 0 0,0 0 0 0 0,0-1 0 0 0,0 1 0 0 0,1 0 0 0 0,-1-1 1 0 0,1 1-1 0 0,0 0 0 0 0,0 0 0 0 0,1 0 0 0 0,-1 0 0 0 0,1 0 0 0 0,0 0 0 0 0,3-5 0 0 0,-1 4 0 0 0,0 1 0 0 0,0 0 0 0 0,1 0 0 0 0,0 1 0 0 0,-1-1 0 0 0,1 1 0 0 0,0 0 0 0 0,0 0 0 0 0,1 0 0 0 0,-1 1 0 0 0,1 0 0 0 0,6-2 0 0 0,34-8 3 0 0,1 3-1 0 0,0 1 1 0 0,56-2 0 0 0,-31 3 13 0 0,-46 5-87 0 0,37 1 1 0 0,-9 1-3657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0.5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133 47 17983 0 0,'0'0'5319'0'0,"1"9"-5140"0"0,9 220 413 0 0,-9-129-384 0 0,-17 499 1242 0 0,-2-433-806 0 0,-40 167 0 0 0,45-269-423 0 0,-4 2 67 0 0,12-48 15 0 0,0 0 1 0 0,1 0 0 0 0,1 1-1 0 0,0-1 1 0 0,1 33 0 0 0,2-53-283 0 0,0 0 0 0 0,1 0 0 0 0,-1 1 0 0 0,1-1-1 0 0,0 0 1 0 0,-1 1 0 0 0,1-1 0 0 0,0 1 0 0 0,0-1 0 0 0,0 1 0 0 0,2-3 0 0 0,5-8 29 0 0,211-499 612 0 0,-28 57-452 0 0,51-45-22 0 0,-150 309-100 0 0,-90 185-77 0 0,0 0 0 0 0,1 0-1 0 0,-1 0 1 0 0,1 0 0 0 0,1 0 0 0 0,-1 1 0 0 0,1-1-1 0 0,0 1 1 0 0,0 0 0 0 0,8-7 0 0 0,-10 10-8 0 0,1 0 0 0 0,-1 0-1 0 0,1 0 1 0 0,-1 0 0 0 0,1 0 0 0 0,-1 0 0 0 0,1 1-1 0 0,-1 0 1 0 0,1-1 0 0 0,0 1 0 0 0,-1 0 0 0 0,1 0-1 0 0,-1 0 1 0 0,1 0 0 0 0,0 1 0 0 0,-1-1 0 0 0,1 1 0 0 0,-1 0-1 0 0,1 0 1 0 0,-1-1 0 0 0,1 2 0 0 0,-1-1 0 0 0,0 0-1 0 0,1 0 1 0 0,2 3 0 0 0,13 7-3877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1.1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182 1 17287 0 0,'0'0'4832'0'0,"-3"0"-4585"0"0,0 1-213 0 0,0-1 0 0 0,1 1-1 0 0,0 0 1 0 0,-1 0 0 0 0,1 0 0 0 0,-1 0 0 0 0,1 0 0 0 0,0 1-1 0 0,0-1 1 0 0,0 1 0 0 0,0-1 0 0 0,0 1 0 0 0,0 0 0 0 0,0 0-1 0 0,1 0 1 0 0,-1 0 0 0 0,1 0 0 0 0,-1 0 0 0 0,1 1-1 0 0,0-1 1 0 0,0 0 0 0 0,0 1 0 0 0,-1 2 0 0 0,-8 17 186 0 0,-9 34 0 0 0,15-42-127 0 0,-26 94 1375 0 0,-24 179 0 0 0,39-190-148 0 0,15-96-760 0 0,0-6-424 0 0,3-18-191 0 0,1 0-1 0 0,2 1 1 0 0,15-42-1 0 0,-10 32-3035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1.4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 0 12960 0 0,'0'0'6418'0'0,"-4"3"-5769"0"0,0-1-568 0 0,1 1-1 0 0,0 0 1 0 0,-1 0-1 0 0,1 0 1 0 0,0 0 0 0 0,1 1-1 0 0,-1-1 1 0 0,0 1-1 0 0,1 0 1 0 0,0 0-1 0 0,0 0 1 0 0,0 0-1 0 0,1 0 1 0 0,-1 0-1 0 0,1 0 1 0 0,0 0-1 0 0,-1 8 1 0 0,-3 15 439 0 0,-2 45 1 0 0,6-55-174 0 0,6 58 1737 0 0,-5-73-2134 0 0,1-1 0 0 0,-1 1 1 0 0,1 0-1 0 0,0-1 1 0 0,-1 1-1 0 0,1-1 0 0 0,0 0 1 0 0,0 1-1 0 0,0-1 1 0 0,1 0-1 0 0,-1 1 1 0 0,0-1-1 0 0,0 0 0 0 0,1 0 1 0 0,-1 0-1 0 0,0 0 1 0 0,4 1-1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2.6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307 159 16384 0 0,'5'-2'1361'0'0,"15"-8"16"0"0,-2 0 1 0 0,0-1 0 0 0,32-25-1 0 0,-47 34-1221 0 0,1-3 97 0 0,7-13 724 0 0,-10 16-938 0 0,-1-1 1 0 0,0 1 0 0 0,0-1 0 0 0,0 1 0 0 0,-1-1-1 0 0,1 1 1 0 0,-1-1 0 0 0,1 1 0 0 0,-1-1 0 0 0,0 1-1 0 0,0 0 1 0 0,0-1 0 0 0,0 1 0 0 0,0 0 0 0 0,0 0-1 0 0,-1 0 1 0 0,1 0 0 0 0,-1 0 0 0 0,1 0-1 0 0,-1 0 1 0 0,0 0 0 0 0,0 1 0 0 0,0-1 0 0 0,0 1-1 0 0,0-1 1 0 0,0 1 0 0 0,0 0 0 0 0,0 0 0 0 0,-1 0-1 0 0,1 0 1 0 0,0 0 0 0 0,-1 0 0 0 0,1 1 0 0 0,-1-1-1 0 0,1 1 1 0 0,-1-1 0 0 0,1 1 0 0 0,-1 0 0 0 0,1 0-1 0 0,0 0 1 0 0,-1 1 0 0 0,1-1 0 0 0,-1 1 0 0 0,1-1-1 0 0,-5 2 1 0 0,-4 2 34 0 0,0 1 0 0 0,0-1 0 0 0,0 2 0 0 0,1 0 0 0 0,0 0 0 0 0,0 0 0 0 0,0 2 0 0 0,1-1 0 0 0,0 1 0 0 0,0 0-1 0 0,1 1 1 0 0,0 0 0 0 0,-9 14 0 0 0,10-12-6 0 0,0 0-1 0 0,0 0 1 0 0,2 0-1 0 0,-1 1 1 0 0,1 0 0 0 0,1 0-1 0 0,0 0 1 0 0,1 1-1 0 0,0-1 1 0 0,1 1-1 0 0,0 0 1 0 0,1 19-1 0 0,1-28-42 0 0,0 0 0 0 0,1 0 0 0 0,-1-1 0 0 0,1 1 0 0 0,0 0 0 0 0,0 0 0 0 0,1 0 0 0 0,-1-1-1 0 0,1 1 1 0 0,0 0 0 0 0,0-1 0 0 0,0 0 0 0 0,0 1 0 0 0,1-1 0 0 0,-1 0 0 0 0,1 0-1 0 0,0 0 1 0 0,0-1 0 0 0,0 1 0 0 0,0-1 0 0 0,0 1 0 0 0,0-1 0 0 0,1 0 0 0 0,-1 0 0 0 0,1-1-1 0 0,4 3 1 0 0,10 2 57 0 0,1-1-1 0 0,0 0 1 0 0,0-2 0 0 0,25 3-1 0 0,10 1 78 0 0,-49-5-143 0 0,0-1-1 0 0,0 0 1 0 0,-1 1 0 0 0,1 0-1 0 0,0 0 1 0 0,-1 0 0 0 0,1 1 0 0 0,-1 0-1 0 0,0 0 1 0 0,0 0 0 0 0,0 0-1 0 0,0 0 1 0 0,0 1 0 0 0,-1 0-1 0 0,0 0 1 0 0,5 6 0 0 0,-4-4-1 0 0,-1 1 0 0 0,1 0 0 0 0,-1 1 0 0 0,-1-1 0 0 0,1 1 0 0 0,-1-1 0 0 0,0 1 0 0 0,-1-1-1 0 0,0 1 1 0 0,0 9 0 0 0,0-7-6 0 0,-1 0 0 0 0,0 0 0 0 0,-1 1 0 0 0,-1-1 0 0 0,1-1 0 0 0,-1 1 0 0 0,-1 0 0 0 0,0 0 0 0 0,0-1 0 0 0,-1 1 0 0 0,-1-1 0 0 0,1 0-1 0 0,-1 0 1 0 0,-1-1 0 0 0,1 0 0 0 0,-1 0 0 0 0,-9 9 0 0 0,3-8-1 0 0,-1 0 0 0 0,0 0-1 0 0,0-1 1 0 0,-1-1 0 0 0,0 0 0 0 0,0-1 0 0 0,0-1-1 0 0,-1 0 1 0 0,0-1 0 0 0,0-1 0 0 0,0 0-1 0 0,-24 1 1 0 0,28-3-1 0 0,-1 0 0 0 0,1-1-1 0 0,0-1 1 0 0,0 1 0 0 0,-1-2 0 0 0,1 0-1 0 0,0 0 1 0 0,0-1 0 0 0,0 0 0 0 0,1-1-1 0 0,-1-1 1 0 0,1 1 0 0 0,0-1 0 0 0,0-1-1 0 0,1 0 1 0 0,-1-1 0 0 0,-13-12 0 0 0,21 18-4 0 0,0-1 1 0 0,1 0 0 0 0,-1 0-1 0 0,0-1 1 0 0,1 1 0 0 0,0 0-1 0 0,-1 0 1 0 0,1-1 0 0 0,0 1-1 0 0,0-1 1 0 0,0 1 0 0 0,1-1-1 0 0,-1 1 1 0 0,0-1 0 0 0,1 1-1 0 0,0-1 1 0 0,0 0-1 0 0,-1 1 1 0 0,2-1 0 0 0,-1 0-1 0 0,0 1 1 0 0,0-1 0 0 0,1 1-1 0 0,-1-1 1 0 0,1 0 0 0 0,0 1-1 0 0,0-1 1 0 0,0 1 0 0 0,0 0-1 0 0,1-1 1 0 0,-1 1 0 0 0,0 0-1 0 0,1 0 1 0 0,0 0 0 0 0,2-3-1 0 0,7-7 11 0 0,1 1 0 0 0,0 0 0 0 0,1 0 0 0 0,22-13 0 0 0,-19 13-1 0 0,182-110 83 0 0,-126 80-82 0 0,77-57-1 0 0,-106 64-13 0 0,-24 17-3 0 0,1 1 0 0 0,1 1 0 0 0,0 1 0 0 0,0 1 1 0 0,43-19-1 0 0,-59 48-11 0 0,-3 4 12 0 0,-2 0 0 0 0,0 0 0 0 0,-1 1 1 0 0,-5 23-1 0 0,3-24 2 0 0,0 0 0 0 0,2 0 0 0 0,0 1 0 0 0,4 30 0 0 0,0-24 4 0 0,-1-7 9 0 0,1-1 0 0 0,0 0 0 0 0,2 0 0 0 0,0-1 0 0 0,10 26-1 0 0,-14-44-11 0 0,-1 1 0 0 0,0-1 0 0 0,0 1 0 0 0,1-1 0 0 0,-1 1 0 0 0,0-1 0 0 0,0 1 0 0 0,0 0 0 0 0,0-1 0 0 0,0 1 0 0 0,1-1 0 0 0,-1 1 0 0 0,0 0 0 0 0,-1-1 0 0 0,1 1 0 0 0,0 0 0 0 0,0-1 0 0 0,0 1-1 0 0,0-1 1 0 0,0 1 0 0 0,-1-1 0 0 0,1 2 0 0 0,0-2 0 0 0,0 0 0 0 0,-1 1-1 0 0,1-1 1 0 0,-1 0-1 0 0,1 1 1 0 0,0-1-1 0 0,-1 0 1 0 0,1 0-1 0 0,-1 1 1 0 0,1-1-1 0 0,0 0 1 0 0,-1 0-1 0 0,1 1 1 0 0,-1-1-1 0 0,1 0 1 0 0,-1 0-1 0 0,1 0 1 0 0,-1 0-1 0 0,1 0 1 0 0,-1 0-1 0 0,1 0 1 0 0,-1 0-1 0 0,1 0 1 0 0,-1 0-1 0 0,1 0 1 0 0,-1 0-1 0 0,1 0 1 0 0,-1 0-1 0 0,1-1 1 0 0,-1 1-1 0 0,1 0 1 0 0,0 0-1 0 0,-1 0 1 0 0,1-1-1 0 0,-1 1 1 0 0,1 0-1 0 0,-1-1 1 0 0,1 1-1 0 0,0 0 1 0 0,-1-1-1 0 0,1 1 1 0 0,-1-1-1 0 0,0-1-104 0 0,-1 0 0 0 0,1 1 0 0 0,-1-1 0 0 0,1 0 0 0 0,0 0 0 0 0,0 0 0 0 0,0 0 0 0 0,0 0 0 0 0,0-1 0 0 0,0 1 0 0 0,1 0-1 0 0,-1 0 1 0 0,1-1 0 0 0,-1 1 0 0 0,1 0 0 0 0,0-1 0 0 0,0-2 0 0 0,0 1-1880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2.9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 0 7528 0 0,'-5'2'1216'0'0,"-13"3"-170"0"0,13-4-675 0 0,5-1-366 0 0,-1 0-1 0 0,1 0 1 0 0,-1 0-1 0 0,1 1 1 0 0,0-1-1 0 0,-1 0 1 0 0,1 0-1 0 0,-1 0 1 0 0,1 0-1 0 0,-1 1 1 0 0,1-1-1 0 0,0 0 1 0 0,-1 0-1 0 0,1 1 1 0 0,0-1-1 0 0,-1 0 1 0 0,1 1-1 0 0,0-1 1 0 0,-1 1-1 0 0,1-1 1 0 0,0 0-1 0 0,0 1 1 0 0,0-1-1 0 0,-1 1 1 0 0,1-1-1 0 0,0 0 1 0 0,0 1-1 0 0,0-1 1 0 0,0 1-1 0 0,0 0 1 0 0,3 9-236 0 0,2 0 1 0 0,0 0-1 0 0,0-1 0 0 0,1 0 1 0 0,0 0-1 0 0,0 0 0 0 0,15 14 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3.5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466 0 19591 0 0,'0'0'-606'0'0,"-2"5"470"0"0,-41 97 1729 0 0,-42 116 847 0 0,-6 166-246 0 0,31 7-821 0 0,15-90-458 0 0,35-243-614 0 0,-2 0 0 0 0,-3 0 0 0 0,-28 73 0 0 0,41-126-227 0 0,-1 1-1 0 0,1-1 0 0 0,-1 0 0 0 0,0 0 0 0 0,0 0 0 0 0,-1 0 1 0 0,-7 8-1 0 0,9-11 29 0 0,-5-21 27 0 0,0 5-104 0 0,3-1-115 0 0,1 0 1 0 0,-2-29-1 0 0,4 20-2884 0 0,1 23 2614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3.9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17 16479 0 0,'0'0'5514'0'0,"6"2"-5284"0"0,4 0-157 0 0,27 7 243 0 0,0-2 1 0 0,0-2-1 0 0,0-1 1 0 0,54-1-1 0 0,-41-8 395 0 0,0-3-1 0 0,65-19 1 0 0,-88 20-224 0 0,0 5-241 0 0,-24 2-2468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4.6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1 17079 0 0,'0'0'3731'0'0,"-1"5"-2982"0"0,-39 155 833 0 0,-5 25-1028 0 0,-1 37 41 0 0,-17 116 354 0 0,50-230-16 0 0,-5 0 0 0 0,-49 166 0 0 0,67-274-911 0 0,0 1 0 0 0,-1 0 0 0 0,1-1 1 0 0,0 1-1 0 0,-1-1 0 0 0,1 1 0 0 0,-1-1 0 0 0,1 1 1 0 0,-1-1-1 0 0,1 1 0 0 0,-1-1 0 0 0,0 1 1 0 0,1-1-1 0 0,-1 0 0 0 0,0 1 0 0 0,1-1 0 0 0,-1 0 1 0 0,1 0-1 0 0,-1 1 0 0 0,0-1 0 0 0,0 0 0 0 0,1 0 1 0 0,-1 0-1 0 0,0 0 0 0 0,1 0 0 0 0,-1 0 0 0 0,0 0 1 0 0,-1 0-1 0 0,-15-4-3766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5.4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702 150 11448 0 0,'0'0'8281'0'0,"6"-6"-7853"0"0,7-8-194 0 0,1 2 1 0 0,0-1-1 0 0,1 2 1 0 0,0 0-1 0 0,1 1 1 0 0,1 1 0 0 0,-1 0-1 0 0,1 1 1 0 0,24-7-1 0 0,-16 7 36 0 0,1 1 0 0 0,-1 1-1 0 0,2 2 1 0 0,-1 0 0 0 0,0 2 0 0 0,42 1-1 0 0,-43 3-88 0 0,0 0-1 0 0,-1 2 0 0 0,1 1 0 0 0,-1 0 1 0 0,0 2-1 0 0,-1 1 0 0 0,26 12 1 0 0,-33-12-90 0 0,0 0 1 0 0,-1 1-1 0 0,0 1 1 0 0,-1 0 0 0 0,0 1-1 0 0,-1 1 1 0 0,0 0 0 0 0,-1 1-1 0 0,0 0 1 0 0,14 22 0 0 0,-13-13 11 0 0,0 1 1 0 0,-2 0-1 0 0,-1 1 1 0 0,-1 0 0 0 0,-1 1-1 0 0,-1 0 1 0 0,-1 0-1 0 0,-1 1 1 0 0,2 36 0 0 0,-4-13 77 0 0,-3 1 1 0 0,-2 0 0 0 0,-16 95-1 0 0,10-101-111 0 0,-3 0 0 0 0,-1-1 0 0 0,-2-1-1 0 0,-2 0 1 0 0,-2-1 0 0 0,-1 0 0 0 0,-2-2 0 0 0,-2 0-1 0 0,-2-2 1 0 0,-1-1 0 0 0,-2 0 0 0 0,-1-3 0 0 0,-2 0 0 0 0,-1-2-1 0 0,-2-1 1 0 0,0-2 0 0 0,-2-1 0 0 0,-1-2 0 0 0,-2-1-1 0 0,0-2 1 0 0,-72 28 0 0 0,60-32-9 0 0,0-3 0 0 0,0-2 0 0 0,-1-3 0 0 0,-104 8 0 0 0,118-16-36 0 0,-1-3 1 0 0,0 0-1 0 0,1-3 0 0 0,0-1 1 0 0,0-2-1 0 0,0-1 1 0 0,-56-21-1 0 0,71 19-11 0 0,0-1 0 0 0,1-1 0 0 0,0-1 0 0 0,0-1 0 0 0,2-1-1 0 0,-36-33 1 0 0,55 48-13 0 0,1-1 0 0 0,-1 0-1 0 0,0 0 1 0 0,0 1 0 0 0,0-1-1 0 0,0 0 1 0 0,1 0-1 0 0,-1 0 1 0 0,0 0 0 0 0,1 0-1 0 0,-1 0 1 0 0,1 0 0 0 0,-1 0-1 0 0,1 0 1 0 0,0-1 0 0 0,-1 1-1 0 0,1 0 1 0 0,0 0-1 0 0,0 0 1 0 0,0 0 0 0 0,0 0-1 0 0,0-1 1 0 0,0 1 0 0 0,0-1-1 0 0,1 0 1 0 0,-1 1-1 0 0,1 0 0 0 0,0-1 1 0 0,0 1-1 0 0,0 0 1 0 0,0 0-1 0 0,0-1 0 0 0,0 1 1 0 0,0 0-1 0 0,1 0 1 0 0,-1 0-1 0 0,0 0 0 0 0,0 1 1 0 0,1-1-1 0 0,2-1 1 0 0,8-3-1 0 0,1 1 0 0 0,-1 0 0 0 0,22-4 0 0 0,-24 6 0 0 0,372-69-19 0 0,-208 32-427 0 0,-118 26-3114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6.3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501 122 11656 0 0,'0'0'10775'0'0,"2"-5"-10300"0"0,-1 2-411 0 0,1 0 0 0 0,-1 0 0 0 0,0 0-1 0 0,0 0 1 0 0,0 0 0 0 0,0 0 0 0 0,0 0 0 0 0,-1 0 0 0 0,0 0 0 0 0,1-1 0 0 0,-1 1-1 0 0,0 0 1 0 0,0 0 0 0 0,-1 0 0 0 0,1-1 0 0 0,-1 1 0 0 0,0 0 0 0 0,1 0 0 0 0,-1 0-1 0 0,-1 0 1 0 0,1 0 0 0 0,0 0 0 0 0,-1 0 0 0 0,1 1 0 0 0,-1-1 0 0 0,0 0 0 0 0,0 1-1 0 0,0 0 1 0 0,0-1 0 0 0,-1 1 0 0 0,-4-4 0 0 0,0 3 0 0 0,0 0 1 0 0,0 0-1 0 0,0 0 0 0 0,0 1 1 0 0,0 0-1 0 0,-1 1 0 0 0,1 0 1 0 0,-1 0-1 0 0,1 0 0 0 0,-1 1 1 0 0,1 0-1 0 0,-1 1 1 0 0,0 0-1 0 0,1 0 0 0 0,0 0 1 0 0,-1 1-1 0 0,-10 4 0 0 0,-3 1 74 0 0,1 2 0 0 0,-1 0-1 0 0,2 2 1 0 0,-33 20 0 0 0,28-14 36 0 0,1 2 1 0 0,1 0-1 0 0,-36 39 1 0 0,49-48-100 0 0,1 0 0 0 0,0 0 0 0 0,0 1 0 0 0,1 1 0 0 0,1-1 0 0 0,0 1 0 0 0,0 0 0 0 0,1 1 0 0 0,1-1 0 0 0,-5 24 0 0 0,8-33-57 0 0,0 0 0 0 0,1 1 0 0 0,0-1 0 0 0,-1 0-1 0 0,1 1 1 0 0,0-1 0 0 0,1 0 0 0 0,-1 1 0 0 0,1-1-1 0 0,-1 0 1 0 0,1 1 0 0 0,0-1 0 0 0,0 0-1 0 0,0 0 1 0 0,1 0 0 0 0,-1 0 0 0 0,1 0 0 0 0,0 0-1 0 0,0 0 1 0 0,0-1 0 0 0,0 1 0 0 0,0-1 0 0 0,0 1-1 0 0,1-1 1 0 0,-1 0 0 0 0,1 0 0 0 0,0 0-1 0 0,-1 0 1 0 0,1 0 0 0 0,0-1 0 0 0,0 1 0 0 0,0-1-1 0 0,0 0 1 0 0,1 0 0 0 0,-1 0 0 0 0,0 0-1 0 0,4 0 1 0 0,3 1 4 0 0,0-1-1 0 0,0-1 1 0 0,0 0 0 0 0,0 0-1 0 0,1 0 1 0 0,-1-2-1 0 0,0 1 1 0 0,0-1 0 0 0,0-1-1 0 0,18-6 1 0 0,-11 0 8 0 0,1 0 0 0 0,-2-1 0 0 0,1-1 1 0 0,-2 0-1 0 0,1-1 0 0 0,-2-1 0 0 0,0 0 0 0 0,14-17 1 0 0,-9 7 19 0 0,0-1 1 0 0,-2-1 0 0 0,0-1-1 0 0,17-39 1 0 0,-28 50 6 0 0,-2 0 1 0 0,5-24-1 0 0,-8 23 94 0 0,-14 49-89 0 0,2 3-34 0 0,-13 71-1 0 0,22-91-18 0 0,1 0 0 0 0,0 0 0 0 0,1 0-1 0 0,0 1 1 0 0,1-1 0 0 0,1 0 0 0 0,6 20 0 0 0,-7-31-3 0 0,1 1 0 0 0,-1-1 0 0 0,1 0 0 0 0,1 0 0 0 0,-1 0 0 0 0,6 8 0 0 0,-7-12-4 0 0,0 0 0 0 0,0 1 0 0 0,0-1 0 0 0,0 0 0 0 0,0 0 0 0 0,1 0 0 0 0,-1 0 0 0 0,0 0 0 0 0,1 0 0 0 0,-1 0 0 0 0,1-1 0 0 0,-1 1 0 0 0,1 0 0 0 0,-1-1 0 0 0,1 1 0 0 0,-1-1 0 0 0,1 0 0 0 0,0 1 0 0 0,-1-1 0 0 0,1 0 0 0 0,0 0 0 0 0,-1 0 0 0 0,1 0 0 0 0,0 0 0 0 0,-1 0 0 0 0,1-1 0 0 0,1 0 0 0 0,10-4 38 0 0,0 0 0 0 0,-1-1 0 0 0,1 0-1 0 0,-1-2 1 0 0,-1 1 0 0 0,0-1 0 0 0,0-1 0 0 0,20-19-1 0 0,62-77-3620 0 0,-89 101 3029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6.8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535 1 20399 0 0,'0'0'5119'0'0,"-1"7"-4508"0"0,-65 270 277 0 0,-22 118-465 0 0,25-147-185 0 0,-51 179 206 0 0,87-343 55 0 0,-75 157 0 0 0,102-240-486 0 0,0 0 0 0 0,0-1-1 0 0,0 1 1 0 0,-1 0 0 0 0,1-1-1 0 0,0 1 1 0 0,-1-1-1 0 0,1 1 1 0 0,0 0 0 0 0,-1-1-1 0 0,1 1 1 0 0,-1-1 0 0 0,1 1-1 0 0,-1-1 1 0 0,1 0 0 0 0,-1 1-1 0 0,1-1 1 0 0,-1 1-1 0 0,0-1 1 0 0,1 0 0 0 0,-1 1-1 0 0,1-1 1 0 0,-1 0 0 0 0,0 0-1 0 0,1 0 1 0 0,-1 1-1 0 0,0-1 1 0 0,1 0 0 0 0,-1 0-1 0 0,0 0 1 0 0,1 0 0 0 0,-1 0-1 0 0,0 0 1 0 0,0 0-1 0 0,1 0 1 0 0,-1-1 0 0 0,0 1-1 0 0,1 0 1 0 0,-1 0 0 0 0,1 0-1 0 0,-1-1 1 0 0,0 1-1 0 0,1 0 1 0 0,-1-1 0 0 0,1 1-1 0 0,-1-1 1 0 0,0 0 0 0 0,-2-2 14 0 0,0 1 0 0 0,1-1 0 0 0,0 0 0 0 0,0 0 0 0 0,0 0 0 0 0,0-1 0 0 0,-2-3 0 0 0,-1-8 49 0 0,0 0 0 0 0,1 0-1 0 0,0 0 1 0 0,1-1 0 0 0,0-19-1 0 0,-1-75-3482 0 0,4 104 2756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7.0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21 18791 0 0,'-1'-1'174'0'0,"1"1"-1"0"0,0 0 1 0 0,-1-1-1 0 0,1 1 0 0 0,0 0 1 0 0,-1-1-1 0 0,1 1 0 0 0,0-1 1 0 0,0 1-1 0 0,0-1 1 0 0,-1 1-1 0 0,1 0 0 0 0,0-1 1 0 0,0 1-1 0 0,0-1 0 0 0,0 1 1 0 0,0-1-1 0 0,0 1 1 0 0,0-1-1 0 0,0 1 0 0 0,0-1 1 0 0,0 1-1 0 0,0-1 0 0 0,0 1 1 0 0,0-1-1 0 0,0 1 1 0 0,0-1-1 0 0,1 0 0 0 0,13-2 1682 0 0,38 14-2435 0 0,-27-5 1104 0 0,9-3-216 0 0,0-3 1 0 0,-1-1-1 0 0,1-1 1 0 0,35-7 0 0 0,-34 3-1316 0 0,1 3 1 0 0,53 0 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7.8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641 216 15976 0 0,'-2'4'1111'0'0,"-12"28"1079"0"0,13-29-1546 0 0,-6 5 2734 0 0,36-91-1509 0 0,-21 63-1483 0 0,0 0 0 0 0,-1-1 0 0 0,-2 0 0 0 0,5-27 0 0 0,-10 47-359 0 0,0-1 0 0 0,1 0 1 0 0,-1 1-1 0 0,0-1 0 0 0,0 0 0 0 0,-1 0 1 0 0,1 1-1 0 0,0-1 0 0 0,0 0 0 0 0,-1 1 1 0 0,1-1-1 0 0,-1 0 0 0 0,0 1 1 0 0,1-1-1 0 0,-1 1 0 0 0,0-1 0 0 0,0 1 1 0 0,0-1-1 0 0,0 1 0 0 0,0-1 0 0 0,0 1 1 0 0,-1 0-1 0 0,1 0 0 0 0,0 0 0 0 0,-1 0 1 0 0,1 0-1 0 0,-1 0 0 0 0,1 0 0 0 0,-1 0 1 0 0,1 0-1 0 0,-1 1 0 0 0,1-1 0 0 0,-1 1 1 0 0,0-1-1 0 0,-3 0 0 0 0,-4 0 21 0 0,-1 0 0 0 0,0 1 0 0 0,0 0 1 0 0,1 0-1 0 0,-12 2 0 0 0,21-1-48 0 0,-29 3 71 0 0,1 2-1 0 0,0 1 1 0 0,0 1-1 0 0,1 2 1 0 0,0 0 0 0 0,1 2-1 0 0,0 1 1 0 0,-30 20-1 0 0,8 0 53 0 0,1 1-1 0 0,1 3 1 0 0,-44 47 0 0 0,80-74-91 0 0,1 1 1 0 0,-1 0 0 0 0,2 0-1 0 0,-9 16 1 0 0,14-22-18 0 0,0 0 1 0 0,1-1-1 0 0,0 1 0 0 0,0 0 1 0 0,0 0-1 0 0,0 1 0 0 0,1-1 1 0 0,0 0-1 0 0,0 0 0 0 0,1 1 1 0 0,-1-1-1 0 0,1 0 0 0 0,0 1 1 0 0,2 7-1 0 0,-2-11-9 0 0,1-1 0 0 0,-1 1 1 0 0,1-1-1 0 0,0 1 0 0 0,0-1 0 0 0,0 1 0 0 0,0-1 1 0 0,0 0-1 0 0,0 1 0 0 0,0-1 0 0 0,0 0 0 0 0,0 0 1 0 0,0 0-1 0 0,1 0 0 0 0,-1 0 0 0 0,1 0 0 0 0,-1 0 1 0 0,0-1-1 0 0,1 1 0 0 0,0 0 0 0 0,-1-1 1 0 0,1 1-1 0 0,-1-1 0 0 0,1 1 0 0 0,0-1 0 0 0,-1 0 1 0 0,4 0-1 0 0,3 1 10 0 0,1-1 1 0 0,-1 0-1 0 0,17-3 1 0 0,-6-2 5 0 0,0 0 0 0 0,-1-2 1 0 0,1 0-1 0 0,-1-1 0 0 0,0 0 0 0 0,-1-2 0 0 0,0 0 0 0 0,-1-1 0 0 0,0 0 1 0 0,0-2-1 0 0,-1 0 0 0 0,-1 0 0 0 0,-1-1 0 0 0,1-1 0 0 0,-2 0 0 0 0,0-1 1 0 0,12-23-1 0 0,-13 13 46 0 0,-6 16 138 0 0,-2 34-122 0 0,-2 6-64 0 0,12 139 63 0 0,-10-151-71 0 0,0-1 1 0 0,2 0-1 0 0,-1-1 1 0 0,2 1-1 0 0,0-1 1 0 0,2 0 0 0 0,13 24-1 0 0,-19-36-7 0 0,0-1 0 0 0,1 1 0 0 0,-1-1 0 0 0,1 0 0 0 0,0 0 0 0 0,-1 0 0 0 0,1 0-1 0 0,1 0 1 0 0,-1-1 0 0 0,0 1 0 0 0,1-1 0 0 0,-1 0 0 0 0,1 0 0 0 0,-1 0 0 0 0,1-1 0 0 0,0 1 0 0 0,0-1 0 0 0,0 0 0 0 0,0 0 0 0 0,6 1 0 0 0,-4-3 0 0 0,0 1 0 0 0,0-1 0 0 0,0 0 0 0 0,0-1 0 0 0,0 1-1 0 0,-1-1 1 0 0,1 0 0 0 0,0-1 0 0 0,-1 1 0 0 0,0-1 0 0 0,1 0 0 0 0,-1-1 0 0 0,8-6 0 0 0,7-8-127 0 0,0 0 0 0 0,27-35-1 0 0,-22 22-3386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9.1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1826 18591 0 0,'0'0'5402'0'0,"5"-5"-5188"0"0,36-40 226 0 0,-39 43-33 0 0,-12-10 359 0 0,8 7 293 0 0,13-15-1035 0 0,17-23 136 0 0,-3-1 0 0 0,-2-1 0 0 0,-2-1 0 0 0,-2-1 0 0 0,-1 0 0 0 0,-3-2 0 0 0,9-53 0 0 0,8-74 185 0 0,-9 42 16 0 0,73-242 0 0 0,-37 228-77 0 0,103-186 0 0 0,-152 316-232 0 0,0 0-1 0 0,1 1 1 0 0,0 0 0 0 0,1 1 0 0 0,1 0 0 0 0,28-25-1 0 0,-41 41-48 0 0,0-1-1 0 0,1 1 0 0 0,-1 0 1 0 0,0 0-1 0 0,1-1 0 0 0,-1 1 1 0 0,0 0-1 0 0,1 0 0 0 0,-1 0 1 0 0,0 0-1 0 0,1 0 0 0 0,-1-1 1 0 0,0 1-1 0 0,1 0 0 0 0,-1 0 1 0 0,0 0-1 0 0,1 0 0 0 0,-1 0 1 0 0,1 0-1 0 0,-1 0 0 0 0,0 0 1 0 0,1 0-1 0 0,-1 0 0 0 0,0 0 1 0 0,1 1-1 0 0,-1-1 0 0 0,1 0 1 0 0,-1 0-1 0 0,0 0 0 0 0,1 0 1 0 0,-1 1-1 0 0,0-1 0 0 0,0 0 1 0 0,1 0-1 0 0,-1 0 0 0 0,0 1 1 0 0,1-1-1 0 0,-1 0 0 0 0,0 1 1 0 0,0-1-1 0 0,0 0 0 0 0,1 1 1 0 0,-1-1-1 0 0,0 0 0 0 0,0 1 1 0 0,0-1-1 0 0,0 0 0 0 0,1 1 1 0 0,-1-1-1 0 0,6 23 24 0 0,-6-20-22 0 0,7 39 23 0 0,-2 0-1 0 0,0 60 1 0 0,-12 89 14 0 0,2-92-26 0 0,-6 107 23 0 0,0 318 97 0 0,17-371-93 0 0,17 219 110 0 0,-22-368-151 0 0,6 110 80 0 0,-7-112-59 0 0,0-6-6 0 0,-18-81-198 0 0,10 56-3497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9.5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 15976 0 0,'0'0'6295'0'0,"6"1"-6140"0"0,104 9 686 0 0,1-5 1 0 0,0-5-1 0 0,128-15 0 0 0,-183 8-350 0 0,12-2-3626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3:59.9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523 49 19295 0 0,'0'0'5802'0'0,"0"-5"-5594"0"0,0 4-187 0 0,0-1 1 0 0,0 1 0 0 0,0-1 0 0 0,-1 1 0 0 0,1-1 0 0 0,-1 1 0 0 0,1-1 0 0 0,-1 1 0 0 0,1-1 0 0 0,-1 1-1 0 0,0 0 1 0 0,0-1 0 0 0,1 1 0 0 0,-1 0 0 0 0,0 0 0 0 0,0 0 0 0 0,0-1 0 0 0,0 1 0 0 0,-1 0 0 0 0,-1-1-1 0 0,0 0 29 0 0,-1 0-1 0 0,1 0 0 0 0,-1 0 1 0 0,0 1-1 0 0,0 0 1 0 0,1-1-1 0 0,-1 1 0 0 0,-7 0 1 0 0,3 0 12 0 0,1 1 0 0 0,0 1 0 0 0,-1-1 1 0 0,1 1-1 0 0,-1 0 0 0 0,1 1 0 0 0,0 0 1 0 0,0 0-1 0 0,0 0 0 0 0,-12 7 1 0 0,-8 5 177 0 0,-31 22 1 0 0,28-17-129 0 0,0 2 0 0 0,2 1 1 0 0,1 1-1 0 0,1 2 0 0 0,1 0 0 0 0,1 2 0 0 0,1 1 0 0 0,-21 34 0 0 0,39-54-70 0 0,0 1-1 0 0,1 0 1 0 0,0 0-1 0 0,0 0 0 0 0,1 0 1 0 0,1 0-1 0 0,-3 14 0 0 0,5-20-26 0 0,0 0 1 0 0,-1 0-1 0 0,1 0 0 0 0,0 1 1 0 0,1-1-1 0 0,-1 0 0 0 0,1 0 0 0 0,-1 0 1 0 0,1 0-1 0 0,0 0 0 0 0,0 0 0 0 0,0 0 1 0 0,1 0-1 0 0,-1 0 0 0 0,1 0 0 0 0,-1-1 1 0 0,1 1-1 0 0,0 0 0 0 0,0-1 0 0 0,0 0 1 0 0,0 1-1 0 0,1-1 0 0 0,-1 0 0 0 0,1 0 1 0 0,-1 0-1 0 0,5 1 0 0 0,2 2 12 0 0,1 0-1 0 0,0-2 0 0 0,1 1 1 0 0,-1-1-1 0 0,1-1 1 0 0,-1 0-1 0 0,1 0 1 0 0,-1-1-1 0 0,12 0 1 0 0,5-1 32 0 0,0-2 0 0 0,40-6 1 0 0,-41 2 35 0 0,1-1 1 0 0,-2-1 0 0 0,1-1-1 0 0,-1-2 1 0 0,37-20 0 0 0,97-71-4105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0.4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350 297 18791 0 0,'0'-46'1580'0'0,"9"-61"-1"0"0,-6 87-1075 0 0,1 0 0 0 0,1 0 0 0 0,1 0 0 0 0,0 1 0 0 0,13-24 0 0 0,-19 41-349 0 0,11 59 309 0 0,-12-3-298 0 0,-1-1 1 0 0,-14 76 0 0 0,-33 110 181 0 0,21-113-166 0 0,19-81-123 0 0,-198 849 1329 0 0,118-566-331 0 0,88-326-840 0 0,-7-29-65 0 0,6 7-127 0 0,2-1 0 0 0,0 1 0 0 0,3-25 0 0 0,0-21 3 0 0,-5-46-317 0 0,1 76-3115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0.7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241 4 16687 0 0,'-35'-1'1168'0'0,"26"0"-1021"0"0,0 0 1 0 0,0 1 0 0 0,0 0 0 0 0,0 0-1 0 0,0 1 1 0 0,0 0 0 0 0,1 1 0 0 0,-1-1-1 0 0,0 2 1 0 0,0-1 0 0 0,1 2 0 0 0,-16 7-1 0 0,-37 29 373 0 0,60-40-495 0 0,0 1 0 0 0,0-1 0 0 0,0 1-1 0 0,1-1 1 0 0,-1 0 0 0 0,0 1 0 0 0,0-1 0 0 0,1 1-1 0 0,-1 0 1 0 0,0-1 0 0 0,1 1 0 0 0,-1 0-1 0 0,1-1 1 0 0,-1 1 0 0 0,1 0 0 0 0,-1-1 0 0 0,1 1-1 0 0,-1 0 1 0 0,1 0 0 0 0,0 0 0 0 0,-1 0-1 0 0,1-1 1 0 0,0 1 0 0 0,0 0 0 0 0,0 0 0 0 0,0 0-1 0 0,-1 0 1 0 0,1 0 0 0 0,0 0 0 0 0,1-1-1 0 0,-1 1 1 0 0,0 0 0 0 0,0 0 0 0 0,0 0-1 0 0,0 0 1 0 0,1 0 0 0 0,0 1 0 0 0,0 0 33 0 0,0 0-1 0 0,0 0 1 0 0,1 0 0 0 0,0 1-1 0 0,-1-1 1 0 0,1-1 0 0 0,0 1 0 0 0,0 0-1 0 0,0 0 1 0 0,0-1 0 0 0,0 1 0 0 0,2 0-1 0 0,16 8 148 0 0,0-1-1 0 0,0-1 0 0 0,1-1 0 0 0,0-1 0 0 0,0-1 0 0 0,41 5 1 0 0,136-2 1008 0 0,26-17 436 0 0,-160-4-616 0 0,-45 8-3899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1.0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0 20399 0 0,'-8'27'431'0'0,"5"-17"-14"0"0,0 0-1 0 0,0 0 0 0 0,-1-1 1 0 0,0 0-1 0 0,-1 1 0 0 0,-9 12 1 0 0,-37 44 483 0 0,-40 58 121 0 0,82-110-805 0 0,1 0 0 0 0,1 1 0 0 0,0 0-1 0 0,0 1 1 0 0,2-1 0 0 0,-8 33 0 0 0,13-47-6 0 0,-5 6 495 0 0,42-137-314 0 0,-26 85-3881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1.3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20903 0 0,'0'0'551'0'0,"0"5"94"0"0,11 80 4161 0 0,-2-34-4414 0 0,2 1 0 0 0,19 52-1 0 0,-27-97-369 0 0,-1-1 0 0 0,2 1 0 0 0,-1-1 0 0 0,1 0 0 0 0,0-1 0 0 0,0 1 0 0 0,1-1 0 0 0,0 1 0 0 0,0-1 0 0 0,0-1 0 0 0,0 1 0 0 0,9 5 0 0 0,19 9-3606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1.8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102 254 19495 0 0,'0'0'691'0'0,"-5"5"26"0"0,3-2-494 0 0,0 0 0 0 0,-1-1 0 0 0,0 1 0 0 0,1-1-1 0 0,-1 1 1 0 0,0-1 0 0 0,0 0 0 0 0,-1 0 0 0 0,1-1 0 0 0,0 1-1 0 0,-1 0 1 0 0,1-1 0 0 0,-1 0 0 0 0,1 0 0 0 0,-1 0-1 0 0,-5 0 1 0 0,8-1-196 0 0,0 1 1 0 0,0-1-1 0 0,0 0 0 0 0,0 0 0 0 0,1 1 0 0 0,-1-1 0 0 0,0 0 0 0 0,0 1 1 0 0,1-1-1 0 0,-1 1 0 0 0,0-1 0 0 0,0 1 0 0 0,1-1 0 0 0,-1 1 0 0 0,1 0 1 0 0,-1-1-1 0 0,0 1 0 0 0,1 0 0 0 0,-1-1 0 0 0,1 1 0 0 0,-1 0 0 0 0,1 0 1 0 0,0 0-1 0 0,-1 1 0 0 0,-7 25 117 0 0,6-19-11 0 0,-2 15 26 0 0,1 0 0 0 0,0 0 0 0 0,2 0 1 0 0,1 1-1 0 0,1-1 0 0 0,1 0 0 0 0,6 31 0 0 0,1 22 399 0 0,-6-11 360 0 0,-2-63-583 0 0,9-16-20 0 0,56-139 105 0 0,-2 5-199 0 0,-23 64-61 0 0,4 1 0 0 0,79-108 0 0 0,-119 185-367 0 0,4-6 567 0 0,-7 4-3961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2.2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126 0 18791 0 0,'0'0'1215'0'0,"-5"0"-28"0"0,-26 0 2327 0 0,30 0-3108 0 0,-1 2-76 0 0,-4 6-238 0 0,1 1-1 0 0,0-1 0 0 0,0 1 0 0 0,1 0 1 0 0,0 0-1 0 0,0 0 0 0 0,1 0 1 0 0,-3 17-1 0 0,-2 2 54 0 0,-1-2 135 0 0,2-1-1 0 0,0 2 1 0 0,2-1 0 0 0,-3 47-1 0 0,8-73-260 0 0,0 1 0 0 0,0-1 0 0 0,0 0 0 0 0,-1 1 0 0 0,1-1 0 0 0,0 1-1 0 0,0-1 1 0 0,0 0 0 0 0,0 1 0 0 0,0-1 0 0 0,0 0 0 0 0,0 1-1 0 0,0-1 1 0 0,0 0 0 0 0,0 1 0 0 0,1-1 0 0 0,-1 0 0 0 0,0 1-1 0 0,0-1 1 0 0,0 0 0 0 0,0 1 0 0 0,0-1 0 0 0,1 0 0 0 0,-1 1 0 0 0,0-1-1 0 0,0 0 1 0 0,0 0 0 0 0,1 1 0 0 0,-1-1 0 0 0,0 0 0 0 0,1 0-1 0 0,-1 1 1 0 0,0-1 0 0 0,0 0 0 0 0,1 0 0 0 0,-1 0 0 0 0,0 0-1 0 0,1 1 1 0 0,-1-1 0 0 0,0 0 0 0 0,1 0 0 0 0,-1 0 0 0 0,0 0 0 0 0,1 0-1 0 0,-1 0 1 0 0,1 0 0 0 0,-1 0 0 0 0,0 0 0 0 0,1 0 0 0 0,-1 0-1 0 0,0 0 1 0 0,1 0 0 0 0,11-10-3620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2.5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0 18487 0 0,'0'0'1755'0'0,"-5"5"-654"0"0,-1 0-837 0 0,-1 1 126 0 0,0 1-1 0 0,0-1 0 0 0,0 1 1 0 0,1 0-1 0 0,0 1 0 0 0,1 0 1 0 0,-7 10-1 0 0,-4 21 380 0 0,15-38-523 0 0,-3 8 420 0 0,11-13-599 0 0,0-1-1 0 0,0 1 1 0 0,-1-1-1 0 0,0 0 1 0 0,1-1-1 0 0,5-6 1 0 0,7-6 7 0 0,23-18-3335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2.9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324 103 15976 0 0,'38'-57'453'0'0,"-8"12"3139"0"0,-57 97-3219 0 0,2 1 0 0 0,-27 86 0 0 0,-23 124 648 0 0,-14 208 977 0 0,35 7-30 0 0,42-352-1484 0 0,0-45 221 0 0,-24 88 0 0 0,36-169-702 0 0,-3 14 257 0 0,0 1 0 0 0,1-1-1 0 0,1 22 1 0 0,1-34 397 0 0,0-29-438 0 0,1-44-459 0 0,-1 48-3133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3.2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0 20303 0 0,'0'0'843'0'0,"-1"5"-14"0"0,0-3-705 0 0,0 0-1 0 0,1 0 1 0 0,-1 0-1 0 0,1 1 0 0 0,-1-1 1 0 0,1 0-1 0 0,0 0 1 0 0,-1 1-1 0 0,1-1 1 0 0,1 0-1 0 0,-1 1 1 0 0,0-1-1 0 0,0 0 0 0 0,1 1 1 0 0,-1-1-1 0 0,1 0 1 0 0,0 0-1 0 0,0 0 1 0 0,0 0-1 0 0,0 0 0 0 0,0 1 1 0 0,0-2-1 0 0,0 1 1 0 0,1 0-1 0 0,1 2 1 0 0,6 5-42 0 0,-1 0 0 0 0,2-1 1 0 0,-1 0-1 0 0,1 0 1 0 0,1-1-1 0 0,-1-1 0 0 0,1 0 1 0 0,0 0-1 0 0,1-1 1 0 0,11 4-1 0 0,-4-3 142 0 0,-1-1-1 0 0,1-2 1 0 0,-1 0-1 0 0,1 0 1 0 0,0-2-1 0 0,22-1 1 0 0,-14-1-488 0 0,0-2 0 0 0,0 0 1 0 0,0-2-1 0 0,-1-2 0 0 0,0 0 0 0 0,0-1 0 0 0,0-2 1 0 0,-1-1-1 0 0,25-14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3.9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1301 201 20207 0 0,'0'3'867'0'0,"36"207"4516"0"0,-34-201-5310 0 0,0 0 0 0 0,1 0 0 0 0,0 0 0 0 0,1-1 1 0 0,0 1-1 0 0,0-1 0 0 0,1 0 0 0 0,0 0 0 0 0,0 0 1 0 0,8 7-1 0 0,-11-12-35 0 0,1 0 0 0 0,0 0-1 0 0,0-1 1 0 0,1 1 0 0 0,-1 0 0 0 0,1-1 0 0 0,-1 0-1 0 0,1 0 1 0 0,0 0 0 0 0,-1 0 0 0 0,1-1 0 0 0,0 0-1 0 0,0 1 1 0 0,0-1 0 0 0,1-1 0 0 0,-1 1 0 0 0,0-1-1 0 0,0 1 1 0 0,0-1 0 0 0,0 0 0 0 0,1-1 0 0 0,-1 1 0 0 0,0-1-1 0 0,7-1 1 0 0,5-4 35 0 0,0-1 1 0 0,0-1-1 0 0,0 0 0 0 0,-1-1 0 0 0,-1 0 1 0 0,1-1-1 0 0,-1-1 0 0 0,-1 0 0 0 0,0-1 1 0 0,-1 0-1 0 0,0-1 0 0 0,-1-1 0 0 0,13-20 1 0 0,-8 11 1 0 0,-2-1 1 0 0,-1 0 0 0 0,-1-1-1 0 0,-1 0 1 0 0,-2-1-1 0 0,0 0 1 0 0,9-51 0 0 0,-16 66-35 0 0,-1-1 0 0 0,0 0 0 0 0,-1 0 0 0 0,0 0 0 0 0,-1 0 0 0 0,0 0 0 0 0,-1 1 0 0 0,-3-15 0 0 0,4 25-37 0 0,1 1-1 0 0,0-1 1 0 0,0 1 0 0 0,-1-1-1 0 0,1 1 1 0 0,0-1 0 0 0,-1 1-1 0 0,1-1 1 0 0,0 1-1 0 0,-1-1 1 0 0,1 1 0 0 0,-1 0-1 0 0,1-1 1 0 0,-1 1 0 0 0,1-1-1 0 0,-1 1 1 0 0,1 0 0 0 0,-1 0-1 0 0,1-1 1 0 0,-1 1-1 0 0,1 0 1 0 0,-1 0 0 0 0,1 0-1 0 0,-1-1 1 0 0,0 1 0 0 0,1 0-1 0 0,-1 0 1 0 0,1 0-1 0 0,-1 0 1 0 0,0 0 0 0 0,1 0-1 0 0,-1 0 1 0 0,1 0 0 0 0,-1 1-1 0 0,0-1 1 0 0,1 0 0 0 0,-1 0-1 0 0,1 0 1 0 0,-1 1-1 0 0,1-1 1 0 0,-1 0 0 0 0,1 1-1 0 0,-1-1 1 0 0,1 0 0 0 0,-1 1-1 0 0,1-1 1 0 0,-1 1 0 0 0,1-1-1 0 0,0 0 1 0 0,-1 2-1 0 0,-26 22 36 0 0,26-22-32 0 0,-15 18 9 0 0,0 0 0 0 0,2 1 0 0 0,0 0 1 0 0,2 1-1 0 0,0 1 0 0 0,-10 27 0 0 0,0 13 16 0 0,-17 76 0 0 0,20-55 1 0 0,-12 156-1 0 0,18 91 26 0 0,1-18-7 0 0,5-221-25 0 0,-28 125-1 0 0,19-150-10 0 0,-3-1-1 0 0,-2-1 0 0 0,-3-1 1 0 0,-4-1-1 0 0,-1-1 1 0 0,-68 101-1 0 0,68-122-5 0 0,-1-2 0 0 0,-2 0 0 0 0,-2-3 0 0 0,-2 0 0 0 0,0-3 0 0 0,-3-1 0 0 0,0-1 0 0 0,-2-3 0 0 0,-89 46 0 0 0,99-60-4 0 0,0-1 1 0 0,-1-2-1 0 0,-1-1 0 0 0,0-1 0 0 0,0-2 1 0 0,-1-2-1 0 0,1-1 0 0 0,-45 0 0 0 0,58-4-2 0 0,-1-1 0 0 0,1 0 0 0 0,0-2 0 0 0,0-1-1 0 0,0 0 1 0 0,0-1 0 0 0,1-1 0 0 0,-1-1 0 0 0,2-1-1 0 0,-1-1 1 0 0,1 0 0 0 0,0-1 0 0 0,1-1 0 0 0,-30-25-1 0 0,35 24 1 0 0,0-1 0 0 0,1-1 0 0 0,1 0 0 0 0,0 0 0 0 0,1-1-1 0 0,0-1 1 0 0,2 1 0 0 0,-1-1 0 0 0,2 0 0 0 0,0-1 0 0 0,1 0 0 0 0,1 0-1 0 0,1 0 1 0 0,0 0 0 0 0,-1-26 0 0 0,3 30-1 0 0,1-1-1 0 0,0 0 1 0 0,1 0-1 0 0,1 1 1 0 0,0-1-1 0 0,1 1 1 0 0,0-1 0 0 0,1 1-1 0 0,0 0 1 0 0,1 0-1 0 0,1 1 1 0 0,0 0-1 0 0,0 0 1 0 0,2 0 0 0 0,-1 0-1 0 0,1 1 1 0 0,1 1-1 0 0,0-1 1 0 0,0 1-1 0 0,13-9 1 0 0,-6 8 7 0 0,2 0-1 0 0,-1 2 0 0 0,1 0 1 0 0,0 0-1 0 0,1 2 1 0 0,0 0-1 0 0,38-7 1 0 0,146-13-144 0 0,-72 11-3685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7.8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6424 0 0,'0'0'19439'0'0,"5"4"-19189"0"0,18 13 65 0 0,1-2 1 0 0,43 20 0 0 0,-20-11-101 0 0,101 46 248 0 0,-69-35-250 0 0,0-2 92 0 0,1-3 0 0 0,96 22 0 0 0,172 21 360 0 0,74-10-186 0 0,-165-27-294 0 0,625 125 276 0 0,-654-111-349 0 0,296 74 114 0 0,-233-53-132 0 0,82 25 1 0 0,-364-93-93 0 0,648 192 164 0 0,-402-131-83 0 0,83 20 52 0 0,5-27-64 0 0,195 11-25 0 0,-423-40-34 0 0,-4-1 18 0 0,-83-20-12 0 0,-1 2 0 0 0,1 0 0 0 0,-1 2 0 0 0,37 20 0 0 0,-29-14-8 0 0,53 19 0 0 0,-78-33-248 0 0,26 8 347 0 0,46 9 1 0 0,-31-15-4123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34:08.8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961 20 15576 0 0,'0'0'3453'0'0,"-5"-2"-2315"0"0,-27-16 3270 0 0,34 20-4128 0 0,11 13 85 0 0,-1 0 0 0 0,17 28-1 0 0,-1-1 6 0 0,33 35 275 0 0,3-4 0 0 0,3-2 0 0 0,145 118 0 0 0,-1-33 142 0 0,-183-140-559 0 0,1-2 0 0 0,44 16 0 0 0,-71-29-128 0 0,-7 1-59 0 0,-30 7 25 0 0,-61 9 1 0 0,55-11-18 0 0,-45 12 1 0 0,-257 109 220 0 0,10 27-115 0 0,16-6-75 0 0,-9-25-28 0 0,166-78-2206 0 0,148-43 410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5:32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1 288 11448 0 0,'0'0'1414'0'0,"2"-5"-1311"0"0,0-2-75 0 0,2-6 312 0 0,0 1 1 0 0,1 0-1 0 0,7-14 0 0 0,-10 24 620 0 0,-1 1-780 0 0,-1 0 153 0 0,0 1 0 0 0,0-1 0 0 0,1 1 0 0 0,-1-1 0 0 0,0 1 0 0 0,1-1 0 0 0,-1 1 0 0 0,1 0 0 0 0,-1-1 0 0 0,1 1 0 0 0,-1-1 0 0 0,1 1 0 0 0,-1 0-1 0 0,1 0 1 0 0,-1-1 0 0 0,1 1 0 0 0,-1 0 0 0 0,1 0 0 0 0,-1-1 0 0 0,1 1 0 0 0,-1 0 0 0 0,1 0 0 0 0,0 0 0 0 0,-1 0 0 0 0,1 0 0 0 0,1 0-159 0 0,0-1-1 0 0,-1 1 1 0 0,1 0-1 0 0,-1 0 1 0 0,1 0-1 0 0,0 0 1 0 0,-1 1-1 0 0,1-1 1 0 0,-1 0-1 0 0,1 1 1 0 0,0-1-1 0 0,-1 1 1 0 0,1-1-1 0 0,-1 1 1 0 0,1 0-1 0 0,-1-1 1 0 0,0 1-1 0 0,1 0 1 0 0,-1 0-1 0 0,0 0 1 0 0,2 1-1 0 0,-2 0-142 0 0,1-1-1 0 0,0 0 0 0 0,-1 0 0 0 0,1 0 0 0 0,0-1 0 0 0,0 1 0 0 0,0 0 0 0 0,0-1 0 0 0,0 1 1 0 0,0-1-1 0 0,0 0 0 0 0,2 1 0 0 0,7 1 82 0 0,7 2-5 0 0,0-1-1 0 0,1-1 0 0 0,-1-1 1 0 0,1 0-1 0 0,0-1 0 0 0,-1-2 0 0 0,25-3 1 0 0,28-1 101 0 0,315 0 511 0 0,-230 3-558 0 0,62-3 20 0 0,137-17 49 0 0,-222 18-174 0 0,33-3 6 0 0,236-36 29 0 0,-36 27-64 0 0,-112 10-19 0 0,-26 1 12 0 0,-114 4-19 0 0,277 1-1 0 0,-178-5 0 0 0,68 0 8 0 0,69 13 0 0 0,196 13-8 0 0,-504-19 0 0 0,167 1-14 0 0,82 3 4 0 0,395 1 26 0 0,-549-7-16 0 0,380-23 38 0 0,-314 11 12 0 0,-51 0-8 0 0,38-1 13 0 0,10-3-8 0 0,11 1-39 0 0,-101 12-8 0 0,-110 4 0 0 0,1 0 0 0 0,-1 0 0 0 0,0 0 0 0 0,0 0 0 0 0,1 0 0 0 0,-1 0 0 0 0,0 0 0 0 0,1 0 0 0 0,-1 0 0 0 0,0 0 0 0 0,0 0 0 0 0,1-1 0 0 0,-1 1 0 0 0,0 0 0 0 0,0 0 0 0 0,1 0 0 0 0,-1 0 0 0 0,0 0 0 0 0,0 0 0 0 0,0-1 0 0 0,1 1 0 0 0,-1 0 0 0 0,0 0 0 0 0,0 0 0 0 0,0-1 0 0 0,1 1 0 0 0,-1 0 0 0 0,0 0 0 0 0,0 0 0 0 0,0-1 0 0 0,0 1 0 0 0,1-1 0 0 0,-1-15-3919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5:4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35 1600 0 0,'0'0'13544'0'0,"-5"1"-12586"0"0,-7 3 51 0 0,14 1 1039 0 0,27 9-136 0 0,-2-6-998 0 0,53 7 0 0 0,-48-10-550 0 0,45 4 324 0 0,0-3 0 0 0,1-3-1 0 0,108-10 1 0 0,76-8 533 0 0,147-3-134 0 0,-189 16-713 0 0,-43 2-96 0 0,24-2-23 0 0,100-6-8 0 0,138-22 23 0 0,54 8 135 0 0,-337 24-290 0 0,-65 1-54 0 0,139 9 114 0 0,37 1 33 0 0,-249-13-199 0 0,3-1 13 0 0,0 1 0 0 0,0 2 0 0 0,-1 0 1 0 0,31 7-1 0 0,-28-4-1 0 0,-20-5-17 0 0,0 0-1 0 0,-1 0 1 0 0,1 1 0 0 0,-1-1 0 0 0,1 1-1 0 0,0 0 1 0 0,-1-1 0 0 0,1 1-1 0 0,-1 0 1 0 0,0 1 0 0 0,1-1 0 0 0,-1 0-1 0 0,0 1 1 0 0,0-1 0 0 0,0 1-1 0 0,0 0 1 0 0,0-1 0 0 0,0 1-1 0 0,0 0 1 0 0,-1 0 0 0 0,1 0 0 0 0,-1 1-1 0 0,1-1 1 0 0,-1 0 0 0 0,0 1-1 0 0,2 2 1 0 0,3 15 17 0 0,-1 1 1 0 0,0 0-1 0 0,-2 0 0 0 0,2 30 1 0 0,8 43 32 0 0,-1-15-28 0 0,-3 1 0 0 0,-3 149-1 0 0,-6-211-22 0 0,0 129 68 0 0,0-144-68 0 0,-1 0 0 0 0,1 0 0 0 0,-1 0 0 0 0,1 0-1 0 0,-1 0 1 0 0,0 0 0 0 0,0-1 0 0 0,0 1 0 0 0,0 0 0 0 0,-1-1 0 0 0,1 1 0 0 0,-1-1 0 0 0,1 1-1 0 0,-1-1 1 0 0,0 0 0 0 0,0 1 0 0 0,0-1 0 0 0,0 0 0 0 0,0 0 0 0 0,-1-1 0 0 0,1 1 0 0 0,-1 0-1 0 0,-4 2 1 0 0,2-1 0 0 0,-12 7 3 0 0,0-1 1 0 0,-1-1-1 0 0,0 0 0 0 0,0-2 1 0 0,0 0-1 0 0,-29 5 0 0 0,-119 11 9 0 0,110-16-11 0 0,-396 24 6 0 0,-2 0-10 0 0,348-20 11 0 0,-61 7 17 0 0,-479 49 121 0 0,-3-50-58 0 0,490-15-59 0 0,-315 43 0 0 0,468-43-32 0 0,-641 83 9 0 0,633-82-4 0 0,-37-4-3 0 0,38 0-2 0 0,12 2 0 0 0,-1 0 0 0 0,1-1 0 0 0,-1 1 0 0 0,0-1 0 0 0,1 0 0 0 0,-1 0 0 0 0,1 1 0 0 0,-1-1 0 0 0,1 0 0 0 0,0 0 0 0 0,-1 0 0 0 0,1-1 0 0 0,0 1 0 0 0,0 0 0 0 0,0 0 0 0 0,0-1 0 0 0,0 1 0 0 0,0 0 0 0 0,-2-4 0 0 0,0 0 0 0 0,-2-4 0 0 0,0 0 0 0 0,0 0 0 0 0,1 0 0 0 0,1-1 0 0 0,-1 1 0 0 0,1-1 0 0 0,1 0 0 0 0,-2-11 0 0 0,-6-86 0 0 0,8 76 0 0 0,-4-52 0 0 0,5 0 0 0 0,11-111 0 0 0,13-31 0 0 0,-11 13 71 0 0,-12 123-4206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5:55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110 118 1600 0 0,'0'0'5776'0'0,"-4"3"-5103"0"0,3-3-672 0 0,-4 5 709 0 0,-1-1 0 0 0,0 0 1 0 0,0 0-1 0 0,0-1 0 0 0,-8 4 1 0 0,12-6 289 0 0,-1 1 6 0 0,0 1 0 0 0,0 0 1 0 0,0 0-1 0 0,0 0 0 0 0,1 0 0 0 0,-1 0 1 0 0,-2 5-1 0 0,25-1-678 0 0,0-1 0 0 0,1-1 0 0 0,-1 0 0 0 0,1-2-1 0 0,0-1 1 0 0,25 1 0 0 0,134-13 733 0 0,-74 2-420 0 0,548 4 2318 0 0,-507 8-2512 0 0,0-6 1 0 0,278-40-1 0 0,-304 30-257 0 0,239 8-1 0 0,-129 7-21 0 0,110-1 78 0 0,135-3-37 0 0,-371-5-177 0 0,1-5 0 0 0,-2-4 0 0 0,168-47 0 0 0,-241 54-17 0 0,46-5 0 0 0,-3 1 27 0 0,-66 11-37 0 0,-4-1 1 0 0,0 1 0 0 0,0 0 0 0 0,0 1 0 0 0,0-1 0 0 0,1 1 1 0 0,-1 0-1 0 0,0 0 0 0 0,9 1 0 0 0,-12 0-4 0 0,0 1 1 0 0,1-1-1 0 0,-1 0 1 0 0,0 0-1 0 0,0 1 1 0 0,0-1-1 0 0,0 1 0 0 0,0-1 1 0 0,0 1-1 0 0,0 0 1 0 0,0-1-1 0 0,0 4 1 0 0,3 4 9 0 0,9 18 0 0 0,-1 0 1 0 0,-1 1-1 0 0,-2 0 1 0 0,-1 0 0 0 0,-1 1-1 0 0,3 31 1 0 0,0 7-8 0 0,-4 2 0 0 0,-2-1 0 0 0,-4 1 0 0 0,-14 126 0 0 0,3-151-5 0 0,-5 6 1 0 0,12-43 2 0 0,1-1 0 0 0,-1 0 0 0 0,0 0 0 0 0,-1-1 0 0 0,1 1 0 0 0,-1-1-1 0 0,0 0 1 0 0,-1 0 0 0 0,1-1 0 0 0,-1 0 0 0 0,0 0 0 0 0,-8 5 0 0 0,-6 2 0 0 0,0-1 0 0 0,-1 0 0 0 0,0-2 0 0 0,0 0 0 0 0,-1-1 0 0 0,0-2 0 0 0,-27 4 0 0 0,-162 7 24 0 0,111-11-13 0 0,-311-6 42 0 0,165-5-24 0 0,-344-9 9 0 0,294 5-49 0 0,-211 31-25 0 0,6 50 33 0 0,182-30 0 0 0,177-34 0 0 0,-262-23 0 0 0,393 15 1 0 0,-4 0 0 0 0,0-1 0 0 0,1 0 0 0 0,-1-1 1 0 0,1-1-1 0 0,-20-7 0 0 0,19 5-1 0 0,0 0 0 0 0,-8-7 0 0 0,19 5 0 0 0,2 3 0 0 0,-3-2 0 0 0,1 0 0 0 0,0-1 0 0 0,0 1 0 0 0,1-1 0 0 0,0 0 0 0 0,1 0 0 0 0,-4-15 0 0 0,-5-59 0 0 0,10 73 0 0 0,-64-456-64 0 0,63 437 56 0 0,1 22-4020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5:5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71 153 1200 0 0,'0'0'20498'0'0,"-4"3"-20037"0"0,-12 10-15 0 0,12-9 2854 0 0,7-3-3196 0 0,1 0 1 0 0,0 0 0 0 0,-1 0 0 0 0,1-1-1 0 0,0 1 1 0 0,0-1 0 0 0,0 0 0 0 0,-1 0 0 0 0,1 0-1 0 0,0 0 1 0 0,4-2 0 0 0,5 2 84 0 0,548-37 1612 0 0,-482 29-1682 0 0,114-1 153 0 0,124-16 183 0 0,-170 19-303 0 0,26-1 0 0 0,162-15 43 0 0,-110 10-102 0 0,359-1 123 0 0,-262 1-130 0 0,-133 0-11 0 0,-127 15-27 0 0,-45-2-40 0 0,0 0 0 0 0,26-2 0 0 0,-30 0-4 0 0,197-15 200 0 0,-154 16-117 0 0,-54 0-77 0 0,29 2 165 0 0,-29-2-168 0 0,0 0-1 0 0,0 1 1 0 0,0-1-1 0 0,0 1 1 0 0,-1-1-1 0 0,1 1 1 0 0,0 0-1 0 0,0-1 1 0 0,-1 1-1 0 0,1 0 1 0 0,0 0-1 0 0,-1 0 1 0 0,1 1-1 0 0,-1-1 1 0 0,2 2-1 0 0,-1-2 2 0 0,10 9 31 0 0,-6-3-37 0 0,0 1 0 0 0,-1-1 1 0 0,1 2-1 0 0,-2-1 0 0 0,1 0 1 0 0,-1 1-1 0 0,0 0 0 0 0,-1 0 1 0 0,0 0-1 0 0,-1 1 0 0 0,1-1 1 0 0,-2 1-1 0 0,0-1 0 0 0,1 11 1 0 0,1 5 2 0 0,3 25 0 0 0,-2-1 1 0 0,-2 1-1 0 0,-3 0 1 0 0,-2 0-1 0 0,-13 72 1 0 0,5-42 19 0 0,0 159-1 0 0,11-238-16 0 0,-3 27 32 0 0,2-27-39 0 0,0 1 0 0 0,-1-1 0 0 0,1 0 0 0 0,-1 1 0 0 0,1-1 0 0 0,-1 0-1 0 0,1 0 1 0 0,-1 0 0 0 0,0 0 0 0 0,0 0 0 0 0,1 0 0 0 0,-1-1 0 0 0,0 1 0 0 0,0-1-1 0 0,0 1 1 0 0,-2-1 0 0 0,0 2 0 0 0,-44 11 7 0 0,0-2 0 0 0,-1-2 0 0 0,-1-3-1 0 0,-62 2 1 0 0,-203-17 1 0 0,-57 2-10 0 0,103 28 2 0 0,-222 10 22 0 0,61-54-25 0 0,336 14-5 0 0,-57-7 0 0 0,-173-8 7 0 0,199 27 0 0 0,-224 33 0 0 0,274-22-3 0 0,0-5 1 0 0,-102 1-1 0 0,163-10 3 0 0,0-4 0 0 0,1-2 0 0 0,11 5 0 0 0,0 0 0 0 0,0 0 0 0 0,0 0 0 0 0,1-1 0 0 0,-1 1 0 0 0,0 0 0 0 0,1-1 0 0 0,-1 1 0 0 0,1-1 0 0 0,0 1 0 0 0,-1-1 0 0 0,1 0 0 0 0,0 1 0 0 0,-1-4 0 0 0,-1 0 0 0 0,-3-4 0 0 0,0-1 0 0 0,0 0 0 0 0,1 0 0 0 0,1 0 0 0 0,-1 0 0 0 0,2-1 0 0 0,-5-18 0 0 0,2 0 0 0 0,-3-50 0 0 0,-10-87-1 0 0,3 36 19 0 0,14 114-364 0 0,1 8 449 0 0,0 1 0 0 0,1-1 1 0 0,0 0-1 0 0,0 0 1 0 0,2-9-1 0 0,14-43-4354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02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83 3616 0 0,'0'0'10156'0'0,"7"-2"-9535"0"0,22-6 388 0 0,1 2 1 0 0,0 0-1 0 0,0 2 1 0 0,1 2-1 0 0,-1 0 1 0 0,58 6-1 0 0,-12-1-38 0 0,0-3-1 0 0,0-3 0 0 0,0-4 1 0 0,75-16-1 0 0,58 4 71 0 0,-80 11-370 0 0,-38 10 226 0 0,-89-2-754 0 0,13 15 48 0 0,-11-4-159 0 0,0 1 1 0 0,0 0-1 0 0,-1 0 1 0 0,-1 0 0 0 0,0 1-1 0 0,0 19 1 0 0,4 15 35 0 0,5 34 84 0 0,2 141 0 0 0,-18-120-26 0 0,-34 186 0 0 0,25-206-48 0 0,12-64-39 0 0,1 1 0 0 0,2 30-1 0 0,-2 20 54 0 0,1-65-78 0 0,0-1 0 0 0,0 1-1 0 0,0-1 1 0 0,0 1 0 0 0,1-1-1 0 0,0 1 1 0 0,0-1-1 0 0,0 1 1 0 0,0-1 0 0 0,2 4-1 0 0,0 1 25 0 0,-2-6 20 0 0,-3 9 64 0 0,3-11-118 0 0,-1 0-1 0 0,0 0 0 0 0,0 1 0 0 0,0-1 1 0 0,0 0-1 0 0,0 1 0 0 0,0-1 1 0 0,0 0-1 0 0,0 1 0 0 0,0-1 1 0 0,0 0-1 0 0,0 1 0 0 0,0-1 0 0 0,0 0 1 0 0,0 1-1 0 0,0-1 0 0 0,0 0 1 0 0,0 1-1 0 0,0-1 0 0 0,0 0 1 0 0,0 0-1 0 0,0 1 0 0 0,-1-1 0 0 0,1 0 1 0 0,0 1-1 0 0,0-1 0 0 0,0 0 1 0 0,-1 0-1 0 0,1 1 0 0 0,0-1 1 0 0,0 0-1 0 0,0 0 0 0 0,-1 0 0 0 0,1 1 1 0 0,0-1-1 0 0,-1 0 0 0 0,1 0 1 0 0,0 0-1 0 0,0 0 0 0 0,-1 0 1 0 0,1 0-1 0 0,0 1 0 0 0,-1-1 0 0 0,1 0 1 0 0,0 0-1 0 0,-1 0 0 0 0,1 0 1 0 0,0 0-1 0 0,-1 0 0 0 0,1 0 1 0 0,0 0-1 0 0,-1 0 0 0 0,1-1 0 0 0,-1 1 1 0 0,-116 0 136 0 0,6-1-94 0 0,-327-13 42 0 0,407 10-75 0 0,0-1-1 0 0,0-1 1 0 0,1-1 0 0 0,-47-19-1 0 0,-7-3 98 0 0,55 20-56 0 0,0-1 1 0 0,-51-27-1 0 0,76 34-42 0 0,-1 0 0 0 0,0 0 0 0 0,1-1-1 0 0,0 0 1 0 0,0 0 0 0 0,0 0 0 0 0,1-1 0 0 0,-1 1-1 0 0,1-1 1 0 0,0 0 0 0 0,0 0 0 0 0,-2-5-1 0 0,-3-9 20 0 0,-11-40-1 0 0,11 29 4 0 0,0-4-18 0 0,1 0-1 0 0,2-1 0 0 0,1 0 0 0 0,2-61 1 0 0,2 52-10 0 0,-2 0 0 0 0,-10-56 0 0 0,7 65-6 0 0,2 0 0 0 0,1 0 0 0 0,2 1 0 0 0,1-1 0 0 0,8-45 0 0 0,-8 75-11 0 0,0 1 1 0 0,1-1-1 0 0,-1 0 0 0 0,1 1 1 0 0,0-1-1 0 0,0 1 0 0 0,4-5 0 0 0,2-3-3910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06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1600 0 0,'0'0'21302'0'0,"6"-2"-20869"0"0,16-3-120 0 0,0 1-1 0 0,0 1 0 0 0,0 1 1 0 0,0 1-1 0 0,41 4 0 0 0,-5-2 240 0 0,69 0 320 0 0,322-11 1359 0 0,-411 5-2080 0 0,0-2-1 0 0,0-2 0 0 0,40-14 0 0 0,-32 9-23 0 0,56-11 0 0 0,-53 15-61 0 0,-34 6-15 0 0,0 0 0 0 0,1 1 1 0 0,21 0-1 0 0,-35 3 21 0 0,-1 0-61 0 0,0 1 0 0 0,0-1 0 0 0,0 1 0 0 0,0-1 1 0 0,0 1-1 0 0,1 0 0 0 0,-2 0 0 0 0,1-1 0 0 0,0 1 0 0 0,0 0 1 0 0,0 0-1 0 0,0 0 0 0 0,0 0 0 0 0,-1 0 0 0 0,2 2 0 0 0,2 14 23 0 0,-1 0-1 0 0,0 0 0 0 0,-1 0 0 0 0,-1 1 0 0 0,-1-1 0 0 0,-2 25 0 0 0,2 275 111 0 0,-2-213-97 0 0,1 23 8 0 0,3-71-17 0 0,-7 70 1 0 0,0-27 28 0 0,5-74-31 0 0,-2-1 0 0 0,-1 1 0 0 0,-1-1 0 0 0,-1 0 0 0 0,-13 38 0 0 0,17-60-11 0 0,1-2-24 0 0,0 1 0 0 0,0 0 0 0 0,-1-1 0 0 0,1 1 0 0 0,0 0 0 0 0,0-1 1 0 0,0 1-1 0 0,-1-1 0 0 0,1 1 0 0 0,0 0 0 0 0,-1-1 0 0 0,1 1 0 0 0,0-1 0 0 0,-1 1 0 0 0,1-1 0 0 0,-1 1 0 0 0,1-1 0 0 0,-1 1 0 0 0,1-1 1 0 0,-1 0-1 0 0,1 1 0 0 0,-1-1 0 0 0,1 0 0 0 0,-1 1 0 0 0,0-1 0 0 0,1 0 0 0 0,-1 0 0 0 0,0 0 0 0 0,1 1 0 0 0,-1-1 0 0 0,0 0 0 0 0,-26 2-5 0 0,18-2 9 0 0,-195 27 23 0 0,40-3-2 0 0,111-17-5 0 0,-90 3 37 0 0,113-11-54 0 0,1-2 0 0 0,0-2 0 0 0,-53-14 0 0 0,-3-2-4 0 0,26 16-1 0 0,48 5 5 0 0,0-1 0 0 0,-1 0-1 0 0,1 0 1 0 0,0-1 0 0 0,0-1 0 0 0,0 0 0 0 0,0 0-1 0 0,0-1 1 0 0,1 0 0 0 0,0-1 0 0 0,-1 0-1 0 0,-9-7 1 0 0,6 2 4 0 0,-1 0 0 0 0,3 0-1 0 0,2 4-6 0 0,2-1-1 0 0,-2-3 0 0 0,7 8 0 0 0,1-1 0 0 0,-1 0 0 0 0,1 0 0 0 0,0-1 0 0 0,0 1 0 0 0,0 0 0 0 0,0-1 0 0 0,0 1 0 0 0,1-1 0 0 0,-1 0 0 0 0,1 1 0 0 0,0-1 0 0 0,0 0 0 0 0,1 0 0 0 0,-1 0 0 0 0,1 0 0 0 0,0 0 0 0 0,0-4 0 0 0,-1-8 0 0 0,-1-6 0 0 0,2-1 0 0 0,0 1 0 0 0,1-1-1 0 0,1 1 1 0 0,5-25 0 0 0,34-111 12 0 0,-5 20 10 0 0,-19-9-7 0 0,-2 12-7 0 0,1 78-9 0 0,-5 22-157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53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87 264 1600 0 0,'0'0'2152'0'0,"-6"-2"-959"0"0,2 0-1012 0 0,-1 0 255 0 0,1 1 0 0 0,-1-1 0 0 0,1 0 0 0 0,-1-1 0 0 0,1 1 0 0 0,0-1 0 0 0,-1 0 0 0 0,2 0 0 0 0,-7-6 0 0 0,8 7 295 0 0,-6-7 2295 0 0,-10-8 9426 0 0,27 13-12277 0 0,0 1-1 0 0,0 0 0 0 0,1 0 0 0 0,-1 1 1 0 0,1 0-1 0 0,-1 0 0 0 0,1 1 1 0 0,0 0-1 0 0,15 1 0 0 0,16-2 100 0 0,341-39 1181 0 0,308-69-72 0 0,-535 86-1119 0 0,-150 23-576 0 0,7-1 861 0 0,-3 2-4530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54.1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18087 0 0,'0'0'6436'0'0,"5"3"-6112"0"0,25 17 211 0 0,-28-18-435 0 0,19 10 685 0 0,-15-2-601 0 0,-2 1 0 0 0,1-1 0 0 0,-1 1 1 0 0,0-1-1 0 0,3 22 0 0 0,7 62 422 0 0,-11-68-500 0 0,26 223 936 0 0,-2-23-88 0 0,-25-216-878 0 0,0 1 0 0 0,-1 0 0 0 0,-1 0 0 0 0,0 0 0 0 0,0 0 0 0 0,-1-1 0 0 0,-1 1 0 0 0,1 0 0 0 0,-2-1 0 0 0,0 1 0 0 0,-7 19 0 0 0,-69 167 176 0 0,65-153-206 0 0,2 1 0 0 0,-12 74 0 0 0,26-105 350 0 0,-1-6-4611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55.2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1 287 16184 0 0,'0'0'8323'0'0,"4"-2"-8095"0"0,12-7 64 0 0,1 1 0 0 0,0 0 0 0 0,0 2 0 0 0,0 0 0 0 0,29-6 0 0 0,-11 3 192 0 0,-25 6-318 0 0,-1 0-1 0 0,0-1 1 0 0,1 0 0 0 0,-1-1-1 0 0,-1 0 1 0 0,1 0-1 0 0,-1-1 1 0 0,11-9 0 0 0,-15 11-110 0 0,0 1 0 0 0,0-1 0 0 0,0 0 0 0 0,-1 0 0 0 0,0-1 0 0 0,0 1 0 0 0,0-1 0 0 0,0 1 0 0 0,-1-1 0 0 0,0 0 1 0 0,0 0-1 0 0,0 0 0 0 0,0 0 0 0 0,-1-1 0 0 0,0 1 0 0 0,0 0 0 0 0,0-7 0 0 0,-1-57 455 0 0,0 66-457 0 0,-24-9 62 0 0,14 11-102 0 0,-1 0 0 0 0,1 0 0 0 0,0 1-1 0 0,-1 1 1 0 0,1 0 0 0 0,-1 0 0 0 0,1 1-1 0 0,0 1 1 0 0,0 0 0 0 0,0 0-1 0 0,0 0 1 0 0,1 2 0 0 0,-15 7 0 0 0,18-9-8 0 0,-1 1 1 0 0,1 1 0 0 0,0-1 0 0 0,1 1 0 0 0,-1 0 0 0 0,1 1 0 0 0,0-1-1 0 0,0 1 1 0 0,0 0 0 0 0,1 0 0 0 0,0 0 0 0 0,0 1 0 0 0,1-1 0 0 0,0 1-1 0 0,0 0 1 0 0,0 0 0 0 0,1 0 0 0 0,0 1 0 0 0,-1 10 0 0 0,1-7 3 0 0,2 1 1 0 0,-1-1 0 0 0,1 0-1 0 0,1 1 1 0 0,0-1-1 0 0,1 0 1 0 0,0 1 0 0 0,1-1-1 0 0,0-1 1 0 0,0 1-1 0 0,1 0 1 0 0,1-1 0 0 0,0 1-1 0 0,0-1 1 0 0,1-1-1 0 0,0 1 1 0 0,1-1 0 0 0,0 0-1 0 0,0 0 1 0 0,1-1 0 0 0,0 0-1 0 0,16 12 1 0 0,-10-10 9 0 0,1 1 0 0 0,0-2 1 0 0,0 0-1 0 0,1 0 0 0 0,0-2 1 0 0,22 9-1 0 0,-30-14-14 0 0,0 0 0 0 0,0 0 1 0 0,0-1-1 0 0,0 0 0 0 0,0 0 1 0 0,0-1-1 0 0,0 0 0 0 0,1-1 1 0 0,-1 0-1 0 0,0 0 0 0 0,0 0 1 0 0,0-1-1 0 0,0 0 0 0 0,-1-1 0 0 0,1 0 1 0 0,8-4-1 0 0,35-24-21 0 0,-34 18-3835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55.6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 1 18487 0 0,'0'0'5910'0'0,"-4"4"-5705"0"0,2-1-171 0 0,0 0 1 0 0,0 0-1 0 0,0 1 1 0 0,0-1-1 0 0,1 0 1 0 0,-1 1-1 0 0,1-1 1 0 0,0 1-1 0 0,0 0 1 0 0,0-1-1 0 0,1 1 1 0 0,-1 0-1 0 0,1 0 1 0 0,0-1-1 0 0,0 1 1 0 0,0 0-1 0 0,1 0 0 0 0,-1-1 1 0 0,1 1-1 0 0,1 5 1 0 0,1 6 82 0 0,1 0 0 0 0,1-1 0 0 0,0 1 0 0 0,0-1 0 0 0,2 0 0 0 0,14 24 0 0 0,60 76 855 0 0,-40-61-482 0 0,-38-48-390 0 0,0 0 0 0 0,1 0 0 0 0,-2 1 0 0 0,1-1 0 0 0,2 8 0 0 0,-5-12 61 0 0,6 8 375 0 0,-14-17-4139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56.0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313 6 11952 0 0,'0'0'390'0'0,"4"-2"-54"0"0,9-2-340 0 0,-11 6-526 0 0,-22 20-144 0 0,-18 14 228 0 0,-99 103-682 0 0,104-103 920 0 0,20-23 101 0 0,0 0 0 0 0,1 1 1 0 0,1 0-1 0 0,0 0 0 0 0,1 1 0 0 0,1 1 0 0 0,-14 31 0 0 0,23-45 39 0 0,-1 0 0 0 0,1 0-1 0 0,-1 0 1 0 0,1 0 0 0 0,0 0-1 0 0,0 0 1 0 0,0 0 0 0 0,0 1 0 0 0,0-1-1 0 0,1 0 1 0 0,-1 0 0 0 0,1 0 0 0 0,-1 0-1 0 0,1 0 1 0 0,0 0 0 0 0,0 0 0 0 0,0 0-1 0 0,0 0 1 0 0,2 3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56.6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223 1 19199 0 0,'0'0'-529'0'0,"-1"6"809"0"0,-61 464 4500 0 0,9 61-2362 0 0,44-430-2040 0 0,-8 45 562 0 0,-52 210 0 0 0,59-310-431 0 0,9-39-9 0 0,8-28-301 0 0,3-15-3820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57.0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0 116 17183 0 0,'0'0'5424'0'0,"6"3"-4757"0"0,1 1-560 0 0,1 0 0 0 0,1-1 0 0 0,-1 0 1 0 0,0-1-1 0 0,0 0 0 0 0,1 0 0 0 0,0-1 0 0 0,-1 0 0 0 0,11 0 0 0 0,88-4 404 0 0,-85 1-388 0 0,61-3 310 0 0,1-5 0 0 0,-2-3 0 0 0,1-3-1 0 0,121-42 1 0 0,-135 38 312 0 0,-20 5-4396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57.7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17583 0 0,'0'0'5370'0'0,"0"6"-4989"0"0,2 14-197 0 0,1 0 0 0 0,1-1 0 0 0,1 0 0 0 0,13 35 0 0 0,5 19 155 0 0,-8 5 38 0 0,-3 1 1 0 0,2 82 0 0 0,-7-59-55 0 0,13 214 650 0 0,-15-227-689 0 0,-2-32 35 0 0,-3-1 0 0 0,-2 1 1 0 0,-14 86-1 0 0,116-454 873 0 0,-99 309-1184 0 0,54-134 171 0 0,130-228-1 0 0,-105 216-62 0 0,95-157 148 0 0,-143 252-210 0 0,-29 48-296 0 0,26-41 533 0 0,-14 32-4013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58.5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0 114 13464 0 0,'0'0'4769'0'0,"1"-6"-4129"0"0,22-94 978 0 0,-22 98-1459 0 0,1-4 950 0 0,-8 77-45 0 0,2 1-1 0 0,7 78 0 0 0,-3-123-621 0 0,1-18-180 0 0,-1 0-1 0 0,2-1 0 0 0,-1 1 1 0 0,1-1-1 0 0,4 13 0 0 0,-5-19-29 0 0,3 0 378 0 0,1 0-4182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6:58.9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1 18695 0 0,'0'0'4998'0'0,"-1"4"-4628"0"0,-8 53 430 0 0,4-36-520 0 0,1 1 0 0 0,0 31 0 0 0,4-41-16 0 0,1 0 0 0 0,0-1-1 0 0,4 12 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00.3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0 474 17079 0 0,'0'0'7086'0'0,"2"-4"-6948"0"0,-1 2-121 0 0,1 0 0 0 0,-1 0-1 0 0,0 0 1 0 0,0 1 0 0 0,1-1 0 0 0,0 0-1 0 0,-1 1 1 0 0,1 0 0 0 0,0-1 0 0 0,-1 1-1 0 0,1 0 1 0 0,0 0 0 0 0,0 0-1 0 0,0 0 1 0 0,0 0 0 0 0,0 0 0 0 0,0 0-1 0 0,3 0 1 0 0,47-8 233 0 0,-23 6-159 0 0,-13 0-38 0 0,116-25 461 0 0,-120 24-416 0 0,0 0 1 0 0,0 0 0 0 0,0-2-1 0 0,-1 1 1 0 0,0-1 0 0 0,0-1-1 0 0,0 0 1 0 0,14-13 0 0 0,-21 16-50 0 0,0 0 0 0 0,-1 0 0 0 0,1 0 1 0 0,-1-1-1 0 0,0 0 0 0 0,0 1 1 0 0,-1-1-1 0 0,1 0 0 0 0,-1 0 1 0 0,0-1-1 0 0,0 1 0 0 0,-1 0 1 0 0,0-1-1 0 0,0 1 0 0 0,0-1 1 0 0,0 1-1 0 0,-1-7 0 0 0,0 7-24 0 0,-1 1 0 0 0,1 0 0 0 0,-1 0 0 0 0,0 0 0 0 0,0 0 0 0 0,0 0 0 0 0,-1 0 0 0 0,1 0 0 0 0,-1 0 0 0 0,0 0 0 0 0,0 1 0 0 0,-1-1 0 0 0,1 1 0 0 0,0-1 0 0 0,-1 1 0 0 0,0 0 0 0 0,0 0 0 0 0,0 0 0 0 0,0 1 0 0 0,-1-1 0 0 0,1 1 0 0 0,-8-5 0 0 0,4 4 8 0 0,1 0 0 0 0,-1 0 0 0 0,0 0-1 0 0,0 1 1 0 0,0 0 0 0 0,-1 1 0 0 0,1-1 0 0 0,0 1-1 0 0,-1 1 1 0 0,1-1 0 0 0,-1 1 0 0 0,1 1 0 0 0,0-1-1 0 0,-1 1 1 0 0,-12 3 0 0 0,11 0 8 0 0,0-1-1 0 0,0 1 1 0 0,0 1 0 0 0,0-1-1 0 0,1 2 1 0 0,0-1-1 0 0,0 1 1 0 0,0 0 0 0 0,1 1-1 0 0,-12 13 1 0 0,7-6 6 0 0,1 1 0 0 0,0 1 0 0 0,1 0 1 0 0,1 0-1 0 0,1 1 0 0 0,0-1 0 0 0,1 2 0 0 0,1-1 1 0 0,1 1-1 0 0,0 0 0 0 0,1 1 0 0 0,-1 22 0 0 0,4-30-27 0 0,1 0-1 0 0,0 0 0 0 0,1 0 1 0 0,1-1-1 0 0,0 1 1 0 0,0 0-1 0 0,1 0 0 0 0,0-1 1 0 0,0 0-1 0 0,2 0 0 0 0,-1 0 1 0 0,1 0-1 0 0,8 11 0 0 0,-9-14-10 0 0,2-1-1 0 0,-1 1 1 0 0,1-1-1 0 0,0 0 0 0 0,1 0 1 0 0,-1-1-1 0 0,1 0 1 0 0,0 0-1 0 0,1 0 1 0 0,-1-1-1 0 0,1 0 1 0 0,-1-1-1 0 0,1 1 0 0 0,0-2 1 0 0,1 1-1 0 0,-1-1 1 0 0,12 2-1 0 0,-1-3 5 0 0,0 0 0 0 0,0-1 0 0 0,1-1 0 0 0,-1-1 0 0 0,0 0 0 0 0,0-2 0 0 0,0 0 1 0 0,-1-1-1 0 0,1-1 0 0 0,-1 0 0 0 0,0-2 0 0 0,-1 0 0 0 0,27-17 0 0 0,-26 14 7 0 0,-2 0-1 0 0,0-2 1 0 0,0 0 0 0 0,-1 0-1 0 0,0-2 1 0 0,-2 0 0 0 0,0 0-1 0 0,0-1 1 0 0,-1-1 0 0 0,-1 0-1 0 0,-1 0 1 0 0,15-36 0 0 0,-8-3 136 0 0,-16 54-130 0 0,-1 19 18 0 0,1 8-27 0 0,0 0 0 0 0,2 0 0 0 0,1-1 0 0 0,1 1 0 0 0,8 24 0 0 0,-8-35-7 0 0,0 0 0 0 0,1 0-1 0 0,0 0 1 0 0,1-1 0 0 0,1 0-1 0 0,0 0 1 0 0,0 0 0 0 0,2-1-1 0 0,17 18 1 0 0,-25-28-6 0 0,0 0-1 0 0,0 0 1 0 0,0 0 0 0 0,1 0-1 0 0,-1-1 1 0 0,0 1 0 0 0,1-1-1 0 0,-1 1 1 0 0,1-1 0 0 0,0 0-1 0 0,-1 0 1 0 0,1 0 0 0 0,0 0-1 0 0,-1-1 1 0 0,1 1 0 0 0,0-1-1 0 0,0 0 1 0 0,0 0 0 0 0,0 1-1 0 0,-1-2 1 0 0,1 1 0 0 0,0 0-1 0 0,0-1 1 0 0,0 1 0 0 0,4-2-1 0 0,-3-1 3 0 0,0 1-1 0 0,1-1 0 0 0,-1 0 1 0 0,0 0-1 0 0,0-1 1 0 0,-1 1-1 0 0,1-1 0 0 0,-1 0 1 0 0,0 0-1 0 0,0 0 1 0 0,0 0-1 0 0,0 0 0 0 0,3-8 1 0 0,5-12 10 0 0,-1 0 0 0 0,0-1 0 0 0,8-40 0 0 0,10-83 27 0 0,-16 78-32 0 0,1-65 23 0 0,-8 59-5 0 0,-6 59-22 0 0,0 15-5 0 0,1 0 0 0 0,-1 0-1 0 0,1 0 1 0 0,0 0-1 0 0,0-1 1 0 0,0 1-1 0 0,0 0 1 0 0,0 0-1 0 0,1-4 1 0 0,4-6-1 0 0,6 1-1 0 0,8-2-201 0 0,-14 13-1202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01.1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127 42 3208 0 0,'0'0'0'0'0,"-33"-1"-8"0"0,18-2 32 0 0,3 1 16 0 0,2-1 40 0 0,-8-6-88 0 0,5 1 8 0 0,0 0-16 0 0,0 1 8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01.7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 69 10040 0 0,'-2'-2'-7'0'0,"-2"-2"356"0"0,1 1 0 0 0,0-1 0 0 0,0 1 0 0 0,1-1 0 0 0,-1 0 1 0 0,1 0-1 0 0,-3-6 0 0 0,-1-21 10107 0 0,7 47-10163 0 0,1 0-1 0 0,0 0 1 0 0,1 0 0 0 0,1-1 0 0 0,0 1-1 0 0,8 17 1 0 0,44 88 452 0 0,-54-117-703 0 0,16 30 158 0 0,1-1 0 0 0,2-1 0 0 0,1-1 0 0 0,2-1 0 0 0,0-1 0 0 0,3-1 0 0 0,0-1 0 0 0,51 38 0 0 0,16 17 206 0 0,-27-21 513 0 0,-65-60-380 0 0,-1-5-466 0 0,4-15-9 0 0,-1-1 0 0 0,2-29 0 0 0,-4 27-21 0 0,1 0-1 0 0,9-33 1 0 0,-2 26-11 0 0,2 0-1 0 0,1 0 1 0 0,1 2-1 0 0,1 0 1 0 0,1 0-1 0 0,1 2 1 0 0,2 0 0 0 0,1 1-1 0 0,0 0 1 0 0,2 2-1 0 0,33-26 1 0 0,-54 46-27 0 0,0 1 1 0 0,1 0-1 0 0,-1 0 1 0 0,1 0-1 0 0,-1 0 1 0 0,1 1-1 0 0,-1-1 1 0 0,1 0-1 0 0,0 1 1 0 0,-1-1 0 0 0,1 1-1 0 0,2-1 1 0 0,5 2-3818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03.8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33 537 4416 0 0,'0'0'2480'0'0,"-4"-2"-1440"0"0,1 0-889 0 0,-16-13 1741 0 0,12-2 4183 0 0,7 15-5887 0 0,0 1-1 0 0,0 0 1 0 0,0 0-1 0 0,0 0 1 0 0,0 0-1 0 0,0 0 1 0 0,0 0-1 0 0,1-1 1 0 0,-1 1-1 0 0,0 0 1 0 0,1 0-1 0 0,-1 0 1 0 0,1 0-1 0 0,-1 0 1 0 0,1 0-1 0 0,-1 0 1 0 0,1 0-1 0 0,0 0 1 0 0,-1 0-1 0 0,1 1 1 0 0,0-1-1 0 0,0 0 1 0 0,1-1-1 0 0,11-7 202 0 0,1 0 1 0 0,0 1-1 0 0,0 1 0 0 0,1 0 0 0 0,0 1 0 0 0,25-8 1 0 0,102-18 747 0 0,-107 25-896 0 0,252-57 1234 0 0,-60 12-518 0 0,35-3-127 0 0,288-39 244 0 0,-192 40-565 0 0,-129 22-139 0 0,-1 13-170 0 0,-130 13-121 0 0,-71 7 308 0 0,-11 1-4496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09.9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4714 1008 1296 0 0,'0'0'5353'0'0,"0"4"-4042"0"0,0 23 2714 0 0,0-26-3046 0 0,-11 10 633 0 0,-6-1 1576 0 0,15-9-2974 0 0,0 1 0 0 0,0-1 0 0 0,0 0 0 0 0,0 1 1 0 0,-1-1-1 0 0,1 0 0 0 0,0 0 0 0 0,-1-1 0 0 0,1 1 0 0 0,0 0 0 0 0,-1-1 0 0 0,1 1 1 0 0,-1-1-1 0 0,0 0 0 0 0,-2 0 0 0 0,-98-9 1845 0 0,-108-23 0 0 0,-98-38-504 0 0,243 51-1113 0 0,-84-39-1 0 0,30 11-37 0 0,-52-18 62 0 0,-183-58 133 0 0,241 94-455 0 0,-720-189 480 0 0,712 186-564 0 0,-178-53 155 0 0,-222-39 198 0 0,-97 51-51 0 0,573 70-337 0 0,-410-54 495 0 0,403 48-416 0 0,38 8-51 0 0,0-1-1 0 0,0-1 1 0 0,1 0-1 0 0,-21-8 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13.7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6224 0 0,'0'0'14135'0'0,"1"5"-13580"0"0,12 29 895 0 0,-6-15-864 0 0,0 0 0 0 0,-1 0 1 0 0,-1 1-1 0 0,2 23 0 0 0,9 58 404 0 0,1 14-59 0 0,-13-63-446 0 0,2 0 0 0 0,14 53 0 0 0,-15-75-216 0 0,-5-24-164 0 0,1 0-1 0 0,0 0 1 0 0,0 0 0 0 0,1-1 0 0 0,3 9-1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13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11152 0 0,'0'0'568'0'0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14.3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45 451 4416 0 0,'-4'2'-237'0'0,"3"-2"764"0"0,-21 12-1907 0 0,13-9 3553 0 0,0-5 3892 0 0,26-10-3445 0 0,179-103 2844 0 0,-134 82-4209 0 0,-19 11-347 0 0,2 3 0 0 0,47-14-1 0 0,12-5 160 0 0,-8 2 112 0 0,23-11 214 0 0,-3 3-611 0 0,-76 31-456 0 0,67-33 0 0 0,-102 43-396 0 0,1 0 171 0 0,-1 2-3577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14.8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0 216 17983 0 0,'0'0'3610'0'0,"7"-2"-3042"0"0,695-157 2773 0 0,-628 140-2532 0 0,142-16 1 0 0,-189 34-185 0 0,-25 1-157 0 0,-6 11-299 0 0,0-2-3614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15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1 214 15576 0 0,'0'0'2643'0'0,"5"-5"-1869"0"0,18-21-39 0 0,-1-1 1 0 0,24-39-1 0 0,-45 64-449 0 0,0 2-95 0 0,-1 0-181 0 0,0 0 1 0 0,0-1-1 0 0,1 1 0 0 0,-1 0 1 0 0,0 0-1 0 0,0 0 1 0 0,1 0-1 0 0,-1 0 1 0 0,0 0-1 0 0,0-1 1 0 0,1 1-1 0 0,-1 0 0 0 0,0 0 1 0 0,0 0-1 0 0,1 0 1 0 0,-1 0-1 0 0,0 0 1 0 0,0 0-1 0 0,1 0 1 0 0,-1 0-1 0 0,0 0 0 0 0,1 0 1 0 0,-1 0-1 0 0,0 0 1 0 0,0 0-1 0 0,1 1 1 0 0,-1-1-1 0 0,0 0 1 0 0,0 0-1 0 0,1 0 1 0 0,-1 0-1 0 0,0 0 0 0 0,0 0 1 0 0,0 1-1 0 0,1-1 1 0 0,-1 0-1 0 0,0 1 1 0 0,11 26 395 0 0,0-1 1 0 0,2 0-1 0 0,1 0 1 0 0,18 26-1 0 0,26 45 966 0 0,-56-91-1282 0 0,8 16 821 0 0,-6-19-339 0 0,-3-14-98 0 0,-4-34-230 0 0,1 14-91 0 0,1 0 1 0 0,3-35-1 0 0,-1 57-103 0 0,1 0-1 0 0,0 0 0 0 0,0 0 0 0 0,0 0 1 0 0,1 0-1 0 0,0 0 0 0 0,1 1 0 0 0,0-1 0 0 0,1 1 1 0 0,-1 0-1 0 0,10-11 0 0 0,-13 18-41 0 0,0 0-1 0 0,0 0 1 0 0,0 0 0 0 0,0 1-1 0 0,0-1 1 0 0,0 0 0 0 0,0 1-1 0 0,0-1 1 0 0,1 1-1 0 0,-1-1 1 0 0,0 1 0 0 0,0 0-1 0 0,0 0 1 0 0,1-1 0 0 0,-1 1-1 0 0,0 0 1 0 0,0 0 0 0 0,1 0-1 0 0,-1 0 1 0 0,0 0-1 0 0,0 1 1 0 0,0-1 0 0 0,1 0-1 0 0,-1 0 1 0 0,0 1 0 0 0,0-1-1 0 0,0 1 1 0 0,0-1 0 0 0,0 1-1 0 0,1-1 1 0 0,-1 1-1 0 0,1 1 1 0 0,35 28 91 0 0,-31-24-71 0 0,43 38 256 0 0,55 65 0 0 0,-104-108-276 0 0,1 1 1 0 0,0-1 0 0 0,0 0-1 0 0,0 0 1 0 0,0 0-1 0 0,1 0 1 0 0,-1 0 0 0 0,0 0-1 0 0,0 0 1 0 0,0 0-1 0 0,1-1 1 0 0,-1 1 0 0 0,1 0-1 0 0,-1-1 1 0 0,0 1-1 0 0,1-1 1 0 0,-1 1 0 0 0,1-1-1 0 0,2 0 1 0 0,-3 0-3 0 0,0 0-1 0 0,0-1 1 0 0,1 1 0 0 0,-1 0-1 0 0,0-1 1 0 0,0 1 0 0 0,0-1-1 0 0,0 0 1 0 0,0 1 0 0 0,0-1 0 0 0,0 0-1 0 0,0 0 1 0 0,0 1 0 0 0,0-1-1 0 0,0 0 1 0 0,0 0 0 0 0,0 0 0 0 0,0-2-1 0 0,4-5 9 0 0,-1 0 0 0 0,0 0 0 0 0,-1 0 0 0 0,6-18 0 0 0,-8 21-16 0 0,12-43 57 0 0,11-99 0 0 0,-24 147-53 0 0,0-1-1 0 0,0 1 1 0 0,0 0-1 0 0,0 0 1 0 0,0-1-1 0 0,0 1 1 0 0,1 0-1 0 0,-1 0 0 0 0,0 0 1 0 0,0-1-1 0 0,0 1 1 0 0,0 0-1 0 0,0 0 1 0 0,1 0-1 0 0,-1-1 1 0 0,0 1-1 0 0,0 0 0 0 0,0 0 1 0 0,0 0-1 0 0,1 0 1 0 0,-1 0-1 0 0,0-1 1 0 0,0 1-1 0 0,1 0 0 0 0,-1 0 1 0 0,0 0-1 0 0,0 0 1 0 0,0 0-1 0 0,1 0 1 0 0,-1 0-1 0 0,0 0 1 0 0,0 0-1 0 0,1 0 0 0 0,-1 0 1 0 0,0 0-1 0 0,0 0 1 0 0,1 0-1 0 0,-1 0 1 0 0,0 0-1 0 0,0 0 1 0 0,1 0-1 0 0,-1 0 0 0 0,0 1 1 0 0,0-1-1 0 0,0 0 1 0 0,1 0-1 0 0,-1 0 1 0 0,0 0-1 0 0,0 0 1 0 0,0 1-1 0 0,1-1 0 0 0,-1 0 1 0 0,21 16 27 0 0,21 27-13 0 0,-39-39-10 0 0,5 5 3 0 0,0 1 0 0 0,1-1 0 0 0,0-1 0 0 0,0 0 0 0 0,1 0-1 0 0,0-1 1 0 0,0 0 0 0 0,1-1 0 0 0,0 0 0 0 0,0-1 0 0 0,1 0-1 0 0,-1 0 1 0 0,1-1 0 0 0,0-1 0 0 0,23 4 0 0 0,-17-5 7 0 0,0 0-164 0 0,-7-2-3512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16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454 208 18991 0 0,'0'0'5603'0'0,"-5"-6"-5492"0"0,-14-18 73 0 0,2-1 1 0 0,-19-35 0 0 0,33 54-140 0 0,0 0 0 0 0,0 0 0 0 0,0 0 0 0 0,-1 1 0 0 0,0 0 0 0 0,0 0-1 0 0,0 0 1 0 0,-1 0 0 0 0,0 0 0 0 0,0 1 0 0 0,0 0 0 0 0,0 0 0 0 0,-1 1 0 0 0,1-1 0 0 0,-1 1-1 0 0,0 0 1 0 0,0 1 0 0 0,0-1 0 0 0,0 1 0 0 0,0 0 0 0 0,-1 1 0 0 0,1 0 0 0 0,-1 0 0 0 0,1 0-1 0 0,-1 0 1 0 0,1 1 0 0 0,-1 1 0 0 0,1-1 0 0 0,-12 3 0 0 0,9-1-1 0 0,0 0 1 0 0,1 1 0 0 0,-1 1-1 0 0,1-1 1 0 0,0 1 0 0 0,0 1-1 0 0,1-1 1 0 0,-1 1-1 0 0,1 1 1 0 0,-13 12 0 0 0,10-8 15 0 0,0 1-1 0 0,1 0 1 0 0,1 1 0 0 0,0-1 0 0 0,1 2 0 0 0,-10 20 0 0 0,10-17 9 0 0,1 0 0 0 0,0 0 0 0 0,2 1 1 0 0,0 0-1 0 0,0 0 0 0 0,2 0 1 0 0,0 0-1 0 0,1 0 0 0 0,1 0 1 0 0,0 1-1 0 0,1-1 0 0 0,4 19 0 0 0,-4-35-54 0 0,-1 1 0 0 0,0 0 0 0 0,1-1 0 0 0,-1 1 0 0 0,1 0 0 0 0,0-1 0 0 0,-1 1 0 0 0,1-1 0 0 0,0 1 0 0 0,0-1 0 0 0,0 0 0 0 0,0 1 0 0 0,0-1 0 0 0,0 0 0 0 0,1 1 0 0 0,-1-1 0 0 0,0 0 0 0 0,1 0 0 0 0,-1 0 0 0 0,1 0 0 0 0,-1-1 0 0 0,3 2-1 0 0,-1-1 5 0 0,0 0-1 0 0,0-1 0 0 0,1 0 0 0 0,-1 0 0 0 0,0 1 1 0 0,0-2-1 0 0,0 1 0 0 0,0 0 0 0 0,0-1 0 0 0,0 1 0 0 0,5-3 1 0 0,5-2 24 0 0,-1 0 1 0 0,0-1 0 0 0,-1 0 0 0 0,19-13 0 0 0,-10 4-4 0 0,-1 1 1 0 0,-1-2-1 0 0,-1-1 1 0 0,0 0-1 0 0,-1-1 0 0 0,0-1 1 0 0,-2 0-1 0 0,0-1 1 0 0,-2-1-1 0 0,0 0 1 0 0,9-23-1 0 0,-12-9 60 0 0,-9 51-36 0 0,0 5-48 0 0,0 10-6 0 0,1-1-1 0 0,1 1 0 0 0,0-1 1 0 0,0 1-1 0 0,1-1 1 0 0,1 0-1 0 0,0 0 0 0 0,1 0 1 0 0,0-1-1 0 0,0 0 1 0 0,2 1-1 0 0,-1-2 0 0 0,1 1 1 0 0,9 9-1 0 0,-11-14-5 0 0,0-1 0 0 0,1 1-1 0 0,-1-1 1 0 0,1-1 0 0 0,0 1-1 0 0,0-1 1 0 0,1 0 0 0 0,-1 0 0 0 0,1-1-1 0 0,0 0 1 0 0,0 0 0 0 0,0-1-1 0 0,0 0 1 0 0,0 0 0 0 0,0 0-1 0 0,1-1 1 0 0,-1 0 0 0 0,1-1 0 0 0,-1 1-1 0 0,0-2 1 0 0,1 1 0 0 0,-1-1-1 0 0,1 0 1 0 0,-1 0 0 0 0,11-4-1 0 0,-6 1-123 0 0,0-1-1 0 0,23-14 0 0 0,-17 9-3290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17.8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377 246 21103 0 0,'0'0'2946'0'0,"-1"-5"-2085"0"0,2-26-285 0 0,0 19-394 0 0,0-1 0 0 0,-1 1 0 0 0,-1-1-1 0 0,-2-16 1 0 0,2 27-156 0 0,1 0-1 0 0,0 0 0 0 0,-1 0 0 0 0,1 0 0 0 0,-1 0 0 0 0,0 0 0 0 0,0 0 0 0 0,0 1 0 0 0,0-1 0 0 0,0 0 0 0 0,0 0 1 0 0,0 1-1 0 0,0-1 0 0 0,-1 1 0 0 0,1-1 0 0 0,0 1 0 0 0,-1 0 0 0 0,0-1 0 0 0,1 1 0 0 0,-1 0 0 0 0,0 0 0 0 0,1 0 1 0 0,-1 0-1 0 0,0 1 0 0 0,0-1 0 0 0,0 0 0 0 0,0 1 0 0 0,0-1 0 0 0,0 1 0 0 0,0 0 0 0 0,0-1 0 0 0,0 1 0 0 0,-3 0 0 0 0,1 1-4 0 0,-1 0 0 0 0,1 0-1 0 0,-1 0 1 0 0,1 1-1 0 0,0 0 1 0 0,-1 0 0 0 0,1 0-1 0 0,0 0 1 0 0,0 0-1 0 0,1 1 1 0 0,-1 0-1 0 0,0-1 1 0 0,-4 7 0 0 0,-42 47 128 0 0,46-51-132 0 0,-13 17 61 0 0,1 1 1 0 0,1 0-1 0 0,1 1 0 0 0,1 1 0 0 0,2 0 1 0 0,0 1-1 0 0,1 0 0 0 0,2 0 1 0 0,-6 35-1 0 0,13-56-41 0 0,0 0 1 0 0,0 0 0 0 0,1 0 0 0 0,0 0-1 0 0,0-1 1 0 0,0 1 0 0 0,2 9-1 0 0,-2-13-27 0 0,0 0 0 0 0,1 0 0 0 0,-1 0 0 0 0,1-1 0 0 0,-1 1 0 0 0,0 0 0 0 0,1 0 0 0 0,-1-1 0 0 0,1 1 0 0 0,-1 0 0 0 0,1-1-1 0 0,0 1 1 0 0,-1 0 0 0 0,1-1 0 0 0,0 1 0 0 0,-1-1 0 0 0,1 1 0 0 0,0-1 0 0 0,1 1 0 0 0,0-1-2 0 0,0 1 1 0 0,-1-1-1 0 0,1 0 0 0 0,0 0 1 0 0,0 0-1 0 0,-1 0 0 0 0,1 0 1 0 0,0 0-1 0 0,-1-1 1 0 0,1 1-1 0 0,0-1 0 0 0,-1 1 1 0 0,4-2-1 0 0,10-5 18 0 0,-1 0 1 0 0,-1-1-1 0 0,1-1 0 0 0,-1 0 0 0 0,21-19 0 0 0,-9 4 42 0 0,36-44 0 0 0,-40 42 0 0 0,-2-1-1 0 0,-1-1 0 0 0,15-31 1 0 0,-32 56-48 0 0,0 0 0 0 0,0 0 0 0 0,0 0 1 0 0,0 0-1 0 0,0 0 0 0 0,-1 0 0 0 0,1-6 0 0 0,-1 9-16 0 0,0-1-1 0 0,0 1 1 0 0,0-1-1 0 0,0 1 0 0 0,0-1 1 0 0,0 0-1 0 0,0 1 1 0 0,-1-1-1 0 0,1 1 1 0 0,0-1-1 0 0,0 1 0 0 0,0-1 1 0 0,-1 1-1 0 0,1-1 1 0 0,0 1-1 0 0,-1-1 0 0 0,1 1 1 0 0,0 0-1 0 0,-1-1 1 0 0,1 1-1 0 0,-1-1 0 0 0,1 1 1 0 0,0 0-1 0 0,-1-1 1 0 0,1 1-1 0 0,-1 0 0 0 0,1 0 1 0 0,-1-1-1 0 0,1 1 1 0 0,-1 0-1 0 0,1 0 1 0 0,-1 0-1 0 0,1 0 0 0 0,-1 0 1 0 0,0-1-1 0 0,1 1 1 0 0,-1 0-1 0 0,1 0 0 0 0,-1 0 1 0 0,1 1-1 0 0,-1-1 1 0 0,1 0-1 0 0,-1 0 0 0 0,0 0 1 0 0,1 0-1 0 0,-1 0 1 0 0,0 1-1 0 0,-1 0 3 0 0,0 0 0 0 0,0 0-1 0 0,0 1 1 0 0,0-1 0 0 0,0 1 0 0 0,0-1 0 0 0,1 1-1 0 0,-1-1 1 0 0,0 1 0 0 0,1 0 0 0 0,-1 0-1 0 0,1 0 1 0 0,0 0 0 0 0,0 0 0 0 0,0 0-1 0 0,0 0 1 0 0,0 0 0 0 0,0 0 0 0 0,0 1 0 0 0,1-1-1 0 0,-1 0 1 0 0,0 3 0 0 0,0 5 9 0 0,-1-1-1 0 0,1 0 1 0 0,1 0 0 0 0,0 13 0 0 0,1-8-4 0 0,2 0 1 0 0,-1 0 0 0 0,2 0 0 0 0,0-1-1 0 0,0 0 1 0 0,1 0 0 0 0,1 0 0 0 0,9 14-1 0 0,9 12 23 0 0,35 43 0 0 0,-36-53-12 0 0,-1 2 0 0 0,26 48 1 0 0,-40-62-16 0 0,-1-1 0 0 0,0 1 1 0 0,-1 1-1 0 0,-1-1 0 0 0,-1 1 1 0 0,0 0-1 0 0,-1 0 0 0 0,-1 0 1 0 0,-1 0-1 0 0,-1 1 0 0 0,0-1 1 0 0,-1 0-1 0 0,-1 0 0 0 0,-1 0 1 0 0,-1 0-1 0 0,0 0 0 0 0,-1 0 1 0 0,-1-1-1 0 0,-1 0 0 0 0,0 0 1 0 0,-1-1-1 0 0,-1 0 0 0 0,-17 24 1 0 0,14-25-3 0 0,-1-1 0 0 0,0 0 0 0 0,-1-1 0 0 0,0-1 0 0 0,-1 0 0 0 0,0-1 0 0 0,-1 0 0 0 0,0-2 1 0 0,0 0-1 0 0,-1 0 0 0 0,-1-2 0 0 0,1 0 0 0 0,-1-1 0 0 0,0-1 0 0 0,-1 0 0 0 0,1-1 0 0 0,-1-2 0 0 0,0 0 0 0 0,0 0 1 0 0,0-2-1 0 0,-28-3 0 0 0,38 2-4 0 0,1-1 1 0 0,0 0-1 0 0,0 0 1 0 0,0-1-1 0 0,1 0 1 0 0,-1-1-1 0 0,1 0 0 0 0,0 0 1 0 0,0 0-1 0 0,0-1 1 0 0,0 0-1 0 0,-10-10 1 0 0,13 11-2 0 0,1 0 1 0 0,0 0-1 0 0,0 0 1 0 0,0 0 0 0 0,0 0-1 0 0,1 0 1 0 0,0-1-1 0 0,0 1 1 0 0,0-1-1 0 0,0 0 1 0 0,1 0 0 0 0,-1 0-1 0 0,1 1 1 0 0,1-1-1 0 0,-1 0 1 0 0,1 0-1 0 0,-1 0 1 0 0,1 0-1 0 0,1 0 1 0 0,-1 0 0 0 0,1 0-1 0 0,1-6 1 0 0,4-8 0 0 0,1-1 1 0 0,1 1-1 0 0,1 0 1 0 0,0 1-1 0 0,1 0 0 0 0,1 0 1 0 0,1 1-1 0 0,1 1 1 0 0,25-27-1 0 0,13-5 11 0 0,88-66-1 0 0,-45 41 9 0 0,47-42 18 0 0,107-91 113 0 0,-242 201-142 0 0,0 0-1 0 0,0 0 1 0 0,0-1-1 0 0,-1 0 1 0 0,0 0-1 0 0,0 0 1 0 0,-1 0-1 0 0,1-1 0 0 0,-2 0 1 0 0,1 0-1 0 0,-1 0 1 0 0,0 0-1 0 0,0 0 1 0 0,-1-1-1 0 0,0 1 1 0 0,0-1-1 0 0,1-12 0 0 0,-3 3 5 0 0,-1 1-1 0 0,0 0 0 0 0,-2 0 0 0 0,0 0 0 0 0,0 1 0 0 0,-1-1 1 0 0,-11-25-1 0 0,12 34-8 0 0,0 0-1 0 0,0 1 1 0 0,-1-1 0 0 0,1 1 0 0 0,-1 0 0 0 0,-9-11-1 0 0,11 15-2 0 0,-1 0 1 0 0,1 1-1 0 0,0-1 0 0 0,-1 0 0 0 0,1 1 0 0 0,-1-1 0 0 0,1 1 0 0 0,-1 0 0 0 0,0 0 0 0 0,0 0 0 0 0,0 0 0 0 0,1 0 0 0 0,-1 0 0 0 0,0 1 1 0 0,0 0-1 0 0,0-1 0 0 0,0 1 0 0 0,0 0 0 0 0,0 1 0 0 0,-4 0 0 0 0,-3 0-1 0 0,0 1 0 0 0,0 0 0 0 0,1 0 0 0 0,-1 1 0 0 0,1 1 0 0 0,0 0 0 0 0,0 0 0 0 0,0 1 0 0 0,0 0 0 0 0,1 0 0 0 0,0 1 0 0 0,0 0 0 0 0,0 0 0 0 0,1 1 0 0 0,0 0 0 0 0,1 0 0 0 0,-1 1 0 0 0,1 0 0 0 0,0 0 0 0 0,1 0 0 0 0,0 1 0 0 0,1 0 0 0 0,0 0 0 0 0,0 0 0 0 0,0 0 0 0 0,1 1 0 0 0,1-1 0 0 0,-3 17 0 0 0,4-11 1 0 0,1-1-1 0 0,1 1 1 0 0,0 0-1 0 0,0 0 1 0 0,2-1 0 0 0,0 1-1 0 0,0-1 1 0 0,10 23-1 0 0,-11-30 2 0 0,1 0 1 0 0,0-1-1 0 0,1 1 0 0 0,0-1 0 0 0,0 0 0 0 0,0 0 0 0 0,1 0 0 0 0,0 0 1 0 0,0-1-1 0 0,0 0 0 0 0,1 0 0 0 0,-1 0 0 0 0,1-1 0 0 0,0 0 0 0 0,1 0 0 0 0,-1 0 1 0 0,1-1-1 0 0,0 0 0 0 0,10 3 0 0 0,-11-5 1 0 0,-1 0 0 0 0,1-1 0 0 0,-1 1 0 0 0,1-1 1 0 0,0 0-1 0 0,-1-1 0 0 0,1 1 0 0 0,0-1 0 0 0,-1-1 0 0 0,1 1 0 0 0,-1-1 0 0 0,0 0 0 0 0,1 0 0 0 0,-1 0 0 0 0,5-4 1 0 0,10-6 0 0 0,0-1 0 0 0,24-21 0 0 0,-24 19-2 0 0,66-46 53 0 0,-51 38-4058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19.0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90 165 19399 0 0,'0'0'6168'0'0,"6"11"-5908"0"0,12 28-106 0 0,-2 0 0 0 0,-1 1 0 0 0,-2 1 0 0 0,11 64 0 0 0,20 189 498 0 0,-40-255-556 0 0,-1-11 2 0 0,-1-1 1 0 0,-1 1-1 0 0,-2-1 1 0 0,-1 1-1 0 0,-1-1 1 0 0,-1 1-1 0 0,-1-1 1 0 0,-12 35-1 0 0,16-60-70 0 0,0 0 0 0 0,0 0 0 0 0,0 1 0 0 0,0-1 0 0 0,0 0 0 0 0,0 0 1 0 0,0-1-1 0 0,-1 1 0 0 0,1 0 0 0 0,-1 0 0 0 0,1-1 0 0 0,-1 1 0 0 0,0 0 0 0 0,-1 0 0 0 0,1-1-14 0 0,1 0 0 0 0,0-1 0 0 0,0 1-1 0 0,0-1 1 0 0,-1 0 0 0 0,1 1 0 0 0,0-1 0 0 0,-1 0 0 0 0,1 0-1 0 0,0 0 1 0 0,-1 0 0 0 0,1 0 0 0 0,0 0 0 0 0,-1 0 0 0 0,1 0 0 0 0,0-1-1 0 0,0 1 1 0 0,-2-1 0 0 0,-2-1-2 0 0,0-1 1 0 0,1 0-1 0 0,0 0 1 0 0,-1 0-1 0 0,1 0 0 0 0,0 0 1 0 0,1-1-1 0 0,-1 0 0 0 0,0 0 1 0 0,-5-8-1 0 0,1-2-15 0 0,0 0-1 0 0,1 0 0 0 0,0-1 1 0 0,1 0-1 0 0,-8-31 0 0 0,-11-83-193 0 0,10 6-457 0 0,5 0-1 0 0,5 0 1 0 0,15-173-1 0 0,-8 277 490 0 0,-2 5 99 0 0,1 1 1 0 0,1 0 0 0 0,0 0-1 0 0,5-14 1 0 0,-5 24 77 0 0,-1 1-1 0 0,1 0 1 0 0,0 0-1 0 0,0 0 1 0 0,0 0 0 0 0,0 0-1 0 0,1 0 1 0 0,-1 1-1 0 0,0-1 1 0 0,1 1 0 0 0,-1-1-1 0 0,1 1 1 0 0,0 0-1 0 0,-1 0 1 0 0,1 0 0 0 0,0 1-1 0 0,0-1 1 0 0,-1 0 0 0 0,1 1-1 0 0,0 0 1 0 0,3 0-1 0 0,68-2 323 0 0,-69 3-307 0 0,8-1 36 0 0,0 2 1 0 0,0 0-1 0 0,0 0 1 0 0,0 1-1 0 0,0 1 1 0 0,-1 0-1 0 0,1 0 1 0 0,-1 2-1 0 0,0-1 1 0 0,-1 2-1 0 0,1-1 0 0 0,-1 2 1 0 0,13 10-1 0 0,-16-11-12 0 0,-1 0-1 0 0,0 1 0 0 0,0-1 0 0 0,-1 1 0 0 0,0 0 0 0 0,0 1 0 0 0,-1 0 0 0 0,0-1 0 0 0,-1 2 1 0 0,0-1-1 0 0,0 0 0 0 0,-1 1 0 0 0,0 0 0 0 0,-1 0 0 0 0,0-1 0 0 0,0 1 0 0 0,-1 20 0 0 0,0-16 12 0 0,-2 0-1 0 0,0-1 1 0 0,0 1-1 0 0,-1-1 1 0 0,-1 0-1 0 0,0 1 1 0 0,-1-1-1 0 0,0-1 1 0 0,-1 1-1 0 0,-1 0 1 0 0,0-1-1 0 0,-1 0 1 0 0,0-1-1 0 0,0 1 1 0 0,-1-1-1 0 0,-11 11 1 0 0,3-4 47 0 0,0-1 1 0 0,0 0 0 0 0,-2-2 0 0 0,0 0-1 0 0,-1-1 1 0 0,-26 16 0 0 0,43-29-37 0 0,2-1-63 0 0,0 0 0 0 0,-1 0 0 0 0,1 0 0 0 0,-1 0 0 0 0,1 0 0 0 0,0 0 0 0 0,-1 0 0 0 0,1 1 0 0 0,0-1 0 0 0,-1 0 0 0 0,1 0 0 0 0,0 0 0 0 0,-1 1 0 0 0,1-1 0 0 0,0 0 0 0 0,0 1 0 0 0,-1-1 0 0 0,1 0 0 0 0,0 1 0 0 0,0-1 0 0 0,-1 0 1 0 0,1 1-1 0 0,0-1 0 0 0,0 0 0 0 0,0 1 0 0 0,0-1 0 0 0,0 0 0 0 0,-1 1 0 0 0,1-1 0 0 0,0 1 0 0 0,0-1 0 0 0,0 1 0 0 0,10 3 5 0 0,0-1 0 0 0,0 0 0 0 0,0-1 0 0 0,1 0 0 0 0,-1 0 0 0 0,14 0 0 0 0,21 4 5 0 0,-20-1-8 0 0,0 1 0 0 0,0 2 0 0 0,-1 0 0 0 0,0 2 0 0 0,33 17 0 0 0,-48-21-7 0 0,0 0-1 0 0,0 0 1 0 0,-1 0 0 0 0,0 1-1 0 0,0 0 1 0 0,-1 1 0 0 0,8 9-1 0 0,-12-12-1 0 0,1 0-1 0 0,-1 0 1 0 0,0 1-1 0 0,-1-1 1 0 0,1 1-1 0 0,-1-1 1 0 0,0 1-1 0 0,-1 0 1 0 0,1 0-1 0 0,-1 0 1 0 0,0 0-1 0 0,-1 0 1 0 0,1 8-1 0 0,-1-8 0 0 0,-1-1-1 0 0,0 1 1 0 0,1-1-1 0 0,-2 1 1 0 0,1-1-1 0 0,-1 1 1 0 0,0-1 0 0 0,0 0-1 0 0,0 0 1 0 0,0 0-1 0 0,-1 0 1 0 0,0 0-1 0 0,0 0 1 0 0,-5 4-1 0 0,2-2 1 0 0,0-1-1 0 0,-1 0 0 0 0,0-1 0 0 0,0 0 0 0 0,0 0 0 0 0,-1 0 0 0 0,0-1 0 0 0,-11 5 1 0 0,-1-2 0 0 0,0 0 0 0 0,-1-2 0 0 0,1 0 0 0 0,-1-2 0 0 0,0 0 0 0 0,-37 0 0 0 0,38-3 2 0 0,1-1 1 0 0,0-1-1 0 0,-21-4 0 0 0,31 4 5 0 0,1-1-1 0 0,-1 0 1 0 0,0 0 0 0 0,1 0-1 0 0,0-1 1 0 0,0 0-1 0 0,0-1 1 0 0,-13-9 0 0 0,20 13 9 0 0,-2-6 12 0 0,3 6-30 0 0,0 1 0 0 0,0 0 1 0 0,0 0-1 0 0,-1-1 0 0 0,1 1 0 0 0,0 0 0 0 0,0-1 0 0 0,0 1 1 0 0,0 0-1 0 0,0-1 0 0 0,0 1 0 0 0,0 0 0 0 0,0 0 0 0 0,0-1 1 0 0,0 1-1 0 0,0 0 0 0 0,0-1 0 0 0,0 1 0 0 0,0 0 0 0 0,0-1 1 0 0,1 1-1 0 0,-1 0 0 0 0,0-1 0 0 0,0 1 0 0 0,0 0 0 0 0,0 0 0 0 0,1-1 1 0 0,-1 1-1 0 0,0 0 0 0 0,0 0 0 0 0,0-1 0 0 0,1 1 0 0 0,-1 0 1 0 0,0 0-1 0 0,0 0 0 0 0,1 0 0 0 0,-1-1 0 0 0,0 1 0 0 0,1 0 1 0 0,-1 0-1 0 0,0 0 0 0 0,1 0 0 0 0,-1 0 0 0 0,0 0 0 0 0,0 0 1 0 0,1 0-1 0 0,32-20-153 0 0,-15 11-3546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19.7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79 12 16280 0 0,'-4'-1'1042'0'0,"-55"-9"2942"0"0,58 9-3439 0 0,-2 1-132 0 0,-4 2 122 0 0,5 3-427 0 0,2-1 0 0 0,-1 1 0 0 0,0 0 0 0 0,1 0 0 0 0,0-1 0 0 0,0 1 0 0 0,0 0 0 0 0,0 0 0 0 0,1-1 0 0 0,0 1 0 0 0,2 5 0 0 0,19 58 546 0 0,-11-39-289 0 0,32 88 2072 0 0,-43-115-2164 0 0,1-2-241 0 0,-1 1 0 0 0,1-1 0 0 0,-1 0 0 0 0,1 0 0 0 0,-1 1-1 0 0,1-1 1 0 0,-1 0 0 0 0,1 0 0 0 0,-1 1 0 0 0,1-1-1 0 0,-1 0 1 0 0,1 0 0 0 0,-1 0 0 0 0,1 0 0 0 0,0 0-1 0 0,-1 0 1 0 0,1 0 0 0 0,-1 0 0 0 0,1 0 0 0 0,0 0-1 0 0,3-3 8 0 0,-1 1-1 0 0,0-1 0 0 0,1 0 0 0 0,-1-1 0 0 0,0 1 0 0 0,-1 0 0 0 0,1-1 1 0 0,0 0-1 0 0,-1 0 0 0 0,0 0 0 0 0,0 0 0 0 0,0 0 0 0 0,-1 0 1 0 0,1 0-1 0 0,-1 0 0 0 0,0-1 0 0 0,0 1 0 0 0,0-9 0 0 0,2-12 30 0 0,-2 0-1 0 0,-2-31 1 0 0,0 23 15 0 0,-6-12 86 0 0,3 52-114 0 0,4-6-53 0 0,-1 0-1 0 0,1-1 1 0 0,-1 1 0 0 0,1 0-1 0 0,-1 0 1 0 0,1-1-1 0 0,0 1 1 0 0,-1 0 0 0 0,1 0-1 0 0,0 0 1 0 0,0 0 0 0 0,-1-1-1 0 0,1 1 1 0 0,0 0-1 0 0,0 0 1 0 0,0 0 0 0 0,0 0-1 0 0,0 1 1 0 0,3 16 17 0 0,0 0 0 0 0,0 0 0 0 0,2-1 1 0 0,0 1-1 0 0,2-1 0 0 0,-1 0 0 0 0,16 25 0 0 0,-18-35-5 0 0,0 0-1 0 0,1 0 0 0 0,0 0 0 0 0,0 0 0 0 0,1-1 1 0 0,0 0-1 0 0,0 0 0 0 0,0-1 0 0 0,1 0 0 0 0,0 0 0 0 0,0 0 1 0 0,0-1-1 0 0,1 0 0 0 0,-1 0 0 0 0,1-1 0 0 0,0 0 0 0 0,0 0 1 0 0,15 2-1 0 0,-21-5 3 0 0,0 0 1 0 0,1 0 0 0 0,-1 0-1 0 0,0 0 1 0 0,0 0 0 0 0,0 0-1 0 0,0-1 1 0 0,0 1 0 0 0,0-1-1 0 0,0 0 1 0 0,-1 0 0 0 0,1 1-1 0 0,0-1 1 0 0,0 0 0 0 0,0-1-1 0 0,-1 1 1 0 0,1 0 0 0 0,2-2-1 0 0,19-26-2681 0 0,-21 26 1342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20.4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184 0 19703 0 0,'0'0'6928'0'0,"0"5"-6736"0"0,10 41 59 0 0,26 72-1 0 0,-4-15-88 0 0,59 264 391 0 0,-72-273-148 0 0,11 186-1 0 0,-29-270-324 0 0,-1 1 0 0 0,0-1 0 0 0,0 1 0 0 0,-1-1 0 0 0,-1 1 0 0 0,0-1 0 0 0,0 1 0 0 0,-6 14 0 0 0,7-26-69 0 0,0 1 0 0 0,0-1 0 0 0,0 1-1 0 0,-1-1 1 0 0,1 1 0 0 0,0-1 0 0 0,0 1 0 0 0,0-1-1 0 0,0 0 1 0 0,0 0 0 0 0,1 0 0 0 0,-1 0-1 0 0,-1-1 1 0 0,-7-10-3 0 0,0 0 1 0 0,1-1-1 0 0,1 0 0 0 0,0 0 1 0 0,1-1-1 0 0,-8-22 0 0 0,-2-5-27 0 0,-96-258-1769 0 0,111 295 1745 0 0,-5-14-287 0 0,0 1 1 0 0,-1 1-1 0 0,-1-1 0 0 0,-17-25 0 0 0,23 39 254 0 0,0 0-1 0 0,0 0 0 0 0,0 0 1 0 0,0 1-1 0 0,-1-1 0 0 0,1 1 1 0 0,-1-1-1 0 0,0 1 1 0 0,0 0-1 0 0,0 0 0 0 0,0 0 1 0 0,0 0-1 0 0,0 1 1 0 0,-1-1-1 0 0,1 1 0 0 0,0 0 1 0 0,-1 0-1 0 0,1 0 1 0 0,-1 0-1 0 0,1 1 0 0 0,-1-1 1 0 0,1 1-1 0 0,-1 0 1 0 0,0 0-1 0 0,1 1 0 0 0,-1-1 1 0 0,1 1-1 0 0,-1-1 1 0 0,1 1-1 0 0,-6 2 0 0 0,-22 8-253 0 0,53-2 376 0 0,9-5 80 0 0,-1-3 1 0 0,1 0-1 0 0,0-2 0 0 0,-1-1 0 0 0,38-8 0 0 0,-26 4 131 0 0,-8 2 114 0 0,0-3 0 0 0,0-1 0 0 0,53-20 1 0 0,-13-6-2817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20.8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20095 0 0,'0'0'4823'0'0,"1"8"-4526"0"0,75 514 1247 0 0,-23-142-581 0 0,-34-229-517 0 0,10 96 946 0 0,-28-244-1297 0 0,4-23-3707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21.1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42 16983 0 0,'-6'-3'602'0'0,"1"0"-604"0"0,1 1 154 0 0,0 0-1 0 0,1 0 1 0 0,-1 0-1 0 0,0 1 1 0 0,0-1-1 0 0,0 1 1 0 0,0 0-1 0 0,0 0 1 0 0,0 0-1 0 0,0 1 1 0 0,0-1-1 0 0,-1 1 1 0 0,1 0-1 0 0,0 0 1 0 0,0 1 0 0 0,0-1-1 0 0,0 1 1 0 0,-5 1-1 0 0,-21 13 37 0 0,24-11-76 0 0,0 0-1 0 0,-1-1 0 0 0,1 0 1 0 0,-1 0-1 0 0,0-1 1 0 0,-9 2-1 0 0,59-2 890 0 0,132-24 1733 0 0,-161 19-2242 0 0,-4 1-228 0 0,0 0 1 0 0,0-2 0 0 0,0 1 0 0 0,-1-1-1 0 0,11-6 1 0 0,3-4-3487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21.8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49 132 18695 0 0,'0'0'2823'0'0,"-3"6"-1892"0"0,-7 24-503 0 0,1 1 1 0 0,1 1-1 0 0,1-1 0 0 0,2 1 1 0 0,2 0-1 0 0,0 0 1 0 0,2 0-1 0 0,5 47 1 0 0,-3-76-372 0 0,-1 0 1 0 0,1 1-1 0 0,0-1 1 0 0,0 0-1 0 0,0 0 1 0 0,0 0-1 0 0,0 0 1 0 0,1 0-1 0 0,0 0 1 0 0,-1 0 0 0 0,1 0-1 0 0,0-1 1 0 0,0 1-1 0 0,1-1 1 0 0,-1 1-1 0 0,1-1 1 0 0,-1 0-1 0 0,1 0 1 0 0,-1 0 0 0 0,1 0-1 0 0,0 0 1 0 0,0-1-1 0 0,0 1 1 0 0,0-1-1 0 0,0 0 1 0 0,0 0-1 0 0,1 0 1 0 0,3 0-1 0 0,-3 0-17 0 0,1 0-1 0 0,-1-1 0 0 0,1 1 1 0 0,0-1-1 0 0,-1 0 0 0 0,1-1 0 0 0,0 1 1 0 0,-1-1-1 0 0,1 0 0 0 0,0 0 1 0 0,-1 0-1 0 0,0-1 0 0 0,1 1 0 0 0,-1-1 1 0 0,0 0-1 0 0,0-1 0 0 0,0 1 1 0 0,0-1-1 0 0,6-4 0 0 0,-1-4 14 0 0,1 0-1 0 0,-2 0 0 0 0,1-1 1 0 0,-2 0-1 0 0,1 0 1 0 0,-2-1-1 0 0,0 0 1 0 0,0 0-1 0 0,-1-1 0 0 0,-1 1 1 0 0,0-1-1 0 0,-1 0 1 0 0,2-26-1 0 0,-3 18-16 0 0,-1 1-1 0 0,-1 0 1 0 0,-1 0 0 0 0,-1-1-1 0 0,0 1 1 0 0,-2 0 0 0 0,-1 1-1 0 0,-12-35 1 0 0,14 45-18 0 0,-2 1 0 0 0,1 0 0 0 0,-10-13 0 0 0,12 19-11 0 0,0 0 0 0 0,0 0-1 0 0,0 0 1 0 0,-1 1 0 0 0,1-1 0 0 0,-1 1 0 0 0,0-1 0 0 0,0 1 0 0 0,0 0-1 0 0,0 0 1 0 0,0 1 0 0 0,0-1 0 0 0,-5-1 0 0 0,6 3-3 0 0,1-1 0 0 0,-1 1 0 0 0,0 0 0 0 0,0 0 0 0 0,1 1 0 0 0,-1-1 0 0 0,0 0 0 0 0,1 0 0 0 0,-1 1-1 0 0,1-1 1 0 0,-1 1 0 0 0,0 0 0 0 0,1-1 0 0 0,-1 1 0 0 0,1 0 0 0 0,-1 0 0 0 0,1 0 0 0 0,-2 2 0 0 0,-24 23 37 0 0,23-22-35 0 0,-5 8 10 0 0,0 0-1 0 0,1 0 1 0 0,0 1-1 0 0,1 0 0 0 0,0 1 1 0 0,2-1-1 0 0,-1 1 0 0 0,2 1 1 0 0,-1-1-1 0 0,2 1 1 0 0,0-1-1 0 0,1 1 0 0 0,1 0 1 0 0,0 0-1 0 0,0 0 0 0 0,3 19 1 0 0,-1-29-10 0 0,-1-1 0 0 0,1 1 0 0 0,-1-1 0 0 0,1 0 0 0 0,0 1 0 0 0,1-1 0 0 0,-1 0 0 0 0,1 0 0 0 0,0 1 0 0 0,0-1 0 0 0,4 5 0 0 0,-5-7-3 0 0,1-1-1 0 0,-1 1 0 0 0,1-1 0 0 0,-1 0 0 0 0,1 0 0 0 0,-1 0 0 0 0,1 0 0 0 0,0 0 0 0 0,0 0 0 0 0,-1 0 0 0 0,1 0 1 0 0,0-1-1 0 0,0 1 0 0 0,0-1 0 0 0,0 1 0 0 0,0-1 0 0 0,0 0 0 0 0,0 0 0 0 0,0 1 0 0 0,0-2 0 0 0,0 1 0 0 0,-1 0 1 0 0,1 0-1 0 0,0-1 0 0 0,0 1 0 0 0,0-1 0 0 0,0 1 0 0 0,2-2 0 0 0,44-23-401 0 0,-34 16-3012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22.3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21 19399 0 0,'1'-11'5190'0'0,"-11"92"-3288"0"0,-1 141-1 0 0,20-268-1474 0 0,-3-26-269 0 0,3-29 9 0 0,-7 90-127 0 0,0 0 0 0 0,1 1 0 0 0,0 0 0 0 0,0-1-1 0 0,1 1 1 0 0,11-18 0 0 0,-14 26 21 0 0,0 2-52 0 0,0 0 0 0 0,1 0 0 0 0,-1 1-1 0 0,0-1 1 0 0,1 0 0 0 0,-1 1-1 0 0,0-1 1 0 0,0 1 0 0 0,0 0-1 0 0,1-1 1 0 0,-1 1 0 0 0,0 0 0 0 0,0 0-1 0 0,0 0 1 0 0,0 0 0 0 0,1 1-1 0 0,21 32 68 0 0,-1 1 0 0 0,-2 2 0 0 0,-1 0 0 0 0,-2 0-1 0 0,13 43 1 0 0,-28-74-55 0 0,9 35 100 0 0,-10-40-116 0 0,-1 1 0 0 0,0-1 0 0 0,0 0 0 0 0,0 1-1 0 0,0-1 1 0 0,0 0 0 0 0,0 1 0 0 0,0-1 0 0 0,0 1-1 0 0,0-1 1 0 0,-1 0 0 0 0,1 1 0 0 0,-1-1 0 0 0,1 0-1 0 0,-1 1 1 0 0,1-1 0 0 0,-1 0 0 0 0,0 0 0 0 0,1 0-1 0 0,-1 0 1 0 0,0 1 0 0 0,0-1 0 0 0,0 0 0 0 0,0 0-1 0 0,0 0 1 0 0,-2 1 0 0 0,-15 4-3778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23.9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391 32 13056 0 0,'0'0'3384'0'0,"2"-4"-3363"0"0,6-12-17 0 0,-6 4 3424 0 0,-11 13-2510 0 0,-11 10-492 0 0,3 2-97 0 0,1 0 1 0 0,1 2 0 0 0,0 0 0 0 0,1 0-1 0 0,-19 28 1 0 0,-51 94 753 0 0,62-97-806 0 0,-3 6-8 0 0,2 2-1 0 0,2 1 1 0 0,2 0 0 0 0,3 1-1 0 0,1 1 1 0 0,3 1-1 0 0,2 0 1 0 0,-6 100 0 0 0,16-134-170 0 0,0 0 0 0 0,0 0 0 0 0,2 0 0 0 0,0 0 0 0 0,1 0 1 0 0,1 0-1 0 0,10 28 0 0 0,-11-38-67 0 0,1-1-1 0 0,-1 1 1 0 0,2-1-1 0 0,-1 0 1 0 0,1 0-1 0 0,0-1 1 0 0,0 1-1 0 0,1-1 1 0 0,0 0-1 0 0,0-1 1 0 0,0 1-1 0 0,1-1 1 0 0,0 0-1 0 0,0-1 0 0 0,0 0 1 0 0,1 0-1 0 0,-1 0 1 0 0,14 3-1 0 0,34 6-3478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37.0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586 4 3912 0 0,'0'0'17623'0'0,"-5"-2"-17127"0"0,5 2-469 0 0,-1 0 0 0 0,0 0-1 0 0,0-1 1 0 0,1 1 0 0 0,-1 0 0 0 0,0 0-1 0 0,0 0 1 0 0,1 0 0 0 0,-1 0-1 0 0,0 0 1 0 0,0 0 0 0 0,0 0 0 0 0,0 0-1 0 0,1 0 1 0 0,-1 0 0 0 0,0 0-1 0 0,0 1 1 0 0,1-1 0 0 0,-1 0 0 0 0,0 0-1 0 0,0 1 1 0 0,1-1 0 0 0,-1 1-1 0 0,0-1 1 0 0,1 1 0 0 0,-1-1-1 0 0,1 1 1 0 0,-1-1 0 0 0,0 1 0 0 0,1 0-1 0 0,-1-1 1 0 0,1 1 0 0 0,0 0-1 0 0,-1-1 1 0 0,1 1 0 0 0,-1 0 0 0 0,1 1-1 0 0,-8 40 806 0 0,8-39-815 0 0,-9 220 1769 0 0,10-187-1484 0 0,2-1 0 0 0,2 1-1 0 0,1-1 1 0 0,13 45 0 0 0,2-11 272 0 0,-4 1 1 0 0,18 141 0 0 0,-33-191-359 0 0,0 0 1 0 0,9 27-1 0 0,-11-45-85 0 0,-1 0 95 0 0,1-1-224 0 0,0-1 1 0 0,0 0 0 0 0,0 0-1 0 0,0 0 1 0 0,0 1 0 0 0,0-1-1 0 0,0 0 1 0 0,0 0 0 0 0,0 1-1 0 0,-1-1 1 0 0,1 0 0 0 0,0 0-1 0 0,0 0 1 0 0,0 1 0 0 0,0-1-1 0 0,0 0 1 0 0,0 0-1 0 0,-1 0 1 0 0,1 0 0 0 0,0 0-1 0 0,0 1 1 0 0,0-1 0 0 0,0 0-1 0 0,-1 0 1 0 0,1 0 0 0 0,0 0-1 0 0,0 0 1 0 0,0 0 0 0 0,0 0-1 0 0,-1 1 1 0 0,1-1 0 0 0,0 0-1 0 0,0 0 1 0 0,-1 0 0 0 0,1 0-1 0 0,0 0 1 0 0,0 0 0 0 0,0 0-1 0 0,-1 0 1 0 0,1 0 0 0 0,0 0-1 0 0,0 0 1 0 0,0 0 0 0 0,-1 0-1 0 0,1-1 1 0 0,0 1 0 0 0,0 0-1 0 0,-1 0 1 0 0,1 0-1 0 0,0 0 1 0 0,0 0 0 0 0,0 0-1 0 0,0 0 1 0 0,-1-1 0 0 0,1 1-1 0 0,0 0 1 0 0,0 0 0 0 0,0 0-1 0 0,0-1 1 0 0,-7-3 19 0 0,0-1 0 0 0,1 0 0 0 0,0 0 0 0 0,0-1-1 0 0,1 0 1 0 0,-1 0 0 0 0,1-1 0 0 0,1 1 0 0 0,-7-11 0 0 0,-7-9 8 0 0,-1 3-4 0 0,3 0-6 0 0,-1 1-1 0 0,-1 2 1 0 0,-1-1-1 0 0,-1 2 1 0 0,-42-31-1 0 0,41 36-6 0 0,-1 2 0 0 0,-1 0 0 0 0,-31-11 0 0 0,45 19-11 0 0,-1 1 0 0 0,1 1 1 0 0,-1 0-1 0 0,1 0 0 0 0,-1 1 0 0 0,0 0 1 0 0,1 0-1 0 0,-1 1 0 0 0,0 1 0 0 0,1 0 1 0 0,-18 3-1 0 0,19-1-1 0 0,1 0 0 0 0,0 1 1 0 0,0 0-1 0 0,0 0 0 0 0,0 0 1 0 0,0 1-1 0 0,1 0 0 0 0,0 0 1 0 0,0 1-1 0 0,1 0 0 0 0,-1 0 1 0 0,1 0-1 0 0,1 0 0 0 0,-1 1 1 0 0,1 0-1 0 0,0 0 0 0 0,0 0 0 0 0,1 1 1 0 0,-3 9-1 0 0,-1 4 1 0 0,0 0 1 0 0,2 0-1 0 0,0 1 0 0 0,1-1 0 0 0,-1 41 1 0 0,5-54-2 0 0,0 0 0 0 0,1-1 0 0 0,-1 1 0 0 0,1-1-1 0 0,1 1 1 0 0,-1-1 0 0 0,2 0 0 0 0,-1 1 0 0 0,1-1 0 0 0,0 0 0 0 0,0 0 0 0 0,0-1 0 0 0,1 1 0 0 0,0-1 0 0 0,1 0 0 0 0,0 0 0 0 0,-1 0 0 0 0,2 0 0 0 0,-1-1 0 0 0,8 6 0 0 0,-5-5-1 0 0,1-1 0 0 0,0 0 1 0 0,0 0-1 0 0,0-1 1 0 0,0 0-1 0 0,1-1 0 0 0,-1 0 1 0 0,1 0-1 0 0,0-1 0 0 0,0-1 1 0 0,0 1-1 0 0,0-2 0 0 0,0 1 1 0 0,17-3-1 0 0,-9 0 0 0 0,-1-1 0 0 0,1 0 0 0 0,-1-2 0 0 0,0 0 0 0 0,-1-1 0 0 0,1 0-1 0 0,-1-2 1 0 0,0 0 0 0 0,-1 0 0 0 0,0-2 0 0 0,0 0 0 0 0,-1 0 0 0 0,-1-2 0 0 0,0 1 0 0 0,15-18 0 0 0,36-39-804 0 0,-51 54-2231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38.0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566 37 16384 0 0,'0'0'3345'0'0,"4"-1"-3135"0"0,12-3-230 0 0,-7 2 1139 0 0,-31-2 353 0 0,-41-9-353 0 0,50 10-982 0 0,0 0-1 0 0,-1 0 1 0 0,1 1 0 0 0,-1 1 0 0 0,-25 0 0 0 0,24 3-61 0 0,0 1 1 0 0,0 1-1 0 0,0 0 0 0 0,0 0 1 0 0,1 2-1 0 0,0 0 0 0 0,0 0 1 0 0,0 1-1 0 0,1 1 1 0 0,0 0-1 0 0,1 1 0 0 0,0 1 1 0 0,0 0-1 0 0,-16 18 0 0 0,-7 12 228 0 0,2 2 0 0 0,-50 85 0 0 0,66-101-138 0 0,15-23-139 0 0,0 0 0 0 0,1-1 1 0 0,-1 1-1 0 0,1 1 0 0 0,-1-1 1 0 0,1 0-1 0 0,0 0 0 0 0,0 0 1 0 0,1 1-1 0 0,-1-1 0 0 0,1 0 1 0 0,-1 1-1 0 0,1-1 0 0 0,0 1 1 0 0,0-1-1 0 0,1 0 1 0 0,0 6-1 0 0,0-7-9 0 0,0 1 0 0 0,0-1 0 0 0,0 0 0 0 0,1 0-1 0 0,-1-1 1 0 0,1 1 0 0 0,-1 0 0 0 0,1 0 0 0 0,0-1 0 0 0,-1 1 0 0 0,1-1 0 0 0,0 1 0 0 0,0-1 0 0 0,0 0 0 0 0,0 0-1 0 0,0 0 1 0 0,0 0 0 0 0,1 0 0 0 0,-1 0 0 0 0,0 0 0 0 0,0-1 0 0 0,1 1 0 0 0,-1-1 0 0 0,0 0 0 0 0,1 0 0 0 0,3 0-1 0 0,8 0 16 0 0,0-1-1 0 0,0 0 1 0 0,0-1-1 0 0,-1-1 1 0 0,1 0-1 0 0,-1-1 0 0 0,1 0 1 0 0,-1-1-1 0 0,-1-1 1 0 0,1 0-1 0 0,-1-1 0 0 0,19-13 1 0 0,-13 7 10 0 0,0 0 1 0 0,-1-2-1 0 0,-1 0 0 0 0,0-1 1 0 0,-1-1-1 0 0,-1 0 0 0 0,15-24 0 0 0,-27 37-34 0 0,0 0 0 0 0,0 0-1 0 0,-1 0 1 0 0,1 0-1 0 0,-1 0 1 0 0,0 0 0 0 0,0 0-1 0 0,-1-1 1 0 0,1 1-1 0 0,-1 0 1 0 0,0 0-1 0 0,0-1 1 0 0,-1 1 0 0 0,1 0-1 0 0,-1-1 1 0 0,0 1-1 0 0,0 0 1 0 0,0 0-1 0 0,-1 0 1 0 0,1 0 0 0 0,-1 0-1 0 0,-4-7 1 0 0,4 10 0 0 0,1 41 50 0 0,0 4-27 0 0,5 59 0 0 0,-3-90-27 0 0,1-1 0 0 0,0 1 1 0 0,1-1-1 0 0,0 0 1 0 0,1 0-1 0 0,0 0 1 0 0,1 0-1 0 0,0-1 1 0 0,1 0-1 0 0,8 12 1 0 0,-13-21 4 0 0,1-1 1 0 0,-1 1-1 0 0,0-1 1 0 0,1 0-1 0 0,-1 0 1 0 0,1 0 0 0 0,-1 0-1 0 0,1 0 1 0 0,-1 0-1 0 0,1 0 1 0 0,0 0-1 0 0,-1 0 1 0 0,1-1-1 0 0,0 1 1 0 0,0-1-1 0 0,0 1 1 0 0,0-1 0 0 0,-1 0-1 0 0,1 0 1 0 0,0 0-1 0 0,0 0 1 0 0,0 0-1 0 0,0 0 1 0 0,0 0-1 0 0,-1-1 1 0 0,3 0-1 0 0,2 0-652 0 0,0-1-1 0 0,-1 0 0 0 0,1-1 0 0 0,-1 0 1 0 0,7-3-1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38.5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87 1 18191 0 0,'0'0'624'0'0,"-2"5"75"0"0,-12 41 447 0 0,2 0-1 0 0,3 1 1 0 0,-8 87-1 0 0,0 1-506 0 0,9-72-260 0 0,3 1-1 0 0,2 0 1 0 0,10 103-1 0 0,5-56 477 0 0,33 130 0 0 0,-32-204-467 0 0,-1-5-554 0 0,-9-10-2833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38.8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 1 20095 0 0,'-2'7'208'0'0,"0"0"0"0"0,1 0-1 0 0,0 0 1 0 0,0 0-1 0 0,1 0 1 0 0,0 0-1 0 0,0 0 1 0 0,0 0 0 0 0,2 8-1 0 0,-1-12-109 0 0,0 0 0 0 0,0-1 0 0 0,0 1 0 0 0,1 0-1 0 0,-1-1 1 0 0,1 1 0 0 0,-1-1 0 0 0,1 1 0 0 0,0-1 0 0 0,0 0 0 0 0,0 0-1 0 0,0 0 1 0 0,0 0 0 0 0,1 0 0 0 0,-1 0 0 0 0,1-1 0 0 0,-1 1-1 0 0,1-1 1 0 0,-1 1 0 0 0,1-1 0 0 0,0 0 0 0 0,0 0 0 0 0,-1 0 0 0 0,1-1-1 0 0,6 1 1 0 0,7 2 66 0 0,0-1 0 0 0,0-1-1 0 0,0-1 1 0 0,0-1 0 0 0,0 0-1 0 0,0-1 1 0 0,0 0 0 0 0,0-1-1 0 0,0-1 1 0 0,-1-1 0 0 0,0 0-1 0 0,0-1 1 0 0,0 0 0 0 0,0-2-1 0 0,25-16 1 0 0,-13 6-3353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39.4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0 321 20095 0 0,'0'0'827'0'0,"7"-11"2045"0"0,22 0-1972 0 0,37-9 1 0 0,29-10-510 0 0,-88 27-341 0 0,-1-1 0 0 0,1 0 0 0 0,-1 0 1 0 0,0-1-1 0 0,0 1 0 0 0,0-1 0 0 0,-1-1 0 0 0,1 1 1 0 0,-2-1-1 0 0,9-10 0 0 0,1-6 187 0 0,18-39-1 0 0,-30 57-188 0 0,0 0 0 0 0,0-1 0 0 0,0 1 0 0 0,-1-1 0 0 0,0 1 0 0 0,0-1 0 0 0,0 0 0 0 0,0 1 0 0 0,-1-1 0 0 0,0 0 0 0 0,0 0 0 0 0,-1-4 0 0 0,1 7-26 0 0,-1 0-1 0 0,1 0 1 0 0,-1 0-1 0 0,0 0 1 0 0,1 0-1 0 0,-1 1 1 0 0,0-1 0 0 0,0 0-1 0 0,0 1 1 0 0,-1-1-1 0 0,1 0 1 0 0,0 1-1 0 0,-1-1 1 0 0,1 1-1 0 0,-1 0 1 0 0,1-1-1 0 0,-1 1 1 0 0,0 0 0 0 0,1 0-1 0 0,-1 0 1 0 0,0 0-1 0 0,0 1 1 0 0,0-1-1 0 0,0 0 1 0 0,0 1-1 0 0,1-1 1 0 0,-1 1-1 0 0,0 0 1 0 0,0-1 0 0 0,-3 1-1 0 0,-10-1 47 0 0,1 1 0 0 0,0 0 1 0 0,0 1-1 0 0,0 0 0 0 0,-1 1 0 0 0,1 1 0 0 0,1 0 0 0 0,-15 5 0 0 0,22-6-37 0 0,0 1-1 0 0,0-1 0 0 0,0 1 0 0 0,0 0 0 0 0,0 1 1 0 0,1 0-1 0 0,0-1 0 0 0,0 2 0 0 0,0-1 0 0 0,0 1 1 0 0,0-1-1 0 0,1 1 0 0 0,0 0 0 0 0,0 1 0 0 0,0-1 1 0 0,1 1-1 0 0,0 0 0 0 0,0 0 0 0 0,-3 9 0 0 0,3-6-9 0 0,0 0 0 0 0,0 0 0 0 0,2 0 0 0 0,-1 0 0 0 0,1 1 0 0 0,0-1 0 0 0,1 0 0 0 0,0 1 0 0 0,0-1 0 0 0,1 0 0 0 0,0 1 0 0 0,1-1 0 0 0,0 0 0 0 0,1 0 0 0 0,-1 0 0 0 0,2 0 0 0 0,-1-1 0 0 0,1 1 0 0 0,1-1 0 0 0,-1 0 0 0 0,1 0 0 0 0,8 8 0 0 0,-4-4 1 0 0,0-2 0 0 0,1 1 0 0 0,1-1 0 0 0,0-1 0 0 0,0 0 0 0 0,1 0 0 0 0,0-1 0 0 0,0-1 0 0 0,1 0 0 0 0,26 10 0 0 0,-32-14-9 0 0,-1-1 0 0 0,1 0 0 0 0,0-1-1 0 0,0 1 1 0 0,0-2 0 0 0,0 1 0 0 0,1-1-1 0 0,-1 1 1 0 0,0-2 0 0 0,0 1 0 0 0,0-1-1 0 0,0 0 1 0 0,0-1 0 0 0,0 0 0 0 0,0 0 0 0 0,0 0-1 0 0,-1-1 1 0 0,1 0 0 0 0,-1 0 0 0 0,0-1-1 0 0,0 0 1 0 0,0 0 0 0 0,0 0 0 0 0,5-6-1 0 0,11-13 34 0 0,-2-1 0 0 0,-1-1-1 0 0,24-38 1 0 0,-11 9-3938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39.9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20 106 10152 0 0,'0'0'1633'0'0,"-2"-5"-158"0"0,-2-4-864 0 0,1-1 1 0 0,0 1 0 0 0,1-1-1 0 0,0 1 1 0 0,0-1-1 0 0,1 0 1 0 0,0-16 0 0 0,1 25-560 0 0,0 1 1 0 0,0 0-1 0 0,0-1 0 0 0,0 1 1 0 0,0 0-1 0 0,0 0 1 0 0,0-1-1 0 0,0 1 1 0 0,1 0-1 0 0,-1-1 0 0 0,0 1 1 0 0,0 0-1 0 0,0 0 1 0 0,0-1-1 0 0,0 1 0 0 0,1 0 1 0 0,-1 0-1 0 0,0 0 1 0 0,0-1-1 0 0,0 1 1 0 0,1 0-1 0 0,-1 0 0 0 0,0 0 1 0 0,0-1-1 0 0,1 1 1 0 0,-1 0-1 0 0,0 0 0 0 0,0 0 1 0 0,1 0-1 0 0,-1 0 1 0 0,0 0-1 0 0,0 0 1 0 0,1 0-1 0 0,-1-1 0 0 0,1 1 1 0 0,14 3 804 0 0,24 12-410 0 0,-29-10-160 0 0,-1-1-189 0 0,67 27 741 0 0,-2 5-1 0 0,88 54 0 0 0,-142-77-687 0 0,-1 0-1 0 0,-1 1 1 0 0,0 1-1 0 0,-1 0 1 0 0,-1 2-1 0 0,0 0 1 0 0,-1 1-1 0 0,-1 0 1 0 0,-1 1-1 0 0,0 1 1 0 0,-2 0-1 0 0,0 0 1 0 0,8 23-1 0 0,-11-14 20 0 0,0 0 0 0 0,-2 0 1 0 0,-2 1-1 0 0,0 0 0 0 0,-2 0 0 0 0,-1 0 0 0 0,-5 47 0 0 0,-4-15 112 0 0,-2 0 1 0 0,-28 93-1 0 0,24-108 9 0 0,-2 0 1 0 0,-44 86-1 0 0,53-119-554 0 0,0-1-1 0 0,-1 0 1 0 0,-1 0 0 0 0,0-1 0 0 0,-1 0 0 0 0,0-1 0 0 0,-1 0 0 0 0,0-1-1 0 0,0 0 1 0 0,-1 0 0 0 0,-1-1 0 0 0,0-1 0 0 0,-17 9 0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03.3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0 509 13560 0 0,'0'0'9042'0'0,"0"-4"-8693"0"0,1-14 2 0 0,0 14-8 0 0,1 1-98 0 0,0 0 0 0 0,0 0 0 0 0,0 0 0 0 0,1 1 0 0 0,-1-1 0 0 0,1 1 0 0 0,-1 0 0 0 0,1-1 0 0 0,6-2 0 0 0,10-4 72 0 0,0 1 0 0 0,1 0 0 0 0,0 2 0 0 0,0 0 0 0 0,31-4 0 0 0,3-2-58 0 0,-37 8-188 0 0,529-120 1256 0 0,129 27-609 0 0,-340 57-502 0 0,-168 17-134 0 0,97-19 37 0 0,11-1 12 0 0,-215 35-364 0 0,61-5 774 0 0,-45 13-4527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04.4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62 69 3112 0 0,'0'0'3896'0'0,"-4"-4"-3895"0"0,1 1 10 0 0,0 0-21 0 0,0-1 0 0 0,0 1 0 0 0,0-1 0 0 0,0 0 0 0 0,1 0 0 0 0,0 0 0 0 0,0 0 0 0 0,0-1 0 0 0,0 1 0 0 0,0-1 0 0 0,1 1 0 0 0,-2-8 0 0 0,3 10 400 0 0,-14 2 211 0 0,13 1-590 0 0,1 0 0 0 0,-1-1 0 0 0,1 1 0 0 0,-1 0 0 0 0,1-1 0 0 0,-1 1 0 0 0,1 0 0 0 0,-1 0 0 0 0,1 0 0 0 0,0 0 1 0 0,0-1-1 0 0,-1 1 0 0 0,1 0 0 0 0,0 0 0 0 0,0 0 0 0 0,0 0 0 0 0,0 0 0 0 0,0 0 0 0 0,0-1 0 0 0,0 1 0 0 0,0 0 0 0 0,0 0 0 0 0,0 0 0 0 0,0 0 0 0 0,1 0 0 0 0,-1 0 0 0 0,1 0 0 0 0,0 2 9 0 0,1 1 0 0 0,0-2 0 0 0,0 1 0 0 0,0 0 0 0 0,0 0 0 0 0,1-1 1 0 0,3 5-1 0 0,6 3 28 0 0,1-1 0 0 0,16 11 0 0 0,-29-20-47 0 0,26 14 71 0 0,39 16 0 0 0,-47-23-31 0 0,-1 0 1 0 0,0 1-1 0 0,-1 1 0 0 0,1 1 0 0 0,-2 0 1 0 0,24 19-1 0 0,-38-27-33 0 0,0 0 1 0 0,1 0-1 0 0,-1-1 1 0 0,0 1-1 0 0,0 0 0 0 0,0 0 1 0 0,0 0-1 0 0,0 0 1 0 0,0 0-1 0 0,-1 0 0 0 0,1 0 1 0 0,-1 1-1 0 0,1-1 1 0 0,-1 0-1 0 0,0 0 0 0 0,0 0 1 0 0,0 0-1 0 0,0 1 1 0 0,0-1-1 0 0,-1 0 0 0 0,1 0 1 0 0,-1 0-1 0 0,1 0 1 0 0,-1 0-1 0 0,0 0 0 0 0,0 0 1 0 0,1 0-1 0 0,-2 0 1 0 0,-1 3-1 0 0,-3 5 7 0 0,-1 0-1 0 0,0 0 0 0 0,-17 17 1 0 0,19-22-5 0 0,-5 6 3 0 0,0-1 0 0 0,-1 0 1 0 0,0-1-1 0 0,-1 0 0 0 0,0 0 0 0 0,-1-1 1 0 0,1-1-1 0 0,-1 0 0 0 0,-1-1 0 0 0,-20 7 0 0 0,32-12-11 0 0,-1-1 1 0 0,0 0-1 0 0,0 0 0 0 0,0 0 0 0 0,0 0 0 0 0,1 0 0 0 0,-1-1 0 0 0,0 1 0 0 0,0-1 0 0 0,1 0 0 0 0,-1 1 1 0 0,0-1-1 0 0,1-1 0 0 0,-1 1 0 0 0,1 0 0 0 0,-1-1 0 0 0,1 1 0 0 0,-1-1 0 0 0,1 0 0 0 0,0 1 0 0 0,0-1 1 0 0,0 0-1 0 0,0 0 0 0 0,0-1 0 0 0,1 1 0 0 0,-1 0 0 0 0,1-1 0 0 0,-3-3 0 0 0,-2-5 0 0 0,0 0 0 0 0,1 0 0 0 0,0-1 0 0 0,-6-22 0 0 0,9 25 1 0 0,0-1 0 0 0,0 0 0 0 0,1 0 0 0 0,1-1 0 0 0,0 1 0 0 0,0 0 0 0 0,1 0 0 0 0,0 0 0 0 0,0 0 1 0 0,1 0-1 0 0,1 0 0 0 0,0 1 0 0 0,0-1 0 0 0,0 1 0 0 0,2 0 0 0 0,-1 0 0 0 0,1 0 0 0 0,0 0 0 0 0,1 1 0 0 0,10-13 0 0 0,-15 20-2 0 0,1 0 0 0 0,-1 0 0 0 0,0 0 0 0 0,1 0 0 0 0,-1 0 0 0 0,1 0 0 0 0,-1 0-1 0 0,1 0 1 0 0,0 0 0 0 0,-1 1 0 0 0,1-1 0 0 0,0 1 0 0 0,-1 0 0 0 0,1-1 0 0 0,0 1 0 0 0,0 0 0 0 0,-1 0 0 0 0,1 0 0 0 0,0 0 0 0 0,0 0 0 0 0,-1 0 0 0 0,1 0-1 0 0,0 1 1 0 0,0-1 0 0 0,-1 1 0 0 0,1-1 0 0 0,0 1 0 0 0,-1 0 0 0 0,1 0 0 0 0,-1 0 0 0 0,1 0 0 0 0,-1 0 0 0 0,1 0 0 0 0,1 2 0 0 0,5 4 3 0 0,0 1 1 0 0,0 0 0 0 0,-1 0 0 0 0,9 13 0 0 0,-10-13-2 0 0,45 55-1195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29.3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935 341 7632 0 0,'0'0'8578'0'0,"1"-4"-8202"0"0,-1 0-26 0 0,4-16 473 0 0,-4 20-550 0 0,0-1 0 0 0,0 1 0 0 0,0-1 1 0 0,1 1-1 0 0,-1 0 0 0 0,0-1 0 0 0,0 1 0 0 0,1 0 1 0 0,-1-1 272 0 0,0 1-273 0 0,1-1 0 0 0,-1 1 1 0 0,0 0-1 0 0,1 0 0 0 0,-1-1 0 0 0,1 1 0 0 0,-1 0 1 0 0,0 0-1 0 0,1 0 0 0 0,-1-1 0 0 0,1 1 0 0 0,-1 0 1 0 0,0 0-1 0 0,1 0 0 0 0,0 0 0 0 0,1 0 310 0 0,3-45 444 0 0,-7 34-963 0 0,0 1 0 0 0,0 0 0 0 0,-1 0 0 0 0,0 0 0 0 0,-1 1 0 0 0,0-1 0 0 0,-1 1 0 0 0,0 0 1 0 0,0 0-1 0 0,-1 0 0 0 0,0 1 0 0 0,-1 0 0 0 0,-9-9 0 0 0,0 1 50 0 0,-1 1 0 0 0,-1 1 0 0 0,0 1 0 0 0,0 0 0 0 0,-23-10 0 0 0,27 17-45 0 0,1 1 1 0 0,-1 1-1 0 0,0 1 0 0 0,0 0 1 0 0,0 0-1 0 0,0 1 1 0 0,0 1-1 0 0,0 1 0 0 0,-22 1 1 0 0,15-1 0 0 0,12 1-44 0 0,-1 0 1 0 0,1 0-1 0 0,0 1 1 0 0,-1 0-1 0 0,1 1 0 0 0,0 0 1 0 0,1 0-1 0 0,-1 1 1 0 0,0 0-1 0 0,1 1 1 0 0,0 0-1 0 0,0 0 0 0 0,1 1 1 0 0,-1 0-1 0 0,1 0 1 0 0,-9 11-1 0 0,4-5-4 0 0,1 1 0 0 0,1 1 0 0 0,0 0 0 0 0,1 0 0 0 0,1 1 0 0 0,0 0 0 0 0,1 0 0 0 0,-7 21-1 0 0,6-8 9 0 0,1 1-1 0 0,2 0 1 0 0,0 0-1 0 0,2 0 0 0 0,1 1 1 0 0,1-1-1 0 0,2 1 1 0 0,8 51-1 0 0,-6-64-13 0 0,1 0 0 0 0,1 0 0 0 0,1 0 0 0 0,0-1 0 0 0,1 0 0 0 0,17 29 0 0 0,-17-34-4 0 0,0-1-1 0 0,1-1 1 0 0,0 1 0 0 0,1-1-1 0 0,0-1 1 0 0,0 0 0 0 0,1 0 0 0 0,0-1-1 0 0,0 0 1 0 0,18 9 0 0 0,-19-12-1 0 0,1-1 1 0 0,-1 0 0 0 0,1 0 0 0 0,-1-1-1 0 0,1 0 1 0 0,0-1 0 0 0,0 0-1 0 0,12-1 1 0 0,-18 0-9 0 0,-1 1 0 0 0,1-2 0 0 0,0 1 0 0 0,0 0 0 0 0,0-1 0 0 0,-1 0 0 0 0,1 1 0 0 0,0-2 0 0 0,-1 1 1 0 0,1 0-1 0 0,-1-1 0 0 0,1 1 0 0 0,-1-1 0 0 0,0 0 0 0 0,1 0 0 0 0,-1-1 0 0 0,0 1 0 0 0,-1 0 0 0 0,1-1 0 0 0,0 0 0 0 0,-1 0 0 0 0,1 0 0 0 0,3-6 0 0 0,-6 8-2 0 0,1-1-1 0 0,0 0 0 0 0,-1 1 1 0 0,1-1-1 0 0,-1 0 0 0 0,0 0 0 0 0,1 0 1 0 0,-1 0-1 0 0,0 1 0 0 0,0-1 1 0 0,0 0-1 0 0,-1 0 0 0 0,1 0 1 0 0,0 0-1 0 0,-1 1 0 0 0,1-1 0 0 0,-1 0 1 0 0,1 0-1 0 0,-1 1 0 0 0,0-1 1 0 0,0 0-1 0 0,0 1 0 0 0,0-1 0 0 0,0 1 1 0 0,0-1-1 0 0,0 1 0 0 0,0 0 1 0 0,-1-1-1 0 0,1 1 0 0 0,-1 0 0 0 0,1 0 1 0 0,-1 0-1 0 0,1 0 0 0 0,-1 0 1 0 0,1 0-1 0 0,-1 0 0 0 0,0 1 1 0 0,-3-2-1 0 0,-4-2 1 0 0,-1 1 0 0 0,0 1 0 0 0,0-1 0 0 0,0 1 0 0 0,-17-1 0 0 0,4 3 2 0 0,-1 1-1 0 0,1 0 1 0 0,0 2 0 0 0,1 1 0 0 0,-1 0-1 0 0,1 2 1 0 0,0 1 0 0 0,0 0 0 0 0,-35 18 0 0 0,32-12 9 0 0,1 1 1 0 0,0 1-1 0 0,1 1 1 0 0,1 1-1 0 0,0 1 1 0 0,2 1-1 0 0,-32 36 1 0 0,42-41-2 0 0,1 0 1 0 0,0 0-1 0 0,1 1 1 0 0,0 0-1 0 0,1 0 1 0 0,1 1-1 0 0,-7 30 1 0 0,7-22 0 0 0,2 0 0 0 0,1 0 1 0 0,0 0-1 0 0,3 45 0 0 0,0-53-10 0 0,2-1 0 0 0,0 1 0 0 0,1-1-1 0 0,1 1 1 0 0,0-1 0 0 0,1 0 0 0 0,1-1 0 0 0,0 1-1 0 0,1-1 1 0 0,0 0 0 0 0,10 13 0 0 0,-11-19-2 0 0,1-1 1 0 0,-1 1-1 0 0,1-1 1 0 0,0 0-1 0 0,1-1 1 0 0,0 0-1 0 0,0 0 1 0 0,0-1-1 0 0,0 0 1 0 0,1 0-1 0 0,0-1 0 0 0,0 0 1 0 0,0-1-1 0 0,0 0 1 0 0,1 0-1 0 0,0-1 1 0 0,-1 0-1 0 0,18 1 1 0 0,-2-3 1 0 0,0-1 0 0 0,0-2 0 0 0,-1 0 0 0 0,1-2 0 0 0,-1 0 0 0 0,1-2 0 0 0,30-13 0 0 0,151-74 25 0 0,-190 85-24 0 0,119-65 23 0 0,-125 67-356 0 0,28-18 930 0 0,-1-6-4702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0.5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745 1 16983 0 0,'0'0'8282'0'0,"0"10"-7996"0"0,-5 66 412 0 0,-25 135 0 0 0,5-45 308 0 0,-6 265 0 0 0,32-390-858 0 0,2 0-1 0 0,12 60 1 0 0,-7-58 30 0 0,3 83 1 0 0,-10-112-119 0 0,-1 1 0 0 0,-1-1 1 0 0,0 0-1 0 0,-1 0 0 0 0,-1 0 0 0 0,0 0 0 0 0,-5 16 0 0 0,8-30-47 0 0,-1 1-1 0 0,1-1 0 0 0,0 0 1 0 0,0 1-1 0 0,0-1 1 0 0,0 1-1 0 0,0-1 0 0 0,-1 0 1 0 0,1 1-1 0 0,0-1 0 0 0,0 1 1 0 0,0-1-1 0 0,-1 0 0 0 0,1 1 1 0 0,0-1-1 0 0,-1 0 0 0 0,1 1 1 0 0,0-1-1 0 0,-1 0 0 0 0,1 0 1 0 0,0 1-1 0 0,-1-1 0 0 0,1 0 1 0 0,-1 0-1 0 0,1 0 0 0 0,-1 1 1 0 0,1-1-1 0 0,0 0 1 0 0,-1 0-1 0 0,1 0 0 0 0,-1 0 1 0 0,1 0-1 0 0,-1 0 0 0 0,1 0 1 0 0,-1 0-1 0 0,1 0 0 0 0,-1 0 1 0 0,-15-15 135 0 0,-14-38-170 0 0,26 44 68 0 0,-1 0-42 0 0,-15-30 36 0 0,-38-55-1 0 0,50 82-31 0 0,-1 2 1 0 0,0-1-1 0 0,0 1 0 0 0,-1 0 0 0 0,-1 1 0 0 0,1 0 1 0 0,-2 1-1 0 0,1 0 0 0 0,-14-7 0 0 0,16 11-6 0 0,-1-1 0 0 0,1 1 0 0 0,-1 0 0 0 0,1 1 0 0 0,-1 1 0 0 0,0-1 0 0 0,-1 1 0 0 0,1 1 0 0 0,0 0 0 0 0,0 0 0 0 0,-1 1-1 0 0,1 1 1 0 0,0-1 0 0 0,-1 2 0 0 0,1-1 0 0 0,0 2 0 0 0,0-1 0 0 0,0 1 0 0 0,1 1 0 0 0,-1-1 0 0 0,1 2 0 0 0,-1-1 0 0 0,2 2 0 0 0,-1-1 0 0 0,0 1 0 0 0,1 0 0 0 0,-13 12 0 0 0,6-2 2 0 0,1 0 0 0 0,0 0 0 0 0,1 2 0 0 0,1-1 1 0 0,0 2-1 0 0,-12 26 0 0 0,19-33 3 0 0,1 0 1 0 0,0 0-1 0 0,0 0 1 0 0,1 0-1 0 0,0 0 1 0 0,1 1-1 0 0,1-1 1 0 0,0 1-1 0 0,1 0 1 0 0,0-1-1 0 0,1 1 1 0 0,3 17-1 0 0,-3-25-4 0 0,1-1-1 0 0,0 1 0 0 0,0-1 0 0 0,0 0 1 0 0,0 0-1 0 0,1 0 0 0 0,-1 0 0 0 0,1 0 0 0 0,0 0 1 0 0,0-1-1 0 0,1 0 0 0 0,-1 1 0 0 0,1-1 1 0 0,0 0-1 0 0,-1-1 0 0 0,1 1 0 0 0,0-1 1 0 0,1 0-1 0 0,-1 0 0 0 0,0 0 0 0 0,6 2 1 0 0,3 0 4 0 0,-1-1 0 0 0,1 0 0 0 0,-1 0 0 0 0,1-1 0 0 0,0-1 0 0 0,20 0 0 0 0,-9-2 6 0 0,0-2 1 0 0,0-1-1 0 0,0-1 1 0 0,0-1-1 0 0,29-11 1 0 0,112-56 38 0 0,-82 35-32 0 0,-1-1 14 0 0,-74 37-3981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0.9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93 1 19495 0 0,'0'0'4067'0'0,"-4"0"-3427"0"0,-26 0 639 0 0,28 0-235 0 0,-4 13-626 0 0,-5 76 230 0 0,-25 117 269 0 0,34-194-774 0 0,1 0 0 0 0,0 0 0 0 0,1 13 0 0 0,0-10 261 0 0,1-17-524 0 0,-1 1 0 0 0,0-1 0 0 0,1 0 0 0 0,-1 1 0 0 0,1-1 0 0 0,0 0 0 0 0,-1 1 0 0 0,1-1 0 0 0,0 1 0 0 0,0-1 0 0 0,0 1 0 0 0,2-3 0 0 0,-1 1-1878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1.5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90 16983 0 0,'0'0'6059'0'0,"4"0"-5804"0"0,4 1-119 0 0,-1 0 0 0 0,0 0 1 0 0,1 1-1 0 0,-1 1 1 0 0,0-1-1 0 0,12 7 1 0 0,-9-4 68 0 0,1-1 1 0 0,0 0 0 0 0,15 4 0 0 0,-11-5-5 0 0,-10-2-83 0 0,1 1 0 0 0,-1-1 0 0 0,0 0 1 0 0,0-1-1 0 0,1 1 0 0 0,-1-1 0 0 0,0 0 0 0 0,1 0 0 0 0,-1 0 0 0 0,0-1 0 0 0,1 0 0 0 0,-1 0 0 0 0,0-1 0 0 0,6-1 0 0 0,-11 2-94 0 0,0 1-1 0 0,1-1 0 0 0,-1 0 1 0 0,1 1-1 0 0,-1-1 1 0 0,0 0-1 0 0,1 1 0 0 0,-1-1 1 0 0,0 0-1 0 0,0 1 1 0 0,0-1-1 0 0,0 0 0 0 0,1 0 1 0 0,-1 1-1 0 0,0-1 1 0 0,0 0-1 0 0,0 0 0 0 0,-1 1 1 0 0,1-1-1 0 0,0 0 1 0 0,0 1-1 0 0,0-1 0 0 0,-1-1 1 0 0,-6-16 166 0 0,1 8-116 0 0,0 1-1 0 0,0 1 1 0 0,-1-1-1 0 0,0 1 1 0 0,-1 0 0 0 0,0 0-1 0 0,0 1 1 0 0,-1 0-1 0 0,0 1 1 0 0,-14-8-1 0 0,22 14-62 0 0,1 0-1 0 0,-1 0 0 0 0,0 0 0 0 0,0 0 0 0 0,0 0 0 0 0,0 1 0 0 0,0-1 1 0 0,0 0-1 0 0,0 0 0 0 0,0 1 0 0 0,0-1 0 0 0,1 1 0 0 0,-1-1 1 0 0,0 1-1 0 0,0-1 0 0 0,0 1 0 0 0,1-1 0 0 0,-1 1 0 0 0,0 0 0 0 0,1-1 1 0 0,-1 1-1 0 0,1 0 0 0 0,-1 0 0 0 0,1 0 0 0 0,-1-1 0 0 0,1 1 0 0 0,-1 2 1 0 0,-11 22 88 0 0,11-21-56 0 0,0 0-1 0 0,1 0 1 0 0,-1 0-1 0 0,1 0 1 0 0,0 0-1 0 0,0 1 0 0 0,0-1 1 0 0,1 0-1 0 0,-1 0 1 0 0,3 7-1 0 0,-3-9-226 0 0,1 0-1 0 0,-1 0 0 0 0,1 0 1 0 0,0 0-1 0 0,0 0 1 0 0,0 0-1 0 0,0 0 1 0 0,0-1-1 0 0,0 1 0 0 0,0 0 1 0 0,0 0-1 0 0,1-1 1 0 0,-1 1-1 0 0,1-1 1 0 0,0 1-1 0 0,-1-1 0 0 0,1 0 1 0 0,0 0-1 0 0,0 0 1 0 0,2 2-1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2.1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0 159 15576 0 0,'0'0'2903'0'0,"5"-7"-1952"0"0,11-17-485 0 0,-8 9-221 0 0,2 0 1 0 0,0 1 0 0 0,1 0-1 0 0,0 1 1 0 0,1 0 0 0 0,25-22-1 0 0,-35 34-195 0 0,-1 0-1 0 0,1 0 0 0 0,0 0 0 0 0,-1 0 1 0 0,1 1-1 0 0,0-1 0 0 0,0 0 0 0 0,-1 1 1 0 0,1 0-1 0 0,0-1 0 0 0,0 1 0 0 0,0 0 1 0 0,0 0-1 0 0,0 0 0 0 0,-1 0 0 0 0,1 0 1 0 0,0 0-1 0 0,0 1 0 0 0,0-1 0 0 0,0 0 1 0 0,-1 1-1 0 0,1 0 0 0 0,0-1 0 0 0,0 1 1 0 0,-1 0-1 0 0,1 0 0 0 0,-1 0 0 0 0,1 0 1 0 0,-1 0-1 0 0,1 0 0 0 0,-1 1 0 0 0,1-1 1 0 0,-1 0-1 0 0,0 1 0 0 0,0-1 0 0 0,0 1 1 0 0,0-1-1 0 0,0 1 0 0 0,0 0 0 0 0,1 2 1 0 0,3 7 37 0 0,0-1 1 0 0,-1 1 0 0 0,0 1 0 0 0,-1-1 0 0 0,2 12 0 0 0,7 49 333 0 0,-3 0-1 0 0,-1 86 1 0 0,-15 145 509 0 0,-10-88-355 0 0,7-120-122 0 0,4 1 0 0 0,7 118-1 0 0,7-170 293 0 0,-8-42-351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2.5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89 17687 0 0,'0'0'5872'0'0,"-4"-4"-5592"0"0,-11-12 2 0 0,11 12 4 0 0,19-3 289 0 0,4 2-387 0 0,1 2-1 0 0,0 0 1 0 0,28 0 0 0 0,14-1 136 0 0,124-29 1782 0 0,-178 29-1444 0 0,-2 1-4222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3.3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 76 15776 0 0,'0'0'7094'0'0,"-4"-3"-6777"0"0,2 1-247 0 0,1 1 105 0 0,0 0-1 0 0,-1-1 0 0 0,1 1 1 0 0,-1 0-1 0 0,1 0 0 0 0,-1 0 1 0 0,1 0-1 0 0,-1 0 0 0 0,0 0 1 0 0,0 0-1 0 0,1 0 0 0 0,-1 1 1 0 0,0-1-1 0 0,-3 0 1 0 0,39 21 670 0 0,-3-12-589 0 0,0-2 0 0 0,1-1 0 0 0,-1-1 1 0 0,55-1-1 0 0,-41-1 0 0 0,79-3 586 0 0,128-16 0 0 0,-246 16-819 0 0,56-7 313 0 0,71-20 0 0 0,-42 8-111 0 0,-24 2 17 0 0,-41 7-4155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3.9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0 11048 0 0,'0'0'8142'0'0,"4"6"-7825"0"0,0 3-221 0 0,-1-1-1 0 0,1 1 1 0 0,-1 0-1 0 0,-1 0 1 0 0,0 0-1 0 0,2 16 0 0 0,2 68 487 0 0,-4-40-226 0 0,36 397 2236 0 0,-31-369-1912 0 0,-5 109 1 0 0,-4-152-414 0 0,-1-1 1 0 0,-3 0-1 0 0,-1 0 1 0 0,-1 0 0 0 0,-17 43-1 0 0,9-35 126 0 0,10-26 64 0 0,-1-1 0 0 0,0 1 0 0 0,-1-2 1 0 0,-21 34-1 0 0,28-49-312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4.7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1 389 18391 0 0,'0'0'6178'0'0,"4"-3"-5973"0"0,18-10 113 0 0,1 1 0 0 0,-1 2 0 0 0,2 0 0 0 0,-1 2 0 0 0,43-10 0 0 0,36-14 110 0 0,-93 29-390 0 0,139-60 543 0 0,-133 55-473 0 0,0-1-1 0 0,-1 0 1 0 0,0-1-1 0 0,0-1 1 0 0,-1 0 0 0 0,-1-1-1 0 0,15-17 1 0 0,-25 27-85 0 0,0 0 0 0 0,0 0 0 0 0,-1 0 1 0 0,1 0-1 0 0,-1 0 0 0 0,1-1 0 0 0,-1 1 1 0 0,0-1-1 0 0,0 1 0 0 0,0-1 0 0 0,0 1 0 0 0,0-1 1 0 0,-1 0-1 0 0,1 1 0 0 0,-1-1 0 0 0,0 0 0 0 0,0 0 1 0 0,0 1-1 0 0,0-1 0 0 0,0 0 0 0 0,-1 1 1 0 0,1-1-1 0 0,-1 0 0 0 0,0 1 0 0 0,1-1 0 0 0,-1 1 1 0 0,0-1-1 0 0,-1 1 0 0 0,1-1 0 0 0,0 1 0 0 0,-1 0 1 0 0,1-1-1 0 0,-1 1 0 0 0,0 0 0 0 0,0 0 1 0 0,0 0-1 0 0,0 0 0 0 0,0 1 0 0 0,0-1 0 0 0,0 1 1 0 0,0-1-1 0 0,-1 1 0 0 0,1 0 0 0 0,-1-1 1 0 0,-2 0-1 0 0,-6-1 8 0 0,0 0 1 0 0,0 1 0 0 0,0 0-1 0 0,-1 0 1 0 0,1 1 0 0 0,0 1 0 0 0,-1 0-1 0 0,1 0 1 0 0,0 1 0 0 0,0 1-1 0 0,0 0 1 0 0,0 0 0 0 0,0 1-1 0 0,0 1 1 0 0,-14 6 0 0 0,11-4-5 0 0,1 1 1 0 0,0 0 0 0 0,1 0 0 0 0,0 1 0 0 0,0 1 0 0 0,1 0 0 0 0,0 1 0 0 0,0 0-1 0 0,1 1 1 0 0,0 0 0 0 0,-12 20 0 0 0,18-26-19 0 0,1 1 0 0 0,0 0 0 0 0,1 0 0 0 0,-1 0 0 0 0,1 0 0 0 0,0 0 0 0 0,1 1 0 0 0,-1-1 0 0 0,1 1 0 0 0,1-1 0 0 0,-1 1 0 0 0,1 8 0 0 0,0-11-5 0 0,1 0 0 0 0,0 0 1 0 0,-1 0-1 0 0,2 0 0 0 0,-1-1 0 0 0,0 1 0 0 0,1 0 0 0 0,-1-1 0 0 0,1 1 0 0 0,0-1 1 0 0,0 1-1 0 0,0-1 0 0 0,1 0 0 0 0,-1 0 0 0 0,1 0 0 0 0,0 0 0 0 0,0 0 0 0 0,0-1 1 0 0,0 1-1 0 0,0-1 0 0 0,0 0 0 0 0,4 2 0 0 0,11 4 10 0 0,0-2 1 0 0,0 1-1 0 0,0-2 1 0 0,0 0-1 0 0,1-2 0 0 0,0 0 1 0 0,31 1-1 0 0,10-3 40 0 0,65-8 0 0 0,3-10 35 0 0,-115 17-74 0 0,-2 3-3890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5.2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19999 0 0,'0'4'584'0'0,"1"19"643"0"0,0 0 0 0 0,2 0 1 0 0,8 33-1 0 0,0-18-824 0 0,1-1 1 0 0,33 68 0 0 0,-13-23 123 0 0,-25-60-326 0 0,2-1-1 0 0,12 25 1 0 0,-17-39-110 0 0,0 0-1 0 0,1 0 0 0 0,0 0 1 0 0,1-1-1 0 0,-1 0 1 0 0,1 0-1 0 0,0 0 1 0 0,1-1-1 0 0,12 9 0 0 0,-17-14-164 0 0,0 0-1 0 0,-1 0 1 0 0,1 0-1 0 0,0 0 1 0 0,0-1 0 0 0,0 1-1 0 0,0 0 1 0 0,-1-1-1 0 0,1 1 1 0 0,0-1-1 0 0,0 0 1 0 0,-1 0-1 0 0,1 0 1 0 0,0 0-1 0 0,-1 0 1 0 0,1 0-1 0 0,-1 0 1 0 0,3-2-1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5.5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496 4 18087 0 0,'-4'-1'994'0'0,"3"0"-853"0"0,-1 1 0 0 0,0-1 0 0 0,0 1 1 0 0,0 0-1 0 0,0 0 0 0 0,0 0 0 0 0,0 0 1 0 0,0 0-1 0 0,1 0 0 0 0,-1 0 0 0 0,0 1 1 0 0,0-1-1 0 0,0 1 0 0 0,0-1 0 0 0,1 1 0 0 0,-1 0 1 0 0,0 0-1 0 0,0-1 0 0 0,1 1 0 0 0,-1 0 1 0 0,1 1-1 0 0,-1-1 0 0 0,1 0 0 0 0,-3 3 1 0 0,-5 5 50 0 0,1 1 0 0 0,-14 20 0 0 0,8-11-57 0 0,-233 279 1625 0 0,148-195-388 0 0,91-93-1033 0 0,-1 0 0 0 0,2 0-1 0 0,-12 18 1 0 0,16-23-91 0 0,2-3 182 0 0,6-5-266 0 0,34-21-117 0 0,-18 11-3477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6.1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1 16879 0 0,'0'0'6491'0'0,"-1"5"-6246"0"0,-12 102 380 0 0,-5 73 25 0 0,7 46 345 0 0,-45 254 1 0 0,21-291-5 0 0,-71 216 1 0 0,94-353-474 0 0,11-50-196 0 0,2-5-239 0 0,40-111 106 0 0,-27 72-3911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36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59 12552 0 0,'0'0'3927'0'0,"-1"-4"-2901"0"0,-3-15-284 0 0,16-15 4157 0 0,-6 33-4788 0 0,0 1 1 0 0,0-1-1 0 0,0 2 0 0 0,0-1 1 0 0,0 1-1 0 0,0-1 0 0 0,-1 1 1 0 0,7 3-1 0 0,11 0 76 0 0,46 3 681 0 0,0-2 0 0 0,1-4 0 0 0,118-13 0 0 0,-160 11-145 0 0,-17 1-3974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54.1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537 36 1296 0 0,'0'0'401'0'0,"4"-3"-109"0"0,-2 2 257 0 0,8-7-792 0 0,-1 3 7247 0 0,-9 4-6574 0 0,0 0 0 0 0,0 1-1 0 0,0-1 1 0 0,0 0-1 0 0,0 0 1 0 0,0 0-1 0 0,0 0 1 0 0,0 0-1 0 0,-1 0 1 0 0,1 0-1 0 0,0 0 1 0 0,-1 1-1 0 0,1-1 1 0 0,0 0-1 0 0,-1 0 1 0 0,1 0-1 0 0,-1 1 1 0 0,1-1-1 0 0,-1 0 1 0 0,0 0-1 0 0,-6 1 27 0 0,1 1-1 0 0,0 0 0 0 0,0 1 0 0 0,1 0 0 0 0,-1 0 0 0 0,0 0 0 0 0,0 0 0 0 0,1 1 0 0 0,0 0 0 0 0,-1 0 0 0 0,1 1 0 0 0,0 0 0 0 0,-5 4 0 0 0,-12 12-304 0 0,-28 32-1 0 0,35-36 372 0 0,-14 20-229 0 0,2 0 1 0 0,1 2 0 0 0,2 1-1 0 0,1 1 1 0 0,2 1 0 0 0,2 1-1 0 0,-18 59 1 0 0,23-54-59 0 0,-8 48 1 0 0,-3 14 39 0 0,-11 24 13 0 0,7 1 0 0 0,-22 238-1 0 0,49-341-258 0 0,2 1-1 0 0,1-1 1 0 0,2 1 0 0 0,1-1-1 0 0,1 0 1 0 0,2 0-1 0 0,1-1 1 0 0,2 0 0 0 0,23 53-1 0 0,-24-65-10 0 0,1-1-1 0 0,0 0 1 0 0,2-1-1 0 0,-1 0 1 0 0,2-1-1 0 0,0 0 1 0 0,20 16-1 0 0,-21-21-4 0 0,0-1-1 0 0,1-1 1 0 0,-1 0-1 0 0,1-1 1 0 0,1 0-1 0 0,-1-1 1 0 0,1-1 0 0 0,0 0-1 0 0,1 0 1 0 0,21 2-1 0 0,-22-5-68 0 0,-1-1-1 0 0,1-1 1 0 0,24-3 0 0 0,-11 0-3445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56.4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1 5624 0 0,'0'0'9681'0'0,"4"2"-8894"0"0,-2-1-706 0 0,-1 0 1 0 0,1 0 0 0 0,-1 1-1 0 0,1-1 1 0 0,-1 0 0 0 0,0 1-1 0 0,1-1 1 0 0,-1 0 0 0 0,0 1-1 0 0,0 0 1 0 0,0-1 0 0 0,0 1-1 0 0,1 3 1 0 0,4 34 1082 0 0,-6 1-412 0 0,-1-1-1 0 0,-3 1 0 0 0,-10 53 0 0 0,-39 121 1509 0 0,21-92-1295 0 0,4-2 104 0 0,-17 155 0 0 0,35-204-697 0 0,6-46-180 0 0,0 0 1 0 0,2 0-1 0 0,2 50 0 0 0,0-72-420 0 0,0 1 611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56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1 205 17079 0 0,'0'0'1120'0'0,"4"2"-408"0"0,1-1-518 0 0,0 1-1 0 0,1-1 1 0 0,-1 0-1 0 0,0 0 1 0 0,1-1-1 0 0,-1 0 1 0 0,0 1-1 0 0,9-2 0 0 0,52-9 613 0 0,-45 6-687 0 0,71-15 729 0 0,147-53 0 0 0,-72 18 350 0 0,-104 30-612 0 0,-45 16-310 0 0,1 1 1 0 0,27-7-1 0 0,-36 13-3437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57.4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219 265 16479 0 0,'0'0'4251'0'0,"16"-16"-2660"0"0,26-22-740 0 0,-20 18-219 0 0,38-41-1 0 0,-55 55-502 0 0,-1 0 0 0 0,1 0 0 0 0,-1-1 0 0 0,0 1 0 0 0,-1-1 0 0 0,1 0 0 0 0,-1 0 0 0 0,-1-1 0 0 0,1 1 0 0 0,-1 0 1 0 0,-1-1-1 0 0,2-10 0 0 0,-3 17-103 0 0,0 0 0 0 0,0 0 0 0 0,0-1 0 0 0,-1 1 0 0 0,1 0 0 0 0,0-1 0 0 0,-1 1 0 0 0,1 0 0 0 0,0 0 0 0 0,-1 0 0 0 0,0 0 0 0 0,1-1 0 0 0,-1 1 1 0 0,0 0-1 0 0,0 0 0 0 0,1 0 0 0 0,-1 0 0 0 0,0 1 0 0 0,0-1 0 0 0,0 0 0 0 0,0 0 0 0 0,0 0 0 0 0,0 1 0 0 0,0-1 0 0 0,-1 0 0 0 0,1 1 0 0 0,0-1 1 0 0,0 1-1 0 0,0 0 0 0 0,-1-1 0 0 0,1 1 0 0 0,0 0 0 0 0,0 0 0 0 0,-1 0 0 0 0,1-1 0 0 0,0 2 0 0 0,0-1 0 0 0,-1 0 0 0 0,-1 0 0 0 0,-8 1 26 0 0,-1 0-1 0 0,1 0 0 0 0,-16 5 1 0 0,22-5-19 0 0,-14 3 5 0 0,1 0 0 0 0,0 2 0 0 0,0 0 0 0 0,0 2 0 0 0,1-1 0 0 0,0 2 0 0 0,1 0 0 0 0,0 1-1 0 0,0 1 1 0 0,1 1 0 0 0,0 0 0 0 0,1 0 0 0 0,1 2 0 0 0,0 0 0 0 0,1 0 0 0 0,-15 23 0 0 0,24-33-29 0 0,1-1-1 0 0,0 1 1 0 0,0-1-1 0 0,1 1 1 0 0,-1 0 0 0 0,1-1-1 0 0,0 1 1 0 0,0 0-1 0 0,0 0 1 0 0,0 0-1 0 0,1 0 1 0 0,0 0 0 0 0,-1 0-1 0 0,1 0 1 0 0,1 0-1 0 0,-1 0 1 0 0,1 0-1 0 0,-1 0 1 0 0,1 0 0 0 0,1 0-1 0 0,1 5 1 0 0,-1-4 0 0 0,2 0 1 0 0,-1 0-1 0 0,0 0 1 0 0,1-1-1 0 0,0 1 1 0 0,0-1 0 0 0,0 0-1 0 0,1 0 1 0 0,0 0-1 0 0,-1-1 1 0 0,1 0-1 0 0,0 0 1 0 0,1 0 0 0 0,5 2-1 0 0,10 4 4 0 0,1-2 1 0 0,0 0-1 0 0,1-1 0 0 0,0-2 0 0 0,-1 0 0 0 0,1-1 1 0 0,1-1-1 0 0,25-2 0 0 0,-6-2 14 0 0,-1-2-1 0 0,0-1 1 0 0,65-18-1 0 0,-31-8 74 0 0,-74 30-85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57.8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 1 18695 0 0,'0'0'1831'0'0,"-3"5"-947"0"0,-3 7-649 0 0,0 0 1 0 0,2 0-1 0 0,-1 1 0 0 0,1 0 1 0 0,1 0-1 0 0,0 0 0 0 0,1 0 1 0 0,1 0-1 0 0,0 1 0 0 0,1-1 1 0 0,0 1-1 0 0,1-1 0 0 0,0 0 1 0 0,4 15-1 0 0,-3-18-138 0 0,0 0 0 0 0,0-1 0 0 0,1 1 0 0 0,1-1 0 0 0,0 0 0 0 0,0 0 0 0 0,1 0 0 0 0,0 0 0 0 0,0-1 0 0 0,1 0 0 0 0,0 0 0 0 0,0 0 0 0 0,1-1 0 0 0,0 0 0 0 0,0 0 0 0 0,1-1 0 0 0,0 0 0 0 0,0 0 0 0 0,1-1 0 0 0,8 5 0 0 0,-8-7 95 0 0,2 2-177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58.1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441 11 10448 0 0,'13'-10'1048'0'0,"-14"10"-1066"0"0,1 0-1 0 0,0 0 1 0 0,0 0 0 0 0,0 0-1 0 0,0 0 1 0 0,0 0-1 0 0,0 0 1 0 0,0 0 0 0 0,0 0-1 0 0,0 0 1 0 0,0 0 0 0 0,0 0-1 0 0,0 0 1 0 0,0 0 0 0 0,0 0-1 0 0,0 0 1 0 0,0 0-1 0 0,0 0 1 0 0,0 0 0 0 0,0 0-1 0 0,0 0 1 0 0,0 0 0 0 0,0 0-1 0 0,0 0 1 0 0,0 0-1 0 0,0 0 1 0 0,0 0 0 0 0,0 0-1 0 0,-1 0 1 0 0,1 0 0 0 0,0 0-1 0 0,0 0 1 0 0,0 0 0 0 0,0 0-1 0 0,0-1 1 0 0,0 1-1 0 0,0 0 1 0 0,0 0 0 0 0,0 0-1 0 0,-25 12-1093 0 0,4-1 950 0 0,1 1 0 0 0,0 0 0 0 0,1 2 0 0 0,0 0 0 0 0,2 1 0 0 0,-1 1 0 0 0,2 0 0 0 0,0 1 0 0 0,1 1 0 0 0,1 1 0 0 0,-18 30 0 0 0,-154 244-938 0 0,173-269 913 0 0,13-24 185 0 0,0 1 0 0 0,0-1 0 0 0,0 0 1 0 0,0 0-1 0 0,0 0 0 0 0,1 0 0 0 0,-1 0 0 0 0,0 0 1 0 0,0 1-1 0 0,0-1 0 0 0,0 0 0 0 0,0 0 0 0 0,0 0 0 0 0,1 0 1 0 0,-1 0-1 0 0,0 0 0 0 0,0 0 0 0 0,0 0 0 0 0,0 0 1 0 0,1 0-1 0 0,-1 0 0 0 0,0 0 0 0 0,0 0 0 0 0,0 0 1 0 0,0 0-1 0 0,1 0 0 0 0,-1 0 0 0 0,0 0 0 0 0,0 0 0 0 0,0 0 1 0 0,0 0-1 0 0,1 0 0 0 0,-1 0 0 0 0,0 0 0 0 0,0 0 1 0 0,0 0-1 0 0,0 0 0 0 0,0 0 0 0 0,1 0 0 0 0,-1 0 1 0 0,0 0-1 0 0,0-1 0 0 0,0 1 0 0 0,0 0 0 0 0,0 0 0 0 0,0 0 1 0 0,1 0-1 0 0,-1 0 0 0 0,0 0 0 0 0,0-1 0 0 0,0 1 1 0 0,0 0-1 0 0,0 0 0 0 0,0 0 0 0 0,0-1 0 0 0,29-25-905 0 0,-24 20-2958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58.6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1 11352 0 0,'0'0'4520'0'0,"1"5"-3659"0"0,5 50 246 0 0,-4 0 0 0 0,-6 97 0 0 0,2-125-847 0 0,-6 102 737 0 0,0 0 572 0 0,12 213 0 0 0,-1-286-988 0 0,-1 0 0 0 0,-3 0 1 0 0,-12 81-1 0 0,8-118 361 0 0,2-19-976 0 0,1-8-3017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59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95 176 7936 0 0,'-7'0'212'0'0,"-5"-1"261"0"0,1 0 0 0 0,-1-1 1 0 0,1 0-1 0 0,0-1 0 0 0,-15-5 1 0 0,24 7 176 0 0,0-10 609 0 0,4 8-1055 0 0,1 0-1 0 0,0 0 1 0 0,0 0-1 0 0,0 1 1 0 0,0-1-1 0 0,1 1 1 0 0,-1-1 0 0 0,1 1-1 0 0,-1 0 1 0 0,1 1-1 0 0,0-1 1 0 0,0 1-1 0 0,5-2 1 0 0,59-11 709 0 0,-44 11-510 0 0,20-5 153 0 0,308-68 5784 0 0,-325 70-5280 0 0,2-1-1957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7:59.8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11352 0 0,'0'0'4170'0'0,"4"-3"-3850"0"0,35-22 655 0 0,-38 25-955 0 0,-1 0-1 0 0,1-1 1 0 0,0 1 0 0 0,0 0-1 0 0,-1 0 1 0 0,1 0 0 0 0,0 0-1 0 0,0 0 1 0 0,-1 0 0 0 0,1 0-1 0 0,0 0 1 0 0,0 0 0 0 0,0 0 0 0 0,-1 1-1 0 0,1-1 1 0 0,0 0 0 0 0,-1 0-1 0 0,1 1 1 0 0,0-1 0 0 0,0 1-1 0 0,-1-1 1 0 0,1 0 0 0 0,-1 1 0 0 0,2 0-1 0 0,15 14 281 0 0,72 89 1089 0 0,-45-50-444 0 0,54 50-1 0 0,-27-44 28 0 0,84 54-1 0 0,4 3 174 0 0,-125-89-815 0 0,-2 1 0 0 0,43 49 0 0 0,-59-58-197 0 0,-1 1 1 0 0,-1 1 0 0 0,-1 0 0 0 0,-1 1-1 0 0,-1 0 1 0 0,-1 1 0 0 0,-1 0-1 0 0,-1 1 1 0 0,-1 0 0 0 0,-1 0 0 0 0,-2 0-1 0 0,3 34 1 0 0,-5-11 52 0 0,-2 1-1 0 0,-2-1 0 0 0,-2 0 0 0 0,-3 0 1 0 0,-19 76-1 0 0,14-88-100 0 0,0 0-1 0 0,-3-1 0 0 0,-1-1 1 0 0,-1 0-1 0 0,-2-2 1 0 0,-1 0-1 0 0,-2-1 0 0 0,-1-1 1 0 0,-1-1-1 0 0,-1-1 1 0 0,-2-2-1 0 0,-46 37 0 0 0,37-34-3 0 0,4-2 24 0 0,-43 25-1 0 0,66-46-76 0 0,0-1 0 0 0,0 0-1 0 0,-1 0 1 0 0,0-1 0 0 0,0 0-1 0 0,0-1 1 0 0,0-1 0 0 0,-1 1-1 0 0,-19 1 1 0 0,0-8-80 0 0,20 1-3505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1.4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165 40 3712 0 0,'0'0'-16'0'0,"-2"-4"-195"0"0,-8-13 143 0 0,7 13 3 0 0,-25-5-111 0 0,-21 6 1185 0 0,38 3 3550 0 0,11 0-4438 0 0,0-1-1 0 0,-1 1 1 0 0,1 0 0 0 0,0 0 0 0 0,0 0 0 0 0,-1-1 0 0 0,1 1 0 0 0,0 0-1 0 0,-1 0 1 0 0,1 0 0 0 0,0 0 0 0 0,-1 0 0 0 0,1 0 0 0 0,0 0-1 0 0,-1 0 1 0 0,1 0 0 0 0,0 0 0 0 0,-1 0 0 0 0,1 0 0 0 0,0 0 0 0 0,0 0-1 0 0,-1 0 1 0 0,1 0 0 0 0,0 0 0 0 0,-1 0 0 0 0,1 0 0 0 0,0 0-1 0 0,-1 1 1 0 0,1-1 0 0 0,0 0 0 0 0,0 0 0 0 0,-1 0 0 0 0,1 1 0 0 0,0-1-1 0 0,0 0 1 0 0,-1 0 0 0 0,1 0 0 0 0,0 1 0 0 0,0-1 0 0 0,0 0-1 0 0,-1 1 1 0 0,1-1 0 0 0,-14 12 5053 0 0,-3 1-3167 0 0,15-13-858 0 0,-9 11 1216 0 0,11-10-2318 0 0,0-1 0 0 0,-1 0-1 0 0,1 1 1 0 0,-1-1 0 0 0,1 0-1 0 0,0 0 1 0 0,-1 1 0 0 0,1-1 0 0 0,0 1-1 0 0,0-1 1 0 0,-1 0 0 0 0,1 1-1 0 0,0-1 1 0 0,0 1 0 0 0,-1-1-1 0 0,1 0 1 0 0,0 1 0 0 0,0-1 0 0 0,0 1-1 0 0,0-1 1 0 0,0 1 0 0 0,0-1-1 0 0,0 1 1 0 0,0-1 0 0 0,0 1-1 0 0,0-1 1 0 0,0 1 0 0 0,0-1 0 0 0,0 1-1 0 0,0-1 1 0 0,14 6 572 0 0,32-7-387 0 0,-38 0-96 0 0,110-10 500 0 0,-52 4-145 0 0,69 1-1 0 0,-126 6-417 0 0,0 1 1 0 0,0 0-1 0 0,0 1 0 0 0,0 0 1 0 0,0 0-1 0 0,16 7 0 0 0,5 10 190 0 0,-25-15-227 0 0,1-1-1 0 0,-1 1 1 0 0,1-1-1 0 0,-1 0 1 0 0,1 0 0 0 0,10 3-1 0 0,22 2-261 0 0,-25-5-3186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1.9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1600 0 0,'0'0'4048'0'0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2.4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120 1 11256 0 0,'0'0'12038'0'0,"-5"0"-11483"0"0,-13 2-17 0 0,17-1-486 0 0,0 0 0 0 0,-1-1 1 0 0,1 1-1 0 0,0 0 0 0 0,0-1 0 0 0,0 1 0 0 0,1 0 0 0 0,-1 0 0 0 0,0 0 0 0 0,0 0 1 0 0,0 0-1 0 0,1 0 0 0 0,-1 0 0 0 0,0 0 0 0 0,1 0 0 0 0,-1 0 0 0 0,1 0 0 0 0,-1 0 1 0 0,1 1-1 0 0,-1 1 0 0 0,-1 2 267 0 0,-9 18 26 0 0,1 0 0 0 0,1 0 0 0 0,2 1 0 0 0,0 0 0 0 0,-6 41 0 0 0,-5 128 396 0 0,18-183-665 0 0,-2 70 336 0 0,3 1-1 0 0,4 0 1 0 0,3-1-1 0 0,21 85 1 0 0,-27-153-344 0 0,-1-1 1 0 0,0 1-1 0 0,-1 20 1 0 0,-3-7-3975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3.4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1 333 792 0 0,'0'0'3979'0'0,"5"-2"-5718"0"0,34-7 1691 0 0,-1-2 0 0 0,-1-2 0 0 0,0-2 1 0 0,0-1-1 0 0,-2-1 0 0 0,57-39 0 0 0,-25 2-8 0 0,-60 47 45 0 0,0 0-1 0 0,0 0 1 0 0,0-1 0 0 0,-1 0-1 0 0,0 0 1 0 0,6-14-1 0 0,-11 21 10 0 0,0 0-1 0 0,-1 0 1 0 0,1-1-1 0 0,-1 1 1 0 0,1 0-1 0 0,-1-1 0 0 0,0 1 1 0 0,0 0-1 0 0,1-1 1 0 0,-1 1-1 0 0,0-1 1 0 0,0 1-1 0 0,0 0 1 0 0,0-1-1 0 0,-1 1 1 0 0,1 0-1 0 0,0-1 1 0 0,-1 1-1 0 0,1 0 0 0 0,-1-1 1 0 0,1 1-1 0 0,-1 0 1 0 0,1-1-1 0 0,-1 1 1 0 0,-1-1-1 0 0,0-1 0 0 0,-1 1 0 0 0,1 0-1 0 0,-1 0 1 0 0,1 0 0 0 0,-1 0 0 0 0,0 0-1 0 0,0 1 1 0 0,0-1 0 0 0,0 1 0 0 0,-4-2-1 0 0,-6-1-4 0 0,0 1 0 0 0,0 0-1 0 0,-1 1 1 0 0,-13 0-1 0 0,4 1-7 0 0,0 1 0 0 0,-43 5 0 0 0,59-4 12 0 0,-1 0-1 0 0,1 1 1 0 0,0 0 0 0 0,0 0-1 0 0,0 0 1 0 0,0 1-1 0 0,0 0 1 0 0,0 0 0 0 0,1 1-1 0 0,-1 0 1 0 0,1 0-1 0 0,-10 10 1 0 0,14-11 2 0 0,0 0 1 0 0,0 0-1 0 0,0 0 1 0 0,1 0-1 0 0,-1 0 1 0 0,1 0-1 0 0,0 0 1 0 0,0 1-1 0 0,0-1 1 0 0,1 1-1 0 0,-1-1 1 0 0,1 0-1 0 0,0 1 1 0 0,0-1-1 0 0,0 1 1 0 0,0-1-1 0 0,1 1 0 0 0,-1-1 1 0 0,1 1-1 0 0,0-1 1 0 0,2 6-1 0 0,2 4-2 0 0,0 1 0 0 0,1-1 1 0 0,13 22-1 0 0,22 36-7 0 0,-25-39 5 0 0,2-1 0 0 0,1-1 0 0 0,2 0 0 0 0,46 50 1 0 0,-65-77 5 0 0,1-1 0 0 0,-1 0 1 0 0,1 0-1 0 0,0 0 1 0 0,0 0-1 0 0,0 0 1 0 0,0-1-1 0 0,0 1 0 0 0,1-1 1 0 0,-1 0-1 0 0,0 0 1 0 0,1 0-1 0 0,-1 0 0 0 0,1 0 1 0 0,-1-1-1 0 0,1 0 1 0 0,-1 1-1 0 0,1-1 1 0 0,-1-1-1 0 0,1 1 0 0 0,-1 0 1 0 0,1-1-1 0 0,6-2 1 0 0,-3 0-35 0 0,1 0 1 0 0,0-1-1 0 0,-1 0 0 0 0,0 0 1 0 0,0-1-1 0 0,0 1 1 0 0,-1-2-1 0 0,7-5 1 0 0,-9 7-1354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3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13768 0 0,'0'0'0'0'0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3.7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11952 0 0,'0'0'2016'0'0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5.4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0 277 13264 0 0,'0'0'13279'0'0,"6"0"-13017"0"0,20-2-58 0 0,1-1 1 0 0,-1-1-1 0 0,1-1 1 0 0,-2-1 0 0 0,1-2-1 0 0,-1 0 1 0 0,0-2-1 0 0,31-16 1 0 0,-10 2 34 0 0,-2-3-1 0 0,-1-1 1 0 0,58-49-1 0 0,-99 77-217 0 0,-1-1-1 0 0,1 0 1 0 0,-1 0-1 0 0,0-1 1 0 0,1 1-1 0 0,-1 0 0 0 0,0 0 1 0 0,0-1-1 0 0,0 1 1 0 0,0-1-1 0 0,0 1 1 0 0,0-1-1 0 0,0 1 0 0 0,0-1 1 0 0,0 1-1 0 0,-1-1 1 0 0,1 0-1 0 0,-1 1 0 0 0,1-1 1 0 0,-1 0-1 0 0,0-3 1 0 0,-1 4-15 0 0,1 1 1 0 0,-1-1 0 0 0,0 0-1 0 0,0 0 1 0 0,0 1-1 0 0,0-1 1 0 0,-1 0 0 0 0,1 1-1 0 0,0-1 1 0 0,0 1 0 0 0,0-1-1 0 0,0 1 1 0 0,-1 0-1 0 0,1-1 1 0 0,0 1 0 0 0,-2 0-1 0 0,0 0 8 0 0,-10-2 16 0 0,-1 0-1 0 0,0 1 0 0 0,0 1 0 0 0,0 0 0 0 0,1 1 0 0 0,-17 3 0 0 0,-81 21 145 0 0,97-21-142 0 0,0 0 0 0 0,1 1 0 0 0,-1 0 0 0 0,1 1 0 0 0,1 0 0 0 0,-21 14 0 0 0,28-16-24 0 0,0 0 0 0 0,1 0 0 0 0,-1 1 0 0 0,1-1-1 0 0,0 1 1 0 0,0 0 0 0 0,1 0 0 0 0,-1 0 0 0 0,1 1 0 0 0,0-1 0 0 0,1 1 0 0 0,-1-1 0 0 0,1 1 0 0 0,0 0 0 0 0,1 0 0 0 0,-1 0-1 0 0,0 11 1 0 0,0 3 9 0 0,0 0-1 0 0,2 0 1 0 0,0 0-1 0 0,6 37 0 0 0,-4-50-10 0 0,-1-1-1 0 0,1 1 1 0 0,1 0-1 0 0,-1-1 1 0 0,1 1-1 0 0,0-1 1 0 0,1 0 0 0 0,-1 0-1 0 0,1 0 1 0 0,0 0-1 0 0,1-1 1 0 0,0 1-1 0 0,-1-1 1 0 0,2 0-1 0 0,-1-1 1 0 0,0 1-1 0 0,10 4 1 0 0,1 0 4 0 0,0-1 0 0 0,1-1 0 0 0,0-1 0 0 0,0 0 0 0 0,1-1 1 0 0,0-1-1 0 0,0-1 0 0 0,0 0 0 0 0,0-1 0 0 0,0-1 0 0 0,27-2 0 0 0,1-3 29 0 0,0-2-1 0 0,-1-2 0 0 0,61-18 0 0 0,-103 24-34 0 0,4-3-3932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5.8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38 16280 0 0,'0'0'4786'0'0,"6"-4"-4353"0"0,-3 2-402 0 0,5-3 96 0 0,-1 0 0 0 0,1 0 0 0 0,15-6 0 0 0,-20 10-92 0 0,-1 0 1 0 0,1 0 0 0 0,0 0-1 0 0,-1 1 1 0 0,1-1 0 0 0,0 1-1 0 0,0 0 1 0 0,0-1 0 0 0,-1 1-1 0 0,1 1 1 0 0,0-1 0 0 0,0 0-1 0 0,0 1 1 0 0,-1-1 0 0 0,1 1 0 0 0,0 0-1 0 0,-1 0 1 0 0,1 0 0 0 0,3 2-1 0 0,17 14 328 0 0,-2 1 1 0 0,0 1-1 0 0,-1 1 0 0 0,-1 1 0 0 0,28 39 0 0 0,-39-49-160 0 0,7 9 327 0 0,17 33 0 0 0,3 4 710 0 0,-34-55-602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6.3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311 3 19399 0 0,'-13'-2'6816'0'0,"7"4"-6766"0"0,1 0-1 0 0,-1 1 1 0 0,1-1-1 0 0,0 2 1 0 0,-1-1-1 0 0,2 0 1 0 0,-1 1 0 0 0,0 0-1 0 0,1 0 1 0 0,-7 7-1 0 0,-36 50 327 0 0,46-61-373 0 0,-21 35 453 0 0,-22 45-1 0 0,30-51-32 0 0,-2-1-1 0 0,-37 51 1 0 0,31-61 257 0 0,6-7-4325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6.8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157 31 18895 0 0,'0'0'4423'0'0,"1"-4"-4123"0"0,5-22 891 0 0,-13 77-889 0 0,-17 56 0 0 0,-7 46 88 0 0,5 77 242 0 0,-47 303 1341 0 0,70-501-894 0 0,3-51-4720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7.1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1 174 20503 0 0,'5'3'736'0'0,"5"1"-474"0"0,-1 0 0 0 0,1-1 0 0 0,0 0 0 0 0,0-1 0 0 0,1 0 0 0 0,-1-1 0 0 0,0 0 0 0 0,0 0 0 0 0,1-1 0 0 0,-1 0 0 0 0,19-4 0 0 0,20-4 109 0 0,53-15 1 0 0,-96 21-329 0 0,123-28 447 0 0,-33 8 401 0 0,161-58 1 0 0,-252 77-803 0 0,-2 3-22 0 0,-1-1 1 0 0,0 1 0 0 0,0-1 0 0 0,0 0 0 0 0,0 0 0 0 0,0 0-1 0 0,0 0 1 0 0,0 0 0 0 0,0 0 0 0 0,0-1 0 0 0,0 1-1 0 0,-1 0 1 0 0,1-1 0 0 0,0 0 0 0 0,-1 1 0 0 0,0-1-1 0 0,1 0 1 0 0,1-3 0 0 0,-23 5-3465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7.8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0 15776 0 0,'0'0'6271'0'0,"-4"4"-6107"0"0,0-1-185 0 0,-15 18 671 0 0,19-20-630 0 0,-1 0 1 0 0,1-1-1 0 0,0 1 1 0 0,0 0 0 0 0,0 0-1 0 0,-1 0 1 0 0,1-1 0 0 0,0 1-1 0 0,0 0 1 0 0,0 0-1 0 0,0 0 1 0 0,0-1 0 0 0,1 1-1 0 0,-1 0 1 0 0,0 0 0 0 0,0 0-1 0 0,1-1 1 0 0,-1 1-1 0 0,0 0 1 0 0,1 0 0 0 0,-1-1-1 0 0,0 1 1 0 0,1 0 0 0 0,-1-1-1 0 0,1 1 1 0 0,-1 0-1 0 0,1-1 1 0 0,0 1 0 0 0,-1-1-1 0 0,1 1 1 0 0,0-1 0 0 0,-1 1-1 0 0,1-1 1 0 0,0 1-1 0 0,-1-1 1 0 0,1 0 0 0 0,1 1-1 0 0,3 1 54 0 0,1 1-1 0 0,-1-1 1 0 0,1-1-1 0 0,-1 1 1 0 0,1-1-1 0 0,0 0 0 0 0,0 0 1 0 0,11 0-1 0 0,53-5 345 0 0,-42 2-223 0 0,341-30 2482 0 0,-315 30-2423 0 0,-44 2-2716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8.1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130 0 18791 0 0,'-45'70'4241'0'0,"37"-55"-3999"0"0,0 1-1 0 0,1 0 1 0 0,1 1 0 0 0,0 0-1 0 0,-3 18 1 0 0,-7 58 351 0 0,4 0 1 0 0,4 1-1 0 0,4 0 0 0 0,4 0 0 0 0,22 168 1 0 0,-20-202 212 0 0,-2-58-707 0 0,0 6-3639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8.5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0 120 19295 0 0,'0'0'450'0'0,"7"-2"174"0"0,77-25 682 0 0,1 3 0 0 0,1 5 0 0 0,123-13 0 0 0,-184 31-802 0 0,1 1 1 0 0,35 4 0 0 0,-34-1-150 0 0,49-2-1 0 0,-66-2-288 0 0,0-1 0 0 0,-1 0-1 0 0,20-7 1 0 0,-9 1-3555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49.1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34 17287 0 0,'0'0'5106'0'0,"10"-14"-4016"0"0,-9 13-1055 0 0,0 0 0 0 0,0 0 0 0 0,0 0 0 0 0,0 0 0 0 0,0 0 0 0 0,0 1 0 0 0,1-1 0 0 0,-1 0 0 0 0,0 1 0 0 0,0-1 0 0 0,1 1 0 0 0,-1-1 0 0 0,0 1 0 0 0,1 0 0 0 0,-1-1 0 0 0,0 1 0 0 0,1 0 0 0 0,-1 0 0 0 0,1 0 0 0 0,-1 0 0 0 0,0 0 0 0 0,3 1 0 0 0,-1 0 14 0 0,-1 0 0 0 0,1 0 0 0 0,0 0 0 0 0,-1 0 0 0 0,1 1 0 0 0,0 0-1 0 0,-1-1 1 0 0,0 1 0 0 0,1 0 0 0 0,1 2 0 0 0,5 5 93 0 0,-1 1 0 0 0,-1-1 0 0 0,0 1-1 0 0,8 15 1 0 0,-8-10 123 0 0,0 0 0 0 0,7 27 0 0 0,8 18 784 0 0,-17-47-507 0 0,-1-5 63 0 0,-2-21-507 0 0,-2 12-95 0 0,3-41 46 0 0,2-1-1 0 0,1 1 1 0 0,13-41 0 0 0,-19 82-48 0 0,0 0 1 0 0,0 0 0 0 0,0 0 0 0 0,0 0-1 0 0,1 0 1 0 0,-1 1 0 0 0,0-1-1 0 0,1 0 1 0 0,-1 0 0 0 0,1 0 0 0 0,-1 1-1 0 0,1-1 1 0 0,-1 0 0 0 0,1 1-1 0 0,-1-1 1 0 0,1 0 0 0 0,0 1-1 0 0,-1-1 1 0 0,1 1 0 0 0,0-1 0 0 0,0 1-1 0 0,-1-1 1 0 0,1 1 0 0 0,0-1-1 0 0,0 1 1 0 0,0 0 0 0 0,0 0-1 0 0,-1-1 1 0 0,3 1 0 0 0,-1 0 1 0 0,-1 1 0 0 0,1-1 0 0 0,0 1 1 0 0,0 0-1 0 0,-1-1 0 0 0,1 1 0 0 0,0 0 0 0 0,-1 0 1 0 0,1 0-1 0 0,-1 0 0 0 0,0 0 0 0 0,1 0 0 0 0,1 3 0 0 0,5 5 20 0 0,0 0-1 0 0,13 22 0 0 0,-20-31-22 0 0,1 3 4 0 0,14 22 78 0 0,0 2 1 0 0,-2-1-1 0 0,14 36 1 0 0,-26-56-67 0 0,8 22 138 0 0,-9-26-142 0 0,-1-1-1 0 0,0 0 1 0 0,1 0-1 0 0,-1 0 1 0 0,0 1-1 0 0,0-1 1 0 0,1 0-1 0 0,-1 0 1 0 0,0 0-1 0 0,0 1 1 0 0,0-1-1 0 0,-1 0 1 0 0,1 0-1 0 0,0 1 1 0 0,0-1-1 0 0,-1 0 1 0 0,0 1-1 0 0,3 1 36 0 0,1 2-154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0.1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85 1 19495 0 0,'0'0'4792'0'0,"4"0"-4050"0"0,-2 0-702 0 0,0 0 1 0 0,0 1-1 0 0,0-1 1 0 0,0 1-1 0 0,0-1 1 0 0,0 1 0 0 0,0 0-1 0 0,0 0 1 0 0,0 0-1 0 0,-1 0 1 0 0,1 0-1 0 0,0 0 1 0 0,0 0 0 0 0,-1 1-1 0 0,1-1 1 0 0,-1 1-1 0 0,1-1 1 0 0,-1 1-1 0 0,0-1 1 0 0,0 1 0 0 0,1 0-1 0 0,-1 0 1 0 0,0 0-1 0 0,-1-1 1 0 0,1 1-1 0 0,0 0 1 0 0,0 0 0 0 0,-1 0-1 0 0,1 0 1 0 0,-1 1-1 0 0,0 3 1 0 0,3 10 0 0 0,-2 0 1 0 0,0 0-1 0 0,-2 20 1 0 0,0-21 43 0 0,-14 222 420 0 0,6-129-30 0 0,6 153-1 0 0,2-167-50 0 0,-1-37 160 0 0,2-55-429 0 0,-1 1 140 0 0,0 2-21 0 0,-7-12-244 0 0,1-5-16 0 0,0 1 1 0 0,0-1-1 0 0,2 0 1 0 0,-1 0 0 0 0,-4-18-1 0 0,-16-69 11 0 0,25 96-24 0 0,-8-38-15 0 0,2-1 1 0 0,2 0-1 0 0,1 0 1 0 0,3 0-1 0 0,1 0 0 0 0,2-1 1 0 0,2 1-1 0 0,15-69 0 0 0,-16 101-21 0 0,1-1-1 0 0,0 1 0 0 0,0 0 0 0 0,1 0 0 0 0,0 1 0 0 0,1-1 0 0 0,0 1 0 0 0,0 0 0 0 0,1 1 0 0 0,1 0 0 0 0,-1 0 1 0 0,1 0-1 0 0,0 1 0 0 0,12-8 0 0 0,-13 10 22 0 0,0 1 0 0 0,0-1 1 0 0,0 1-1 0 0,1 0 0 0 0,0 1 0 0 0,0 0 1 0 0,0 0-1 0 0,0 1 0 0 0,0 0 0 0 0,1 0 1 0 0,-1 1-1 0 0,0 0 0 0 0,1 1 0 0 0,-1 0 0 0 0,1 0 1 0 0,-1 0-1 0 0,1 1 0 0 0,13 4 0 0 0,-14-2 13 0 0,-1 0 0 0 0,0 0-1 0 0,0 1 1 0 0,0 0 0 0 0,-1 1-1 0 0,1-1 1 0 0,-1 1 0 0 0,0 1-1 0 0,0-1 1 0 0,-1 1 0 0 0,0 0-1 0 0,0 0 1 0 0,0 0 0 0 0,5 10-1 0 0,-5-8 6 0 0,-1 0 0 0 0,0 0-1 0 0,0 1 1 0 0,-1-1-1 0 0,0 1 1 0 0,0-1 0 0 0,-1 1-1 0 0,0 0 1 0 0,-1 0-1 0 0,0 0 1 0 0,0 0 0 0 0,-1 10-1 0 0,-1-13 13 0 0,0 0 0 0 0,0 0 0 0 0,0 0 0 0 0,-1 0 0 0 0,0-1 0 0 0,0 1 0 0 0,0-1 0 0 0,-1 1 0 0 0,0-1 0 0 0,0 0 0 0 0,0 1 0 0 0,-8 7 0 0 0,8-10-5 0 0,1-1 0 0 0,-1 1 0 0 0,0-1 0 0 0,0 0 0 0 0,0 0 0 0 0,0 0 0 0 0,0 0 0 0 0,-1 0 0 0 0,1-1 0 0 0,0 1 0 0 0,-1-1 0 0 0,1 0 0 0 0,-1 0 0 0 0,1-1-1 0 0,-1 1 1 0 0,0-1 0 0 0,1 1 0 0 0,-1-1 0 0 0,0 0 0 0 0,1-1 0 0 0,-1 1 0 0 0,-6-2 0 0 0,-4-2 109 0 0,0 0 0 0 0,0-1 1 0 0,-16-8-1 0 0,-32-13-4118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0.7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81 13864 0 0,'0'0'5383'0'0,"-4"-1"-4693"0"0,-10-3-35 0 0,24 3 225 0 0,33 5-55 0 0,-37-3-716 0 0,-1 1 0 0 0,0 0 0 0 0,0 0 0 0 0,0 0 1 0 0,0 0-1 0 0,-1 1 0 0 0,1-1 0 0 0,0 1 0 0 0,-1 0 0 0 0,0 1 1 0 0,6 5-1 0 0,-2 0 113 0 0,0 1 1 0 0,-1 0-1 0 0,12 20 1 0 0,1 9 259 0 0,-14-25-215 0 0,1 0-1 0 0,1-1 0 0 0,0 1 0 0 0,1-2 0 0 0,15 17 1 0 0,-22-26-228 0 0,0-1 1 0 0,0 0 0 0 0,0-1-1 0 0,1 1 1 0 0,-1 0 0 0 0,1-1-1 0 0,-1 1 1 0 0,1-1 0 0 0,-1 0-1 0 0,1 0 1 0 0,0 0 0 0 0,0 0-1 0 0,-1 0 1 0 0,1-1 0 0 0,0 1-1 0 0,0-1 1 0 0,0 0 0 0 0,0 0-1 0 0,0 0 1 0 0,0 0 0 0 0,0-1-1 0 0,-1 1 1 0 0,1-1 0 0 0,0 1-1 0 0,0-1 1 0 0,0 0 0 0 0,-1 0-1 0 0,1 0 1 0 0,0 0 0 0 0,-1-1-1 0 0,1 1 1 0 0,-1-1 0 0 0,0 0-1 0 0,1 0 1 0 0,-1 1 0 0 0,0-2-1 0 0,2-1 1 0 0,5-5 11 0 0,-1 0 0 0 0,-1-1 1 0 0,0 0-1 0 0,0 0 0 0 0,0-1 0 0 0,-2 0 1 0 0,7-15-1 0 0,3-19 169 0 0,17-79 0 0 0,-26 95-118 0 0,-5 17 29 0 0,-5 16 22 0 0,-7 18-63 0 0,6-8-55 0 0,0 1-1 0 0,1 0 1 0 0,1-1 0 0 0,1 2-1 0 0,0-1 1 0 0,1 0 0 0 0,1 0 0 0 0,0 0-1 0 0,1 1 1 0 0,4 22 0 0 0,-3-30-5 0 0,-1-1 0 0 0,2 0 0 0 0,-1 0 0 0 0,1 0-1 0 0,0-1 1 0 0,0 1 0 0 0,1-1 0 0 0,0 1 0 0 0,0-1 0 0 0,8 9 0 0 0,-8-11-7 0 0,0-1 0 0 0,0 1 0 0 0,0-1 0 0 0,1 0 0 0 0,-1-1 0 0 0,1 1 0 0 0,0-1 0 0 0,0 1-1 0 0,0-1 1 0 0,0-1 0 0 0,0 1 0 0 0,0-1 0 0 0,0 0 0 0 0,0 0 0 0 0,1 0 0 0 0,6-1 0 0 0,-2 0 21 0 0,-1-1 0 0 0,1 0 0 0 0,0-1 0 0 0,0 0 0 0 0,-1-1 0 0 0,1 0 1 0 0,-1 0-1 0 0,0-1 0 0 0,0 0 0 0 0,0 0 0 0 0,9-8 0 0 0,3-2-1425 0 0,-1 0 0 0 0,31-32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1.5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17287 0 0,'0'0'7039'0'0,"0"7"-6782"0"0,21 236 491 0 0,2 41 20 0 0,9 69 285 0 0,-14-194-346 0 0,-13-130-273 0 0,0 4-3350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1.8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 53 17887 0 0,'-3'4'1267'0'0,"-1"2"-1070"0"0,2-4 211 0 0,0-1-1 0 0,1 1 1 0 0,-1 0 0 0 0,1 0 0 0 0,0 0-1 0 0,0 0 1 0 0,0 0 0 0 0,0 0 0 0 0,-1 3 0 0 0,6 5 1317 0 0,14-4-1870 0 0,11-3 300 0 0,0-1 0 0 0,1-1 0 0 0,0-1 0 0 0,-1-2 0 0 0,40-8 1 0 0,-28 2 115 0 0,1-2 0 0 0,-2-2 0 0 0,48-21 1 0 0,-50 19 250 0 0,5-3-3815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2.8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576 289 18087 0 0,'0'0'5816'0'0,"5"0"-5616"0"0,9-1-52 0 0,0-1 0 0 0,0 0 1 0 0,0-1-1 0 0,0-1 0 0 0,-1 0 0 0 0,1-1 0 0 0,-1 0 0 0 0,0-1 0 0 0,0-1 0 0 0,-1 0 0 0 0,0 0 0 0 0,0-1 0 0 0,-1-1 0 0 0,19-18 1 0 0,-27 24-101 0 0,0 0 0 0 0,-1 0 0 0 0,1 0 1 0 0,-1 0-1 0 0,0 0 0 0 0,0-1 0 0 0,0 1 1 0 0,0-1-1 0 0,-1 0 0 0 0,1 1 1 0 0,-1-1-1 0 0,0 0 0 0 0,0 0 0 0 0,0 0 1 0 0,-1 0-1 0 0,0 0 0 0 0,1 0 0 0 0,-1 0 1 0 0,0 0-1 0 0,-1 0 0 0 0,1 0 1 0 0,-1 0-1 0 0,0 0 0 0 0,0 0 0 0 0,0 1 1 0 0,0-1-1 0 0,-3-5 0 0 0,1 4-12 0 0,0 0 0 0 0,0 0-1 0 0,0 0 1 0 0,-1 0 0 0 0,1 0 0 0 0,-1 1-1 0 0,0-1 1 0 0,-1 1 0 0 0,1 0-1 0 0,-1 1 1 0 0,0-1 0 0 0,0 1 0 0 0,0 0-1 0 0,0 0 1 0 0,-1 0 0 0 0,1 1-1 0 0,-9-3 1 0 0,-5 1 16 0 0,0 1 0 0 0,0 1-1 0 0,0 1 1 0 0,0 1 0 0 0,0 0-1 0 0,0 1 1 0 0,0 2 0 0 0,0 0 0 0 0,0 0-1 0 0,1 2 1 0 0,-1 0 0 0 0,1 1-1 0 0,1 1 1 0 0,-23 13 0 0 0,20-11-8 0 0,1 2-1 0 0,0 1 1 0 0,1 0 0 0 0,1 1 0 0 0,0 1 0 0 0,0 0 0 0 0,2 2-1 0 0,0 0 1 0 0,0 0 0 0 0,2 2 0 0 0,0-1 0 0 0,-13 26-1 0 0,20-31-19 0 0,0 0 0 0 0,2 0 0 0 0,-1 1 0 0 0,2 0 0 0 0,-1 0 0 0 0,2 0 0 0 0,0 0 0 0 0,0 0 0 0 0,1 0 0 0 0,1 0 0 0 0,0 0 0 0 0,1 1 0 0 0,0-1 0 0 0,1 0 0 0 0,1 0 0 0 0,0 0 0 0 0,1 0 0 0 0,0-1 0 0 0,1 0 0 0 0,0 1 0 0 0,1-1 0 0 0,0-1 0 0 0,1 0 0 0 0,0 1 0 0 0,1-2 0 0 0,16 18 0 0 0,-6-9 10 0 0,0-1-1 0 0,1-1 0 0 0,22 14 0 0 0,-32-24-14 0 0,1-1 1 0 0,0 0 0 0 0,0 0-1 0 0,1-1 1 0 0,-1-1 0 0 0,1 0-1 0 0,0 0 1 0 0,22 4 0 0 0,-16-5 67 0 0,-26-1-22 0 0,-21 4-40 0 0,-7 6-8 0 0,-150 53 81 0 0,160-54-73 0 0,1 1 0 0 0,0 2 0 0 0,1 0 0 0 0,-42 33 0 0 0,63-44-20 0 0,1 0 1 0 0,-1 0-1 0 0,1 1 0 0 0,-1-1 0 0 0,1 1 1 0 0,0 0-1 0 0,0 0 0 0 0,1 0 0 0 0,-1 0 1 0 0,1 0-1 0 0,0 1 0 0 0,0-1 0 0 0,0 1 1 0 0,1-1-1 0 0,-1 1 0 0 0,1 0 0 0 0,-1 8 1 0 0,2-9-2 0 0,1 1 0 0 0,0 0 1 0 0,-1-1-1 0 0,1 1 0 0 0,1-1 0 0 0,-1 1 1 0 0,1-1-1 0 0,0 0 0 0 0,0 1 1 0 0,0-1-1 0 0,0 0 0 0 0,1 0 0 0 0,-1 0 1 0 0,1-1-1 0 0,0 1 0 0 0,0-1 0 0 0,1 0 1 0 0,5 5-1 0 0,5 3 6 0 0,0-1 1 0 0,1 0-1 0 0,1-1 1 0 0,0 0-1 0 0,0-2 0 0 0,0 0 1 0 0,1 0-1 0 0,27 5 1 0 0,-21-6-5 0 0,1-2-1 0 0,-1 0 1 0 0,1-2 0 0 0,-1-1 0 0 0,1 0 0 0 0,25-4 0 0 0,-34 1-6 0 0,0 0 1 0 0,1-1 0 0 0,-1-1 0 0 0,0 0 0 0 0,0-1-1 0 0,-1-1 1 0 0,1 0 0 0 0,-1-1 0 0 0,-1-1-1 0 0,1 0 1 0 0,12-10 0 0 0,-24 16-50 0 0,0 1 0 0 0,-1-1 0 0 0,1 0 0 0 0,-1 1 0 0 0,1-1 1 0 0,-1 0-1 0 0,0 0 0 0 0,0 0 0 0 0,0 0 0 0 0,0 0 0 0 0,0 0 0 0 0,0 0 0 0 0,0 0 0 0 0,-1 0 0 0 0,1 0 0 0 0,-1-1 0 0 0,0 1 0 0 0,1 0 1 0 0,-1 0-1 0 0,0-1 0 0 0,0 1 0 0 0,0 0 0 0 0,-1 0 0 0 0,1-1 0 0 0,-2-3 0 0 0,1 1-2600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3.7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500 131 15272 0 0,'0'0'1406'0'0,"0"-5"-113"0"0,3-20-276 0 0,1-1 0 0 0,13-43 0 0 0,-17 68-848 0 0,3-3 1497 0 0,0 16-1211 0 0,1 24-166 0 0,1 56 494 0 0,-4-1 1 0 0,-12 100-1 0 0,-49 227 1242 0 0,23-195-953 0 0,35-214-950 0 0,1 1-1 0 0,-1 0 0 0 0,2 0 1 0 0,-1 0-1 0 0,2 0 0 0 0,1 13 1 0 0,-2-21 290 0 0,5-61-240 0 0,-1 20-101 0 0,-1 0 0 0 0,-4-45 0 0 0,0 74-59 0 0,0 0 1 0 0,0 0-1 0 0,-1 0 0 0 0,0 1 1 0 0,-1-1-1 0 0,0 1 0 0 0,0 0 0 0 0,-1 0 1 0 0,0 0-1 0 0,-1 0 0 0 0,0 0 1 0 0,-1 1-1 0 0,-10-13 0 0 0,13 19-10 0 0,0-1-1 0 0,0 1 1 0 0,-1 0-1 0 0,1 0 1 0 0,-1 0-1 0 0,1 1 1 0 0,-1-1 0 0 0,0 1-1 0 0,0 0 1 0 0,1 0-1 0 0,-1 0 1 0 0,0 0-1 0 0,0 1 1 0 0,0 0-1 0 0,0-1 1 0 0,0 1 0 0 0,0 1-1 0 0,0-1 1 0 0,0 1-1 0 0,0-1 1 0 0,0 1-1 0 0,0 0 1 0 0,-4 2-1 0 0,-10 3 1 0 0,1 1 0 0 0,-1 0-1 0 0,-20 13 1 0 0,24-11-2 0 0,1 0 1 0 0,0 1-1 0 0,1 0 0 0 0,0 1 1 0 0,0 0-1 0 0,1 1 0 0 0,1 0 0 0 0,-16 25 1 0 0,14-18 3 0 0,1 0-1 0 0,1 1 1 0 0,0 0 0 0 0,2 0 0 0 0,-11 40-1 0 0,17-54-1 0 0,1 0 1 0 0,0 0-1 0 0,0 0 0 0 0,0 0 0 0 0,1 0 0 0 0,0-1 0 0 0,0 1 0 0 0,1 0 0 0 0,0 0 0 0 0,0 0 0 0 0,0 0 0 0 0,0 0 0 0 0,1-1 1 0 0,0 1-1 0 0,0-1 0 0 0,1 1 0 0 0,0-1 0 0 0,4 7 0 0 0,-3-6 2 0 0,1-1 0 0 0,0-1 0 0 0,0 1 0 0 0,0-1 0 0 0,1 0 0 0 0,-1 0 0 0 0,1 0 0 0 0,0-1 0 0 0,0 0 0 0 0,0 0 0 0 0,1 0 0 0 0,-1-1 0 0 0,1 0 0 0 0,-1 0 0 0 0,13 1 0 0 0,-4-1 37 0 0,0-1 0 0 0,0-1 0 0 0,0 0 0 0 0,0-1 0 0 0,0-1 0 0 0,0 0 0 0 0,-1-1 0 0 0,1-1 0 0 0,25-10 0 0 0,3-4-1907 0 0,67-40 1 0 0,-105 55 1428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4.1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1 17487 0 0,'0'0'7382'0'0,"0"4"-7098"0"0,-2 96 799 0 0,4 123 715 0 0,4-164-793 0 0,-6-57-558 0 0,0-7-357 0 0,0-18-3727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4.4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19999 0 0,'0'0'5802'0'0,"-2"4"-5466"0"0,0 1-263 0 0,-1 0 1 0 0,2 0 0 0 0,-1 1 0 0 0,0-1 0 0 0,1 0-1 0 0,0 1 1 0 0,1-1 0 0 0,-1 1 0 0 0,1 0 0 0 0,0-1-1 0 0,0 1 1 0 0,1-1 0 0 0,1 8 0 0 0,-1-6-325 0 0,4 23 1200 0 0,-4-29-1074 0 0,-1 0 1 0 0,0 0-1 0 0,0-1 1 0 0,1 1-1 0 0,-1 0 1 0 0,0 0-1 0 0,1-1 1 0 0,-1 1-1 0 0,1 0 0 0 0,-1 0 1 0 0,1-1-1 0 0,0 1 1 0 0,-1-1-1 0 0,1 1 1 0 0,-1 0-1 0 0,1-1 1 0 0,0 1-1 0 0,0-1 1 0 0,-1 0-1 0 0,1 1 0 0 0,0-1 1 0 0,0 1-1 0 0,-1-1 1 0 0,1 0-1 0 0,0 0 1 0 0,0 0-1 0 0,1 1 1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4.8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1 19999 0 0,'0'0'5136'0'0,"2"4"-4838"0"0,11 28-89 0 0,-2 1 0 0 0,-1 0 1 0 0,-1 1-1 0 0,-2 0 0 0 0,5 69 1 0 0,-2 51 426 0 0,-10 154-1 0 0,-11-193-203 0 0,-4-2 0 0 0,-40 152-1 0 0,40-182-36 0 0,14-75-234 0 0,3-8-67 0 0,6-12-36 0 0,3-16 7 0 0,9-19-3827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5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68 3712 0 0,'0'0'5124'0'0,"6"0"-6254"0"0,64 5-184 0 0,-42-2 719 0 0,54-2 1 0 0,-46-4 125 0 0,62-13 1 0 0,-85 13 295 0 0,0-1-1 0 0,-1-1 1 0 0,1 1 0 0 0,-1-2 0 0 0,0 0-1 0 0,-1 0 1 0 0,21-15 0 0 0,-29 19-1891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5.8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0 216 17383 0 0,'0'0'3251'0'0,"5"-3"-2475"0"0,12-7-431 0 0,0 0-1 0 0,1 1 0 0 0,0 1 1 0 0,0 1-1 0 0,30-7 1 0 0,107-18 688 0 0,-59 14-400 0 0,135-41 757 0 0,-102 24-476 0 0,-79 25-142 0 0,-49 10-544 0 0,-2 1-16 0 0,-2 1-413 0 0,1 0 1 0 0,-1-1-1 0 0,0 0 0 0 0,1 1 1 0 0,-1-1-1 0 0,0 0 0 0 0,-6 1 0 0 0,6-1-1519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6.2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25 17887 0 0,'0'0'6408'0'0,"3"-4"-6146"0"0,8-13-73 0 0,-8 13-8 0 0,6 12 197 0 0,-5 2-322 0 0,0 0 1 0 0,-1 0 0 0 0,0 0-1 0 0,0 0 1 0 0,-2 1 0 0 0,1-1 0 0 0,-1 1-1 0 0,-1 12 1 0 0,3 7 47 0 0,57 426 1167 0 0,-33-266-726 0 0,-14-112-265 0 0,-5-35 139 0 0,4 86 1 0 0,-12-128-375 0 0,0 1-1 0 0,0 0 1 0 0,0 0 0 0 0,0-1-1 0 0,0 1 1 0 0,0 0 0 0 0,1-1 0 0 0,-1 1-1 0 0,0 0 1 0 0,1-1 0 0 0,0 1 0 0 0,0 2-1 0 0,0-4-202 0 0,0 1-1 0 0,-1-1 1 0 0,1 0 0 0 0,-1 1-1 0 0,1-1 1 0 0,0 0-1 0 0,-1 1 1 0 0,1-1-1 0 0,0 0 1 0 0,0 0-1 0 0,-1 0 1 0 0,1 1 0 0 0,0-1-1 0 0,-1 0 1 0 0,1 0-1 0 0,0 0 1 0 0,0 0-1 0 0,-1 0 1 0 0,1 0 0 0 0,0-1-1 0 0,0 1 1 0 0,0 0-1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7.2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1 336 11656 0 0,'0'0'9274'0'0,"6"2"-8771"0"0,6 2-315 0 0,1-1 0 0 0,-1 0 0 0 0,1 0 0 0 0,0-2 0 0 0,0 1 0 0 0,0-2 0 0 0,0 0 0 0 0,0 0 0 0 0,0-1 0 0 0,17-4 0 0 0,-2 0 201 0 0,1-2-1 0 0,-1-1 1 0 0,50-21-1 0 0,-56 19-190 0 0,-1 0 0 0 0,0-2 0 0 0,-1-1 0 0 0,-1 0 0 0 0,27-24 0 0 0,-39 31-110 0 0,-1 0 0 0 0,0-1 0 0 0,0 1 1 0 0,0-1-1 0 0,-1 0 0 0 0,0 0 0 0 0,-1-1 1 0 0,0 0-1 0 0,0 0 0 0 0,0 0 0 0 0,-1 0 1 0 0,0 0-1 0 0,-1-1 0 0 0,0 1 0 0 0,0-1 0 0 0,-1 1 1 0 0,0-1-1 0 0,0-10 0 0 0,-1 18-61 0 0,0-1 0 0 0,0 0-1 0 0,-1 0 1 0 0,1 0 0 0 0,-1 0 0 0 0,1 1-1 0 0,-1-1 1 0 0,1 0 0 0 0,-1 1 0 0 0,0-1-1 0 0,0 0 1 0 0,0 1 0 0 0,0-1-1 0 0,0 1 1 0 0,0-1 0 0 0,0 1 0 0 0,-1 0-1 0 0,1-1 1 0 0,-3-1 0 0 0,0 1 5 0 0,1 0 0 0 0,0 1-1 0 0,-1-1 1 0 0,1 1 0 0 0,-1 0 0 0 0,1 0 0 0 0,-1 0 0 0 0,0 0 0 0 0,-5 0 0 0 0,-1 0 16 0 0,-1 1 0 0 0,1 0 0 0 0,-1 1 0 0 0,1 0 0 0 0,0 1 1 0 0,-12 3-1 0 0,16-4-20 0 0,0 1 0 0 0,0 0 0 0 0,0 1 1 0 0,1-1-1 0 0,-1 1 0 0 0,0 0 0 0 0,1 0 0 0 0,0 1 1 0 0,0-1-1 0 0,0 1 0 0 0,0 0 0 0 0,1 1 0 0 0,0-1 1 0 0,0 1-1 0 0,0 0 0 0 0,0 0 0 0 0,0 0 0 0 0,1 0 1 0 0,0 1-1 0 0,1-1 0 0 0,-1 1 0 0 0,1 0 0 0 0,0 0 1 0 0,0 0-1 0 0,1 0 0 0 0,-1 0 0 0 0,1 0 0 0 0,1 0 1 0 0,-1 0-1 0 0,1 1 0 0 0,0-1 0 0 0,2 9 0 0 0,-1-9-17 0 0,1 0 0 0 0,0 0 0 0 0,0 0 0 0 0,0-1 0 0 0,1 1 0 0 0,0 0 0 0 0,0-1 0 0 0,1 0 0 0 0,-1 0 0 0 0,1 0 0 0 0,0 0 0 0 0,0 0 0 0 0,1-1 0 0 0,0 0 0 0 0,9 7 0 0 0,4 2 4 0 0,1-2 0 0 0,0 0-1 0 0,22 9 1 0 0,-25-13 62 0 0,0-1 1 0 0,0 0-1 0 0,0-2 0 0 0,21 4 0 0 0,-29-6-449 0 0,0-1 0 0 0,-1-1 0 0 0,1 0 1 0 0,0 0-1 0 0,0 0 0 0 0,-1-1 0 0 0,1 0 0 0 0,0 0 0 0 0,-1-1 0 0 0,15-5 0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7.6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18191 0 0,'0'0'7474'0'0,"6"5"-7266"0"0,12 9-10 0 0,-1 2 0 0 0,0 0 0 0 0,24 30 0 0 0,-24-24 153 0 0,2-1 0 0 0,43 36 0 0 0,-54-51-155 0 0,1 1-1 0 0,1-2 1 0 0,-1 1 0 0 0,18 7-1 0 0,-26-13-192 0 0,1-1 0 0 0,-1 1 0 0 0,0 0 0 0 0,0 0 0 0 0,0-1 0 0 0,0 1 0 0 0,0 0-1 0 0,0-1 1 0 0,0 1 0 0 0,0-1 0 0 0,0 1 0 0 0,0-1 0 0 0,-1 1 0 0 0,1-1-1 0 0,0 0 1 0 0,0 0 0 0 0,0 1 0 0 0,-1-1 0 0 0,1 0 0 0 0,1-1 0 0 0,2-4-2882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7.9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410 1 20399 0 0,'0'0'3066'0'0,"-4"0"-1941"0"0,-1 0-1046 0 0,1 1 0 0 0,-1-1 1 0 0,1 1-1 0 0,0 0 0 0 0,-1 1 0 0 0,1-1 0 0 0,0 1 1 0 0,0-1-1 0 0,0 1 0 0 0,0 1 0 0 0,0-1 0 0 0,0 1 1 0 0,1-1-1 0 0,-1 1 0 0 0,1 0 0 0 0,-4 4 0 0 0,-13 12 65 0 0,-23 30 0 0 0,33-37-57 0 0,-47 61 302 0 0,-46 82 1 0 0,48-71 7 0 0,11-16 515 0 0,43-67-751 0 0,4-5-26 0 0,10-12-3633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8.4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121 0 19591 0 0,'0'0'4450'0'0,"-6"9"-4154"0"0,0 3-208 0 0,1 1 0 0 0,0 0 0 0 0,1-1 0 0 0,0 1 0 0 0,1 1 0 0 0,0-1 0 0 0,-1 18 0 0 0,-3 112 511 0 0,6-79-373 0 0,-3 67 232 0 0,-24 342 1100 0 0,19-376-1199 0 0,5-45 231 0 0,-18 94-1 0 0,21-144-191 0 0,-2-30-572 0 0,1 14-3223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8.7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0 20703 0 0,'-3'5'1018'0'0,"-19"36"2692"0"0,21-39-2795 0 0,9 6-484 0 0,0-5-385 0 0,0-1 0 0 0,1-1 0 0 0,-1 1 0 0 0,0-1 1 0 0,1-1-1 0 0,-1 0 0 0 0,1 0 0 0 0,13-2 1 0 0,5 1 38 0 0,264-27 1051 0 0,-41 2-4472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8:59.8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371 49 15272 0 0,'0'0'6481'0'0,"3"-4"-6185"0"0,8-15 5 0 0,-10 18-240 0 0,-1 1 0 0 0,0-1 0 0 0,0 0 0 0 0,0 0 1 0 0,0 0-1 0 0,0 0 0 0 0,0 1 0 0 0,0-1 0 0 0,0 0 0 0 0,0 0 0 0 0,0 0 0 0 0,0 0 1 0 0,0 1-1 0 0,-1-1 0 0 0,1 0 0 0 0,0 0 0 0 0,-1 0 0 0 0,1 1 0 0 0,-1-1 0 0 0,1 0 1 0 0,0 1-1 0 0,-1-1 0 0 0,0 0 0 0 0,1 1 0 0 0,-1-1 0 0 0,1 1 0 0 0,-1-1 0 0 0,0 1 0 0 0,1-1 1 0 0,-1 1-1 0 0,0-1 0 0 0,0 1 0 0 0,1-1 0 0 0,-1 1 0 0 0,0 0 0 0 0,0 0 0 0 0,-1-1 1 0 0,-2 1 22 0 0,-1 0 1 0 0,1 0-1 0 0,-1 0 1 0 0,1 1-1 0 0,-1 0 1 0 0,1 0 0 0 0,0 0-1 0 0,-1 0 1 0 0,1 1-1 0 0,0 0 1 0 0,-6 3-1 0 0,-50 30 352 0 0,46-26-326 0 0,-7 5 64 0 0,1 1 0 0 0,0 1 1 0 0,1 0-1 0 0,0 2 1 0 0,2 0-1 0 0,-27 35 1 0 0,34-39-58 0 0,0 1 0 0 0,2 0 1 0 0,-1 0-1 0 0,2 1 0 0 0,0 0 1 0 0,1 0-1 0 0,1 0 0 0 0,0 1 1 0 0,1 0-1 0 0,-3 32 0 0 0,7-40-83 0 0,0 0-1 0 0,1-1 1 0 0,0 1-1 0 0,0 0 0 0 0,1-1 1 0 0,0 1-1 0 0,1-1 1 0 0,-1 1-1 0 0,2-1 0 0 0,-1 0 1 0 0,1-1-1 0 0,0 1 1 0 0,1 0-1 0 0,0-1 0 0 0,0 0 1 0 0,0 0-1 0 0,1-1 1 0 0,0 1-1 0 0,1-1 0 0 0,-1-1 1 0 0,1 1-1 0 0,0-1 1 0 0,11 6-1 0 0,-1-1 1 0 0,0-1-1 0 0,1-1 1 0 0,1 0-1 0 0,-1-2 1 0 0,1 0-1 0 0,0-1 1 0 0,0 0 0 0 0,1-2-1 0 0,28 2 1 0 0,-7-6 90 0 0,1-1-1 0 0,0-2 1 0 0,79-18 0 0 0,100-40-4184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00.6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100 0 17791 0 0,'0'0'6922'0'0,"-3"7"-6705"0"0,-22 56 105 0 0,5-14 38 0 0,-17 62 0 0 0,33-98-243 0 0,1 1 1 0 0,0 1-1 0 0,1-1 0 0 0,1 0 0 0 0,0 0 1 0 0,1 1-1 0 0,0-1 0 0 0,2 1 0 0 0,3 20 1 0 0,-3-30-77 0 0,0 0 0 0 0,1 0 0 0 0,-1 0 0 0 0,1-1 0 0 0,0 1 0 0 0,0-1 0 0 0,0 1 0 0 0,1-1 0 0 0,0 0 0 0 0,0-1 0 0 0,0 1 0 0 0,0-1 0 0 0,0 1 0 0 0,1-1 0 0 0,-1-1 0 0 0,1 1 0 0 0,0 0 0 0 0,9 2 1 0 0,-5-1 10 0 0,1-1 0 0 0,0 0 0 0 0,0 0 0 0 0,0-1 0 0 0,1 0-1 0 0,-1-1 1 0 0,0 0 0 0 0,21-2 0 0 0,-15-1 17 0 0,1-1 0 0 0,-1-1 0 0 0,0-1 0 0 0,0-1 0 0 0,-1 0 0 0 0,1-1 0 0 0,19-12 0 0 0,16-17-3627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01.0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41 15072 0 0,'0'0'6153'0'0,"5"2"-5907"0"0,21 1 135 0 0,0-2 0 0 0,1 0 0 0 0,-1-1 0 0 0,38-6-1 0 0,-23 2 147 0 0,143-18 1954 0 0,-114 6-5457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01.6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0 150 19199 0 0,'0'0'1127'0'0,"5"-1"-207"0"0,133-37 2600 0 0,-135 37-3463 0 0,0 0 0 0 0,0 0-1 0 0,0 0 1 0 0,0 0 0 0 0,0 0 0 0 0,0-1 0 0 0,0 1 0 0 0,-1-1-1 0 0,1 0 1 0 0,-1 0 0 0 0,1 0 0 0 0,-1 0 0 0 0,0 0 0 0 0,0 0-1 0 0,1-1 1 0 0,-2 1 0 0 0,1-1 0 0 0,0 1 0 0 0,0-1 0 0 0,-1 0-1 0 0,0 0 1 0 0,1 0 0 0 0,-1 1 0 0 0,0-1 0 0 0,-1 0 0 0 0,1-1-1 0 0,0 1 1 0 0,-1 0 0 0 0,0 0 0 0 0,1 0 0 0 0,-1 0 0 0 0,0 0-1 0 0,-1 0 1 0 0,1 0 0 0 0,-1-1 0 0 0,1 1 0 0 0,-1 0 0 0 0,0 0-1 0 0,-2-4 1 0 0,1 6-45 0 0,0 0 0 0 0,0 0 1 0 0,0 0-1 0 0,0 0 0 0 0,0 0 0 0 0,0 0 0 0 0,0 0 0 0 0,0 1 1 0 0,-1-1-1 0 0,1 1 0 0 0,0 0 0 0 0,0 0 0 0 0,-1-1 0 0 0,1 1 1 0 0,0 1-1 0 0,-5 0 0 0 0,1-1-4 0 0,-1 1 1 0 0,1 1-1 0 0,-1 0 1 0 0,1 0-1 0 0,0 0 1 0 0,0 0-1 0 0,0 1 0 0 0,0 0 1 0 0,0 0-1 0 0,1 1 1 0 0,-1 0-1 0 0,1 0 1 0 0,0 0-1 0 0,0 0 1 0 0,1 1-1 0 0,-1 0 0 0 0,-4 6 1 0 0,7-8-7 0 0,0 0 0 0 0,0 0 0 0 0,0 0 0 0 0,1 0 0 0 0,-1 0 0 0 0,1 0-1 0 0,0 0 1 0 0,0 1 0 0 0,0-1 0 0 0,0 0 0 0 0,1 1 0 0 0,-1-1 0 0 0,1 1 0 0 0,0-1 0 0 0,0 0 0 0 0,0 1 0 0 0,0-1 0 0 0,1 1 0 0 0,0-1 0 0 0,-1 1 0 0 0,1-1 0 0 0,0 0 0 0 0,1 0-1 0 0,-1 1 1 0 0,0-1 0 0 0,1 0 0 0 0,0 0 0 0 0,0 0 0 0 0,0 0 0 0 0,0-1 0 0 0,0 1 0 0 0,0-1 0 0 0,1 1 0 0 0,2 2 0 0 0,5 3 16 0 0,0 0 0 0 0,1-1 1 0 0,0 0-1 0 0,0-1 0 0 0,0 0 0 0 0,1-1 0 0 0,0 0 1 0 0,0-1-1 0 0,15 4 0 0 0,16 1 207 0 0,59 4 0 0 0,-57-8 53 0 0,-42-4-290 0 0,0-1-1 0 0,0 0 0 0 0,-1 0 1 0 0,1 0-1 0 0,0 0 1 0 0,0-1-1 0 0,-1 1 0 0 0,1-1 1 0 0,4-1-1 0 0,0 0-3094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01.9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18295 0 0,'0'0'3195'0'0,"11"22"-2396"0"0,-9-11-482 0 0,0 0 1 0 0,1 0 0 0 0,1 0-1 0 0,0 0 1 0 0,1-1 0 0 0,-1 0-1 0 0,2 0 1 0 0,0 0 0 0 0,0 0-1 0 0,1-1 1 0 0,10 12 0 0 0,-15-20 275 0 0,5 7-3598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02.2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270 1 20207 0 0,'0'9'968'0'0,"0"-4"2122"0"0,-2-2-2933 0 0,1 1 0 0 0,-1-1 0 0 0,0 0 0 0 0,0 0 0 0 0,0 0 0 0 0,0 0 1 0 0,-1 0-1 0 0,1-1 0 0 0,-1 1 0 0 0,-4 3 0 0 0,-38 28 144 0 0,21-15-81 0 0,-7 5-27 0 0,-2 3 364 0 0,-40 41-1 0 0,61-58-295 0 0,-6 7-113 0 0,13-11-3360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02.7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1 20399 0 0,'0'0'2551'0'0,"2"4"-1718"0"0,0 5-645 0 0,0 0 0 0 0,0 0 0 0 0,-1 0-1 0 0,0 1 1 0 0,0-1 0 0 0,-1 0 0 0 0,-1 1 0 0 0,1-1-1 0 0,-2 0 1 0 0,-3 16 0 0 0,-4 11 24 0 0,-18 44 0 0 0,-11 15 205 0 0,22-61-169 0 0,2 2 0 0 0,2 0 1 0 0,1 0-1 0 0,-12 71 0 0 0,18-54 565 0 0,5-51-571 0 0,0 7-24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02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96 105 16575 0 0,'0'0'0'0'0,"-26"-7"680"0"0,6-1 16 0 0,3-6-232 0 0,5-9 16 0 0,1-1-480 0 0,2-4 0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03.1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1 11656 0 0,'-6'0'18'0'0,"-1"-1"143"0"0,0 1-1 0 0,0 1 1 0 0,1-1 0 0 0,-1 1-1 0 0,0 0 1 0 0,-11 4-1 0 0,16-4 620 0 0,2-1-712 0 0,0 0 0 0 0,0 1 1 0 0,-1-1-1 0 0,1 0 0 0 0,0 1 0 0 0,0-1 0 0 0,0 1 0 0 0,0-1 0 0 0,0 0 0 0 0,0 1 0 0 0,0-1 1 0 0,0 1-1 0 0,0-1 0 0 0,0 1 0 0 0,0-1 0 0 0,0 0 0 0 0,0 1 0 0 0,0-1 0 0 0,0 1 0 0 0,0-1 0 0 0,0 1 1 0 0,0-1-1 0 0,0 0 0 0 0,1 1 0 0 0,-1-1 0 0 0,0 1 0 0 0,0-1 0 0 0,0 0 0 0 0,1 1 0 0 0,-1-1 1 0 0,0 0-1 0 0,1 1 0 0 0,-1-1 0 0 0,0 0 0 0 0,1 0 0 0 0,-1 1 0 0 0,1-1 0 0 0,10 15 623 0 0,-2-8-463 0 0,-1-1 1 0 0,1 0-1 0 0,1 0 1 0 0,-1-1-1 0 0,1 0 1 0 0,-1-1-1 0 0,2 0 1 0 0,10 2-1 0 0,5 1 348 0 0,0-1-1 0 0,27 1 0 0 0,-11-3 1165 0 0,-1-3 0 0 0,0-1 0 0 0,55-8 0 0 0,-60-1-855 0 0,-25 5-4380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03.7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12960 0 0,'0'0'5063'0'0,"7"3"-4507"0"0,69 30 334 0 0,-56-26-601 0 0,0 1-1 0 0,-1 0 1 0 0,0 2-1 0 0,0 0 1 0 0,-1 2-1 0 0,0 0 1 0 0,-1 0-1 0 0,20 19 1 0 0,-30-23-146 0 0,1 0 1 0 0,-1 0-1 0 0,0 1 1 0 0,-1-1-1 0 0,0 1 1 0 0,-1 1-1 0 0,1-1 1 0 0,-2 1-1 0 0,1 0 0 0 0,-2 0 1 0 0,1 0-1 0 0,-1 1 1 0 0,-1-1-1 0 0,0 1 1 0 0,0-1-1 0 0,0 22 1 0 0,-4-10 150 0 0,-1-1 1 0 0,-1 1 0 0 0,0-1 0 0 0,-2 0 0 0 0,0-1-1 0 0,-2 1 1 0 0,0-1 0 0 0,-18 32 0 0 0,22-45-375 0 0,-1 0 0 0 0,1 0 0 0 0,-1 0 0 0 0,0-1 0 0 0,-1 0 0 0 0,0 0 0 0 0,0 0 0 0 0,0-1 0 0 0,0 0 0 0 0,-1 0 0 0 0,0 0 1 0 0,0-1-1 0 0,0 0 0 0 0,-1-1 0 0 0,1 1 0 0 0,-1-1 0 0 0,0-1 0 0 0,0 0 0 0 0,0 0 0 0 0,0 0 0 0 0,0-1 0 0 0,0 0 0 0 0,0-1 0 0 0,-17 0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41.7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71 4816 0 0,'0'0'440'0'0,"-5"-4"60"0"0,-6-5-702 0 0,-59-49 19513 0 0,78 60-19210 0 0,0-1 0 0 0,0 1 0 0 0,0 0 0 0 0,0 1 0 0 0,0 0 0 0 0,-1 0 1 0 0,1 1-1 0 0,13 8 0 0 0,3 1 65 0 0,584 242 1631 0 0,10-84-1070 0 0,-579-161-680 0 0,569 112 663 0 0,-87-20-68 0 0,-483-94-461 0 0,0 3 0 0 0,38 15 0 0 0,-63-20-675 0 0,1 0 0 0 0,0 1-1 0 0,-1 1 1 0 0,-1 0 0 0 0,1 0-1 0 0,-1 1 1 0 0,21 22 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42.7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16687 0 0,'0'0'1450'0'0,"4"3"-48"0"0,-1 0-1159 0 0,0-1 0 0 0,0 1 0 0 0,0 0 0 0 0,0 0 0 0 0,0 0 0 0 0,-1 0 0 0 0,0 0 0 0 0,1 1 0 0 0,-1-1 0 0 0,-1 1 0 0 0,1 0 0 0 0,0-1 0 0 0,-1 1 0 0 0,0 0 0 0 0,0 0 0 0 0,0 0 0 0 0,1 6 0 0 0,20 177 304 0 0,11 195 738 0 0,-18-92 546 0 0,-15-268-2614 0 0,0-19-1448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43.1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1 174 20095 0 0,'0'0'3688'0'0,"6"-1"-2452"0"0,5-2-1053 0 0,0 0 0 0 0,-1-1 0 0 0,1 0 0 0 0,-1-1 0 0 0,0 0 1 0 0,0 0-1 0 0,16-12 0 0 0,-14 8-113 0 0,1 1 1 0 0,1 0-1 0 0,0 2 1 0 0,0-1 0 0 0,16-4-1 0 0,20 1 107 0 0,1 3 0 0 0,-1 1-1 0 0,75 3 1 0 0,-13 0 89 0 0,-88 2-207 0 0,473-43 1076 0 0,-479 41-4746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43.5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1 104 18295 0 0,'0'0'867'0'0,"5"-3"81"0"0,10-7-423 0 0,0 1-1 0 0,0 1 1 0 0,1 0 0 0 0,0 2 0 0 0,1-1-1 0 0,0 2 1 0 0,-1 0 0 0 0,24-2-1 0 0,152-12 326 0 0,-102 12-162 0 0,126-2 477 0 0,-184 14-1186 0 0,-21-2-3235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44.5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 19703 0 0,'6'-1'706'0'0,"51"-3"1666"0"0,-55 5-2289 0 0,0 0 1 0 0,0 0 0 0 0,-1 0 0 0 0,1 1-1 0 0,0-1 1 0 0,0 0 0 0 0,-1 1-1 0 0,1-1 1 0 0,-1 1 0 0 0,1 0 0 0 0,-1-1-1 0 0,0 1 1 0 0,1 0 0 0 0,-1 0-1 0 0,1 3 1 0 0,-1-4-13 0 0,15 29 135 0 0,-2 0-1 0 0,-1 1 1 0 0,-1 0-1 0 0,10 47 1 0 0,3 5 246 0 0,-14-36-125 0 0,-9-37-191 0 0,0-1 0 0 0,0 1 0 0 0,1-1 0 0 0,4 11 0 0 0,3-9 292 0 0,-3-16-9 0 0,-1-26-125 0 0,-6-33-116 0 0,-1 22-61 0 0,3 0-1 0 0,9-64 0 0 0,-3 74-41 0 0,-5 22-24 0 0,-1 0-1 0 0,0 0 1 0 0,2-17-1 0 0,-4 25 5 0 0,3 3-41 0 0,-1-1 0 0 0,1 1 0 0 0,0-1 1 0 0,0 1-1 0 0,0 0 0 0 0,-1 0 0 0 0,1 0 0 0 0,0 1 1 0 0,-1-1-1 0 0,1 1 0 0 0,-1-1 0 0 0,0 1 0 0 0,3 2 0 0 0,30 30 61 0 0,-23-21-35 0 0,2 2 36 0 0,0 1-1 0 0,-1 0 1 0 0,-1 0-1 0 0,0 2 1 0 0,-1 0-1 0 0,-1 0 1 0 0,-1 0 0 0 0,13 40-1 0 0,-19-50-46 0 0,-3-6-13 0 0,0 0 0 0 0,1-1-1 0 0,-1 1 1 0 0,0 0 0 0 0,1 0 0 0 0,0-1-1 0 0,-1 1 1 0 0,1 0 0 0 0,0-1-1 0 0,0 1 1 0 0,0 0 0 0 0,0-1-1 0 0,0 0 1 0 0,0 1 0 0 0,1-1-1 0 0,-1 0 1 0 0,0 1 0 0 0,1-1-1 0 0,-1 0 1 0 0,4 2 0 0 0,-5-3-13 0 0,1-1 1 0 0,0 1 0 0 0,0 0-1 0 0,0-1 1 0 0,-1 1 0 0 0,1-1-1 0 0,0 1 1 0 0,0-1 0 0 0,-1 1-1 0 0,1-1 1 0 0,-1 0 0 0 0,1 1-1 0 0,0-1 1 0 0,-1 0-1 0 0,1 1 1 0 0,-1-1 0 0 0,1 0-1 0 0,0-1 1 0 0,0 0 5 0 0,15-21 11 0 0,-2-1-1 0 0,0 0 1 0 0,19-48-1 0 0,-22 46 6 0 0,0 0 0 0 0,3 1 0 0 0,22-34 0 0 0,-35 58-23 0 0,0 0 1 0 0,0 1 0 0 0,0-1-1 0 0,0 0 1 0 0,0 1-1 0 0,0-1 1 0 0,0 1-1 0 0,0-1 1 0 0,1 1 0 0 0,-1-1-1 0 0,0 1 1 0 0,0 0-1 0 0,0-1 1 0 0,1 1 0 0 0,-1 0-1 0 0,0 0 1 0 0,0 0-1 0 0,1 0 1 0 0,-1 0 0 0 0,0 1-1 0 0,0-1 1 0 0,0 0-1 0 0,1 0 1 0 0,-1 1 0 0 0,0-1-1 0 0,0 1 1 0 0,0-1-1 0 0,0 1 1 0 0,0-1 0 0 0,0 1-1 0 0,0 0 1 0 0,2 1-1 0 0,31 25 19 0 0,-15-7 2 0 0,28 41 0 0 0,-27-34 1 0 0,26 29 1 0 0,-40-50-16 0 0,1 0 1 0 0,-1 0-1 0 0,1 0 0 0 0,1-1 1 0 0,-1 1-1 0 0,1-2 0 0 0,0 1 1 0 0,0-1-1 0 0,9 3 0 0 0,-14-6-2 0 0,0 0 0 0 0,0-1 0 0 0,0 1 0 0 0,0-1-1 0 0,1 0 1 0 0,-1 0 0 0 0,0 0 0 0 0,0 0 0 0 0,0 0 0 0 0,0-1-1 0 0,1 1 1 0 0,-1-1 0 0 0,0 0 0 0 0,0 0 0 0 0,6-3 0 0 0,9-8-3891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45.2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192 184 19399 0 0,'0'0'4155'0'0,"4"3"-3932"0"0,-3-2-177 0 0,0 0-25 0 0,1 0 1 0 0,-1 0 0 0 0,0 0-1 0 0,0 0 1 0 0,0 0-1 0 0,0 0 1 0 0,1 0-1 0 0,-1-1 1 0 0,0 1 0 0 0,1 0-1 0 0,-1-1 1 0 0,3 1-1 0 0,-2-2 29 0 0,0 0-1 0 0,0-1 0 0 0,0 1 1 0 0,0-1-1 0 0,0 0 0 0 0,-1 1 1 0 0,1-1-1 0 0,-1 0 0 0 0,1 0 1 0 0,-1 0-1 0 0,0 0 0 0 0,0 0 1 0 0,1 0-1 0 0,0-5 0 0 0,-1 1 13 0 0,0 0 1 0 0,0-1-1 0 0,-1 1 0 0 0,1 0 0 0 0,-1 0 0 0 0,-1-1 0 0 0,0 1 1 0 0,1 0-1 0 0,-2 0 0 0 0,1 0 0 0 0,-1 0 0 0 0,0 0 0 0 0,0 0 1 0 0,0 0-1 0 0,-1 1 0 0 0,0-1 0 0 0,0 1 0 0 0,-8-10 0 0 0,8 11-22 0 0,1 1 0 0 0,-1 0 0 0 0,1 0 0 0 0,-1 0 0 0 0,0 0 0 0 0,-1 0 0 0 0,1 0 0 0 0,0 1 0 0 0,-1 0 0 0 0,1-1 0 0 0,-1 2 0 0 0,0-1 0 0 0,1 0 0 0 0,-1 1 0 0 0,0-1 0 0 0,0 1 0 0 0,0 0 0 0 0,0 0 0 0 0,0 1 0 0 0,-1-1 0 0 0,1 1-1 0 0,0 0 1 0 0,0 0 0 0 0,0 0 0 0 0,0 1 0 0 0,0-1 0 0 0,0 1 0 0 0,0 0 0 0 0,-6 3 0 0 0,4-1-3 0 0,0 0-1 0 0,0 1 0 0 0,0 0 1 0 0,1 0-1 0 0,0 0 0 0 0,0 1 1 0 0,0-1-1 0 0,0 1 0 0 0,1 1 1 0 0,0-1-1 0 0,0 1 1 0 0,0-1-1 0 0,0 1 0 0 0,1 0 1 0 0,0 0-1 0 0,1 1 0 0 0,-1-1 1 0 0,1 1-1 0 0,-1 6 0 0 0,-1 4 42 0 0,1 0 0 0 0,1 0 0 0 0,0 0 0 0 0,2 0-1 0 0,0 0 1 0 0,3 24 0 0 0,-1-25 11 0 0,1-1-1 0 0,0 1 1 0 0,1-1-1 0 0,1 0 1 0 0,0 0-1 0 0,10 17 1 0 0,-13-27-61 0 0,0-1-1 0 0,1 0 1 0 0,0 0-1 0 0,0 0 1 0 0,0-1-1 0 0,0 1 1 0 0,1-1 0 0 0,-1 1-1 0 0,1-1 1 0 0,7 5-1 0 0,-8-7-13 0 0,0 0-1 0 0,0 0 1 0 0,0 0 0 0 0,0 0-1 0 0,0 0 1 0 0,0-1-1 0 0,0 1 1 0 0,0-1-1 0 0,0 0 1 0 0,0 0 0 0 0,0 0-1 0 0,0 0 1 0 0,0 0-1 0 0,0-1 1 0 0,0 1-1 0 0,-1-1 1 0 0,1 0 0 0 0,0 0-1 0 0,3-1 1 0 0,-2 0-8 0 0,0 0 0 0 0,0-1 0 0 0,0 1 0 0 0,0-1 0 0 0,0 0 1 0 0,0 0-1 0 0,-1 0 0 0 0,0 0 0 0 0,1-1 0 0 0,-1 1 0 0 0,-1-1 0 0 0,1 0 0 0 0,0 0 1 0 0,-1 0-1 0 0,0 0 0 0 0,0 0 0 0 0,0 0 0 0 0,0-1 0 0 0,-1 1 0 0 0,0-1 0 0 0,1-4 1 0 0,1-12 12 0 0,0 1 0 0 0,-2 0 0 0 0,-1-34 1 0 0,-1 14 12 0 0,-1-9 3 0 0,2 28 37 0 0,6 56-42 0 0,-5-30-29 0 0,2 18 5 0 0,1 0 0 0 0,2-1 0 0 0,10 30 0 0 0,-14-46-4 0 0,1 1 1 0 0,0-1-1 0 0,1 0 1 0 0,-1 0-1 0 0,1 0 1 0 0,1 0-1 0 0,-1-1 1 0 0,1 1-1 0 0,0-1 0 0 0,0 0 1 0 0,0-1-1 0 0,1 1 1 0 0,0-1-1 0 0,-1 0 1 0 0,12 5-1 0 0,-2-3-7 0 0,0-1 1 0 0,29 7-1 0 0,-18-8-3742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1.2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327 376 16983 0 0,'0'0'3332'0'0,"0"-4"-3104"0"0,4-44 3246 0 0,-3 46-3206 0 0,0-1-10 0 0,3-5-155 0 0,-1-1-1 0 0,0 0 0 0 0,0 0 0 0 0,-1 0 1 0 0,0 0-1 0 0,-1 0 0 0 0,1 0 1 0 0,-2 0-1 0 0,0-13 0 0 0,-1 6 92 0 0,0 1 0 0 0,-1-1 0 0 0,-1 0 0 0 0,-9-29 1 0 0,11 42-157 0 0,-1 0 0 0 0,1 0 0 0 0,-1 0 0 0 0,0 0 0 0 0,0 0 0 0 0,0 0 0 0 0,-1 0 1 0 0,1 0-1 0 0,-1 1 0 0 0,1 0 0 0 0,-1-1 0 0 0,0 1 0 0 0,0 0 0 0 0,0 0 0 0 0,0 0 1 0 0,0 1-1 0 0,0-1 0 0 0,-1 1 0 0 0,1 0 0 0 0,0 0 0 0 0,-1 0 0 0 0,1 0 0 0 0,-1 0 0 0 0,1 1 1 0 0,-1 0-1 0 0,-6-1 0 0 0,4 1 8 0 0,-1 1 0 0 0,1-1 0 0 0,0 1 0 0 0,-1 0 0 0 0,1 0 0 0 0,0 1 0 0 0,-1 0 0 0 0,1 0 0 0 0,0 0 0 0 0,1 1 0 0 0,-1 0 0 0 0,0 0 0 0 0,1 0 0 0 0,-6 5 0 0 0,-3 4 8 0 0,1 0-1 0 0,0 1 1 0 0,1 0-1 0 0,0 1 1 0 0,2 0-1 0 0,-1 1 1 0 0,2 1-1 0 0,0-1 1 0 0,0 1-1 0 0,2 1 1 0 0,0-1-1 0 0,1 1 1 0 0,1 1-1 0 0,0-1 1 0 0,1 1-1 0 0,1 0 0 0 0,1 0 1 0 0,0 25-1 0 0,1-11 25 0 0,2 0 0 0 0,7 43-1 0 0,-7-65-57 0 0,1 0-1 0 0,0-1 0 0 0,1 1 1 0 0,0-1-1 0 0,1 0 1 0 0,0 0-1 0 0,0 0 0 0 0,1 0 1 0 0,0-1-1 0 0,0 1 0 0 0,13 13 1 0 0,-17-21-15 0 0,0 0 1 0 0,0 0 0 0 0,0 0-1 0 0,0 0 1 0 0,1 0-1 0 0,-1-1 1 0 0,0 1 0 0 0,1 0-1 0 0,-1 0 1 0 0,1-1 0 0 0,-1 1-1 0 0,1-1 1 0 0,-1 0-1 0 0,1 1 1 0 0,-1-1 0 0 0,1 0-1 0 0,-1 0 1 0 0,1 0-1 0 0,0 0 1 0 0,-1 0 0 0 0,1 0-1 0 0,-1 0 1 0 0,1-1 0 0 0,-1 1-1 0 0,1-1 1 0 0,-1 1-1 0 0,1-1 1 0 0,-1 1 0 0 0,1-1-1 0 0,-1 0 1 0 0,0 1-1 0 0,3-3 1 0 0,3-3 0 0 0,-1 1 0 0 0,1-1 1 0 0,-1 0-1 0 0,9-12 0 0 0,-11 13 2 0 0,24-33 15 0 0,-3-1 0 0 0,-1-1 0 0 0,-2-1-1 0 0,28-73 1 0 0,29-53 77 0 0,-71 157-66 0 0,-5 15-10 0 0,-6 23-11 0 0,-6 38 9 0 0,4 1-1 0 0,2 79 1 0 0,19 137 44 0 0,0 36 28 0 0,-16-258-60 0 0,-3 0 0 0 0,-3 0 0 0 0,-16 72 0 0 0,15-106-12 0 0,-12 34-1 0 0,15-51-10 0 0,0-1-1 0 0,0 0 1 0 0,-1 0 0 0 0,0 0-1 0 0,-1 0 1 0 0,-12 14 0 0 0,16-21-8 0 0,-1 0 0 0 0,1-1 0 0 0,-1 1 1 0 0,0 0-1 0 0,1-1 0 0 0,-1 1 0 0 0,0-1 1 0 0,0 0-1 0 0,0 0 0 0 0,0 0 0 0 0,0-1 1 0 0,0 1-1 0 0,0-1 0 0 0,0 1 0 0 0,0-1 1 0 0,-1 0-1 0 0,1 0 0 0 0,0 0 0 0 0,0-1 1 0 0,0 1-1 0 0,0-1 0 0 0,0 0 0 0 0,-4-1 1 0 0,-1-1 2 0 0,-1 0 0 0 0,0 0 0 0 0,1-1 0 0 0,-1-1 1 0 0,1 1-1 0 0,-12-10 0 0 0,6 2 0 0 0,1-1 0 0 0,0 0 1 0 0,1 0-1 0 0,1-1 0 0 0,0 0 0 0 0,1-1 0 0 0,0-1 0 0 0,1 1 1 0 0,1-2-1 0 0,-10-28 0 0 0,9 20 0 0 0,2 0 1 0 0,1-1-1 0 0,1 0 1 0 0,1 0-1 0 0,1 0 1 0 0,1-46-1 0 0,4 52-4 0 0,0 1 0 0 0,1-1-1 0 0,1 1 1 0 0,1 0 0 0 0,1 1-1 0 0,0-1 1 0 0,2 1-1 0 0,0 0 1 0 0,1 1 0 0 0,0 0-1 0 0,2 0 1 0 0,0 1 0 0 0,1 0-1 0 0,20-20 1 0 0,17-12-3 0 0,3 1 0 0 0,101-69-1 0 0,-20 15 4 0 0,-77 52-2 0 0,-2-3 0 0 0,-2-2 0 0 0,51-71 0 0 0,-95 116 3 0 0,-1-1 0 0 0,0 0 1 0 0,-1 0-1 0 0,0 0 0 0 0,-1 0 0 0 0,0-1 0 0 0,-1 0 1 0 0,0 0-1 0 0,0 0 0 0 0,-1-1 0 0 0,-1 1 0 0 0,0-1 1 0 0,0 0-1 0 0,-1 0 0 0 0,-1 1 0 0 0,0-1 0 0 0,0 0 1 0 0,-2 0-1 0 0,-3-20 0 0 0,5 31-1 0 0,-1 0-1 0 0,1 0 0 0 0,0 1 1 0 0,0-1-1 0 0,-1 0 1 0 0,1 0-1 0 0,-1 0 1 0 0,1 0-1 0 0,-1 0 1 0 0,1 1-1 0 0,-1-1 1 0 0,1 0-1 0 0,-1 0 1 0 0,0 1-1 0 0,1-1 1 0 0,-1 1-1 0 0,0-1 1 0 0,0 0-1 0 0,1 1 1 0 0,-1-1-1 0 0,0 1 1 0 0,0 0-1 0 0,0-1 0 0 0,0 1 1 0 0,-1-1-1 0 0,0 1 1 0 0,0 0 0 0 0,-1 0-1 0 0,1-1 1 0 0,-1 2-1 0 0,1-1 1 0 0,0 0 0 0 0,-1 0-1 0 0,1 1 1 0 0,-5 1-1 0 0,-2 1 3 0 0,0 1 0 0 0,1 0-1 0 0,-1 0 1 0 0,-9 7-1 0 0,4 0 4 0 0,1-1 0 0 0,0 2 1 0 0,1-1-1 0 0,0 2 0 0 0,0 0 0 0 0,2 0 0 0 0,-1 1 0 0 0,2 0 0 0 0,0 1 1 0 0,-10 21-1 0 0,15-27-3 0 0,0 0 0 0 0,1 0 0 0 0,0 1 0 0 0,0-1 0 0 0,1 1 1 0 0,0 0-1 0 0,1-1 0 0 0,0 1 0 0 0,1 0 0 0 0,0 0 0 0 0,0 0 0 0 0,1-1 0 0 0,0 1 1 0 0,1 0-1 0 0,0 0 0 0 0,1-1 0 0 0,0 0 0 0 0,0 1 0 0 0,8 14 0 0 0,-7-17 1 0 0,0-1-1 0 0,0 0 0 0 0,1 0 1 0 0,0 0-1 0 0,0 0 0 0 0,0-1 1 0 0,0 0-1 0 0,1 0 0 0 0,0 0 1 0 0,0-1-1 0 0,0 0 0 0 0,1 0 1 0 0,11 4-1 0 0,-8-4 1 0 0,0-1 1 0 0,0 0 0 0 0,0-1-1 0 0,1-1 1 0 0,-1 1-1 0 0,1-1 1 0 0,-1-1-1 0 0,19-1 1 0 0,0-4 5 0 0,0 0 0 0 0,0-2 0 0 0,-1-1 0 0 0,0-1-1 0 0,53-26 1 0 0,-17-1 64 0 0,-39 20-4076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2.5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 92 16384 0 0,'0'0'6905'0'0,"5"7"-6443"0"0,6 9-352 0 0,-1 1-1 0 0,-1 0 1 0 0,-1 0-1 0 0,0 1 1 0 0,-2 0-1 0 0,0 0 1 0 0,0 1-1 0 0,-2 0 1 0 0,-1 0-1 0 0,3 37 1 0 0,-3 24 207 0 0,-8 102 1 0 0,5-182-316 0 0,-6 102 264 0 0,-40 431 1195 0 0,39-487-1283 0 0,-1-2 473 0 0,-3 81 0 0 0,16-149-348 0 0,24-353 106 0 0,-29 240-419 0 0,-6 0-1 0 0,-43-245 0 0 0,21 189-506 0 0,28 188 505 0 0,-1 0 0 0 0,2 0-1 0 0,-1 1 1 0 0,1-1 0 0 0,-1 0-1 0 0,1 0 1 0 0,1 0 0 0 0,-1 0-1 0 0,1 1 1 0 0,-1-1 0 0 0,1 1-1 0 0,1-1 1 0 0,-1 1 0 0 0,1 0-1 0 0,-1 0 1 0 0,1 0 0 0 0,1 0 0 0 0,-1 0-1 0 0,0 1 1 0 0,1-1 0 0 0,0 1-1 0 0,4-3 1 0 0,6-5 15 0 0,0 2-1 0 0,0-1 1 0 0,1 2-1 0 0,1 0 1 0 0,16-6-1 0 0,-15 7 2 0 0,0 1-1 0 0,0 1 1 0 0,1 1-1 0 0,0 0 1 0 0,-1 1 0 0 0,29-1-1 0 0,-38 4 7 0 0,0 0-1 0 0,1 1 0 0 0,-1 0 1 0 0,0 1-1 0 0,0-1 0 0 0,0 1 1 0 0,0 1-1 0 0,0 0 0 0 0,0 0 1 0 0,0 0-1 0 0,-1 1 0 0 0,1 0 1 0 0,-1 1-1 0 0,-1-1 0 0 0,1 1 1 0 0,7 8-1 0 0,-4-3 15 0 0,-1 2 1 0 0,-1-1-1 0 0,1 1 1 0 0,-2 1-1 0 0,0-1 0 0 0,-1 1 1 0 0,0 1-1 0 0,0-1 0 0 0,-2 1 1 0 0,0 0-1 0 0,0 0 0 0 0,-1 0 1 0 0,-1 0-1 0 0,-1 1 0 0 0,1 24 1 0 0,-3-8 24 0 0,0 1 0 0 0,-3 0 1 0 0,0 0-1 0 0,-2-1 0 0 0,-1 0 0 0 0,-13 34 1 0 0,9-36-1 0 0,-1 0-1 0 0,-1-1 1 0 0,-2-1 0 0 0,0 0 0 0 0,-2-1 0 0 0,-1-1 0 0 0,-1-1 0 0 0,-1 0-1 0 0,-1-2 1 0 0,-45 38 0 0 0,64-58-40 0 0,-1 1 8 0 0,0-1 0 0 0,0 1 0 0 0,-1-1 0 0 0,1 1 1 0 0,-1-1-1 0 0,1 0 0 0 0,-1-1 0 0 0,0 1 0 0 0,1 0 1 0 0,-1-1-1 0 0,0 0 0 0 0,-6 1 0 0 0,9-2-13 0 0,1 0 0 0 0,0 0 0 0 0,-1 0 0 0 0,1-1 0 0 0,0 1 0 0 0,0 0 0 0 0,-1 0 0 0 0,1-1 0 0 0,0 1 0 0 0,-1 0-1 0 0,1 0 1 0 0,0-1 0 0 0,0 1 0 0 0,0 0 0 0 0,-1-1 0 0 0,1 1 0 0 0,0 0 0 0 0,0-1 0 0 0,0 1 0 0 0,0 0 0 0 0,0-1 0 0 0,-1 1 0 0 0,1 0 0 0 0,0-1 0 0 0,0 1 0 0 0,0 0 0 0 0,0-1 0 0 0,0 1 0 0 0,0-1-1 0 0,0 1 1 0 0,0 0 0 0 0,0-1 0 0 0,1 1 0 0 0,-1 0 0 0 0,0-1 0 0 0,0 1 0 0 0,0-1 0 0 0,5-16 47 0 0,2 3-32 0 0,2 0 0 0 0,-1 1-1 0 0,2 0 1 0 0,-1 0-1 0 0,2 1 1 0 0,0 0 0 0 0,0 0-1 0 0,1 2 1 0 0,0-1-1 0 0,1 2 1 0 0,22-14 0 0 0,-23 16-13 0 0,0 0 1 0 0,1 1 0 0 0,-1 0 0 0 0,1 1 0 0 0,0 1 0 0 0,1 0-1 0 0,-1 1 1 0 0,1 0 0 0 0,0 1 0 0 0,-1 0 0 0 0,1 1-1 0 0,0 1 1 0 0,26 2 0 0 0,-34-1-5 0 0,-1 0 0 0 0,0 1 1 0 0,1-1-1 0 0,-1 1 0 0 0,0 0 0 0 0,0 1 1 0 0,0-1-1 0 0,0 1 0 0 0,0 0 0 0 0,-1 0 0 0 0,1 0 1 0 0,-1 1-1 0 0,0-1 0 0 0,0 1 0 0 0,6 7 0 0 0,-6-5 1 0 0,0 1-1 0 0,0 0 0 0 0,-1-1 0 0 0,1 1 1 0 0,-2 0-1 0 0,1 0 0 0 0,-1 1 1 0 0,0-1-1 0 0,-1 0 0 0 0,2 11 0 0 0,-2 1 1 0 0,-1-1 0 0 0,-1 0 0 0 0,0 0 0 0 0,-1 0 0 0 0,-1 0 0 0 0,-1 0 0 0 0,0 0 0 0 0,-13 30 0 0 0,3-18 0 0 0,0 0 0 0 0,-2-1 1 0 0,-2 0-1 0 0,-21 26 1 0 0,28-41-2 0 0,0 0 0 0 0,-1-1 1 0 0,-1-1-1 0 0,0 0 1 0 0,0 0-1 0 0,-1-2 1 0 0,0 0-1 0 0,-1 0 1 0 0,-23 10-1 0 0,29-16 0 0 0,0-1 0 0 0,-1 0 0 0 0,1-1 0 0 0,-1 0 0 0 0,0 0 0 0 0,0-1 0 0 0,1 0 0 0 0,-1-1 0 0 0,0 0 0 0 0,0-1 0 0 0,0 0 0 0 0,0 0 0 0 0,1-1 0 0 0,-1 0-1 0 0,0-1 1 0 0,1 0 0 0 0,0 0 0 0 0,0-1 0 0 0,0-1 0 0 0,0 1 0 0 0,1-1 0 0 0,-1-1 0 0 0,1 0 0 0 0,0 0 0 0 0,1 0 0 0 0,0-1 0 0 0,0 0 0 0 0,0 0 0 0 0,1-1 0 0 0,0 0 0 0 0,1 0 0 0 0,-1-1 0 0 0,1 1 0 0 0,1-1 0 0 0,-4-10 0 0 0,3 6-1 0 0,1 0 1 0 0,0-1-1 0 0,1 0 1 0 0,1 0-1 0 0,-2-19 1 0 0,4 30-2 0 0,0 0 1 0 0,0 0 0 0 0,0-1-1 0 0,0 1 1 0 0,0 0-1 0 0,1 0 1 0 0,-1-1-1 0 0,1 1 1 0 0,0 0-1 0 0,0 0 1 0 0,0 0-1 0 0,1 0 1 0 0,-1 0-1 0 0,1 0 1 0 0,-1 0 0 0 0,1 1-1 0 0,0-1 1 0 0,0 1-1 0 0,0-1 1 0 0,0 1-1 0 0,1-1 1 0 0,-1 1-1 0 0,1 0 1 0 0,-1 0-1 0 0,1 0 1 0 0,0 1-1 0 0,0-1 1 0 0,0 1 0 0 0,5-3-1 0 0,7 1-136 0 0,0 1 0 0 0,0 0 1 0 0,1 1-1 0 0,-1 0 0 0 0,18 2 0 0 0,-12 0-2941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3.1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64 19799 0 0,'0'0'5696'0'0,"4"-4"-5430"0"0,13-10-60 0 0,-16 13-196 0 0,-1 1 0 0 0,0 0-1 0 0,1 0 1 0 0,-1 0 0 0 0,0 0-1 0 0,1 0 1 0 0,-1 0 0 0 0,0 0-1 0 0,1 0 1 0 0,-1 0 0 0 0,0 0-1 0 0,1 0 1 0 0,-1 0 0 0 0,0 0-1 0 0,1 0 1 0 0,-1 1 0 0 0,0-1-1 0 0,1 0 1 0 0,-1 0 0 0 0,0 0-1 0 0,1 0 1 0 0,-1 1 0 0 0,0-1-1 0 0,0 0 1 0 0,1 0 0 0 0,-1 0-1 0 0,0 1 1 0 0,0-1 0 0 0,1 0-1 0 0,-1 1 1 0 0,0-1 0 0 0,0 0-1 0 0,0 0 1 0 0,1 1 0 0 0,-1-1-1 0 0,0 0 1 0 0,0 1 0 0 0,0-1-1 0 0,0 0 1 0 0,0 1 0 0 0,0 0-1 0 0,6 13 115 0 0,-6-13-104 0 0,5 20 136 0 0,-2 0 1 0 0,0 0-1 0 0,-1 1 1 0 0,-1 32 0 0 0,-1-29 27 0 0,1 0 1 0 0,1 0 0 0 0,6 29 0 0 0,0-16 97 0 0,2 0-1 0 0,2-1 1 0 0,19 42 0 0 0,-30-76-238 0 0,0 0 0 0 0,0 0-1 0 0,1-1 1 0 0,-1 1 0 0 0,1-1 0 0 0,0 1 0 0 0,-1-1 0 0 0,1 0 0 0 0,0 0-1 0 0,0 0 1 0 0,1 0 0 0 0,2 3 0 0 0,-3-5-35 0 0,-1 0 0 0 0,1 0 0 0 0,-1 1 0 0 0,0-1 0 0 0,1 0-1 0 0,-1-1 1 0 0,0 1 0 0 0,1 0 0 0 0,-1 0 0 0 0,1-1 0 0 0,-1 1 0 0 0,0 0 0 0 0,1-1 0 0 0,-1 1 0 0 0,0-1-1 0 0,0 0 1 0 0,0 1 0 0 0,1-1 0 0 0,-1 0 0 0 0,0 0 0 0 0,0 0 0 0 0,0 0 0 0 0,0 0 0 0 0,0 0 0 0 0,0 0-1 0 0,0 0 1 0 0,-1 0 0 0 0,1 0 0 0 0,1-3 0 0 0,8-11 20 0 0,0-1 0 0 0,-1-1 0 0 0,0 1 0 0 0,-1-1 0 0 0,-2-1 0 0 0,1 1-1 0 0,-2-1 1 0 0,0-1 0 0 0,2-22 0 0 0,2-24 61 0 0,-1-84 0 0 0,-7 121-58 0 0,-1-1-1 0 0,-7-48 0 0 0,0 91-13 0 0,5 10-5 0 0,2 1-1 0 0,1 0 1 0 0,1 0-1 0 0,0 0 0 0 0,2-1 1 0 0,12 42-1 0 0,-7-35 5 0 0,1 0 0 0 0,1 0 0 0 0,21 40 0 0 0,-27-61-12 0 0,0-1-1 0 0,1 1 1 0 0,-1-1-1 0 0,2-1 0 0 0,0 1 1 0 0,0-1-1 0 0,0 0 1 0 0,1-1-1 0 0,0 0 1 0 0,0 0-1 0 0,1-1 0 0 0,0 0 1 0 0,0 0-1 0 0,11 4 1 0 0,-14-8 12 0 0,0-1 1 0 0,0 1-1 0 0,0-1 1 0 0,0-1-1 0 0,1 1 1 0 0,-1-1-1 0 0,0-1 1 0 0,0 1-1 0 0,0-1 1 0 0,1 0-1 0 0,-1 0 1 0 0,0 0-1 0 0,0-1 1 0 0,-1 0-1 0 0,1-1 1 0 0,0 1-1 0 0,-1-1 1 0 0,1 0-1 0 0,-1 0 1 0 0,0-1-1 0 0,10-7 1 0 0,1-3-855 0 0,-1 0 1 0 0,0-1-1 0 0,0-1 1 0 0,15-24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3.6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 18791 0 0,'0'0'5550'0'0,"4"-2"-5066"0"0,-3 1-466 0 0,0 1 0 0 0,0 0 0 0 0,0 0 1 0 0,0-1-1 0 0,-1 1 0 0 0,1 0 0 0 0,0 0 1 0 0,0 0-1 0 0,0 0 0 0 0,0 0 0 0 0,0 0 0 0 0,0 0 1 0 0,0 0-1 0 0,-1 0 0 0 0,1 1 0 0 0,0-1 1 0 0,0 0-1 0 0,0 0 0 0 0,0 1 0 0 0,0-1 1 0 0,-1 1-1 0 0,1-1 0 0 0,0 1 0 0 0,0-1 1 0 0,-1 1-1 0 0,1-1 0 0 0,0 2 0 0 0,2 1 25 0 0,0 0 0 0 0,0 0 0 0 0,-1 1 0 0 0,0-1 0 0 0,0 1 0 0 0,3 6 0 0 0,4 14 123 0 0,10 38 0 0 0,-14-46-76 0 0,9 47 164 0 0,-3 0 1 0 0,4 75-1 0 0,6 34 151 0 0,18 126 194 0 0,14 76 254 0 0,-52-366-825 0 0,1 2 31 0 0,0-1 0 0 0,0 1 0 0 0,1-1 0 0 0,0 1 0 0 0,1-1 0 0 0,6 12 0 0 0,-10-21-53 0 0,1 0 0 0 0,-1 1 1 0 0,1-1-1 0 0,-1 0 0 0 0,1 0 0 0 0,-1 0 0 0 0,1 1 0 0 0,-1-1 1 0 0,1 0-1 0 0,-1 0 0 0 0,1 0 0 0 0,-1 0 0 0 0,1 0 0 0 0,-1 0 0 0 0,1 0 1 0 0,0 0-1 0 0,-1 0 0 0 0,1 0 0 0 0,-1 0 0 0 0,1-1 0 0 0,-1 1 1 0 0,1 0-1 0 0,-1 0 0 0 0,1-1 0 0 0,-1 1 0 0 0,1 0 0 0 0,-1 0 0 0 0,1-1 1 0 0,-1 1-1 0 0,1 0 0 0 0,-1-1 0 0 0,0 1 0 0 0,1-1 0 0 0,10-19-3624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3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20399 0 0,'0'0'3138'0'0,"3"5"-2444"0"0,-1-2-624 0 0,1-1 0 0 0,0 1 0 0 0,0-1 0 0 0,-1 0 0 0 0,1 1 0 0 0,0-2 0 0 0,1 1-1 0 0,-1 0 1 0 0,0 0 0 0 0,0-1 0 0 0,1 0 0 0 0,-1 0 0 0 0,1 0 0 0 0,4 1 0 0 0,62 6 419 0 0,-42-6-324 0 0,321 23 1282 0 0,-335-24-1333 0 0,1-1 1 0 0,-1 0 0 0 0,16-3 0 0 0,-5-1-3565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4.3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20503 0 0,'0'0'619'0'0,"1"6"92"0"0,58 325 4298 0 0,6 44-4357 0 0,25 156 509 0 0,-66-443-848 0 0,-20-80 165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4.6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20207 0 0,'2'5'922'0'0,"4"7"-658"0"0,0-1 0 0 0,1 1 0 0 0,0-1 0 0 0,1-1 0 0 0,0 1 0 0 0,0-1 0 0 0,1-1 1 0 0,1 0-1 0 0,-1 0 0 0 0,1-1 0 0 0,1 0 0 0 0,0 0 0 0 0,0-1 0 0 0,0-1 0 0 0,1 0 0 0 0,17 6 1 0 0,3 0-10 0 0,0-1 0 0 0,1-2 0 0 0,0-1 0 0 0,1-1 0 0 0,46 2 0 0 0,-33-7 116 0 0,93-7 1 0 0,-67-5-3837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5.0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44 167 20703 0 0,'-1'3'607'0'0,"1"7"0"0"0,-3 7 60 0 0,2-1-1 0 0,1 1 0 0 0,0 0 1 0 0,1 0-1 0 0,3 21 0 0 0,1-18-491 0 0,0-2 0 0 0,1 1 0 0 0,0-1 0 0 0,2 0 0 0 0,0 0 0 0 0,1 0 0 0 0,1-2 0 0 0,21 29 0 0 0,-28-41-146 0 0,0-1 0 0 0,1 1 0 0 0,-1-1 0 0 0,1 0 0 0 0,0 0 1 0 0,0-1-1 0 0,0 1 0 0 0,1-1 0 0 0,-1 0 0 0 0,0 0 0 0 0,1 0 0 0 0,-1 0 0 0 0,1-1 1 0 0,0 0-1 0 0,0 0 0 0 0,-1 0 0 0 0,1-1 0 0 0,0 1 0 0 0,0-1 0 0 0,0 0 1 0 0,0-1-1 0 0,-1 1 0 0 0,1-1 0 0 0,0 0 0 0 0,0 0 0 0 0,-1 0 0 0 0,1-1 0 0 0,7-3 1 0 0,-2 1 6 0 0,0-1 1 0 0,0 0-1 0 0,-1-1 1 0 0,1 0 0 0 0,-1-1-1 0 0,0 1 1 0 0,-1-2-1 0 0,0 1 1 0 0,0-1 0 0 0,-1-1-1 0 0,11-14 1 0 0,-9 9 6 0 0,-1-2 1 0 0,-1 1-1 0 0,0-1 1 0 0,-1 0 0 0 0,-1-1-1 0 0,0 1 1 0 0,-1-1-1 0 0,-1 0 1 0 0,1-26-1 0 0,-3 31-19 0 0,-1 0 0 0 0,0 1 0 0 0,-1-1 0 0 0,0 1 0 0 0,-1-1 0 0 0,0 1 0 0 0,-1-1 0 0 0,0 1 0 0 0,-1 0 0 0 0,0 0 0 0 0,0 1 0 0 0,-2-1 0 0 0,1 1-1 0 0,-14-18 1 0 0,15 23-14 0 0,0 0-1 0 0,-1 1 1 0 0,1 0-1 0 0,-1 0 1 0 0,0 0-1 0 0,0 0 1 0 0,-1 1-1 0 0,1 0 1 0 0,-1 0-1 0 0,0 0 0 0 0,1 1 1 0 0,-1 0-1 0 0,0 0 1 0 0,0 0-1 0 0,-1 1 1 0 0,1 0-1 0 0,0 0 1 0 0,0 0-1 0 0,-1 1 1 0 0,1 0-1 0 0,0 0 1 0 0,-1 1-1 0 0,1 0 0 0 0,0 0 1 0 0,0 0-1 0 0,0 1 1 0 0,0 0-1 0 0,-8 3 1 0 0,1 1-1 0 0,0 0 0 0 0,1 1 0 0 0,0 0 1 0 0,0 1-1 0 0,0 0 0 0 0,1 1 0 0 0,0 0 1 0 0,0 1-1 0 0,1 0 0 0 0,1 1 1 0 0,-12 16-1 0 0,14-17-1 0 0,-6 9 10 0 0,-19 38 0 0 0,29-52-14 0 0,1 0 0 0 0,0 1-1 0 0,0-1 1 0 0,0 1 0 0 0,1-1 0 0 0,0 1 0 0 0,0-1 0 0 0,0 1 0 0 0,1 0 0 0 0,-1-1 0 0 0,2 1 0 0 0,-1 0-1 0 0,1 6 1 0 0,0-11 5 0 0,-1 0-1 0 0,1 1 1 0 0,-1-1 0 0 0,1 1-1 0 0,-1-1 1 0 0,1 0-1 0 0,0 0 1 0 0,-1 1-1 0 0,1-1 1 0 0,0 0-1 0 0,0 0 1 0 0,0 0-1 0 0,0 0 1 0 0,0 0-1 0 0,0 0 1 0 0,0 0-1 0 0,1 0 1 0 0,-1-1-1 0 0,0 1 1 0 0,0 0-1 0 0,1-1 1 0 0,-1 1 0 0 0,0-1-1 0 0,1 1 1 0 0,-1-1-1 0 0,1 0 1 0 0,-1 1-1 0 0,2-1 1 0 0,35-3-3141 0 0,-36 2 2275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5.5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21311 0 0,'1'7'722'0'0,"9"35"494"0"0,0-3-90 0 0,-1 0 0 0 0,-2 0 0 0 0,2 55-1 0 0,-7-48-798 0 0,0-28 17 0 0,-2-1-1 0 0,-1 26 1 0 0,22-61-110 0 0,-8 2-188 0 0,0 0-1 0 0,-1-1 0 0 0,-1-1 1 0 0,11-23-1 0 0,31-81 94 0 0,8-15 23 0 0,-58 132-145 0 0,0-1 0 0 0,0 1 0 0 0,0-1 0 0 0,1 1 0 0 0,0 0 0 0 0,0 0 0 0 0,1 1 0 0 0,4-5 0 0 0,-8 8-11 0 0,1 0 0 0 0,0 0-1 0 0,0 0 1 0 0,0 1 0 0 0,-1-1 0 0 0,1 0 0 0 0,0 1-1 0 0,0-1 1 0 0,0 1 0 0 0,0 0 0 0 0,0 0 0 0 0,0 0-1 0 0,0 0 1 0 0,0 0 0 0 0,0 0 0 0 0,0 0 0 0 0,0 1-1 0 0,-1-1 1 0 0,1 1 0 0 0,0-1 0 0 0,0 1 0 0 0,0 0-1 0 0,0-1 1 0 0,-1 1 0 0 0,1 0 0 0 0,0 0 0 0 0,-1 1-1 0 0,1-1 1 0 0,1 2 0 0 0,9 7 8 0 0,0 0 0 0 0,-1 0-1 0 0,0 2 1 0 0,-1-1 0 0 0,0 1 0 0 0,-1 1-1 0 0,0-1 1 0 0,9 20 0 0 0,3 13 51 0 0,21 60 1 0 0,-6-10 123 0 0,-30-84-134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6.3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377 0 17079 0 0,'0'0'7112'0'0,"-4"7"-6853"0"0,-175 321 1488 0 0,134-236-1190 0 0,-57 169 0 0 0,90-223-464 0 0,2 0 0 0 0,2 0-1 0 0,1 1 1 0 0,2 0 0 0 0,2 0 0 0 0,2 45-1 0 0,2-63-44 0 0,1 1 0 0 0,1-1 0 0 0,1 0 0 0 0,1-1 0 0 0,1 1 0 0 0,1-1 0 0 0,1 0 0 0 0,0 0 0 0 0,1-1 0 0 0,2 0 0 0 0,-1-1 0 0 0,27 33 0 0 0,-25-38-18 0 0,0 0-1 0 0,1-1 1 0 0,0 0-1 0 0,0-1 0 0 0,2-1 1 0 0,-1 0-1 0 0,1-1 1 0 0,0-1-1 0 0,1 0 0 0 0,0-1 1 0 0,0-1-1 0 0,1 0 1 0 0,-1-1-1 0 0,1-1 0 0 0,1-1 1 0 0,-1 0-1 0 0,0-1 0 0 0,1-1 1 0 0,-1-1-1 0 0,1 0 1 0 0,-1-1-1 0 0,0-1 0 0 0,18-4 1 0 0,47-14-3617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6.8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19087 0 0,'0'0'5715'0'0,"1"8"-5436"0"0,-2 134 414 0 0,2 29-53 0 0,21-4 34 0 0,-13-114-354 0 0,-2 1 1 0 0,-2 0-1 0 0,-3 0 0 0 0,-4 55 1 0 0,2-108-368 0 0,-1 0 1 0 0,1 0-1 0 0,0 0 1 0 0,-1 0-1 0 0,1-1 1 0 0,-1 1 0 0 0,1 0-1 0 0,-1 0 1 0 0,1-1-1 0 0,-1 1 1 0 0,1 0-1 0 0,-1-1 1 0 0,0 1-1 0 0,1-1 1 0 0,-1 1-1 0 0,0 0 1 0 0,1-1-1 0 0,-1 0 1 0 0,0 1-1 0 0,0-1 1 0 0,0 1 0 0 0,0-1-1 0 0,1 0 1 0 0,-1 0-1 0 0,0 1 1 0 0,0-1-1 0 0,0 0 1 0 0,0 0-1 0 0,0 0 1 0 0,0 0-1 0 0,1 0 1 0 0,-1 0-1 0 0,0 0 1 0 0,0 0 0 0 0,-1-1-1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9:57.1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97 21207 0 0,'0'0'1604'0'0,"6"3"-781"0"0,3 0-652 0 0,-1-1 0 0 0,1 0-1 0 0,0 0 1 0 0,0-1 0 0 0,0 0 0 0 0,0 0 0 0 0,9-2-1 0 0,75-6 384 0 0,-35 1-263 0 0,41-2 582 0 0,173-36 1 0 0,-121-2-3779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03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27 12864 0 0,'0'0'6865'0'0,"4"-3"-6312"0"0,-2 0-389 0 0,0 1 0 0 0,0 0-1 0 0,0 0 1 0 0,0 0 0 0 0,0 1 0 0 0,0-1 0 0 0,1 0-1 0 0,-1 1 1 0 0,0 0 0 0 0,1-1 0 0 0,-1 1 0 0 0,1 0-1 0 0,2-1 1 0 0,-1 4-49 0 0,-1 0 0 0 0,0 0 0 0 0,0-1-1 0 0,0 2 1 0 0,0-1 0 0 0,0 0-1 0 0,0 1 1 0 0,-1-1 0 0 0,1 1 0 0 0,-1 0-1 0 0,1 0 1 0 0,-1-1 0 0 0,0 2 0 0 0,0-1-1 0 0,-1 0 1 0 0,1 0 0 0 0,-1 1 0 0 0,1-1-1 0 0,-1 1 1 0 0,1 6 0 0 0,2 8 185 0 0,-1 1 1 0 0,0 37 0 0 0,-1-18 165 0 0,1-5-43 0 0,0 1 509 0 0,11 53 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04.2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16879 0 0,'0'0'8675'0'0,"3"7"-8422"0"0,11 32-203 0 0,20 49 776 0 0,-30-80-1464 0 0,0-1 1 0 0,0 1-1 0 0,1-1 1 0 0,9 11-1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05.5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0 452 17079 0 0,'0'0'1923'0'0,"3"0"-1478"0"0,-1 0 0 0 0,1 0 0 0 0,-1 0-1 0 0,1 0 1 0 0,-1 1 0 0 0,1-1 0 0 0,-1 1 0 0 0,1 0 0 0 0,-1 0-1 0 0,4 1 1 0 0,-1 8-325 0 0,-1 0-1 0 0,0 0 1 0 0,-1 0-1 0 0,0 0 1 0 0,-1 0-1 0 0,2 18 1 0 0,0 70 374 0 0,-1-18 97 0 0,-2-71-472 0 0,1 18 665 0 0,9 42-1 0 0,3-86-558 0 0,2-11-167 0 0,-2-1 0 0 0,0-1 0 0 0,-2 0 0 0 0,13-51 0 0 0,-16 47-9 0 0,2 1 1 0 0,2 0-1 0 0,28-55 0 0 0,-26 63-16 0 0,22-33 137 0 0,-37 58-166 0 0,1-1 1 0 0,-1 1 0 0 0,1 0-1 0 0,0 0 1 0 0,-1-1 0 0 0,1 1-1 0 0,-1 0 1 0 0,1 0 0 0 0,-1 0-1 0 0,1 0 1 0 0,0 0 0 0 0,-1 0-1 0 0,1 0 1 0 0,-1 0 0 0 0,1 0-1 0 0,-1 0 1 0 0,1 0 0 0 0,0 0-1 0 0,-1 1 1 0 0,1-1 0 0 0,-1 0-1 0 0,1 0 1 0 0,-1 1 0 0 0,1-1 0 0 0,-1 0-1 0 0,1 0 1 0 0,-1 1 0 0 0,1-1-1 0 0,-1 1 1 0 0,1-1 0 0 0,-1 0-1 0 0,1 2 1 0 0,11 10 45 0 0,-6-4-29 0 0,0 1-1 0 0,-1 0 1 0 0,-1-1 0 0 0,1 2 0 0 0,-1-1 0 0 0,-1 0 0 0 0,0 1-1 0 0,2 13 1 0 0,1 7 110 0 0,1 42 0 0 0,-2-9 176 0 0,-5-61-214 0 0,5-5-80 0 0,0-1 0 0 0,0 0 0 0 0,0 0 0 0 0,0 0 0 0 0,-1 0 0 0 0,0-1 0 0 0,0 1 0 0 0,0-1 0 0 0,0 0 0 0 0,-1-1 0 0 0,3-5 0 0 0,31-69-10 0 0,-27 54 11 0 0,4-3-11 0 0,-3 3-3 0 0,13-40 0 0 0,-16 52 0 0 0,-1 15 0 0 0,2 12 0 0 0,-9-13 0 0 0,9 24 20 0 0,-1 0-1 0 0,0 0 0 0 0,-2 1 1 0 0,3 30-1 0 0,-9-54-15 0 0,1 0 0 0 0,-1 0 0 0 0,1 0 0 0 0,-1 0 0 0 0,1 0 0 0 0,-1 0 1 0 0,1 0-1 0 0,0 0 0 0 0,0 0 0 0 0,-1 0 0 0 0,1 0 0 0 0,0 0 0 0 0,0 0 0 0 0,0-1 0 0 0,0 1 0 0 0,0 0 0 0 0,0-1 0 0 0,0 1 0 0 0,0 0 0 0 0,0-1 0 0 0,0 0 0 0 0,1 1 0 0 0,-1-1 0 0 0,0 0 0 0 0,0 1 0 0 0,0-1 0 0 0,2 0 0 0 0,33 1 74 0 0,-23-4-65 0 0,1-1 0 0 0,-1 0-1 0 0,0-1 1 0 0,0 0 0 0 0,0-1-1 0 0,-1 0 1 0 0,0-1 0 0 0,0 0 0 0 0,-1-1-1 0 0,0-1 1 0 0,0 0 0 0 0,-1 0-1 0 0,0-1 1 0 0,-1 0 0 0 0,0-1 0 0 0,0 0-1 0 0,8-15 1 0 0,-6 9 0 0 0,0-2 1 0 0,-2 1-1 0 0,0-1 1 0 0,-1 0-1 0 0,-1-1 0 0 0,-1 0 1 0 0,0 0-1 0 0,-2-1 0 0 0,0 1 1 0 0,1-41-1 0 0,-5 54-8 0 0,-1 0 0 0 0,0 0 0 0 0,0 0 0 0 0,-1 0 0 0 0,1 1 0 0 0,-1-1 0 0 0,-1 0 0 0 0,0 1 0 0 0,-5-11 0 0 0,7 15-3 0 0,0 0-1 0 0,0 1 1 0 0,0-1-1 0 0,0 1 1 0 0,0-1-1 0 0,-1 1 0 0 0,1-1 1 0 0,0 1-1 0 0,-1 0 1 0 0,1-1-1 0 0,-1 1 1 0 0,1 0-1 0 0,-1 0 1 0 0,0 0-1 0 0,1 0 0 0 0,-1 1 1 0 0,0-1-1 0 0,0 0 1 0 0,1 1-1 0 0,-1-1 1 0 0,0 1-1 0 0,0 0 1 0 0,0-1-1 0 0,0 1 0 0 0,0 0 1 0 0,0 0-1 0 0,1 0 1 0 0,-1 0-1 0 0,0 1 1 0 0,0-1-1 0 0,0 0 0 0 0,0 1 1 0 0,0 0-1 0 0,1-1 1 0 0,-1 1-1 0 0,0 0 1 0 0,0 0-1 0 0,1 0 1 0 0,-1 0-1 0 0,-1 1 0 0 0,-5 5 2 0 0,0 0 0 0 0,1 0 0 0 0,-1 0-1 0 0,1 1 1 0 0,1 0 0 0 0,0 1 0 0 0,0 0 0 0 0,1 0-1 0 0,0 0 1 0 0,0 0 0 0 0,1 1 0 0 0,0-1-1 0 0,1 1 1 0 0,0 0 0 0 0,-3 19 0 0 0,3-14 3 0 0,1 1-1 0 0,1-1 1 0 0,0 1 0 0 0,1-1 0 0 0,1 1-1 0 0,0-1 1 0 0,2 1 0 0 0,-1-1 0 0 0,2 0 0 0 0,5 18-1 0 0,-7-28 0 0 0,0-1 0 0 0,0 1 0 0 0,0 0 1 0 0,0-1-1 0 0,1 1 0 0 0,0-1 0 0 0,0 0 0 0 0,0 0 0 0 0,0 0 0 0 0,1 0 0 0 0,0-1 0 0 0,-1 1 0 0 0,1-1 0 0 0,1 0 0 0 0,-1 0 0 0 0,0 0 0 0 0,1-1 0 0 0,-1 1 0 0 0,1-1 0 0 0,0 0 0 0 0,0-1 0 0 0,0 1 0 0 0,0-1 0 0 0,0 0 0 0 0,10 1 0 0 0,-3-2 3 0 0,0-1 1 0 0,0 0-1 0 0,-1 0 1 0 0,1-1-1 0 0,0-1 0 0 0,0 0 1 0 0,-1-1-1 0 0,0 0 0 0 0,0-1 1 0 0,11-6-1 0 0,55-36-771 0 0,-63 38-2312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06.0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1 18295 0 0,'0'0'7379'0'0,"-1"5"-7191"0"0,0-3-175 0 0,1 1 0 0 0,0 0 1 0 0,0 0-1 0 0,0 0 0 0 0,1-1 0 0 0,-1 1 0 0 0,1 0 1 0 0,-1 0-1 0 0,1-1 0 0 0,0 1 0 0 0,0 0 1 0 0,0-1-1 0 0,0 1 0 0 0,0-1 0 0 0,1 1 0 0 0,-1-1 1 0 0,1 0-1 0 0,0 0 0 0 0,0 1 0 0 0,0-1 1 0 0,4 3-1 0 0,10 10 70 0 0,33 25 1 0 0,-24-21-3 0 0,26 22 70 0 0,-28-25-61 0 0,-2 1 1 0 0,0 1-1 0 0,-1 0 1 0 0,0 2 0 0 0,24 32-1 0 0,-24-18 32 0 0,-2-1 0 0 0,-1 2 0 0 0,-1 1 0 0 0,-2 0 0 0 0,-2 0 0 0 0,13 64 0 0 0,19 233 660 0 0,-40-271-619 0 0,-3 0 0 0 0,-3 0-1 0 0,-2-1 1 0 0,-13 64 0 0 0,8-83-1934 0 0,-21 61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4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5624 0 0,'0'0'18667'0'0,"5"-2"-18293"0"0,9 1-158 0 0,1 0 1 0 0,-1 1-1 0 0,1 1 1 0 0,0 0 0 0 0,-1 1-1 0 0,29 7 1 0 0,3 0 64 0 0,680 94 1918 0 0,-381-55-1589 0 0,-261-37-501 0 0,218 40 279 0 0,11 40 39 0 0,-209-58-310 0 0,-21-6-22 0 0,84 23 106 0 0,-156-48-189 0 0,66 15 192 0 0,119 42-1 0 0,-162-47-180 0 0,-24-10-19 0 0,-1 2 1 0 0,1-1-1 0 0,-1 1 0 0 0,0 1 0 0 0,0 0 1 0 0,0 0-1 0 0,0 0 0 0 0,10 10 0 0 0,27 20 31 0 0,-28-25-3951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44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601 287 11552 0 0,'0'0'6382'0'0,"4"3"-6151"0"0,0 0-178 0 0,-1-1 0 0 0,1 0-1 0 0,0 0 1 0 0,-1 0 0 0 0,1-1 0 0 0,0 1 0 0 0,0-1 0 0 0,0 0 0 0 0,0 0 0 0 0,1 0 0 0 0,-1-1-1 0 0,0 0 1 0 0,0 1 0 0 0,0-1 0 0 0,1-1 0 0 0,-1 1 0 0 0,5-1 0 0 0,1-1 74 0 0,1 1 0 0 0,-1-1 0 0 0,0-1 0 0 0,0 1 0 0 0,0-2 1 0 0,0 0-1 0 0,0 0 0 0 0,-1 0 0 0 0,0-1 0 0 0,0-1 0 0 0,0 0 1 0 0,0 0-1 0 0,-1 0 0 0 0,0-1 0 0 0,-1-1 0 0 0,1 1 0 0 0,-1-1 0 0 0,-1 0 1 0 0,0-1-1 0 0,0 1 0 0 0,9-18 0 0 0,-14 22-72 0 0,1 0 0 0 0,-1 0 0 0 0,0 1 0 0 0,-1-1 0 0 0,1 0 0 0 0,-1 0 1 0 0,1 0-1 0 0,-1 0 0 0 0,0 0 0 0 0,-1 0 0 0 0,1 0 0 0 0,-1 0 0 0 0,0 1 0 0 0,1-1 0 0 0,-2 0 0 0 0,1 0 0 0 0,0 1 0 0 0,-1-1 0 0 0,0 0 0 0 0,0 1 1 0 0,0 0-1 0 0,0-1 0 0 0,0 1 0 0 0,-3-3 0 0 0,-1 0 14 0 0,0-1 0 0 0,0 1 0 0 0,0 1-1 0 0,-1-1 1 0 0,0 1 0 0 0,0 0 0 0 0,0 1 0 0 0,0 0 0 0 0,-1 0 0 0 0,-8-3 0 0 0,1 3 11 0 0,0 1 0 0 0,0 0-1 0 0,0 0 1 0 0,0 2 0 0 0,-1 0 0 0 0,1 1 0 0 0,-1 0 0 0 0,1 1 0 0 0,0 1 0 0 0,-1 0 0 0 0,-16 6 0 0 0,-6 2 95 0 0,2 3-1 0 0,-1 0 0 0 0,-44 25 1 0 0,51-22-76 0 0,1 1 1 0 0,2 2-1 0 0,-1 0 0 0 0,2 2 1 0 0,1 1-1 0 0,1 1 1 0 0,1 1-1 0 0,-26 34 0 0 0,33-37-14 0 0,1 1 0 0 0,1 0-1 0 0,2 1 1 0 0,0 1 0 0 0,1 0-1 0 0,1 0 1 0 0,2 1 0 0 0,0 0-1 0 0,2 1 1 0 0,0 0 0 0 0,-1 28-1 0 0,7-39-27 0 0,0-1-1 0 0,1 1 1 0 0,1 0-1 0 0,0-1 1 0 0,1 1-1 0 0,0-1 0 0 0,2 0 1 0 0,-1 0-1 0 0,2 0 1 0 0,0 0-1 0 0,0-1 1 0 0,1 0-1 0 0,1-1 0 0 0,0 1 1 0 0,1-1-1 0 0,0-1 1 0 0,1 0-1 0 0,0 0 1 0 0,1-1-1 0 0,0 0 0 0 0,21 14 1 0 0,-22-18-23 0 0,6 7 40 0 0,1-1 0 0 0,1-1 1 0 0,-1-1-1 0 0,2 0 1 0 0,-1-2-1 0 0,1 0 1 0 0,24 7-1 0 0,-30-12 4 0 0,0-1-1 0 0,-1 0 1 0 0,16 0 0 0 0,-26-2 12 0 0,-16 4 9 0 0,-10 4-74 0 0,0 0 0 0 0,1 2-1 0 0,0 1 1 0 0,-22 13 0 0 0,31-15-11 0 0,0 0 0 0 0,0 1 1 0 0,1 0-1 0 0,1 1 0 0 0,0 0 0 0 0,0 1 0 0 0,-15 20 0 0 0,24-27-10 0 0,0-1 0 0 0,0 1 0 0 0,1 0-1 0 0,-1 0 1 0 0,1 1 0 0 0,0-1-1 0 0,0 0 1 0 0,1 1 0 0 0,0-1 0 0 0,0 1-1 0 0,0-1 1 0 0,0 1 0 0 0,1 0-1 0 0,0-1 1 0 0,0 1 0 0 0,1-1 0 0 0,-1 1-1 0 0,1 0 1 0 0,1-1 0 0 0,-1 1 0 0 0,1-1-1 0 0,0 0 1 0 0,0 0 0 0 0,0 1-1 0 0,4 4 1 0 0,-2-3-1 0 0,1 0 0 0 0,1 0 0 0 0,0 0 0 0 0,-1-1 0 0 0,2 0 0 0 0,-1 0 0 0 0,1-1 0 0 0,0 1 0 0 0,0-1 0 0 0,1-1 0 0 0,-1 0 0 0 0,1 0 0 0 0,0 0-1 0 0,0-1 1 0 0,14 4 0 0 0,5-1 1 0 0,0 0 0 0 0,0-2 0 0 0,0-2 0 0 0,1 0 0 0 0,0-2 0 0 0,-1 0 0 0 0,1-2 0 0 0,-1-1 0 0 0,0-2 0 0 0,0 0 0 0 0,0-2 0 0 0,-1-1-1 0 0,0-1 1 0 0,0-1 0 0 0,-1-1 0 0 0,0-2 0 0 0,28-18 0 0 0,-48 27 5 0 0,0 1-1 0 0,-1-1 1 0 0,1-1-1 0 0,-1 1 1 0 0,1-1-1 0 0,-1 1 1 0 0,-1-1-1 0 0,1-1 1 0 0,-1 1-1 0 0,0 0 1 0 0,0-1-1 0 0,0 1 1 0 0,3-12-1 0 0,2-23-3872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45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654 39 18791 0 0,'0'0'4016'0'0,"-4"-5"-3846"0"0,-12-14-56 0 0,7 5 268 0 0,16 29-184 0 0,-3 20 3 0 0,-2 0 1 0 0,-1 0-1 0 0,-1 0 0 0 0,-2 0 0 0 0,-12 64 1 0 0,-56 172 773 0 0,32-138-518 0 0,-59 318 1456 0 0,95-420-1622 0 0,0-19 722 0 0,-10-33-614 0 0,-6-16-321 0 0,3 3 5 0 0,-28-42 1 0 0,36 65-71 0 0,-1 0 0 0 0,0 1 0 0 0,-1 0 0 0 0,0 1 0 0 0,0 0 0 0 0,-1 0 0 0 0,-19-13 0 0 0,10 10 8 0 0,-41-19-1 0 0,55 29-17 0 0,0-1 1 0 0,-1 1-1 0 0,1 1 0 0 0,0-1 1 0 0,-1 1-1 0 0,1 0 0 0 0,-1 0 1 0 0,1 0-1 0 0,-1 1 0 0 0,0 0 1 0 0,1 0-1 0 0,-1 1 0 0 0,0-1 1 0 0,-6 3-1 0 0,8-1-2 0 0,0 0 1 0 0,1 0-1 0 0,-1 1 1 0 0,1-1-1 0 0,-1 1 0 0 0,1 0 1 0 0,0 0-1 0 0,0 0 0 0 0,1 0 1 0 0,-1 1-1 0 0,1-1 0 0 0,-1 1 1 0 0,1 0-1 0 0,0-1 1 0 0,0 1-1 0 0,1 0 0 0 0,-1 0 1 0 0,1 0-1 0 0,-1 6 0 0 0,-3 8 6 0 0,2 0 0 0 0,0 1 0 0 0,-1 19 0 0 0,4-4-2 0 0,0 0 0 0 0,3 0 0 0 0,0 0 0 0 0,11 42 0 0 0,-12-71-4 0 0,-1 0 0 0 0,1-1-1 0 0,0 1 1 0 0,0-1 0 0 0,1 0-1 0 0,-1 0 1 0 0,1 0 0 0 0,0 0 0 0 0,0 0-1 0 0,1 0 1 0 0,-1-1 0 0 0,1 0 0 0 0,-1 1-1 0 0,1-1 1 0 0,0-1 0 0 0,0 1-1 0 0,0 0 1 0 0,1-1 0 0 0,-1 0 0 0 0,1 0-1 0 0,-1 0 1 0 0,1-1 0 0 0,0 0 0 0 0,-1 0-1 0 0,10 1 1 0 0,8 1 7 0 0,0-1-1 0 0,0-1 1 0 0,0-1 0 0 0,27-3-1 0 0,-24-1 16 0 0,1 0 0 0 0,-1-2 0 0 0,0 0-1 0 0,35-16 1 0 0,-3-3-3910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4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20095 0 0,'0'0'4151'0'0,"-2"5"-3892"0"0,-5 21 75 0 0,1 0 0 0 0,1 1 1 0 0,-3 44-1 0 0,8-61-459 0 0,0-1 0 0 0,1 1 0 0 0,0-1 0 0 0,0 0-1 0 0,1 1 1 0 0,0-1 0 0 0,0 0 0 0 0,1 0 0 0 0,0 0-1 0 0,1 0 1 0 0,0-1 0 0 0,0 0 0 0 0,1 1 0 0 0,10 11 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49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4120 0 0,'0'0'7712'0'0,"-4"0"-7131"0"0,-14 2 494 0 0,0 0 1 0 0,1 0-1 0 0,-1 2 1 0 0,-31 10-1 0 0,47-13-395 0 0,-9 4 469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50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67 5824 0 0,'0'0'6202'0'0,"-1"-4"-5736"0"0,-1-4 33 0 0,0 1 1 0 0,0-1 0 0 0,1 0-1 0 0,0-14 1 0 0,1 20 214 0 0,1-5 4831 0 0,5 34-5073 0 0,-1 0 1 0 0,-2 0 0 0 0,0 0 0 0 0,-2 38 0 0 0,-15 117 632 0 0,6-99-570 0 0,-28 547 2380 0 0,31-569-2586 0 0,2-46-146 0 0,2 1-1 0 0,0-1 1 0 0,2 30-1 0 0,0-38-5 0 0,-2-5-157 0 0,1-1 1 0 0,0 0-1 0 0,0 1 0 0 0,0-1 0 0 0,0 1 0 0 0,1-1 1 0 0,-1 0-1 0 0,0 1 0 0 0,1-1 0 0 0,-1 0 0 0 0,1 1 1 0 0,-1-1-1 0 0,1 0 0 0 0,-1 1 0 0 0,1-1 0 0 0,0 0 0 0 0,0 0 1 0 0,0 0-1 0 0,0 0 0 0 0,0 0 0 0 0,0 0 0 0 0,0 0 1 0 0,0 0-1 0 0,0 0 0 0 0,0 0 0 0 0,0-1 0 0 0,0 1 1 0 0,2 0-1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51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58 15376 0 0,'0'0'1193'0'0,"-5"0"-124"0"0,-14 0-516 0 0,14 0-117 0 0,-2-2 3144 0 0,7 2-3500 0 0,25-9 498 0 0,0 0 0 0 0,29-4 0 0 0,-10 1 120 0 0,-34 9-485 0 0,1 1 1 0 0,0-1-1 0 0,0 1 0 0 0,-1 1 1 0 0,1 0-1 0 0,0 1 0 0 0,19 1 0 0 0,-26 0-180 0 0,0 0 0 0 0,0 0 0 0 0,0 0 0 0 0,-1 1 0 0 0,1-1 0 0 0,0 1 0 0 0,-1 0 0 0 0,1 0 0 0 0,-1 0-1 0 0,0 0 1 0 0,1 1 0 0 0,-1-1 0 0 0,0 1 0 0 0,-1 0 0 0 0,1 0 0 0 0,0 0 0 0 0,-1 0 0 0 0,1 0 0 0 0,-1 1 0 0 0,0-1-1 0 0,0 1 1 0 0,-1-1 0 0 0,3 8 0 0 0,5 18-3369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5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87 368 3208 0 0,'0'0'4124'0'0,"-3"-5"-3632"0"0,-5-11-380 0 0,0-1 1 0 0,2 1-1 0 0,-6-19 1 0 0,6 15 1362 0 0,0 0 0 0 0,-15-27 1 0 0,20 45-759 0 0,-14-19 5531 0 0,32 13-5903 0 0,0 1 1 0 0,0 0-1 0 0,1 2 1 0 0,0 0-1 0 0,0 1 1 0 0,29-2-1 0 0,-9 0 2 0 0,342-70 2318 0 0,-225 32-473 0 0,-153 44-1989 0 0,-3 5-289 0 0,0 0 1 0 0,-1 0-1 0 0,1 0 0 0 0,-1 0 1 0 0,0-1-1 0 0,0 1 0 0 0,0 0 1 0 0,-1-1-1 0 0,0 0 0 0 0,-4 6 1 0 0,4-5-1914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58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28 1600 0 0,'0'0'81'0'0,"-5"-1"-37"0"0,-56-15 3728 0 0,59 16-2608 0 0,-30-11 18068 0 0,29 19-19096 0 0,0 0 0 0 0,1 0 1 0 0,0 0-1 0 0,0 0 0 0 0,1 0 1 0 0,-1 16-1 0 0,-1 4 83 0 0,-6 64 360 0 0,-8 37 39 0 0,12-102-686 0 0,-51 293 1450 0 0,48-181-4216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59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0 386 16072 0 0,'0'0'5462'0'0,"5"-2"-5301"0"0,76-32 416 0 0,-51 24-368 0 0,-2-2-1 0 0,0-1 1 0 0,36-22-1 0 0,-22 7 146 0 0,-2-2 0 0 0,0-1 1 0 0,-2-2-1 0 0,-1-2 0 0 0,39-48 0 0 0,-74 81-306 0 0,-1 1 0 0 0,0-1-1 0 0,0 0 1 0 0,0 1 0 0 0,0-1-1 0 0,0 0 1 0 0,0 0 0 0 0,0 0-1 0 0,0 0 1 0 0,-1 0 0 0 0,1 0-1 0 0,-1 0 1 0 0,1 0 0 0 0,-1 0-1 0 0,0-3 1 0 0,0 3 119 0 0,-17 0 106 0 0,15 1-259 0 0,-1 0 0 0 0,1 1 0 0 0,-1 0 0 0 0,0-1 0 0 0,1 1 0 0 0,-1 0 0 0 0,1 0 0 0 0,-6 1 1 0 0,-10 4 33 0 0,1 0 1 0 0,0 1 0 0 0,0 1-1 0 0,1 0 1 0 0,-1 2 0 0 0,2 0 0 0 0,-1 0-1 0 0,1 1 1 0 0,-16 15 0 0 0,-7 9 124 0 0,2 1 0 0 0,-36 43 0 0 0,64-68-130 0 0,0 0 0 0 0,1 1-1 0 0,0 0 1 0 0,0 0 0 0 0,2 0-1 0 0,-1 0 1 0 0,1 1 0 0 0,1 0-1 0 0,0 0 1 0 0,1 1 0 0 0,0-1-1 0 0,-2 25 1 0 0,4-27-9 0 0,2 1 1 0 0,-1-1-1 0 0,1 1 0 0 0,1-1 0 0 0,-1 0 1 0 0,2 1-1 0 0,0-1 0 0 0,0 0 0 0 0,1 0 0 0 0,0-1 1 0 0,0 1-1 0 0,1-1 0 0 0,0 0 0 0 0,1 0 1 0 0,13 15-1 0 0,-14-19-14 0 0,-1 0 0 0 0,1-1 0 0 0,0 0 0 0 0,0 0 0 0 0,0 0 1 0 0,1-1-1 0 0,0 1 0 0 0,-1-1 0 0 0,1-1 0 0 0,0 1 0 0 0,0-1 0 0 0,0 0 0 0 0,1 0 1 0 0,-1-1-1 0 0,0 0 0 0 0,1 0 0 0 0,-1-1 0 0 0,1 1 0 0 0,-1-1 0 0 0,1-1 0 0 0,-1 1 1 0 0,0-1-1 0 0,11-3 0 0 0,-5 1 10 0 0,-1 0 0 0 0,1-1-1 0 0,-1-1 1 0 0,-1 0 0 0 0,1 0 0 0 0,-1-1 0 0 0,0-1 0 0 0,0 1 0 0 0,0-2-1 0 0,-1 1 1 0 0,16-18 0 0 0,58-79 232 0 0,-57 60-4020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59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20399 0 0,'0'4'191'0'0,"0"5"602"0"0,1 0 0 0 0,0 1 0 0 0,1-1 0 0 0,4 15 0 0 0,5 7-301 0 0,17 33 0 0 0,5 11 144 0 0,21 74 739 0 0,-39-108-595 0 0,-13-39-671 0 0,4-14-3589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59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0 19591 0 0,'0'0'1558'0'0,"-3"6"-429"0"0,-39 83 1424 0 0,23-45-2038 0 0,-35 57 1 0 0,46-88-455 0 0,-125 184 730 0 0,66-102-479 0 0,41-55-85 0 0,-2-2 0 0 0,-41 44 0 0 0,66-80 50 0 0,22-24-141 0 0,5-9-3614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0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20207 0 0,'8'19'331'0'0,"-1"0"0"0"0,-1 0-1 0 0,-1 1 1 0 0,-1 0-1 0 0,2 25 1 0 0,1 105 1943 0 0,-6-91-2010 0 0,-5 164 620 0 0,0-51-370 0 0,-4 12 312 0 0,-46 263-1 0 0,50-396-441 0 0,4-44-34 0 0,3-32-199 0 0,-1-53-86 0 0,-1 38-3579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00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53 228 17183 0 0,'-5'6'1047'0'0,"-41"46"1573"0"0,44-50-1449 0 0,8-4-943 0 0,365-166 1277 0 0,-154 66-114 0 0,-210 99-1280 0 0,-1 0 1 0 0,1 1-1 0 0,-1 0 1 0 0,1 0-1 0 0,7 0 1 0 0,6 0-2613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01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721 0 19399 0 0,'0'0'4650'0'0,"-9"8"-4362"0"0,-49 47-25 0 0,2 3 1 0 0,3 2 0 0 0,3 2-1 0 0,-57 90 1 0 0,47-47-55 0 0,4 4-1 0 0,4 2 0 0 0,6 2 1 0 0,5 1-1 0 0,4 3 0 0 0,6 1 1 0 0,-20 152-1 0 0,44-222-112 0 0,3 1 1 0 0,2-1 0 0 0,5 58-1 0 0,-2-83-49 0 0,2-1-1 0 0,1 0 1 0 0,0 0-1 0 0,2-1 1 0 0,0 1 0 0 0,2-1-1 0 0,0 0 1 0 0,1-1-1 0 0,15 24 1 0 0,-19-36-31 0 0,1 0 0 0 0,0 0 0 0 0,1 0 0 0 0,0-1 0 0 0,0 0 1 0 0,1 0-1 0 0,0-1 0 0 0,0 0 0 0 0,0 0 0 0 0,1-1 0 0 0,-1 0 0 0 0,1 0 1 0 0,1-1-1 0 0,-1 0 0 0 0,1-1 0 0 0,-1 0 0 0 0,1-1 0 0 0,0 0 0 0 0,17 2 0 0 0,42-5-3562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02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18791 0 0,'0'0'4555'0'0,"4"7"-4222"0"0,1 3-229 0 0,0 1 0 0 0,0 0 0 0 0,-2 0-1 0 0,1 0 1 0 0,-1 0 0 0 0,2 21 0 0 0,2 79 388 0 0,-2-24-103 0 0,1-34-98 0 0,5 82 1241 0 0,-10-135-1516 0 0,-1 0 0 0 0,0 0 0 0 0,0 0 0 0 0,0 0 0 0 0,0-1 0 0 0,1 1 0 0 0,-1 0 0 0 0,0 0 0 0 0,0 0 0 0 0,0 0 0 0 0,0 0 0 0 0,1 0 0 0 0,-1 0 0 0 0,0 0 0 0 0,0 0 0 0 0,1 0 0 0 0,-1 0 0 0 0,0-1 0 0 0,0 1 0 0 0,0 0 0 0 0,1 0 0 0 0,-1 0 0 0 0,0 1 0 0 0,0-1 0 0 0,0 0 0 0 0,1 0 0 0 0,-1 0 0 0 0,0 0 0 0 0,0 0 0 0 0,0 0 0 0 0,1 0 0 0 0,-1 0 0 0 0,0 0 0 0 0,0 0 0 0 0,0 0 0 0 0,0 1 0 0 0,1-1 0 0 0,-1 0 0 0 0,0 0 0 0 0,0 0 0 0 0,0 0 0 0 0,0 1 0 0 0,0-1 0 0 0,1 0 0 0 0,-1 0 0 0 0,0 0 0 0 0,0 0 0 0 0,0 1 0 0 0,0-1 0 0 0,0 0 0 0 0,0 0 0 0 0,0 1 0 0 0,0-1 0 0 0,0 0 0 0 0,0 0 0 0 0,11-19 210 0 0,23-88 32 0 0,12-36-73 0 0,-37 119-142 0 0,2 0 0 0 0,0 1 0 0 0,25-37 0 0 0,-31 54-25 0 0,0 0 0 0 0,0-1 1 0 0,1 2-1 0 0,-1-1 0 0 0,1 1 0 0 0,0 0 0 0 0,1 0 1 0 0,6-4-1 0 0,-10 7-10 0 0,-1 1 0 0 0,1 0 0 0 0,-1 0 0 0 0,1 0 0 0 0,0 0 0 0 0,0 0-1 0 0,0 0 1 0 0,-1 1 0 0 0,1-1 0 0 0,0 1 0 0 0,0 0 0 0 0,0 0 0 0 0,0 0 0 0 0,0 0 0 0 0,0 0 0 0 0,0 1 0 0 0,0-1 0 0 0,-1 1 0 0 0,1 0 0 0 0,0 0 0 0 0,0 0 0 0 0,-1 0 0 0 0,1 0 0 0 0,0 1 0 0 0,2 1 0 0 0,10 9 40 0 0,0 1 1 0 0,-1 0-1 0 0,0 1 1 0 0,-1 0-1 0 0,-1 1 1 0 0,17 26-1 0 0,51 104 349 0 0,-73-130-339 0 0,-7-15-55 0 0,1 1-1 0 0,-1-1 0 0 0,0 0 1 0 0,1 1-1 0 0,-1-1 0 0 0,0 0 1 0 0,1 1-1 0 0,-1-1 0 0 0,1 0 1 0 0,-1 0-1 0 0,1 1 1 0 0,-1-1-1 0 0,1 0 0 0 0,-1 0 1 0 0,1 0-1 0 0,-1 0 0 0 0,1 0 1 0 0,-1 0-1 0 0,1 0 0 0 0,-1 1 1 0 0,1-2-1 0 0,-1 1 0 0 0,1 0 1 0 0,-1 0-1 0 0,1 0 0 0 0,-1 0 1 0 0,1 0-1 0 0,-1 0 0 0 0,1 0 1 0 0,-1-1-1 0 0,1 1 0 0 0,-1 0 1 0 0,0 0-1 0 0,1-1 0 0 0,-1 1 1 0 0,1-1-1 0 0,16-11 13 0 0,0-9-3760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02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18895 0 0,'0'0'6347'0'0,"4"-3"-5955"0"0,13-13-77 0 0,-13 12 153 0 0,-3 6-433 0 0,1 0 1 0 0,-1 0 0 0 0,1 0-1 0 0,-1 0 1 0 0,0 0 0 0 0,0 0-1 0 0,0 0 1 0 0,0 0 0 0 0,0 0-1 0 0,0 1 1 0 0,0-1 0 0 0,-1 0-1 0 0,1 0 1 0 0,-1 4 0 0 0,0-5-35 0 0,5 23 113 0 0,0 2-8 0 0,1 0 1 0 0,12 35-1 0 0,-16-55-63 0 0,1 0-1 0 0,0 0 1 0 0,-1 0 0 0 0,2-1 0 0 0,-1 1-1 0 0,1-1 1 0 0,0 1 0 0 0,0-1 0 0 0,0 0-1 0 0,1-1 1 0 0,0 1 0 0 0,0-1 0 0 0,0 0-1 0 0,0 0 1 0 0,8 4 0 0 0,-11-7-24 0 0,1 0 1 0 0,0-1-1 0 0,0 1 1 0 0,0-1-1 0 0,0 1 0 0 0,0-1 1 0 0,-1 0-1 0 0,1 0 1 0 0,0 0-1 0 0,0 0 1 0 0,0-1-1 0 0,0 1 1 0 0,0-1-1 0 0,-1 0 0 0 0,1 0 1 0 0,0 0-1 0 0,-1 0 1 0 0,1 0-1 0 0,0 0 1 0 0,-1-1-1 0 0,1 0 1 0 0,-1 1-1 0 0,0-1 0 0 0,0 0 1 0 0,0 0-1 0 0,1 0 1 0 0,-2 0-1 0 0,1 0 1 0 0,3-5-1 0 0,1-1 7 0 0,0-1 0 0 0,0 1-1 0 0,-1-1 1 0 0,0 0 0 0 0,-1-1 0 0 0,0 1-1 0 0,3-12 1 0 0,2-23 20 0 0,-2 0 0 0 0,2-69 0 0 0,-8 94-45 0 0,-1-33 0 0 0,1 73-2 0 0,1 0 1 0 0,0-1-1 0 0,1 1 0 0 0,2 0 0 0 0,9 27 1 0 0,-11-38 1 0 0,1-1 0 0 0,0 0 0 0 0,1 0 0 0 0,0 0 0 0 0,0 0 0 0 0,9 9 0 0 0,-10-14 3 0 0,-1 0-1 0 0,1 0 0 0 0,0-1 1 0 0,0 0-1 0 0,0 1 1 0 0,0-1-1 0 0,1-1 0 0 0,-1 1 1 0 0,1-1-1 0 0,0 0 1 0 0,0 0-1 0 0,0 0 0 0 0,6 1 1 0 0,-6-2 23 0 0,0-1 0 0 0,0 0 1 0 0,0 0-1 0 0,0 0 0 0 0,0-1 0 0 0,0 1 1 0 0,0-1-1 0 0,0 0 0 0 0,0-1 1 0 0,0 1-1 0 0,0-1 0 0 0,-1 0 0 0 0,8-4 1 0 0,2-2-1325 0 0,-1-1-1 0 0,18-14 1 0 0,-31 23 1284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03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18391 0 0,'19'-4'381'0'0,"-14"2"97"0"0,1 1-1 0 0,0 0 1 0 0,-1 0 0 0 0,1 0-1 0 0,0 1 1 0 0,0 0 0 0 0,-1 0 0 0 0,9 1-1 0 0,-13 1-436 0 0,0-1 0 0 0,0 0 0 0 0,0 0-1 0 0,-1 0 1 0 0,1 1 0 0 0,0-1 0 0 0,-1 0-1 0 0,1 1 1 0 0,-1-1 0 0 0,1 1 0 0 0,-1-1-1 0 0,0 0 1 0 0,0 1 0 0 0,1-1 0 0 0,-1 3 0 0 0,0-1 49 0 0,50 284 2547 0 0,-50-285-2407 0 0,2 0 79 0 0,-2-1-296 0 0,0-1 0 0 0,0 0 1 0 0,0 0-1 0 0,0 0 0 0 0,0 1 1 0 0,0-1-1 0 0,0 0 1 0 0,0 0-1 0 0,1 0 0 0 0,-1 1 1 0 0,0-1-1 0 0,0 0 0 0 0,0 0 1 0 0,0 0-1 0 0,0 0 0 0 0,0 1 1 0 0,1-1-1 0 0,-1 0 1 0 0,0 0-1 0 0,0 0 0 0 0,0 0 1 0 0,0 0-1 0 0,1 0 0 0 0,-1 0 1 0 0,0 1-1 0 0,0-1 0 0 0,0 0 1 0 0,1 0-1 0 0,-1 0 1 0 0,0 0-1 0 0,0 0 0 0 0,0 0 1 0 0,1 0-1 0 0,-1 0 0 0 0,0 0 1 0 0,0 0-1 0 0,0 0 0 0 0,1 0 1 0 0,-1 0-1 0 0,0 0 1 0 0,0 0-1 0 0,0 0 0 0 0,1-1 1 0 0,-1 1-1 0 0,0 0 0 0 0,0 0 1 0 0,1 0-1 0 0,2-7 26 0 0,1 0 0 0 0,-1 0 0 0 0,0-1 0 0 0,-1 1 0 0 0,0-1 0 0 0,0 1 1 0 0,1-13-1 0 0,2-63 111 0 0,-1 8-16 0 0,-2 58-106 0 0,0 0 0 0 0,2 0 0 0 0,0 1 0 0 0,1-1 0 0 0,1 1 0 0 0,0 0 0 0 0,1 0 0 0 0,10-16 0 0 0,-16 31-26 0 0,-1 1-1 0 0,1 0 1 0 0,-1-1-1 0 0,1 1 1 0 0,0 0-1 0 0,-1-1 1 0 0,1 1-1 0 0,-1 0 1 0 0,1 0-1 0 0,0 0 1 0 0,-1 0-1 0 0,1-1 1 0 0,-1 1-1 0 0,1 0 0 0 0,0 0 1 0 0,-1 0-1 0 0,1 0 1 0 0,0 0-1 0 0,-1 1 1 0 0,1-1-1 0 0,-1 0 1 0 0,1 0-1 0 0,0 0 1 0 0,-1 0-1 0 0,1 1 1 0 0,-1-1-1 0 0,1 0 1 0 0,-1 1-1 0 0,1-1 0 0 0,0 1 1 0 0,16 11 16 0 0,3 4 60 0 0,-2 0 0 0 0,0 2 0 0 0,-1 1 0 0 0,-1 0-1 0 0,-1 1 1 0 0,0 0 0 0 0,-2 1 0 0 0,21 45-1 0 0,-29-54 74 0 0,7 9 100 0 0,-11-20-211 0 0,16-12 12 0 0,-10 5-48 0 0,0-1 0 0 0,-1 1 0 0 0,0-1 1 0 0,0-1-1 0 0,0 1 0 0 0,-1-1 0 0 0,0 0 0 0 0,-1 0 1 0 0,0 0-1 0 0,4-10 0 0 0,2-11-4 0 0,11-47-1 0 0,-12 19-66 0 0,-8 55 38 0 0,12 14-83 0 0,77 166 105 0 0,-79-155-191 0 0,11 16 488 0 0,-2-21-4020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0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0 950 18087 0 0,'0'0'5915'0'0,"6"1"-5659"0"0,-2-1-209 0 0,1 0 0 0 0,-1-1 0 0 0,1 1 0 0 0,-1-1 0 0 0,0 0 0 0 0,1 0 0 0 0,-1 0 0 0 0,0 0 0 0 0,0-1 0 0 0,0 0 0 0 0,0 0-1 0 0,0 0 1 0 0,0 0 0 0 0,-1-1 0 0 0,1 1 0 0 0,-1-1 0 0 0,5-4 0 0 0,6-8 71 0 0,-1-1 0 0 0,0 0-1 0 0,-1 0 1 0 0,0-2 0 0 0,-2 1 0 0 0,0-1-1 0 0,11-30 1 0 0,40-143 494 0 0,33-298 537 0 0,-94 486-1140 0 0,3-23 80 0 0,5-19 257 0 0,-8 44-126 0 0,-3 5-122 0 0,-8 12-55 0 0,0 0 0 0 0,2 0 0 0 0,0 1 0 0 0,-9 24 0 0 0,-25 82 73 0 0,35-97-88 0 0,-26 85 129 0 0,5 1 1 0 0,4 2-1 0 0,-18 230 0 0 0,42-315-116 0 0,1 0-1 0 0,1 0 1 0 0,7 35-1 0 0,-7-53-17 0 0,2 0-1 0 0,0 0 1 0 0,0 0-1 0 0,1 0 0 0 0,0 0 1 0 0,1 0-1 0 0,0-1 0 0 0,1 0 1 0 0,0 0-1 0 0,12 15 0 0 0,-15-22-13 0 0,0-1-1 0 0,-1 1 1 0 0,1-1-1 0 0,0 0 1 0 0,0 1-1 0 0,1-2 0 0 0,-1 1 1 0 0,0 0-1 0 0,1 0 1 0 0,-1-1-1 0 0,1 0 1 0 0,-1 0-1 0 0,1 0 0 0 0,0 0 1 0 0,0 0-1 0 0,-1-1 1 0 0,1 0-1 0 0,0 0 1 0 0,0 0-1 0 0,-1 0 0 0 0,1 0 1 0 0,0-1-1 0 0,0 0 1 0 0,-1 1-1 0 0,1-2 1 0 0,-1 1-1 0 0,7-3 0 0 0,-6 3-2 0 0,-1-1 0 0 0,1 0 0 0 0,0-1-1 0 0,-1 1 1 0 0,1-1 0 0 0,-1 1-1 0 0,0-1 1 0 0,0 0 0 0 0,0 0 0 0 0,0 0-1 0 0,-1-1 1 0 0,1 1 0 0 0,-1-1-1 0 0,0 1 1 0 0,0-1 0 0 0,0 0-1 0 0,0 0 1 0 0,-1 0 0 0 0,0 0 0 0 0,1 0-1 0 0,-1 0 1 0 0,-1 0 0 0 0,1 0-1 0 0,0-5 1 0 0,-3-13 28 0 0,0 0-1 0 0,-1 0 0 0 0,-1 0 1 0 0,-1 1-1 0 0,-1 0 1 0 0,-1 0-1 0 0,-1 0 1 0 0,-1 1-1 0 0,-21-36 1 0 0,29 54 64 0 0,15 26-66 0 0,-7-19-27 0 0,0-1 0 0 0,0 1-1 0 0,0-1 1 0 0,0-1 0 0 0,1 1-1 0 0,-1-1 1 0 0,1-1 0 0 0,0 1-1 0 0,0-1 1 0 0,14 2-1 0 0,8-1 14 0 0,46 0 0 0 0,-62-3-13 0 0,1-1-1 0 0,-1-1 1 0 0,0 0 0 0 0,0-1 0 0 0,0 0-1 0 0,-1-1 1 0 0,1-1 0 0 0,-1 0-1 0 0,0-1 1 0 0,0 0 0 0 0,-1-1 0 0 0,0 0-1 0 0,0-1 1 0 0,0-1 0 0 0,-1 0-1 0 0,-1 0 1 0 0,1-1 0 0 0,-2 0 0 0 0,1-1-1 0 0,-1 0 1 0 0,-1 0 0 0 0,0-1-1 0 0,-1 0 1 0 0,0-1 0 0 0,-1 0-1 0 0,0 0 1 0 0,-1 0 0 0 0,0 0 0 0 0,-1-1-1 0 0,-1 0 1 0 0,4-28 0 0 0,-7 37-5 0 0,1-2 0 0 0,0 0 0 0 0,0 0 0 0 0,-1 0 1 0 0,0 0-1 0 0,0 0 0 0 0,-1 0 0 0 0,-1-9 0 0 0,-3 3 1 0 0,-1 3 6 0 0,5 10-6 0 0,0 0-1 0 0,0-1 1 0 0,0 1-1 0 0,0 0 1 0 0,0 0-1 0 0,0 0 1 0 0,0 0-1 0 0,0 0 1 0 0,0 0-1 0 0,0 1 1 0 0,0-1-1 0 0,0 0 1 0 0,0 0-1 0 0,0 1 1 0 0,0-1-1 0 0,0 1 1 0 0,0-1-1 0 0,-2 2 1 0 0,3-2 0 0 0,-6 3 1 0 0,1 1 0 0 0,-1 0 0 0 0,1 0 0 0 0,0 0-1 0 0,0 1 1 0 0,0-1 0 0 0,1 1 0 0 0,-1 0 0 0 0,-5 11 0 0 0,2-5 4 0 0,2 0 0 0 0,-1 1 1 0 0,-8 25-1 0 0,11-24 3 0 0,0 1 0 0 0,1-1 0 0 0,1 1 1 0 0,0 0-1 0 0,0 24 0 0 0,2-33-5 0 0,0-1-1 0 0,0 1 0 0 0,1-1 1 0 0,-1 1-1 0 0,1-1 0 0 0,0 1 1 0 0,0-1-1 0 0,1 0 0 0 0,-1 1 1 0 0,1-1-1 0 0,0 0 1 0 0,0 0-1 0 0,0 0 0 0 0,0-1 1 0 0,1 1-1 0 0,0 0 0 0 0,0-1 1 0 0,0 1-1 0 0,0-1 0 0 0,0 0 1 0 0,6 4-1 0 0,-6-6-2 0 0,-1-1-1 0 0,0 1 1 0 0,1 0 0 0 0,-1-1-1 0 0,1 0 1 0 0,-1 1-1 0 0,1-1 1 0 0,-1 0 0 0 0,1 0-1 0 0,-1-1 1 0 0,1 1 0 0 0,-1 0-1 0 0,1-1 1 0 0,-1 0-1 0 0,0 1 1 0 0,1-1 0 0 0,-1 0-1 0 0,0 0 1 0 0,1 0-1 0 0,-1-1 1 0 0,0 1 0 0 0,0 0-1 0 0,0-1 1 0 0,3-3 0 0 0,2 0-1 0 0,-1-1 0 0 0,1 0 0 0 0,-1-1 0 0 0,-1 1 0 0 0,10-15 0 0 0,1-6 0 0 0,-7 14 0 0 0,-1 0 0 0 0,0-1 0 0 0,-1 0 0 0 0,-1 0 0 0 0,0-1 0 0 0,-1 0 0 0 0,4-18 0 0 0,-8 47 3 0 0,0 0 1 0 0,1 0-1 0 0,1 0 1 0 0,0 0-1 0 0,1 0 1 0 0,10 24-1 0 0,-8-26 6 0 0,-5-9 5 0 0,7 5 3 0 0,-7-18-15 0 0,-1 1 0 0 0,-1 0-1 0 0,1 0 1 0 0,-2 0 0 0 0,1 0 0 0 0,-1 0 0 0 0,0 0-1 0 0,-7-17 1 0 0,-6-24 5 0 0,11 28-6 0 0,0 1 1 0 0,1-1-1 0 0,2 0 1 0 0,0 0-1 0 0,2-23 1 0 0,2 32-2 0 0,2-2 0 0 0,9-5 0 0 0,-8 17 1 0 0,-3 3-1 0 0,32-14 18 0 0,-31 14-18 0 0,-1-1 1 0 0,1 0-1 0 0,-1 0 1 0 0,0 0-1 0 0,1 0 0 0 0,-1-1 1 0 0,0 0-1 0 0,0 1 0 0 0,0-1 1 0 0,0 0-1 0 0,0 0 1 0 0,2-3-1 0 0,7-10-3924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05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4720 0 0,'0'0'5469'0'0,"4"3"-6450"0"0,18 12 696 0 0,0-2-1 0 0,1 0 1 0 0,37 15 0 0 0,0 0-5 0 0,-21-9 126 0 0,-1 3 1 0 0,-1 1-1 0 0,-1 1 0 0 0,44 40 1 0 0,-63-48 107 0 0,-1 1 1 0 0,0 0-1 0 0,-2 1 1 0 0,0 0-1 0 0,-1 1 0 0 0,-1 1 1 0 0,-1 0-1 0 0,0 0 1 0 0,-2 1-1 0 0,9 26 1 0 0,-9-13 7 0 0,-2 1 1 0 0,-1-1 0 0 0,-2 1-1 0 0,-1 1 1 0 0,-2-1 0 0 0,-1 0-1 0 0,-2 0 1 0 0,-1 1 0 0 0,-2-1-1 0 0,-13 50 1 0 0,2-29-9 0 0,-3 0 0 0 0,-2-1 0 0 0,-2-1 0 0 0,-2 0 0 0 0,-50 74 0 0 0,52-94 22 0 0,-1-1 0 0 0,-1-1 1 0 0,-40 39-1 0 0,53-59 16 0 0,-2 0 0 0 0,1-1 0 0 0,-1-1 0 0 0,-1 0 0 0 0,0-1 1 0 0,0 0-1 0 0,-1-1 0 0 0,0-1 0 0 0,-1-1 0 0 0,-19 6 0 0 0,-27-3-712 0 0,51-8-2443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0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3134 57 16575 0 0,'0'0'6438'0'0,"0"-4"-6148"0"0,0-12 10 0 0,0 11 19 0 0,-5-6 328 0 0,3 10-596 0 0,0-1 1 0 0,-1 0 0 0 0,1 1 0 0 0,-1-1 0 0 0,1 1-1 0 0,-1 0 1 0 0,1 0 0 0 0,-1 0 0 0 0,0 0 0 0 0,0 1-1 0 0,-5-2 1 0 0,-36-2 196 0 0,34 3-179 0 0,-29 1 114 0 0,-1 1-1 0 0,0 1 1 0 0,-49 10-1 0 0,-122 35 271 0 0,138-30-318 0 0,-649 122 740 0 0,-6-35-209 0 0,278-43-112 0 0,362-47-307 0 0,2 4-1 0 0,0 3 1 0 0,1 4-1 0 0,-153 67 0 0 0,183-69 82 0 0,53-22-285 0 0,1-6-14 0 0,-4-13-3828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09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1491 13768 0 0,'0'0'5262'0'0,"-1"4"-4771"0"0,-7 12 38 0 0,7-12 587 0 0,0-1-656 0 0,2-3-423 0 0,-1 0 1 0 0,0 0-1 0 0,0 0 1 0 0,0 1-1 0 0,0-1 1 0 0,0 0-1 0 0,0 0 1 0 0,0 1-1 0 0,0-1 0 0 0,0 0 1 0 0,0 0-1 0 0,0 1 1 0 0,0-1-1 0 0,0 0 1 0 0,0 0-1 0 0,0 1 1 0 0,0-1-1 0 0,0 0 1 0 0,0 0-1 0 0,0 1 0 0 0,0-1 1 0 0,-1 0-1 0 0,1 0 1 0 0,0 1-1 0 0,0-1 1 0 0,0 0-1 0 0,0 0 1 0 0,0 0-1 0 0,-1 1 1 0 0,1-1-1 0 0,0 0 0 0 0,0 0 1 0 0,0 0-1 0 0,-1 0 1 0 0,1 0-1 0 0,0 1 1 0 0,0-1-1 0 0,0 0 1 0 0,-1 0-1 0 0,1 0 0 0 0,0 0 1 0 0,0 0-1 0 0,-1 0 1 0 0,1 0-1 0 0,0 0 1 0 0,0 0-1 0 0,-1 0 1 0 0,1 0-1 0 0,0 0 1 0 0,0 0-1 0 0,-1 0 0 0 0,1 0 1 0 0,0 0-1 0 0,0 0 1 0 0,-1 0-1 0 0,1 0 1 0 0,0 0-1 0 0,0 0 1 0 0,-1-1-1 0 0,1 1 1 0 0,0 0-1 0 0,0 0 0 0 0,0 0 1 0 0,-1 0-1 0 0,1-1 1 0 0,0 1-1 0 0,-5-4 60 0 0,1-1-1 0 0,-1 0 1 0 0,1 0-1 0 0,0 0 1 0 0,1 0 0 0 0,-1-1-1 0 0,1 1 1 0 0,0-1-1 0 0,1 0 1 0 0,-1 0-1 0 0,-2-11 1 0 0,1 8-1 0 0,-18-62 378 0 0,2-1-1 0 0,4-1 1 0 0,-10-95 0 0 0,15 56-144 0 0,5 1 1 0 0,4-1 0 0 0,24-198 0 0 0,-13 237-204 0 0,13-81 90 0 0,-18 136-182 0 0,1 1 0 0 0,0-1 1 0 0,2 1-1 0 0,0 0 0 0 0,0 1 1 0 0,14-22-1 0 0,-19 35-25 0 0,0 0 0 0 0,0 0 0 0 0,0 0 0 0 0,0 0 0 0 0,1 1 0 0 0,-1-1 0 0 0,1 1 0 0 0,-1 0 0 0 0,1-1 0 0 0,0 1 0 0 0,0 0 0 0 0,0 1 0 0 0,0-1-1 0 0,0 0 1 0 0,0 1 0 0 0,1 0 0 0 0,-1 0 0 0 0,1 0 0 0 0,4-1 0 0 0,-4 2-2 0 0,0 0-1 0 0,1 1 1 0 0,-1 0 0 0 0,0-1-1 0 0,0 1 1 0 0,0 1 0 0 0,1-1-1 0 0,-1 1 1 0 0,-1-1 0 0 0,1 1-1 0 0,0 0 1 0 0,0 1 0 0 0,-1-1-1 0 0,1 0 1 0 0,4 6-1 0 0,2 0 7 0 0,-1 1-1 0 0,-1 1 1 0 0,0 0-1 0 0,0 0 1 0 0,-1 0-1 0 0,12 22 1 0 0,28 75 66 0 0,-39-87-64 0 0,2 6 2 0 0,-1 1 0 0 0,-2-1 0 0 0,0 2 0 0 0,-2-1 0 0 0,-1 1 0 0 0,-1 0 1 0 0,-2-1-1 0 0,-1 1 0 0 0,0 0 0 0 0,-8 42 0 0 0,2-38 7 0 0,-2 0-1 0 0,-1 0 1 0 0,-1-1 0 0 0,-2 0-1 0 0,0-1 1 0 0,-3-1 0 0 0,0 0 0 0 0,-31 43-1 0 0,43-68-17 0 0,0-1 0 0 0,0 0 0 0 0,0 0 0 0 0,0 0 0 0 0,0 0-1 0 0,-1 0 1 0 0,1 0 0 0 0,-1-1 0 0 0,0 0 0 0 0,1 0-1 0 0,-1 0 1 0 0,0 0 0 0 0,-9 2 0 0 0,11-3-5 0 0,0-1 0 0 0,0 1 0 0 0,-1-1 0 0 0,1 0 1 0 0,-1 0-1 0 0,1 0 0 0 0,0 0 0 0 0,-1 0 0 0 0,1-1 0 0 0,0 1 0 0 0,-1-1 1 0 0,1 1-1 0 0,0-1 0 0 0,0 0 0 0 0,0 0 0 0 0,0 0 0 0 0,-1 0 0 0 0,1 0 1 0 0,0 0-1 0 0,1-1 0 0 0,-1 1 0 0 0,0-1 0 0 0,0 1 0 0 0,1-1 0 0 0,-1 0 1 0 0,-2-3-1 0 0,3 3-3 0 0,0 1 1 0 0,1-1-1 0 0,-1 0 0 0 0,0 0 1 0 0,1 0-1 0 0,-1 0 1 0 0,1 0-1 0 0,-1 1 1 0 0,1-1-1 0 0,0 0 0 0 0,0 0 1 0 0,0 0-1 0 0,0 0 1 0 0,0 0-1 0 0,0 0 1 0 0,1 0-1 0 0,-1 0 1 0 0,1 0-1 0 0,-1 0 0 0 0,1 0 1 0 0,0 0-1 0 0,-1 1 1 0 0,1-1-1 0 0,0 0 1 0 0,0 1-1 0 0,1-1 0 0 0,-1 0 1 0 0,0 1-1 0 0,0-1 1 0 0,1 1-1 0 0,-1 0 1 0 0,2-2-1 0 0,3-2-4 0 0,0 0 0 0 0,0 0 0 0 0,1 0-1 0 0,-1 0 1 0 0,1 1 0 0 0,12-5 0 0 0,-8 4 0 0 0,0 1 0 0 0,0 0 0 0 0,1 1 1 0 0,-1 0-1 0 0,1 1 0 0 0,-1 1 0 0 0,1-1 0 0 0,0 2 0 0 0,0 0 0 0 0,-1 0 0 0 0,1 1 1 0 0,0 0-1 0 0,0 1 0 0 0,-1 1 0 0 0,1 0 0 0 0,-1 0 0 0 0,0 1 0 0 0,0 0 1 0 0,0 1-1 0 0,-1 0 0 0 0,0 1 0 0 0,0 0 0 0 0,0 1 0 0 0,0 0 0 0 0,15 16 0 0 0,-11-6 2 0 0,0 1 0 0 0,-2 0 0 0 0,0 1 0 0 0,-1 1 0 0 0,-1-1-1 0 0,0 2 1 0 0,-2 0 0 0 0,-1 0 0 0 0,0 0 0 0 0,6 41 0 0 0,-6-16 1 0 0,-2 2 1 0 0,-3-1 0 0 0,-1 0-1 0 0,-7 52 1 0 0,5-84 1 0 0,-2 0 0 0 0,1-1 0 0 0,-2 1 0 0 0,0-1 0 0 0,0 0 0 0 0,-2 0 0 0 0,1 0 0 0 0,-2-1 0 0 0,0 0 0 0 0,-17 24 0 0 0,18-29 0 0 0,0-1 0 0 0,-1 0 0 0 0,1-1 0 0 0,-2 1 0 0 0,1-1 0 0 0,-1 0 0 0 0,1-1 0 0 0,-1 0 0 0 0,-1 0 0 0 0,1-1 0 0 0,-1 0 0 0 0,0 0 0 0 0,0-1 0 0 0,0-1 0 0 0,0 1 0 0 0,-1-1 0 0 0,1-1 0 0 0,-13 1 0 0 0,7-2 0 0 0,0-1 0 0 0,0 0 0 0 0,0-1 0 0 0,1-1 0 0 0,-1 0 0 0 0,1-1 0 0 0,0-1 0 0 0,0 0 0 0 0,0-1 0 0 0,1 0 0 0 0,-1-1 0 0 0,2-1 0 0 0,-1 0 0 0 0,1-1 0 0 0,-21-19 0 0 0,9 5 0 0 0,2 0 0 0 0,1-2 0 0 0,1 0-1 0 0,1-1 1 0 0,1-2 0 0 0,-19-37 0 0 0,34 59-3 0 0,0 0 1 0 0,1 0-1 0 0,-1-1 1 0 0,1 1 0 0 0,0 0-1 0 0,1-1 1 0 0,-2-10-1 0 0,3 15 1 0 0,0 0 0 0 0,0 1 0 0 0,0-1-1 0 0,0 0 1 0 0,0 1 0 0 0,1-1 0 0 0,-1 0-1 0 0,1 1 1 0 0,-1-1 0 0 0,1 1 0 0 0,0-1-1 0 0,-1 1 1 0 0,1-1 0 0 0,0 1 0 0 0,0 0-1 0 0,0-1 1 0 0,0 1 0 0 0,0 0 0 0 0,0 0 0 0 0,1 0-1 0 0,-1 0 1 0 0,0-1 0 0 0,1 2 0 0 0,-1-1-1 0 0,0 0 1 0 0,1 0 0 0 0,-1 0 0 0 0,1 1-1 0 0,-1-1 1 0 0,1 1 0 0 0,0-1 0 0 0,-1 1-1 0 0,1 0 1 0 0,-1-1 0 0 0,3 1 0 0 0,9 0-233 0 0,-1 0 0 0 0,1 0 0 0 0,-1 2 0 0 0,1-1 1 0 0,-1 2-1 0 0,0-1 0 0 0,21 8 0 0 0,-22-6-1829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1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73 12360 0 0,'0'0'574'0'0,"6"-5"-70"0"0,10-8-309 0 0,-6 3-114 0 0,1 1 0 0 0,0 1 0 0 0,0 0 0 0 0,22-11 0 0 0,-31 18 441 0 0,1 25 527 0 0,-5-12-752 0 0,-1 0 1 0 0,0-1-1 0 0,0 1 1 0 0,-11 21-1 0 0,1 2 262 0 0,9-25-415 0 0,-47 158 2668 0 0,39-121-2082 0 0,-9 38 649 0 0,19-78-1187 0 0,2 0 0 0 0,-1 1 0 0 0,1-1 0 0 0,0 0 0 0 0,0 1 0 0 0,1-1 0 0 0,0 1-1 0 0,0-1 1 0 0,3 8 0 0 0,-3-12-132 0 0,0-1 0 0 0,1 1 0 0 0,-1-1 0 0 0,1 1 0 0 0,0-1 0 0 0,0 0 0 0 0,0 0 0 0 0,0 0 0 0 0,0 0 0 0 0,1 0 0 0 0,-1 0 0 0 0,1 0 0 0 0,-1-1 0 0 0,1 1 0 0 0,-1-1 0 0 0,1 0 0 0 0,0 0 0 0 0,0 0 0 0 0,0 0 0 0 0,-1 0 0 0 0,1 0 0 0 0,4 0 0 0 0,2 0 23 0 0,-1 0 0 0 0,1-1 0 0 0,0 0 0 0 0,-1 0-1 0 0,1 0 1 0 0,12-3 0 0 0,-9-1-22 0 0,0 0 1 0 0,0 0-1 0 0,-1-1 0 0 0,0 0 1 0 0,0-1-1 0 0,0-1 0 0 0,-1 1 0 0 0,0-2 1 0 0,0 1-1 0 0,0-1 0 0 0,-1-1 0 0 0,-1 0 1 0 0,1 0-1 0 0,6-11 0 0 0,-4 6 9 0 0,-1-1 0 0 0,-1 0-1 0 0,-1 0 1 0 0,0-1 0 0 0,-1 0-1 0 0,0 0 1 0 0,-1-1 0 0 0,-1 0-1 0 0,4-26 1 0 0,-8 32-15 0 0,-1 1 0 0 0,0-1 0 0 0,0 0 0 0 0,-1 0 0 0 0,0 0 0 0 0,-1 0 0 0 0,0 1 0 0 0,-1-1 0 0 0,-8-19-1 0 0,11 29-46 0 0,0 0-1 0 0,0 0 1 0 0,-1 1-1 0 0,1-1 0 0 0,0 0 1 0 0,-1 0-1 0 0,1 0 0 0 0,-1 0 1 0 0,1 0-1 0 0,-1 0 0 0 0,1 0 1 0 0,-1 1-1 0 0,0-1 0 0 0,1 0 1 0 0,-1 0-1 0 0,0 1 0 0 0,0-1 1 0 0,1 0-1 0 0,-1 1 1 0 0,0-1-1 0 0,0 1 0 0 0,0-1 1 0 0,0 1-1 0 0,0 0 0 0 0,0-1 1 0 0,0 1-1 0 0,0 0 0 0 0,0 0 1 0 0,0 0-1 0 0,0-1 0 0 0,0 1 1 0 0,0 0-1 0 0,0 0 0 0 0,0 0 1 0 0,0 1-1 0 0,0-1 1 0 0,0 0-1 0 0,-2 1 0 0 0,1 0 3 0 0,0 0 0 0 0,-1 1-1 0 0,1-1 1 0 0,0 1 0 0 0,0 0-1 0 0,0-1 1 0 0,1 1 0 0 0,-1 0-1 0 0,0 0 1 0 0,1 0 0 0 0,-1 1-1 0 0,1-1 1 0 0,0 0 0 0 0,-2 4-1 0 0,-3 10 12 0 0,0-1-1 0 0,2 1 1 0 0,0 0-1 0 0,1 1 1 0 0,0-1-1 0 0,1 1 0 0 0,1-1 1 0 0,1 1-1 0 0,2 18 1 0 0,-1-26-8 0 0,0 0 0 0 0,1 0 0 0 0,0-1 1 0 0,0 1-1 0 0,1-1 0 0 0,1 1 0 0 0,-1-1 0 0 0,7 11 1 0 0,-6-14-3 0 0,-1 0 1 0 0,1-1 0 0 0,-1 1 0 0 0,2-1-1 0 0,-1 0 1 0 0,0 0 0 0 0,1 0 0 0 0,-1-1 0 0 0,1 0-1 0 0,0 1 1 0 0,0-2 0 0 0,1 1 0 0 0,9 3-1 0 0,-10-4 17 0 0,-1-1-1 0 0,1 0 1 0 0,-1-1-1 0 0,1 1 0 0 0,0-1 1 0 0,-1 1-1 0 0,1-2 1 0 0,-1 1-1 0 0,1 0 1 0 0,0-1-1 0 0,-1 0 0 0 0,1 0 1 0 0,-1 0-1 0 0,9-4 1 0 0,-5 1-695 0 0,0 0 0 0 0,0-1 0 0 0,0 1 1 0 0,-1-2-1 0 0,12-9 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10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20599 0 0,'0'0'240'0'0,"-1"5"355"0"0,-37 194 1966 0 0,-1 0-1973 0 0,26-46 5 0 0,7 1 0 0 0,20 240 0 0 0,7-210 193 0 0,79 322 0 0 0,-94-482-695 0 0,-4-12-1 0 0,1-1 0 0 0,0 0 0 0 0,1 0 1 0 0,0 0-1 0 0,1 0 0 0 0,8 13 0 0 0,-12-23 6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1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21911 0 0,'12'15'774'0'0,"1"0"-1"0"0,0-1 1 0 0,23 19-1 0 0,-30-29-558 0 0,0 0 1 0 0,0 0-1 0 0,1 0 1 0 0,0-1 0 0 0,0 0-1 0 0,0 0 1 0 0,0-1-1 0 0,0 0 1 0 0,1 0-1 0 0,-1 0 1 0 0,15 0-1 0 0,-3-2-97 0 0,-1 0 0 0 0,0-2 0 0 0,1 0 0 0 0,-1-1-1 0 0,0-1 1 0 0,0-1 0 0 0,-1 0 0 0 0,0-1 0 0 0,28-14 0 0 0,-4-2-1364 0 0,-1-1 1 0 0,49-39 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1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20503 0 0,'0'0'3672'0'0,"-4"0"-3181"0"0,3 0-469 0 0,-1 1 1 0 0,1-1-1 0 0,0 0 1 0 0,0 0-1 0 0,0 1 0 0 0,0-1 1 0 0,-1 0-1 0 0,1 1 1 0 0,0-1-1 0 0,0 1 0 0 0,0 0 1 0 0,0-1-1 0 0,0 1 1 0 0,0 0-1 0 0,1 0 0 0 0,-1-1 1 0 0,0 1-1 0 0,0 0 1 0 0,0 0-1 0 0,1 0 0 0 0,-1 0 1 0 0,0 0-1 0 0,1 0 1 0 0,-1 0-1 0 0,1 0 0 0 0,-1 0 1 0 0,1 1-1 0 0,0-1 1 0 0,-1 1-1 0 0,-6 46 302 0 0,6-29-241 0 0,-4 41 186 0 0,3 1 1 0 0,8 83 0 0 0,28 123 256 0 0,-3-22-127 0 0,-4 14 7 0 0,17 231 372 0 0,-14-100-33 0 0,-26-360-403 0 0,-1 3-4118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1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21311 0 0,'-5'7'843'0'0,"1"-2"-823"0"0,-22 36 1829 0 0,25-38-1668 0 0,0-1 1 0 0,-1 1 0 0 0,1 0-1 0 0,1 0 1 0 0,-1 0-1 0 0,0 0 1 0 0,1 0 0 0 0,-1 0-1 0 0,1 0 1 0 0,0 0-1 0 0,0 0 1 0 0,0 0-1 0 0,0 0 1 0 0,1 0 0 0 0,-1 0-1 0 0,2 3 1 0 0,8 24 197 0 0,-8-21-253 0 0,1 0 1 0 0,1 0-1 0 0,7 17 0 0 0,-8-23-100 0 0,-1 1 1 0 0,1-1-1 0 0,-1 0 0 0 0,1 0 0 0 0,0 0 1 0 0,0 0-1 0 0,0-1 0 0 0,0 1 1 0 0,1-1-1 0 0,-1 0 0 0 0,1 0 0 0 0,-1 0 1 0 0,5 2-1 0 0,4 0 52 0 0,1-1-1 0 0,0 0 1 0 0,0-1 0 0 0,0 0 0 0 0,0-1 0 0 0,0 0-1 0 0,0-1 1 0 0,23-2 0 0 0,96-21-3373 0 0,-127 22 2849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12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69 151 20903 0 0,'0'0'623'0'0,"1"5"42"0"0,3 65 2286 0 0,-2-25-2300 0 0,2-1 1 0 0,11 50-1 0 0,-13-83-588 0 0,1 0 0 0 0,0 0 0 0 0,1 0 0 0 0,0-1 0 0 0,1 0 0 0 0,0 0 0 0 0,0 0 0 0 0,1 0 0 0 0,0-1 0 0 0,1 0 0 0 0,0 0 0 0 0,0-1 0 0 0,16 13 0 0 0,-21-19-42 0 0,0 0 1 0 0,0 0-1 0 0,1 0 1 0 0,-1-1-1 0 0,1 1 0 0 0,-1-1 1 0 0,1 0-1 0 0,-1 0 1 0 0,1 0-1 0 0,0 0 1 0 0,0 0-1 0 0,-1 0 1 0 0,1-1-1 0 0,0 1 0 0 0,0-1 1 0 0,0 0-1 0 0,0 0 1 0 0,0 0-1 0 0,0 0 1 0 0,-1-1-1 0 0,1 1 1 0 0,0-1-1 0 0,0 0 0 0 0,0 1 1 0 0,5-4-1 0 0,-5 2-3 0 0,1-1 1 0 0,-1 0-1 0 0,0 0 0 0 0,0 0 0 0 0,0 0 0 0 0,0 0 0 0 0,0-1 0 0 0,-1 1 1 0 0,1-1-1 0 0,-1 0 0 0 0,0 0 0 0 0,0 1 0 0 0,-1-2 0 0 0,1 1 0 0 0,-1 0 1 0 0,0 0-1 0 0,1-5 0 0 0,0-7 13 0 0,0 0-1 0 0,-1-1 1 0 0,-1 1 0 0 0,0 0 0 0 0,-1-1 0 0 0,-1 1-1 0 0,0 0 1 0 0,-2 0 0 0 0,-6-21 0 0 0,0 6 30 0 0,-2 0 0 0 0,-1 1 0 0 0,-30-51 0 0 0,34 65-20 0 0,0 0 0 0 0,-2 1 0 0 0,0 1 0 0 0,-1-1 0 0 0,0 2 0 0 0,-1 0 0 0 0,-28-23 0 0 0,39 35-33 0 0,1 0 0 0 0,0 0-1 0 0,-1 0 1 0 0,1 1 0 0 0,-1-1 0 0 0,0 0 0 0 0,1 1 0 0 0,-1-1 0 0 0,1 1 0 0 0,-1-1-1 0 0,0 1 1 0 0,0 0 0 0 0,1 0 0 0 0,-1 0 0 0 0,0 0 0 0 0,1 0 0 0 0,-1 0 0 0 0,0 0 0 0 0,1 0-1 0 0,-1 1 1 0 0,0-1 0 0 0,1 1 0 0 0,-1-1 0 0 0,0 1 0 0 0,-2 1 0 0 0,2 0 1 0 0,-1 0-1 0 0,1 1 1 0 0,-1-1 0 0 0,1 1 0 0 0,0 0 0 0 0,0-1-1 0 0,0 1 1 0 0,0 0 0 0 0,0 0 0 0 0,1 0 0 0 0,0 1-1 0 0,-2 2 1 0 0,-1 7 10 0 0,0 1 1 0 0,1-1-1 0 0,1 1 0 0 0,0 0 0 0 0,0 17 0 0 0,2-23 41 0 0,0 0-1 0 0,1 0 1 0 0,0 1-1 0 0,0-1 1 0 0,1 0-1 0 0,5 13 0 0 0,-7-19-228 0 0,1 1 0 0 0,0-1-1 0 0,1 0 1 0 0,-1 0-1 0 0,0 0 1 0 0,0 1-1 0 0,1-1 1 0 0,-1 0-1 0 0,1-1 1 0 0,0 1 0 0 0,0 0-1 0 0,0 0 1 0 0,0-1-1 0 0,0 1 1 0 0,0-1-1 0 0,0 0 1 0 0,0 1 0 0 0,0-1-1 0 0,1 0 1 0 0,-1 0-1 0 0,0-1 1 0 0,1 1-1 0 0,3 0 1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1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20807 0 0,'1'21'821'0'0,"2"1"-1"0"0,0-1 0 0 0,1-1 1 0 0,14 39-1 0 0,5 26 265 0 0,18 232 220 0 0,-38-287-1198 0 0,4 97 939 0 0,-7-125-735 0 0,1-4-171 0 0,3-11-76 0 0,-1 1-1 0 0,-1-1 1 0 0,3-21 0 0 0,3-19 5 0 0,-7 46-60 0 0,73-267 238 0 0,-44 196-193 0 0,-27 72-46 0 0,0 0-1 0 0,0 0 1 0 0,1 1-1 0 0,0-1 1 0 0,0 1-1 0 0,0 0 1 0 0,0 0 0 0 0,1 1-1 0 0,0-1 1 0 0,7-5-1 0 0,-10 9-3 0 0,0 0-1 0 0,1 1 1 0 0,-1-1-1 0 0,0 0 1 0 0,1 1-1 0 0,-1-1 1 0 0,0 1-1 0 0,1 0 1 0 0,-1 0-1 0 0,1-1 1 0 0,-1 2-1 0 0,0-1 1 0 0,1 0-1 0 0,-1 0 1 0 0,0 1-1 0 0,1-1 1 0 0,-1 1-1 0 0,0 0 1 0 0,1 0-1 0 0,-1 0 1 0 0,0 0-1 0 0,0 0 1 0 0,4 3-1 0 0,2 1 8 0 0,-1 1 0 0 0,1 0-1 0 0,-1 1 1 0 0,12 13 0 0 0,2 8 10 0 0,-1 0 1 0 0,-1 2 0 0 0,-2 0-1 0 0,-1 1 1 0 0,-1 0 0 0 0,-2 2-1 0 0,-1-1 1 0 0,10 45-1 0 0,-18-58 6 0 0,-2-1 1 0 0,0 1-1 0 0,0-1 0 0 0,-3 23 0 0 0,-3 2-3817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5:37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87 8536 0 0,'0'0'4162'0'0,"4"-6"-3651"0"0,-3 4-466 0 0,2-1 32 0 0,-1 1 0 0 0,0-1 0 0 0,0 0 0 0 0,0-1 0 0 0,0 1 1 0 0,-1 0-1 0 0,0 0 0 0 0,1-1 0 0 0,-1 1 0 0 0,0-1 1 0 0,-1 1-1 0 0,2-8 0 0 0,0-14 4295 0 0,0 20-756 0 0,1 16-3215 0 0,3 63 448 0 0,-4 0 1 0 0,-6 75-1 0 0,-19-5-205 0 0,0 2-113 0 0,20-86-266 0 0,3 0 0 0 0,13 101 0 0 0,35 117 385 0 0,-17-115-336 0 0,83 470 477 0 0,-82-327-501 0 0,-25 3-23 0 0,-5-130-97 0 0,-47 534 436 0 0,12-380-323 0 0,-32 173 39 0 0,40-340-267 0 0,-26 234 46 0 0,42-279-56 0 0,8 163 0 0 0,18-54 23 0 0,63 308 0 0 0,41 203 29 0 0,-81-467-82 0 0,-32-213-15 0 0,-3 0 0 0 0,-5 102 0 0 0,-32 118 0 0 0,-47 255 0 0 0,71-452 5 0 0,5 114 0 0 0,3-27 10 0 0,-30 196 8 0 0,-2-50 10 0 0,21-104 10 0 0,10-123-30 0 0,4 93 33 0 0,0-51-12 0 0,15 114 16 0 0,0-2 18 0 0,3 248 70 0 0,-14-347-103 0 0,-15 188 0 0 0,5-278-34 0 0,0 11-1 0 0,-26 309 0 0 0,26-357 0 0 0,0 10 0 0 0,1 0 0 0 0,2 39 0 0 0,0-56 0 0 0,0-2 0 0 0,0 2 1 0 0,0 1 6 0 0,0-10-6 0 0,0-1 0 0 0,0 1 0 0 0,0 0 0 0 0,0 0 0 0 0,-1 0 1 0 0,1 0-1 0 0,0-1 0 0 0,-1 1 0 0 0,1 0 0 0 0,-1 0 0 0 0,0-1 0 0 0,0 1 0 0 0,1 0 0 0 0,-1-1 0 0 0,-2 2 0 0 0,-2 10 7 0 0,2 33 55 0 0,3-39-55 0 0,-1-1 3 0 0,3 10 25 0 0,1-7-35 0 0,1 1-1 0 0,-3 0 0 0 0,-1 0 0 0 0,0 0 0 0 0,0 1 0 0 0,0 0 0 0 0,-1 0 0 0 0,0 0 0 0 0,-1-1 0 0 0,-1 1 0 0 0,1 0 0 0 0,-2-1 0 0 0,1 1 0 0 0,-1-1 0 0 0,-7 12 0 0 0,-23 56 0 0 0,30-67 0 0 0,3-10 0 0 0,1 0 0 0 0,0 0 0 0 0,-1 0 1 0 0,1 0-1 0 0,-1 0 0 0 0,1 0 0 0 0,-1 0 0 0 0,0 0 0 0 0,1 0 0 0 0,-1 0 0 0 0,0 0 1 0 0,0 0-1 0 0,0-1 0 0 0,0 1 0 0 0,-1 1 0 0 0,-1 2 11 0 0,2 13 0 0 0,1-16-11 0 0,1 0 0 0 0,-1 0 0 0 0,0-1 0 0 0,0 1 0 0 0,0 0 0 0 0,1 0 0 0 0,-1-1 0 0 0,0 1 0 0 0,1 0 0 0 0,-1 0 0 0 0,1-1 0 0 0,-1 1 0 0 0,1 0 0 0 0,-1-1 0 0 0,1 1 0 0 0,0-1 0 0 0,-1 1 0 0 0,1-1 0 0 0,-1 1 0 0 0,1-1 0 0 0,0 1 0 0 0,0-1 0 0 0,-1 1 0 0 0,1-1 0 0 0,0 0 0 0 0,0 0 0 0 0,-1 1 0 0 0,1-1 0 0 0,0 0 0 0 0,0 0 0 0 0,0 0 0 0 0,0 0 0 0 0,-1 0 0 0 0,1 0 0 0 0,0 0 0 0 0,0 0 0 0 0,0 0 0 0 0,0 0 0 0 0,-1 0 0 0 0,2-1 0 0 0,0 1 0 0 0,582-45 0 0 0,-492 34 0 0 0,520-46 0 0 0,-345 35 0 0 0,413-7 0 0 0,-344 30 0 0 0,-225 1 0 0 0,16 5 0 0 0,213 41 0 0 0,6 3 0 0 0,-186-34 0 0 0,199 17 0 0 0,44-12 0 0 0,16-12 0 0 0,102-25 0 0 0,-262 4 0 0 0,309-15 0 0 0,-146-13 0 0 0,-285 24 0 0 0,161-24 0 0 0,-180 16 0 0 0,128-23 0 0 0,-138 31 12 0 0,160-1 0 0 0,-232 18-12 0 0,1 2 0 0 0,-1 1 0 0 0,0 1 0 0 0,0 3 0 0 0,-1 1 0 0 0,58 23 0 0 0,-89-30 0 0 0,29 9-1 0 0,-32-11-59 0 0,-1-1 0 0 0,1 0 1 0 0,-1 0-1 0 0,1 0 1 0 0,-1 0-1 0 0,1 0 0 0 0,-1 0 1 0 0,1 0-1 0 0,-1 0 1 0 0,1 0-1 0 0,-1 0 0 0 0,1 0 1 0 0,-1 0-1 0 0,1 0 1 0 0,-1 0-1 0 0,1 0 0 0 0,-1 0 1 0 0,0 0-1 0 0,1-1 1 0 0,-1 1-1 0 0,1 0 0 0 0,-1 0 1 0 0,1-1-1 0 0,-1 1 1 0 0,0 0-1 0 0,1 0 0 0 0,-1-1 1 0 0,0 1-1 0 0,1-1 1 0 0,-1 1-1 0 0,0 0 0 0 0,1-1 1 0 0,-1 1-1 0 0,0-1 1 0 0,0 1-1 0 0,1 0 0 0 0,-1-1 1 0 0,0 1-1 0 0,0-1 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8:55:40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28 3408 0 0,'0'0'4161'0'0,"5"-4"-3352"0"0,0 0-1314 0 0,-3 2 744 0 0,-1 1 0 0 0,0-1 0 0 0,0 1 0 0 0,0-1 0 0 0,1 1 1 0 0,-1 0-1 0 0,1 0 0 0 0,-1 0 0 0 0,1 0 0 0 0,-1 0 0 0 0,1 0 1 0 0,0 0-1 0 0,0 1 0 0 0,-1-1 0 0 0,1 0 0 0 0,0 1 1 0 0,0-1-1 0 0,0 1 0 0 0,-1 0 0 0 0,1 0 0 0 0,0 0 0 0 0,0 0 1 0 0,0 0-1 0 0,0 0 0 0 0,-1 0 0 0 0,1 0 0 0 0,0 1 1 0 0,0-1-1 0 0,0 1 0 0 0,-1 0 0 0 0,1-1 0 0 0,0 1 0 0 0,0 0 1 0 0,-1 0-1 0 0,1 0 0 0 0,1 2 0 0 0,9 8 162 0 0,0 1 1 0 0,-1 0-1 0 0,-1 0 0 0 0,0 1 0 0 0,0 1 0 0 0,-2 0 0 0 0,0 0 1 0 0,0 1-1 0 0,-1 0 0 0 0,-1 0 0 0 0,5 20 0 0 0,4 21 595 0 0,12 107 0 0 0,-20-114-641 0 0,24 188 743 0 0,43 260 598 0 0,-43-298-1190 0 0,22 97 93 0 0,10 50-48 0 0,-26 5-101 0 0,-20-180-257 0 0,15 360 311 0 0,-27 1-113 0 0,-5-469-352 0 0,0 70 32 0 0,-4 286 130 0 0,0-330-167 0 0,-37 663 204 0 0,-12 61-46 0 0,51-99-24 0 0,40 0 25 0 0,-7-342-114 0 0,7 130-7 0 0,-18 160 44 0 0,-28-129 24 0 0,-3-307-86 0 0,1 100 29 0 0,18-208-50 0 0,6 198 51 0 0,1 184 1 0 0,-2-198-70 0 0,-3-137-7 0 0,3 64 8 0 0,-16 142 75 0 0,1 32-6 0 0,7-339-75 0 0,-1-24-4 0 0,-1 53 1 0 0,-3-85 1 0 0,-2-6-1 0 0,-10-1-7 0 0,-1-1 0 0 0,0 0 0 0 0,1 0 1 0 0,-1-1-1 0 0,-20-5 0 0 0,-1 1 0 0 0,-16-3 0 0 0,-84-25 0 0 0,23 5 0 0 0,97 26 0 0 0,0 0 0 0 0,-1 2 0 0 0,1-1 0 0 0,0 2 0 0 0,0 0 0 0 0,0 1 0 0 0,-23 5 0 0 0,-9 1 0 0 0,39-7-65 0 0,0-1 0 0 0,-1 0 0 0 0,1 0 1 0 0,-10-2-1 0 0,2-1-2496 0 0,13 3 1443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3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41 11656 0 0,'0'0'2793'0'0,"2"-5"-2454"0"0,4-12-78 0 0,-4 12 282 0 0,-3 5-380 0 0,1-1 0 0 0,-1 0 0 0 0,0 0 1 0 0,1 0-1 0 0,-1 0 0 0 0,0 1 0 0 0,0-1 1 0 0,0 0-1 0 0,1 1 0 0 0,-1-1 0 0 0,0 0 1 0 0,0 1-1 0 0,0-1 0 0 0,0 1 0 0 0,0 0 1 0 0,0-1-1 0 0,0 1 0 0 0,0 0 0 0 0,0-1 1 0 0,0 1-1 0 0,0 0 0 0 0,0 0 0 0 0,-2 0 1 0 0,-29-1 1720 0 0,27 1-1384 0 0,3 0-24 0 0,-9 0 1836 0 0,3-1 1070 0 0,15 3-2515 0 0,28 16-254 0 0,7-11-301 0 0,1-3-1 0 0,72-1 0 0 0,89-15-70 0 0,-42 0-82 0 0,510 7 363 0 0,-263 10-342 0 0,-152-6-58 0 0,-179 2-90 0 0,306 16 120 0 0,-294 1-101 0 0,-21-4-12 0 0,-13-8 56 0 0,-55-5-92 0 0,1 1 0 0 0,-1-1-1 0 0,0 0 1 0 0,0 1 0 0 0,0-1 0 0 0,-1 1-1 0 0,1-1 1 0 0,0 1 0 0 0,0 0 0 0 0,-1-1-1 0 0,1 1 1 0 0,-1 0 0 0 0,1-1 0 0 0,-1 3 0 0 0,2 4 4 0 0,8 18 4 0 0,-2 0 0 0 0,-1 1 0 0 0,-1 0 0 0 0,-2 0 0 0 0,2 36 0 0 0,-4 136 2 0 0,-2-180-12 0 0,-9 136 11 0 0,1 30 8 0 0,5-111 20 0 0,3-73-33 0 0,-1 10 8 0 0,0-10-15 0 0,1 0 0 0 0,0 0 0 0 0,-1-1 0 0 0,1 1 0 0 0,-1 0 0 0 0,1-1 0 0 0,-1 1 0 0 0,1-1 0 0 0,-1 1 0 0 0,1-1 0 0 0,-1 1 0 0 0,0-1 0 0 0,1 1 1 0 0,-1-1-1 0 0,0 1 0 0 0,1-1 0 0 0,-1 0 0 0 0,0 1 0 0 0,0-1 0 0 0,0 0 0 0 0,1 0 0 0 0,-1 0 0 0 0,0 1 0 0 0,0-1 0 0 0,1 0 0 0 0,-1 0 0 0 0,0 0 0 0 0,0 0 0 0 0,0 0 1 0 0,-1-1-1 0 0,-1 1 0 0 0,-100-4 17 0 0,23 0-2 0 0,-51 3-11 0 0,-150 18-1 0 0,220-11-3 0 0,-409 55-1 0 0,288-39-2 0 0,1-8 1 0 0,-355-18 0 0 0,475-2 6 0 0,-72-18 1 0 0,58 10-6 0 0,-213-37 1 0 0,253 42 0 0 0,23 6 0 0 0,3 1 1 0 0,-1-7 6 0 0,7 5-6 0 0,0 0 0 0 0,0 0 0 0 0,0-1 0 0 0,1 0-1 0 0,0 1 1 0 0,0-1 0 0 0,0 0 0 0 0,1 0 0 0 0,-2-7 0 0 0,-5-50-3 0 0,6 45 3 0 0,-2-46-1 0 0,3-1 0 0 0,2 0 0 0 0,3 1 0 0 0,20-100 0 0 0,19 9 0 0 0,-17 68 0 0 0,-22 69 0 0 0,12-36 0 0 0,-8 32-208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0:3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686 159 17383 0 0,'0'0'7018'0'0,"5"3"-6861"0"0,9 2-65 0 0,-1 1-1 0 0,1-2 1 0 0,0 0 0 0 0,0 0-1 0 0,1-2 1 0 0,-1 1 0 0 0,17-1-1 0 0,111-4 424 0 0,-50-1-175 0 0,330-23 1205 0 0,-99 2-573 0 0,434-12 192 0 0,-751 36-1160 0 0,890-67 749 0 0,-572 45-556 0 0,-194 16-136 0 0,8 1 54 0 0,0 5 1 0 0,0 7 0 0 0,0 5 0 0 0,161 37-1 0 0,-245-36-68 0 0,-1 4-1 0 0,67 29 1 0 0,95 58 84 0 0,-191-92-119 0 0,4 4 23 0 0,-1 1 0 0 0,0 1 1 0 0,-1 2-1 0 0,-1 0 0 0 0,-1 2 0 0 0,-1 1 0 0 0,33 42 0 0 0,-53-61-28 0 0,-1 0-1 0 0,1 0 1 0 0,-1 1-1 0 0,-1-1 1 0 0,1 0-1 0 0,0 1 1 0 0,-1 0-1 0 0,0-1 1 0 0,0 1-1 0 0,-1 0 0 0 0,1-1 1 0 0,-1 1-1 0 0,0 0 1 0 0,0 0-1 0 0,-1-1 1 0 0,1 1-1 0 0,-1 0 1 0 0,0 0-1 0 0,0-1 1 0 0,-1 1-1 0 0,-2 5 1 0 0,1-1-1 0 0,-1 0 1 0 0,0-1-1 0 0,-1 0 1 0 0,0 0 0 0 0,0 0-1 0 0,-1 0 1 0 0,0-1-1 0 0,0 0 1 0 0,0 0-1 0 0,-9 6 1 0 0,-29 19 15 0 0,0-2 0 0 0,-77 37 0 0 0,-106 32 24 0 0,84-42-11 0 0,-3-7-1 0 0,-174 36 1 0 0,251-72-28 0 0,-182 27 9 0 0,222-38-15 0 0,-261 23 14 0 0,-94 7 12 0 0,222-21-20 0 0,-50 0 1 0 0,-82 8 0 0 0,-92 10 11 0 0,126-12-7 0 0,106-8-12 0 0,-230-13 0 0 0,206-1 0 0 0,104 5 0 0 0,-85-11 0 0 0,63-2 0 0 0,-113-17 0 0 0,3 0 0 0 0,16 4 0 0 0,156 18 0 0 0,-1-2 0 0 0,1-1 0 0 0,-47-20 0 0 0,70 25 0 0 0,0-1 0 0 0,0-1 0 0 0,0 1 0 0 0,1-2 1 0 0,0 1-1 0 0,0-2 0 0 0,1 1 0 0 0,0-1 0 0 0,1-1 0 0 0,-1 1 0 0 0,-6-12 0 0 0,6 5 0 0 0,0 1-1 0 0,1-1 0 0 0,1 0 1 0 0,1-1-1 0 0,0 0 0 0 0,1 0 1 0 0,-3-20-1 0 0,3-2-3 0 0,1 1 0 0 0,2-1-1 0 0,2 0 1 0 0,2 0 0 0 0,1 0 0 0 0,13-57 0 0 0,-12 74 0 0 0,2 1 1 0 0,1 0 0 0 0,0 0 0 0 0,1 0-1 0 0,15-25 1 0 0,-18 36-1 0 0,1 0 1 0 0,1 1-1 0 0,0 0 1 0 0,0 0-1 0 0,1 0 1 0 0,0 1-1 0 0,0 0 0 0 0,1 1 1 0 0,0 0-1 0 0,0 0 1 0 0,21-11-1 0 0,5 5-4 0 0,1 1 0 0 0,1 2 0 0 0,0 1 0 0 0,65-6 0 0 0,-56 8 1 0 0,75-11-2 0 0,20-1-7 0 0,264-73 0 0 0,-281 49-4036 0 0,-99 34-16175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01:2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27 546 12960 0 0,'0'0'5966'0'0,"0"-5"-5587"0"0,0-1-309 0 0,1 4 32 0 0,-1 0 0 0 0,0 1 1 0 0,0-1-1 0 0,0 0 1 0 0,0 0-1 0 0,0 0 0 0 0,0 0 1 0 0,0 0-1 0 0,0 0 1 0 0,-1 1-1 0 0,1-1 0 0 0,-1 0 1 0 0,1 0-1 0 0,-1 0 1 0 0,0 1-1 0 0,0-1 0 0 0,0 0 1 0 0,0 1-1 0 0,0-1 1 0 0,0 1-1 0 0,-2-3 0 0 0,2 4 658 0 0,-1-2-224 0 0,0 0-1 0 0,1 0 1 0 0,-1 0-1 0 0,1 0 1 0 0,-1 0 0 0 0,1 0-1 0 0,0-1 1 0 0,-1-2-1 0 0,5 1-411 0 0,1 1-1 0 0,0 0 1 0 0,0 0-1 0 0,0 0 1 0 0,0 0-1 0 0,1 1 1 0 0,-1-1-1 0 0,11-3 1 0 0,45-12 63 0 0,-35 11-61 0 0,415-114 925 0 0,-131 51-662 0 0,-107 29-194 0 0,348-67 154 0 0,-438 87-274 0 0,91-12 49 0 0,-130 21 55 0 0,-43 5-250 0 0,-19 4-3662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09:58:09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797 529 9830 0 0,'-2'-4'0'0'0,"0"0"0"0"0,0 0 0 0 0,1-1 0 0 0,0 1 0 0 0,0 0 0 0 0,0-1 0 0 0,0 1 0 0 0,1-1 0 0 0,0 1 0 0 0,0-1 0 0 0,0 1 0 0 0,0-1 0 0 0,1 1 0 0 0,0-1 0 0 0,0 1 0 0 0,0 0 0 0 0,0-1 0 0 0,1 1 0 0 0,-1 0 0 0 0,1 0 0 0 0,0 0 0 0 0,0 0 0 0 0,1 0 0 0 0,-1 1 0 0 0,1-1 0 0 0,0 0 0 0 0,3-2 0 0 0,5-9 88 0 0,-1 0-1 0 0,-1-1 0 0 0,10-22 1 0 0,-13 25 0 0 0,0 1-1 0 0,1-1 1 0 0,0 1 0 0 0,0 1 0 0 0,2-1 0 0 0,-1 1 0 0 0,18-16 0 0 0,155-106 1627 0 0,-169 126-1561 0 0,0 1 0 0 0,0 0-1 0 0,1 1 1 0 0,-1 0 0 0 0,1 1 0 0 0,16-3-1 0 0,83-10 1038 0 0,-46 9-514 0 0,-22 1-104 0 0,0 2 1 0 0,0 2-1 0 0,62 3 0 0 0,-82 3-134 0 0,39 10 0 0 0,11 3 274 0 0,134-6 1152 0 0,-147-9-1274 0 0,-14 3 73 0 0,0 1-1 0 0,72 20 1 0 0,35 4 718 0 0,350 71-423 0 0,-423-80-959 0 0,0-4 0 0 0,1-3 0 0 0,86 2 0 0 0,28-17 0 0 0,23 1 0 0 0,-106 8 0 0 0,-1 5 0 0 0,205 49 0 0 0,-280-52 0 0 0,-1 2 0 0 0,-1 1 0 0 0,62 30 0 0 0,-57-18 0 0 0,0 1 0 0 0,-2 1 0 0 0,58 53 0 0 0,-19-10 0 0 0,50 50 0 0 0,-26-15 0 0 0,-7-10 0 0 0,-4 4 0 0 0,81 115 0 0 0,-114-133 0 0 0,-4 3 0 0 0,55 116 0 0 0,-64-101 0 0 0,70 165 0 0 0,62 234 0 0 0,28 125 0 0 0,-116-305 0 0 0,26 133 0 0 0,-21-68 0 0 0,22 95 0 0 0,119 470 0 0 0,-129-528 0 0 0,-26-97 0 0 0,35 78 0 0 0,-57-214 0 0 0,14 52 0 0 0,41 361 0 0 0,-71-177 0 0 0,-34-326 0 0 0,-1-20 0 0 0,32 373 0 0 0,-21-208 0 0 0,-19 316 0 0 0,-15-303 0 0 0,-10-2 0 0 0,-12-1 0 0 0,-11-1 0 0 0,-101 302 0 0 0,101-389 0 0 0,-53 150 0 0 0,-69 119 0 0 0,112-291 0 0 0,-6-3 0 0 0,-117 181 0 0 0,143-262 0 0 0,-2-1 0 0 0,-91 89 0 0 0,98-111 0 0 0,-3-2 0 0 0,0-2 0 0 0,-2-2 0 0 0,-80 43 0 0 0,53-41 0 0 0,-1-2 0 0 0,-1-4 0 0 0,-103 22 0 0 0,-210 23 0 0 0,28-35 0 0 0,246-27 0 0 0,-9-1 0 0 0,1-4 0 0 0,-180-21 0 0 0,269 16 0 0 0,-361-47 0 0 0,-266-61-3060 0 0,106 37 3204 0 0,508 69-56 0 0,-351-45 809 0 0,207 21-1948 0 0,-232-70 1 0 0,309 66-591 0 0,-110-51 0 0 0,170 61 1014 0 0,2-1-1 0 0,1-3 1 0 0,1-1-1 0 0,-67-57 1 0 0,52 34-483 0 0,2-3 0 0 0,-86-106 1 0 0,70 60 458 0 0,3-3 0 0 0,6-3 0 0 0,-66-148 0 0 0,65 91 651 0 0,-112-459 0 0 0,26-248 0 0 0,111 130 0 0 0,38 719 0 0 0,-1-178 0 0 0,36-321 0 0 0,-33 507 0 0 0,42-335 0 0 0,-15-10 0 0 0,-2 24 0 0 0,-6 56 0 0 0,-16 233 0 0 0,27-326 0 0 0,5-7 0 0 0,-13 159 0 0 0,27-142 0 0 0,15 69 0 0 0,21-128 0 0 0,-83 392 0 0 0,40-450 0 0 0,-25 108 0 0 0,-12 270 0 0 0,76-585 0 0 0,-78 660 0 0 0,84-601 0 0 0,-86-154 0 0 0,-11 495 0 0 0,7 155 0 0 0,2 18 0 0 0,-5 0 0 0 0,-21-127 0 0 0,17 193 0 0 0,-2-3 0 0 0,2-1 0 0 0,3 0 0 0 0,0-86 0 0 0,9 105 0 0 0,2 1 0 0 0,1 0 0 0 0,2 0 0 0 0,1 1 0 0 0,1-1 0 0 0,16-30 0 0 0,-21 45 0 0 0,-1 0 0 0 0,0 0 0 0 0,-1-1 0 0 0,0 1 0 0 0,-1-1 0 0 0,-1 0 0 0 0,-2-28 0 0 0,1 32 0 0 0,0 2 0 0 0,0 0 0 0 0,0 0 0 0 0,0 0 0 0 0,0 0 0 0 0,0 1 0 0 0,1-2 0 0 0,2 0 0 0 0,4 1 0 0 0,3-1 0 0 0,0 2 46 0 0,0-1 136 0 0,0 4-91 0 0,0-1 136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8:27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 1753 9830 0 0,'-25'0'273'0'0,"12"0"-45"0"0,3 0-183 0 0,0 0 1 0 0,0 0 136 0 0,19-3-19 0 0,0 0 1 0 0,0 0-1 0 0,0-1 0 0 0,-1-1 1 0 0,1 1-1 0 0,10-9 0 0 0,10-4 172 0 0,14-10 499 0 0,55-44 0 0 0,-60 42-768 0 0,244-179 1405 0 0,-242 180-976 0 0,60-32 0 0 0,-31 19-547 0 0,60-29 256 0 0,-43 24-22 0 0,189-126-982 0 0,-233 145 379 0 0,84-41 0 0 0,-35 22-29 0 0,58-35-158 0 0,121-69-32 0 0,-151 83 276 0 0,82-54-220 0 0,-17 7 51 0 0,-53 36 157 0 0,62-35-290 0 0,-61 40 1539 0 0,-122 68-628 0 0,1 0-184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8:30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695 206 9830 0 0,'-21'0'228'0'0,"-1"0"84"0"0,0 1 1 0 0,-40 8 0 0 0,20-3 254 0 0,29-2-395 0 0,0 0 0 0 0,0 1-1 0 0,1 0 1 0 0,-1 1 0 0 0,1 0 0 0 0,0 1 0 0 0,0 0 0 0 0,-18 17 0 0 0,-2-2 277 0 0,-9 5 214 0 0,2 3 0 0 0,1 0 0 0 0,1 3 0 0 0,-40 45 0 0 0,61-57-293 0 0,0 1-1 0 0,2 1 0 0 0,0 0 1 0 0,2 0-1 0 0,0 1 0 0 0,2 1 1 0 0,1 0-1 0 0,-10 41 0 0 0,15-49-169 0 0,2 0 0 0 0,0 0 0 0 0,1 0 0 0 0,0 0-1 0 0,2 0 1 0 0,0 0 0 0 0,1 0 0 0 0,0 0 0 0 0,1-1-1 0 0,8 22 1 0 0,-3-13 145 0 0,2-1 0 0 0,1-1 1 0 0,1 0-1 0 0,0 0 0 0 0,2-1 0 0 0,19 23 0 0 0,-10-19 7 0 0,2-1 0 0 0,1 0 0 0 0,30 21 0 0 0,-17-14-358 0 0,-24-21 6 0 0,1-1 0 0 0,0 0 0 0 0,1 0 0 0 0,0-2 0 0 0,0 0 0 0 0,1-1 0 0 0,-1-1 0 0 0,2 0 0 0 0,20 2 0 0 0,23 3 0 0 0,87 3 0 0 0,-100-12-111 0 0,-1-2 0 0 0,0-3 0 0 0,1-1 0 0 0,-1-3 0 0 0,-1-1 0 0 0,1-3 0 0 0,-1-2-1 0 0,-1-1 1 0 0,-1-3 0 0 0,85-44 0 0 0,-94 40-384 0 0,0-1 0 0 0,-2-2 0 0 0,-1-2 0 0 0,0-1 0 0 0,-3-1 0 0 0,0-1 0 0 0,30-40 0 0 0,-43 46 161 0 0,0-1-1 0 0,-2 0 0 0 0,-1-1 1 0 0,-1-1-1 0 0,-1 0 0 0 0,8-28 1 0 0,-6 11-240 0 0,-3 0 1 0 0,-1-1-1 0 0,5-50 1 0 0,-12 56 39 0 0,-1 0 1 0 0,-2 0-1 0 0,-7-52 0 0 0,4 65 233 0 0,-2 0-1 0 0,0 1 0 0 0,-2-1 0 0 0,-1 1 1 0 0,-1 1-1 0 0,-13-26 0 0 0,16 38 156 0 0,-1 1 0 0 0,0 0 1 0 0,-1 1-1 0 0,0 0 0 0 0,0 0 0 0 0,-1 0 0 0 0,-11-7 1 0 0,-1 0-181 0 0,0 1 1 0 0,-33-16-1 0 0,31 20 511 0 0,-1 1 0 0 0,-1 2 0 0 0,0 0-1 0 0,0 1 1 0 0,0 2 0 0 0,-36-4 0 0 0,-10 4 858 0 0,-73 3 0 0 0,114 4-580 0 0,0 0-1 0 0,0 3 1 0 0,-53 13-1 0 0,-81 38 1113 0 0,94-30-832 0 0,18-6 1 0 0,0 2 0 0 0,1 2 0 0 0,1 2 0 0 0,-75 53-1 0 0,95-56-310 0 0,0 1-1 0 0,2 1 0 0 0,1 2 0 0 0,1 0 0 0 0,1 2 0 0 0,2 1 0 0 0,-36 59 1 0 0,6 16 570 0 0,17-6-523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8:32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1 501 9830 0 0,'26'-6'205'0'0,"-1"-2"-1"0"0,0-1 0 0 0,0-1 1 0 0,-1-1-1 0 0,0-1 1 0 0,-1-1-1 0 0,0-1 1 0 0,-1-1-1 0 0,-1-1 1 0 0,0-1-1 0 0,-1-1 0 0 0,-1 0 1 0 0,25-33-1 0 0,49-88-544 0 0,-52 75 221 0 0,-34 49 85 0 0,-4 10 19 0 0,0 0 0 0 0,0 0 0 0 0,1 0-1 0 0,0 0 1 0 0,0 0 0 0 0,0 1 0 0 0,0-1 0 0 0,9-5 0 0 0,-4 0 3 0 0,-9 9 11 0 0,0 1 1 0 0,0 0-1 0 0,0-1 0 0 0,1 1 0 0 0,-1 0 0 0 0,0-1 1 0 0,0 1-1 0 0,1 0 0 0 0,-1-1 0 0 0,0 1 1 0 0,0 0-1 0 0,1 0 0 0 0,-1-1 0 0 0,0 1 0 0 0,1 0 1 0 0,-1 0-1 0 0,0 0 0 0 0,1 0 0 0 0,-1-1 1 0 0,1 1-1 0 0,-1 0 0 0 0,0 0 0 0 0,1 0 0 0 0,-1 0 1 0 0,0 0-1 0 0,1 0 0 0 0,-1 0 0 0 0,1 0 1 0 0,-1 0-1 0 0,0 0 0 0 0,1 0 0 0 0,-1 0 0 0 0,0 0 1 0 0,1 1-1 0 0,-1-1 0 0 0,1 0 0 0 0,-1 0 1 0 0,0 0-1 0 0,1 0 0 0 0,-1 1 0 0 0,0-1 0 0 0,1 0 1 0 0,-1 0-1 0 0,0 1 0 0 0,0-1 0 0 0,1 0 1 0 0,-1 0-1 0 0,0 1 0 0 0,0-1 0 0 0,1 0 0 0 0,-1 1 1 0 0,3 12 30 0 0,0 0 107 0 0,-1 0 0 0 0,-1 1 0 0 0,0 0 0 0 0,-1-1 1 0 0,0 1-1 0 0,-3 14 0 0 0,-19 81 870 0 0,8-45-333 0 0,0-11 60 0 0,-2-2 0 0 0,-2 0 0 0 0,-46 92 1 0 0,39-106-219 0 0,16-23-279 0 0,-4 8-5 0 0,13-21-255 0 0,-11 34 524 0 0,6-23-303 0 0,-5-5-159 0 0,5-4 16 0 0,0-1 0 0 0,-1 0 0 0 0,1 0 0 0 0,-1 0 0 0 0,0 0 0 0 0,1-1 0 0 0,-1 0 0 0 0,0 0 0 0 0,0-1 0 0 0,0 1 0 0 0,0-1 0 0 0,0-1 0 0 0,0 1 0 0 0,1-1 0 0 0,-1 0 0 0 0,0 0 0 0 0,0-1 0 0 0,-7-2 0 0 0,-15-3 124 0 0,15 5-48 0 0,0 1 1 0 0,-1 0 0 0 0,1 1-1 0 0,-1 0 1 0 0,1 1-1 0 0,-1 1 1 0 0,1 0 0 0 0,-14 4-1 0 0,14-3 27 0 0,131-6 1056 0 0,2 2-257 0 0,-48-8-357 0 0,-30 4 177 0 0,80-1-1 0 0,-98 6-774 0 0,0 2-1 0 0,43 8 0 0 0,-27-3 0 0 0,-24-6-1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3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3807 9830 0 0,'-22'-16'0'0'0,"10"4"0"0"0,16 18 34 0 0,1 3 138 0 0,1 0 0 0 0,0-1 0 0 0,1 1 0 0 0,0-1 0 0 0,0-1 1 0 0,1 1-1 0 0,17 12 0 0 0,-5-4 204 0 0,-13-12-228 0 0,29 6 169 0 0,-26-8-271 0 0,1-4-1 0 0,-2-3 137 0 0,2-2-91 0 0,-2 2 137 0 0,2 4-1 0 0,-7 1-177 0 0,0 0-1 0 0,1-1 1 0 0,-1 0-1 0 0,0 0 1 0 0,0 0 0 0 0,0 0-1 0 0,0-1 1 0 0,7-3-1 0 0,6-2 116 0 0,399-128 2423 0 0,-309 94-2786 0 0,183-60 39 0 0,23 18 1946 0 0,-138 20-2006 0 0,-38 11-501 0 0,420-138-2142 0 0,-412 136 2495 0 0,613-237-3165 0 0,-480 184 3532 0 0,-56 22 0 0 0,264-101 0 0 0,-280 103 0 0 0,229-98 0 0 0,-53 33 0 0 0,-336 132 0 0 0,552-224 0 0 0,-558 222 0 0 0,250-121 0 0 0,-126 57 0 0 0,298-128 92 0 0,-79 38 43 0 0,-350 156 99 0 0,65-26 822 0 0,-84 36-802 0 0,-3 1-146 0 0,-1-1 71 0 0,0 3-134 0 0,0 2-1 0 0,0 1 135 0 0,1 1-89 0 0,1 2 89 0 0,-11-2-164 0 0,1-1 0 0 0,-1 1-1 0 0,1-1 1 0 0,-1 1 0 0 0,0 0 0 0 0,1 0 0 0 0,-1 0-1 0 0,0-1 1 0 0,1 1 0 0 0,-1 0 0 0 0,0 1 0 0 0,0-1-1 0 0,0 0 1 0 0,0 0 0 0 0,0 0 0 0 0,0 1 0 0 0,0-1-1 0 0,0 0 1 0 0,0 3 0 0 0,1 0 50 0 0,180 219 3086 0 0,-155-195-2645 0 0,2-1 0 0 0,1-1 0 0 0,1-1 0 0 0,1-2 0 0 0,44 24-1 0 0,-52-35-117 0 0,0-1-1 0 0,0 0 0 0 0,1-2 1 0 0,39 9-1 0 0,-46-14-180 0 0,0-2 0 0 0,0 0 0 0 0,0-1 0 0 0,0 0 1 0 0,0-2-1 0 0,0 0 0 0 0,28-6 0 0 0,2-4-62 0 0,-1-3 1 0 0,0-1-1 0 0,-1-3 0 0 0,-1-1 1 0 0,0-3-1 0 0,66-43 0 0 0,-9 2-1321 0 0,146-99-1588 0 0,-210 133 2190 0 0,0-2 0 0 0,-2-1 0 0 0,-2-2 0 0 0,35-45-1 0 0,-42 45 100 0 0,-2-1 1 0 0,-2-1-1 0 0,-2-1 0 0 0,-1-1 0 0 0,-1-1 0 0 0,13-43 0 0 0,-26 62 258 0 0,0 0 0 0 0,-1 0 0 0 0,-1-1 0 0 0,-1 0 0 0 0,-1 0 0 0 0,-1 0 1 0 0,0 0-1 0 0,-2 0 0 0 0,-1 1 0 0 0,0-1 0 0 0,-1 0 0 0 0,-2 0 0 0 0,0 1 1 0 0,-11-27-1 0 0,7 28 190 0 0,-1 0 1 0 0,0 1 0 0 0,-2 0 0 0 0,0 1 0 0 0,-1 0 0 0 0,-1 1-1 0 0,0 1 1 0 0,-1 0 0 0 0,-1 1 0 0 0,-34-24 0 0 0,19 18 13 0 0,-1 1 0 0 0,-1 2 0 0 0,-1 0 1 0 0,-1 3-1 0 0,-48-14 0 0 0,36 16 466 0 0,-1 2 0 0 0,0 2 1 0 0,-1 3-1 0 0,0 1 0 0 0,-58 5 0 0 0,21 4 571 0 0,0 4-1 0 0,-92 22 1 0 0,170-29-943 0 0,-334 85 3496 0 0,297-71-2960 0 0,1 1 1 0 0,0 2-1 0 0,2 2 0 0 0,0 2 0 0 0,-54 39 0 0 0,59-35 150 0 0,2 2 0 0 0,-59 62 0 0 0,81-75-674 0 0,0-1 0 0 0,2 2 1 0 0,0 0-1 0 0,0 0 0 0 0,2 1 0 0 0,0 0 0 0 0,1 0 0 0 0,1 1 0 0 0,-5 21 1 0 0,4-6-94 0 0,1 1 0 0 0,2 0 0 0 0,1 1 0 0 0,2-1 0 0 0,3 43 0 0 0,1-58 0 0 0,0 0 0 0 0,1 0 0 0 0,2-1 0 0 0,0 1 0 0 0,0-1 0 0 0,2 0 0 0 0,0 0 0 0 0,2-1 0 0 0,0 0 0 0 0,22 31 0 0 0,17 10 0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4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161 292 9830 0 0,'-35'-26'98'0'0,"8"5"318"0"0,21 1-129 0 0,5 18-284 0 0,0-5 13 0 0,0 0 0 0 0,1 0 1 0 0,0 0-1 0 0,0 0 1 0 0,0 0-1 0 0,1 0 1 0 0,0 0-1 0 0,0 0 1 0 0,1 0-1 0 0,-1 0 0 0 0,2 1 1 0 0,-1-1-1 0 0,1 1 1 0 0,0-1-1 0 0,0 1 1 0 0,1 0-1 0 0,-1 0 0 0 0,1 0 1 0 0,1 1-1 0 0,-1 0 1 0 0,1-1-1 0 0,0 2 1 0 0,0-1-1 0 0,1 0 1 0 0,-1 1-1 0 0,1 0 0 0 0,0 1 1 0 0,0-1-1 0 0,0 1 1 0 0,1 0-1 0 0,-1 0 1 0 0,1 1-1 0 0,8-2 1 0 0,32-7 692 0 0,1 3 1 0 0,56-4 0 0 0,-97 12-649 0 0,13-3 188 0 0,-1 2 0 0 0,1 0 0 0 0,0 1 0 0 0,33 5 0 0 0,-51-4-226 0 0,0-1-1 0 0,0 1 1 0 0,0 0-1 0 0,0 0 1 0 0,0 0-1 0 0,0 0 1 0 0,-1 0-1 0 0,1 0 1 0 0,0 1-1 0 0,-1-1 0 0 0,1 0 1 0 0,-1 1-1 0 0,1-1 1 0 0,-1 1-1 0 0,0 0 1 0 0,1 0-1 0 0,-1-1 1 0 0,0 1-1 0 0,0 0 1 0 0,-1 0-1 0 0,1 0 0 0 0,0 0 1 0 0,0 0-1 0 0,-1 0 1 0 0,1 0-1 0 0,-1 0 1 0 0,0 0-1 0 0,0 0 1 0 0,0 0-1 0 0,0 0 1 0 0,0 0-1 0 0,0 0 1 0 0,-1 3-1 0 0,0 4 90 0 0,0 0 0 0 0,-1 0 0 0 0,0 0 0 0 0,-1-1 1 0 0,0 1-1 0 0,-5 10 0 0 0,-6 8 230 0 0,-1-2 1 0 0,-1 0-1 0 0,-1 0 0 0 0,-1-2 1 0 0,-1 0-1 0 0,-28 25 0 0 0,-144 110 2085 0 0,63-56-785 0 0,105-86-1327 0 0,10-8-94 0 0,1 1 0 0 0,1 1 0 0 0,-15 14 1 0 0,16-14-161 0 0,3 0-17 0 0,7-10-36 0 0,0 1 0 0 0,0-1 1 0 0,0 1-1 0 0,1-1 1 0 0,-1 0-1 0 0,0 1 0 0 0,0-1 1 0 0,1 1-1 0 0,-1-1 0 0 0,0 1 1 0 0,1-1-1 0 0,-1 0 1 0 0,0 1-1 0 0,1-1 0 0 0,-1 0 1 0 0,0 0-1 0 0,1 1 0 0 0,-1-1 1 0 0,1 0-1 0 0,-1 0 1 0 0,1 1-1 0 0,-1-1 0 0 0,1 0 1 0 0,-1 0-1 0 0,1 0 0 0 0,7 2 74 0 0,-1-1-1 0 0,1-1 0 0 0,-1 0 0 0 0,1 0 0 0 0,-1 0 0 0 0,8-2 1 0 0,18 0 177 0 0,251-8 963 0 0,-197 3-1222 0 0,18-1 0 0 0,-73 8 0 0 0,-22-1 0 0 0,-1 0 0 0 0,0 1 0 0 0,1 0 0 0 0,-1 0 0 0 0,0 1 0 0 0,1 1 0 0 0,-1-1 0 0 0,0 1 0 0 0,0 1 0 0 0,0 0 0 0 0,0 0 0 0 0,10 6 0 0 0,-18-8 0 0 0,0-1 0 0 0,-1 0 0 0 0,1 1 0 0 0,0-1 0 0 0,0 0 0 0 0,-1 1 0 0 0,1-1 0 0 0,0 1 0 0 0,-1-1 0 0 0,1 1 0 0 0,-1 0 0 0 0,1-1 0 0 0,-1 1 0 0 0,1 0 0 0 0,-1-1 0 0 0,1 1 0 0 0,-1 0 0 0 0,1-1 0 0 0,-1 1 0 0 0,0 0 0 0 0,1 0 0 0 0,-1 0 0 0 0,0-1 0 0 0,0 1 0 0 0,0 0 0 0 0,0 0 0 0 0,0 0 0 0 0,0 0 0 0 0,0-1 0 0 0,0 1 0 0 0,0 0 0 0 0,0 0 0 0 0,0 0 0 0 0,0 0 0 0 0,0-1 0 0 0,-1 2 0 0 0,1-1 0 0 0,-10 17 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8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2742 9830 0 0,'11'-22'46'0'0,"-7"9"135"0"0,-2 4-139 0 0,8-2-43 0 0,16-6 335 0 0,1 2 1 0 0,0 0 0 0 0,1 2-1 0 0,0 1 1 0 0,57-15 0 0 0,161-24 2179 0 0,-135 31-1358 0 0,323-82 1891 0 0,-6-22-4409 0 0,136-35-2059 0 0,-467 132 2873 0 0,381-69-748 0 0,-307 66 2151 0 0,-109 19-549 0 0,266-45 142 0 0,288-75-48 0 0,-397 78-1225 0 0,741-184-1534 0 0,-543 129 2099 0 0,-122 30 692 0 0,34-11 2029 0 0,90-13 298 0 0,-242 64-1531 0 0,168-31 1192 0 0,-145 28-948 0 0,51-7 381 0 0,-186 40-1499 0 0,7 0 566 0 0,102 0 1 0 0,-163 8-890 0 0,-8 0-13 0 0,-1 1 1 0 0,0-1-1 0 0,0 1 0 0 0,0 0 0 0 0,0-1 0 0 0,0 1 0 0 0,0 0 1 0 0,0 0-1 0 0,0 0 0 0 0,-1 1 0 0 0,1-1 0 0 0,0 0 1 0 0,0 1-1 0 0,-1-1 0 0 0,1 1 0 0 0,-1-1 0 0 0,0 1 0 0 0,1 0 1 0 0,-1 0-1 0 0,0-1 0 0 0,0 1 0 0 0,0 0 0 0 0,1 3 1 0 0,2 2-1 0 0,11 21 11 0 0,-2 0 0 0 0,-1 1 1 0 0,-1 0-1 0 0,14 56 0 0 0,5 18-28 0 0,-7-42-1 0 0,2 0 0 0 0,48 84 0 0 0,-60-126 0 0 0,1 1 0 0 0,0-2 0 0 0,2 0 0 0 0,0-1 0 0 0,1 0 0 0 0,0-1 0 0 0,2-1 0 0 0,0-1 0 0 0,0-1 0 0 0,1-1 0 0 0,1 0 0 0 0,30 12 0 0 0,-27-14 0 0 0,1-2 0 0 0,1 0 0 0 0,0-1 0 0 0,0-2 0 0 0,0-1 0 0 0,0-1 0 0 0,1-1 0 0 0,-1-1 0 0 0,1-1 0 0 0,46-8 0 0 0,-29 1-155 0 0,0-3 1 0 0,-1-1 0 0 0,-1-3 0 0 0,75-33 0 0 0,-91 34-175 0 0,-1-2-1 0 0,-1 0 1 0 0,0-1-1 0 0,-1-2 1 0 0,-1 0-1 0 0,-1-2 1 0 0,0 0-1 0 0,27-36 1 0 0,-22 19-264 0 0,-1-2 0 0 0,-3-1 0 0 0,-1 0 0 0 0,-1-2 0 0 0,25-82 0 0 0,40-229-2967 0 0,-84 350 3526 0 0,3-23-252 0 0,-1-1 0 0 0,-1 1 0 0 0,-2-1 0 0 0,0 1 1 0 0,-2-1-1 0 0,0 1 0 0 0,-2 0 0 0 0,-1 0 0 0 0,-12-36 0 0 0,4 23-153 0 0,-2 1-1 0 0,-2 0 1 0 0,-1 1-1 0 0,-2 1 1 0 0,-34-47-1 0 0,41 67 467 0 0,-1 1 1 0 0,0 0-1 0 0,-1 1 0 0 0,0 1 0 0 0,-1 0 0 0 0,-1 2 1 0 0,0-1-1 0 0,-32-14 0 0 0,15 10 66 0 0,1 2 0 0 0,-2 2 0 0 0,-69-17 0 0 0,50 20 508 0 0,0 2-1 0 0,-1 2 1 0 0,0 3-1 0 0,0 2 1 0 0,0 2-1 0 0,-63 12 1 0 0,73-6-34 0 0,0 1 0 0 0,0 3 0 0 0,2 2 0 0 0,-1 1 0 0 0,2 3 0 0 0,0 1 1 0 0,-66 42-1 0 0,94-52-383 0 0,0 0 1 0 0,0 1 0 0 0,1 1-1 0 0,1 0 1 0 0,-1 1 0 0 0,2 0-1 0 0,0 1 1 0 0,0 0 0 0 0,2 1-1 0 0,-1 0 1 0 0,2 0 0 0 0,0 1-1 0 0,0 0 1 0 0,2 1 0 0 0,-10 29-1 0 0,5 7 379 0 0,2 0-1 0 0,3 1 1 0 0,2-1-1 0 0,2 1 1 0 0,2 0-1 0 0,10 68 0 0 0,0-49-427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9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1 204 9830 0 0,'15'-22'0'0'0,"-6"10"0"0"0,32-46 46 0 0,-35 51 78 0 0,1 1-1 0 0,0 0 1 0 0,0 1 0 0 0,1 0 0 0 0,-1 0 0 0 0,1 0 0 0 0,0 1 0 0 0,0 0 0 0 0,12-3 0 0 0,-2-1 69 0 0,5-1 137 0 0,0 0 0 0 0,0 2 0 0 0,1 0 0 0 0,0 2-1 0 0,0 0 1 0 0,0 2 0 0 0,44-1 0 0 0,-62 4-238 0 0,1 0 0 0 0,0 0-1 0 0,0 1 1 0 0,0 0 0 0 0,-1 0 0 0 0,1 1 0 0 0,0 0 0 0 0,-1 0 0 0 0,8 4 0 0 0,-11-4-35 0 0,1 0 1 0 0,-1 0 0 0 0,0 1-1 0 0,0-1 1 0 0,0 1 0 0 0,0 0-1 0 0,0 0 1 0 0,-1 0 0 0 0,1 0-1 0 0,-1 1 1 0 0,0-1 0 0 0,0 1-1 0 0,0-1 1 0 0,0 1 0 0 0,-1-1-1 0 0,0 1 1 0 0,2 4 0 0 0,0 8 121 0 0,-1 0 1 0 0,0 0-1 0 0,-1 0 0 0 0,-1 0 1 0 0,-1 0-1 0 0,0 0 1 0 0,-1 0-1 0 0,0 0 1 0 0,-1 0-1 0 0,-1-1 0 0 0,-1 1 1 0 0,0-1-1 0 0,-1 0 1 0 0,-1-1-1 0 0,0 1 1 0 0,-1-1-1 0 0,-11 16 0 0 0,12-21-31 0 0,0-1 0 0 0,0 1 0 0 0,-1-2 0 0 0,0 1 0 0 0,-1-1-1 0 0,1 0 1 0 0,-1-1 0 0 0,-17 9 0 0 0,-2-2 326 0 0,0-1-1 0 0,-38 10 1 0 0,53-19-383 0 0,0-2 91 0 0,13-1-181 0 0,0 0 0 0 0,0 0-1 0 0,0 0 1 0 0,0 0 0 0 0,0 0 0 0 0,0 0 0 0 0,0 0 0 0 0,-1 0 0 0 0,1 0-1 0 0,0 0 1 0 0,0 0 0 0 0,0 0 0 0 0,0 0 0 0 0,0 0 0 0 0,0 0 0 0 0,0 0-1 0 0,0 0 1 0 0,0 0 0 0 0,0 0 0 0 0,-1 0 0 0 0,1 0 0 0 0,0 0-1 0 0,0 0 1 0 0,0 0 0 0 0,0 0 0 0 0,0 0 0 0 0,0 0 0 0 0,0 0 0 0 0,0 0-1 0 0,0-1 1 0 0,0 1 0 0 0,0 0 0 0 0,0 0 0 0 0,0 0 0 0 0,-1 0 0 0 0,1 0-1 0 0,0 0 1 0 0,0 0 0 0 0,0 0 0 0 0,0 0 0 0 0,0 0 0 0 0,0-1-1 0 0,0 1 1 0 0,0 0 0 0 0,0 0 0 0 0,0 0 0 0 0,0 0 0 0 0,0 0 0 0 0,0 0-1 0 0,0 0 1 0 0,0 0 0 0 0,0 0 0 0 0,0-1 0 0 0,0 1 0 0 0,0 0 0 0 0,1 0-1 0 0,-1 0 1 0 0,0 0 0 0 0,0 0 0 0 0,0 0 0 0 0,0 0 0 0 0,0 0 0 0 0,0 0-1 0 0,0 0 1 0 0,8-8 87 0 0,10-6 182 0 0,11 0 121 0 0,0 0 1 0 0,1 2 0 0 0,0 1 0 0 0,1 1 0 0 0,0 2-1 0 0,1 1 1 0 0,38-3 0 0 0,-53 9-313 0 0,0 1 0 0 0,0 1 0 0 0,0 0 0 0 0,0 1 0 0 0,-1 1 0 0 0,32 9 0 0 0,-40-10-82 0 0,-1 1 1 0 0,0 0 0 0 0,0 1-1 0 0,-1-1 1 0 0,1 1-1 0 0,-1 1 1 0 0,0-1-1 0 0,0 1 1 0 0,0 0-1 0 0,-1 0 1 0 0,0 1-1 0 0,0 0 1 0 0,0 0-1 0 0,0 0 1 0 0,-1 0 0 0 0,0 1-1 0 0,5 12 1 0 0,-6-10 2 0 0,0-1 0 0 0,-1 1 0 0 0,0 0 0 0 0,-1 0 0 0 0,0-1 0 0 0,0 1 0 0 0,-1 0 0 0 0,0 0 0 0 0,-1 0 0 0 0,0 0 0 0 0,0 0 0 0 0,-1-1 0 0 0,0 1 0 0 0,0-1 0 0 0,-1 1 0 0 0,-1-1 0 0 0,1 0 0 0 0,-1 0 0 0 0,0 0 0 0 0,-1 0 0 0 0,0-1 0 0 0,0 0 0 0 0,-7 8 0 0 0,3-5 0 0 0,0 0 0 0 0,0-1 0 0 0,-1 0 0 0 0,-1 0 0 0 0,1-1 0 0 0,-1 0 0 0 0,0-1 0 0 0,-1-1 0 0 0,0 1 0 0 0,0-2 0 0 0,0 0 0 0 0,-1 0 0 0 0,0-1 0 0 0,-24 4 0 0 0,4-7 0 0 0,1-1 0 0 0,0-1 0 0 0,0-2 0 0 0,0-1 0 0 0,-49-13 0 0 0,57 12 0 0 0,7 1 0 0 0,0 2 0 0 0,0 0 0 0 0,-25 0 0 0 0,28 3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54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1921 9830 0 0,'41'-7'561'0'0,"1"1"0"0"0,59 1 0 0 0,-39 3-105 0 0,78-13 920 0 0,14-1 89 0 0,242-3 2649 0 0,-47 4-725 0 0,-110 3-933 0 0,565-38-1011 0 0,-240-10-1445 0 0,-527 56 0 0 0,580-95-958 0 0,9 0 581 0 0,163 4 1281 0 0,-513 60-578 0 0,315-24-221 0 0,64 12-105 0 0,-510 35 0 0 0,160-18 0 0 0,146-24 0 0 0,138-8 0 0 0,-582 61 0 0 0,187-31 0 0 0,-183 31 0 0 0,0 0 0 0 0,-1 1 0 0 0,0 0 0 0 0,0 1 0 0 0,-9-1 0 0 0,1 0 0 0 0,-1 0 0 0 0,0 0 0 0 0,1 0 0 0 0,-1 1 0 0 0,0-1 0 0 0,0 0 0 0 0,1 1 0 0 0,-1-1 0 0 0,0 1 0 0 0,0 0 0 0 0,0-1 0 0 0,1 1 0 0 0,-1 0 0 0 0,0 0 0 0 0,0-1 0 0 0,0 1 0 0 0,0 0 0 0 0,0 0 0 0 0,-1 0 0 0 0,1 1 0 0 0,0-1 0 0 0,0 0 0 0 0,-1 0 0 0 0,1 0 0 0 0,-1 0 0 0 0,1 1 0 0 0,-1-1 0 0 0,1 2 0 0 0,1 2 0 0 0,54 116 0 0 0,-41-84 0 0 0,1-2 0 0 0,2 0 0 0 0,1 0 0 0 0,1-2 0 0 0,36 44 0 0 0,-41-60 0 0 0,1-1 0 0 0,0-1 0 0 0,2 0 0 0 0,-1-1 0 0 0,2-1 0 0 0,20 11 0 0 0,-25-17 0 0 0,1-1 0 0 0,0 0 0 0 0,0-1 0 0 0,0 0 0 0 0,0-1 0 0 0,1-1 0 0 0,0-1 0 0 0,0 0 0 0 0,21 0 0 0 0,12-6 0 0 0,-1-1 0 0 0,0-3 0 0 0,0-1 0 0 0,81-28 0 0 0,-102 28-208 0 0,-1-2 0 0 0,0 0 1 0 0,-1-1-1 0 0,0-2 0 0 0,-1 0 1 0 0,0-2-1 0 0,-2-1 0 0 0,0 0 1 0 0,0-2-1 0 0,-2 0 1 0 0,0-2-1 0 0,-2 0 0 0 0,0-1 1 0 0,19-31-1 0 0,-17 22-315 0 0,-1-1 0 0 0,-2 0 0 0 0,23-59 0 0 0,-32 68 204 0 0,-1 0-1 0 0,-2-1 1 0 0,0 0-1 0 0,-1 0 1 0 0,-2 0-1 0 0,0-40 1 0 0,-2 20-297 0 0,-3 0 1 0 0,-2 0 0 0 0,-1 1 0 0 0,-24-82-1 0 0,14 81 37 0 0,-2 1-1 0 0,-1 1 0 0 0,-3 1 0 0 0,-1 0 1 0 0,-2 2-1 0 0,-2 1 0 0 0,-50-57 0 0 0,48 69 335 0 0,0 1 0 0 0,-2 2 0 0 0,-1 1-1 0 0,-56-30 1 0 0,62 39 516 0 0,1 1-1 0 0,-2 1 1 0 0,1 1-1 0 0,-2 2 1 0 0,1 1 0 0 0,-1 1-1 0 0,0 1 1 0 0,0 1-1 0 0,0 2 1 0 0,-1 0-1 0 0,1 3 1 0 0,0 0 0 0 0,-1 1-1 0 0,1 2 1 0 0,0 1-1 0 0,1 1 1 0 0,-1 2-1 0 0,1 0 1 0 0,0 2 0 0 0,1 1-1 0 0,0 1 1 0 0,1 1-1 0 0,1 2 1 0 0,-45 33-1 0 0,42-25 160 0 0,1 1 0 0 0,2 1-1 0 0,0 1 1 0 0,2 1-1 0 0,1 1 1 0 0,1 1 0 0 0,2 1-1 0 0,-27 57 1 0 0,37-67-157 0 0,1 0 1 0 0,1 0 0 0 0,1 1-1 0 0,0-1 1 0 0,2 1 0 0 0,-2 38-1 0 0,5-42-98 0 0,1-1 0 0 0,0 0 0 0 0,1-1 0 0 0,1 1 0 0 0,1 0 0 0 0,0-1 0 0 0,1 1 0 0 0,1-1 0 0 0,13 25 0 0 0,-6-16 54 0 0,2 0 0 0 0,0-2 0 0 0,2 0 0 0 0,0-1 0 0 0,1 0 0 0 0,2-2 0 0 0,0 0 0 0 0,25 18-1 0 0,55 36-200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56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168 28 9830 0 0,'-14'-22'0'0'0,"14"22"2"0"0,0-1-1 0 0,0 1 0 0 0,0 0 1 0 0,0 0-1 0 0,0-1 1 0 0,0 1-1 0 0,0 0 0 0 0,0 0 1 0 0,-1-1-1 0 0,1 1 1 0 0,0 0-1 0 0,0 0 0 0 0,0 0 1 0 0,-1-1-1 0 0,1 1 1 0 0,0 0-1 0 0,0 0 1 0 0,0 0-1 0 0,-1-1 0 0 0,1 1 1 0 0,0 0-1 0 0,0 0 1 0 0,-1 0-1 0 0,1 0 0 0 0,0 0 1 0 0,0 0-1 0 0,-1 0 1 0 0,1 0-1 0 0,0 0 0 0 0,-1 0 1 0 0,1 0-1 0 0,0 0 1 0 0,0 0-1 0 0,-1 0 1 0 0,1 0-1 0 0,-1 0 0 0 0,-4 9 124 0 0,0 14 149 0 0,12 33 412 0 0,-4-42-486 0 0,-1 0 0 0 0,-1-1 1 0 0,0 1-1 0 0,-2 26 0 0 0,-3 5 138 0 0,1-14 262 0 0,-11 49 1 0 0,12-71-465 0 0,-1 0-1 0 0,0 0 0 0 0,-1-1 0 0 0,0 1 1 0 0,0 0-1 0 0,0-1 0 0 0,-1 0 1 0 0,-1 0-1 0 0,-10 12 0 0 0,7-8-30 0 0,6-7-13 0 0,-1 0 0 0 0,0-1 0 0 0,0 0 0 0 0,0 0 0 0 0,0 0 0 0 0,0-1 0 0 0,-1 1 0 0 0,-8 4-1 0 0,1-1-26 0 0,1-1-20 0 0,18-9 105 0 0,0-1 0 0 0,0 1-1 0 0,0 0 1 0 0,1 0 0 0 0,-1 1-1 0 0,1 0 1 0 0,10-1 0 0 0,70-7 640 0 0,-28 4-253 0 0,-24 2 108 0 0,55 2 0 0 0,-50 3-251 0 0,-32-3-166 0 0,-6-10 45 0 0,-1-5-53 0 0,-1 7-283 0 0,0-1 0 0 0,1 1 0 0 0,1 0 0 0 0,3-12-1 0 0,-1 10-120 0 0,5 81 303 0 0,-9-27 88 0 0,-3 0 1 0 0,-1 0-1 0 0,-2 0 0 0 0,-13 53 0 0 0,17-89-187 0 0,-13 38 168 0 0,-1-3-51 0 0,10-31-103 0 0,0 0 33 0 0,4 0-50 0 0,1 0 0 0 0,0 2 67 0 0,0 10 17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0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0 130 9830 0 0,'0'23'228'0'0,"0"-7"-137"0"0,1-5 91 0 0,-1-10-166 0 0,0 1 0 0 0,0-1 0 0 0,1 0 0 0 0,-1 1 0 0 0,1-1 0 0 0,-1 0 1 0 0,1 1-1 0 0,-1-1 0 0 0,1 0 0 0 0,0 0 0 0 0,0 1 0 0 0,0-1 0 0 0,0 0 0 0 0,-1 0 0 0 0,1 0 1 0 0,1 0-1 0 0,-1 0 0 0 0,0 0 0 0 0,0-1 0 0 0,0 1 0 0 0,0 0 0 0 0,1 0 0 0 0,-1-1 1 0 0,0 1-1 0 0,1-1 0 0 0,-1 1 0 0 0,0-1 0 0 0,1 0 0 0 0,-1 1 0 0 0,2-1 0 0 0,2 1 76 0 0,385 111 4166 0 0,-201-61-2259 0 0,58-3 596 0 0,-122-29-1321 0 0,89 11 1309 0 0,257 2 0 0 0,-341-28-2583 0 0,349 24 0 0 0,-194-5 0 0 0,-39-4 0 0 0,440 9 0 0 0,-376-24 0 0 0,21-1 0 0 0,86 3 0 0 0,-101 1 0 0 0,193 9 0 0 0,-221-3 0 0 0,1323 95 0 0 0,-1428-92 0 0 0,3-2 0 0 0,169 17 0 0 0,253 18 0 0 0,-392-42 0 0 0,35 3 0 0 0,157 17 0 0 0,-181-12 0 0 0,89 4 0 0 0,110 7 0 0 0,-358-23 0 0 0,31 2 0 0 0,166-13 0 0 0,-219 5 0 0 0,47 3 0 0 0,-41 0 0 0 0,-48 1 0 0 0,35 2 0 0 0,-29-3 0 0 0,2 4 0 0 0,-2 1 0 0 0,-7-4 0 0 0,-1 0 0 0 0,0 0 0 0 0,0 0 0 0 0,-1 0 0 0 0,1 1 0 0 0,0-1 0 0 0,0 1 0 0 0,0-1 0 0 0,-1 1 0 0 0,1 0 0 0 0,-1-1 0 0 0,0 1 0 0 0,1 0 0 0 0,-1 0 0 0 0,0 0 0 0 0,0 0 0 0 0,0 0 0 0 0,1 4 0 0 0,2 4 0 0 0,11 21 0 0 0,-3 0 0 0 0,11 39 0 0 0,-11-33 0 0 0,22 51 0 0 0,-22-64 0 0 0,0-1 0 0 0,1 0 0 0 0,2-1 0 0 0,0 0 0 0 0,2-1 0 0 0,0-1 0 0 0,1 0 0 0 0,1-1 0 0 0,42 31 0 0 0,-25-26 0 0 0,0-2 0 0 0,2-2 0 0 0,0-2 0 0 0,44 15 0 0 0,167 42 0 0 0,-213-66 0 0 0,233 48 0 0 0,-250-55-11 0 0,0 0 1 0 0,1-1 0 0 0,-1-2-1 0 0,0 0 1 0 0,1-1 0 0 0,-1 0-1 0 0,0-2 1 0 0,0 0 0 0 0,0-1-1 0 0,-1-1 1 0 0,0-1 0 0 0,0-1-1 0 0,22-12 1 0 0,-19 7-210 0 0,-1 0 0 0 0,0-1-1 0 0,0-1 1 0 0,-2-1 0 0 0,0-1 0 0 0,-1 0 0 0 0,0-1-1 0 0,-2-1 1 0 0,0-1 0 0 0,13-23 0 0 0,-8 9-317 0 0,-2-1 0 0 0,-1-1 0 0 0,16-50 0 0 0,-27 65 278 0 0,-1-1 1 0 0,-1 1 0 0 0,-1-1-1 0 0,0 0 1 0 0,-2 0-1 0 0,0-1 1 0 0,-4-31 0 0 0,-11-30-912 0 0,-4 1 0 0 0,-3 0 1 0 0,-3 2-1 0 0,-62-137 1 0 0,66 177 856 0 0,-2 1 0 0 0,-1 1 0 0 0,-2 1 0 0 0,-1 1 1 0 0,-2 1-1 0 0,-2 2 0 0 0,-1 1 0 0 0,-2 1 0 0 0,0 2 1 0 0,-3 1-1 0 0,-44-28 0 0 0,48 38 659 0 0,0 1 0 0 0,-2 1 0 0 0,0 2 0 0 0,-1 1 0 0 0,0 2 0 0 0,-63-13 0 0 0,69 20-90 0 0,0 1 0 0 0,0 1 0 0 0,-1 1 0 0 0,1 2 0 0 0,0 1 0 0 0,0 1 0 0 0,0 2 0 0 0,0 0 0 0 0,-31 10-1 0 0,39-6 33 0 0,0 0-1 0 0,0 2 1 0 0,1 0-1 0 0,1 1 0 0 0,-1 1 1 0 0,-27 23-1 0 0,8-1 637 0 0,-60 67 0 0 0,76-76-549 0 0,2 1 0 0 0,1 1 0 0 0,1 1 0 0 0,2 1 0 0 0,0 0 0 0 0,2 1 0 0 0,2 1 0 0 0,0 0 0 0 0,2 1 0 0 0,2 1 0 0 0,1-1 0 0 0,1 1 1 0 0,2 1-1 0 0,-2 44 0 0 0,7-32 87 0 0,3 1 0 0 0,1 0 0 0 0,16 71 0 0 0,-12-86-451 0 0,1 0 1 0 0,2 0-1 0 0,1-1 1 0 0,2 0-1 0 0,31 50 1 0 0,-14-34-12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1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9830 0 0,'5'11'151'0'0,"0"1"-1"0"0,-1-1 1 0 0,-1 1 0 0 0,0 0 0 0 0,0 0-1 0 0,-2 0 1 0 0,1 0 0 0 0,-1 22-1 0 0,-3 9 559 0 0,-9 50-1 0 0,5-52-70 0 0,0 46 0 0 0,6-21-46 0 0,0-66-583 0 0,0 0 0 0 0,0 0 0 0 0,0 0 0 0 0,0-1 1 0 0,0 1-1 0 0,0 0 0 0 0,0 0 0 0 0,0 0 0 0 0,0 0 0 0 0,0 0 1 0 0,1 0-1 0 0,-1-1 0 0 0,0 1 0 0 0,0 0 0 0 0,0 0 0 0 0,0 0 0 0 0,0 0 1 0 0,0 0-1 0 0,0 0 0 0 0,1 0 0 0 0,-1 0 0 0 0,0 0 0 0 0,0 0 1 0 0,0-1-1 0 0,0 1 0 0 0,0 0 0 0 0,0 0 0 0 0,1 0 0 0 0,-1 0 1 0 0,0 0-1 0 0,0 0 0 0 0,0 0 0 0 0,0 0 0 0 0,1 0 0 0 0,-1 0 1 0 0,0 0-1 0 0,0 0 0 0 0,0 0 0 0 0,0 0 0 0 0,0 1 0 0 0,0-1 1 0 0,1 0-1 0 0,-1 0 0 0 0,0 0 0 0 0,0 0 0 0 0,0 0 0 0 0,0 0 0 0 0,0 0 1 0 0,0 0-1 0 0,1 0 0 0 0,-1 0 0 0 0,0 1 0 0 0,0-1 0 0 0,0 0 1 0 0,0 0-1 0 0,0 0 0 0 0,0 0 0 0 0,0 0 0 0 0,0 0 0 0 0,0 1 1 0 0,0-1-1 0 0,10-14 46 0 0,-8 11-19 0 0,5-7-41 0 0,1-1-1 0 0,0 1 1 0 0,1 0 0 0 0,0 0 0 0 0,0 1-1 0 0,20-15 1 0 0,-21 19 63 0 0,0 1 0 0 0,0 0 0 0 0,0 0 0 0 0,1 0 0 0 0,-1 1 0 0 0,1 0 0 0 0,0 1 0 0 0,-1 0 0 0 0,1 0 0 0 0,18 0 0 0 0,-20 1 4 0 0,1 1 0 0 0,-1 0-1 0 0,1 0 1 0 0,-1 1 0 0 0,1 0 0 0 0,-1 0 0 0 0,1 1-1 0 0,-1 0 1 0 0,0 0 0 0 0,0 1 0 0 0,0 0-1 0 0,0 0 1 0 0,0 1 0 0 0,-1-1 0 0 0,1 2-1 0 0,-1-1 1 0 0,0 1 0 0 0,0 0 0 0 0,-1 0 0 0 0,1 0-1 0 0,-1 1 1 0 0,-1 0 0 0 0,1 0 0 0 0,-1 0-1 0 0,0 0 1 0 0,0 1 0 0 0,0 0 0 0 0,-1-1-1 0 0,0 1 1 0 0,-1 1 0 0 0,0-1 0 0 0,0 0 0 0 0,0 1-1 0 0,1 13 1 0 0,-2-1 94 0 0,0-1 0 0 0,-1 1 0 0 0,-1-1 0 0 0,-1 1 0 0 0,-1-1 0 0 0,0 0 0 0 0,-2 0 0 0 0,0 0 0 0 0,-1 0 0 0 0,-1-1 0 0 0,0 0 0 0 0,-2 0 0 0 0,0-1 0 0 0,-1 0 0 0 0,-19 25 1 0 0,26-38-113 0 0,-1 0-1 0 0,1-1 1 0 0,-1 0 0 0 0,1 0 0 0 0,-1 0 0 0 0,0 0 0 0 0,0 0 0 0 0,0-1 0 0 0,-1 0 0 0 0,1 1 0 0 0,-1-2 0 0 0,1 1 0 0 0,-1 0 0 0 0,1-1 0 0 0,-1 0 0 0 0,0 0 0 0 0,0-1 0 0 0,1 1 0 0 0,-1-1 0 0 0,-5 0 0 0 0,-4-1 105 0 0,1-1 0 0 0,0-1 0 0 0,0 0 0 0 0,0 0 0 0 0,-24-11 0 0 0,25 10 39 0 0,-1 0-31 0 0,12 4-153 0 0,0 0 0 0 0,1 0 0 0 0,-1 0-1 0 0,0 0 1 0 0,0 0 0 0 0,1-1 0 0 0,-1 1 0 0 0,0 0-1 0 0,1-1 1 0 0,-1 1 0 0 0,0 0 0 0 0,1-1-1 0 0,-1 1 1 0 0,0-1 0 0 0,1 1 0 0 0,-1-1-1 0 0,1 1 1 0 0,-1-1 0 0 0,1 1 0 0 0,-1-1 0 0 0,1 1-1 0 0,-1-1 1 0 0,1 0 0 0 0,-1 1 0 0 0,1-1-1 0 0,0 0 1 0 0,0 0 0 0 0,-1 1 0 0 0,1-1 0 0 0,0 0-1 0 0,0 0 1 0 0,0 1 0 0 0,0-1 0 0 0,0 0-1 0 0,0 0 1 0 0,0 0 0 0 0,11-20 66 0 0,-9 18-111 0 0,16-23-213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2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81 9830 0 0,'3'-23'0'0'0,"-1"12"0"0"0,10 7 46 0 0,142-14 1628 0 0,-22 5-326 0 0,-112 9-1098 0 0,1 1 46 0 0,1 0-1 0 0,0 2 1 0 0,24 1 0 0 0,-41 0-248 0 0,-6 3 14 0 0,-24 11 260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6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 9830 0 0,'4'-23'0'0'0,"-3"10"0"0"0,1 4 0 0 0,6 4 0 0 0,3 4 0 0 0,14 2 340 0 0,1 1-1 0 0,-1 0 0 0 0,1 2 1 0 0,31 10-1 0 0,1-1 235 0 0,-35-8-315 0 0,141 22 1400 0 0,56 3 638 0 0,158 29 1618 0 0,496 75 2068 0 0,-646-100-5983 0 0,-22-4 0 0 0,43 5 0 0 0,-124-20 0 0 0,182 46 0 0 0,-255-46 0 0 0,27 6 0 0 0,118 50 0 0 0,-115-39 0 0 0,155 39 0 0 0,-51-18 0 0 0,-52-9 0 0 0,293 89 0 0 0,-297-100 0 0 0,177 24 0 0 0,-306-57 0 0 0,479 47 0 0 0,-478-47 0 0 0,256 5 0 0 0,-248-5 0 0 0,1 0 0 0 0,0 0 0 0 0,-1 1 0 0 0,-9-1 0 0 0,-1 0 0 0 0,1 0 0 0 0,0 0 0 0 0,0 1 0 0 0,-1-1 0 0 0,1 0 0 0 0,0 0 0 0 0,0 0 0 0 0,-1 1 0 0 0,1-1 0 0 0,0 1 0 0 0,-1-1 0 0 0,1 0 0 0 0,-1 1 0 0 0,1-1 0 0 0,0 1 0 0 0,-1-1 0 0 0,1 1 0 0 0,-1-1 0 0 0,1 1 0 0 0,-1 0 0 0 0,1-1 0 0 0,-1 1 0 0 0,0 0 0 0 0,1-1 0 0 0,-1 1 0 0 0,0 0 0 0 0,0-1 0 0 0,1 1 0 0 0,-1 0 0 0 0,0 0 0 0 0,0-1 0 0 0,0 1 0 0 0,0 1 0 0 0,0-1 0 0 0,5 19 0 0 0,-1 0 0 0 0,0 1 0 0 0,-2 0 0 0 0,0 0 0 0 0,-2 0 0 0 0,-1 22 0 0 0,0-4 0 0 0,1 20 0 0 0,3 1 0 0 0,3-1 0 0 0,20 94 0 0 0,-18-122 0 0 0,1-1 0 0 0,2 0 0 0 0,1 0 0 0 0,1-1 0 0 0,2 0 0 0 0,0-2 0 0 0,2 1 0 0 0,29 34 0 0 0,-16-24 0 0 0,2-2 0 0 0,1-1 0 0 0,2-2 0 0 0,1-1 0 0 0,1-2 0 0 0,42 25 0 0 0,-59-43 0 0 0,1-2 0 0 0,-1 0 0 0 0,2-2 0 0 0,-1 0 0 0 0,1-1 0 0 0,0-1 0 0 0,31 4 0 0 0,-23-8 0 0 0,1 0 0 0 0,-1-2 0 0 0,1-1 0 0 0,58-10 0 0 0,-28-1-173 0 0,0-3 1 0 0,-1-3 0 0 0,63-28-1 0 0,-30 5-1314 0 0,98-60 0 0 0,-166 86 1162 0 0,0-1-1 0 0,-2-2 1 0 0,0 0-1 0 0,0-2 0 0 0,-2 0 1 0 0,0-2-1 0 0,-2 0 1 0 0,0-1-1 0 0,-2-1 1 0 0,-1 0-1 0 0,0-2 1 0 0,-2 0-1 0 0,-1 0 0 0 0,14-41 1 0 0,-25 60 246 0 0,49-173-1820 0 0,-47 159 1621 0 0,0 0 0 0 0,-2 0-1 0 0,-1 0 1 0 0,0 0 0 0 0,-2 0 0 0 0,-5-39 0 0 0,-2 25 88 0 0,-2 1-1 0 0,-1 0 1 0 0,-2 1 0 0 0,-1 0 0 0 0,-1 1 0 0 0,-2 1-1 0 0,-1 0 1 0 0,-1 1 0 0 0,-2 1 0 0 0,-48-51-1 0 0,11 22-263 0 0,-3 3-1 0 0,-2 3 0 0 0,-114-72 0 0 0,122 90 687 0 0,-2 3-1 0 0,-1 2 1 0 0,-1 2 0 0 0,-1 3-1 0 0,-2 3 1 0 0,-94-20-1 0 0,114 33 222 0 0,1 2 0 0 0,-1 2-1 0 0,0 1 1 0 0,0 3-1 0 0,0 1 1 0 0,1 2-1 0 0,-1 1 1 0 0,0 3 0 0 0,-50 15-1 0 0,78-17-277 0 0,0 1 0 0 0,1 0-1 0 0,-1 1 1 0 0,2 1 0 0 0,-1 0-1 0 0,1 0 1 0 0,-12 12 0 0 0,-72 76 1067 0 0,77-74-925 0 0,5-7-104 0 0,0 2 1 0 0,2 0-1 0 0,0 0 1 0 0,0 1-1 0 0,2 1 1 0 0,1-1-1 0 0,0 2 0 0 0,1-1 1 0 0,1 1-1 0 0,1 0 1 0 0,1 1-1 0 0,0 0 1 0 0,2-1-1 0 0,0 1 0 0 0,2 0 1 0 0,0 1-1 0 0,1-1 1 0 0,1 0-1 0 0,7 33 1 0 0,1-5 444 0 0,2 0-1 0 0,25 66 1 0 0,-3-47 190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7.8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775 0 9830 0 0,'-7'0'73'0'0,"0"1"1"0"0,-1-1-1 0 0,1 1 0 0 0,0 1 1 0 0,0-1-1 0 0,0 1 0 0 0,0 1 0 0 0,0-1 1 0 0,0 1-1 0 0,0 0 0 0 0,1 1 1 0 0,-12 7-1 0 0,-6 7 655 0 0,-40 39 1 0 0,36-30-483 0 0,-44 45 815 0 0,49-47-564 0 0,0-1 0 0 0,-39 30 0 0 0,54-48-366 0 0,0 0 0 0 0,1 1 0 0 0,-1 0 0 0 0,1 0 0 0 0,1 0-1 0 0,-1 1 1 0 0,2 0 0 0 0,-1 1 0 0 0,1-1 0 0 0,0 1 0 0 0,0 0 0 0 0,1 1 0 0 0,1-1 0 0 0,-1 0-1 0 0,2 1 1 0 0,-3 14 0 0 0,3-12 10 0 0,1 0 0 0 0,1 0 0 0 0,0 0 0 0 0,1 0 1 0 0,0 1-1 0 0,1-1 0 0 0,1 0 0 0 0,-1 0 0 0 0,2-1 0 0 0,0 1 0 0 0,0-1 0 0 0,1 0 0 0 0,6 11 0 0 0,16 25 871 0 0,49 67-1 0 0,-71-109-910 0 0,-1 1 0 0 0,1-1 0 0 0,1 1-1 0 0,-1-1 1 0 0,1-1 0 0 0,-1 1 0 0 0,1-1 0 0 0,1 0-1 0 0,-1-1 1 0 0,0 1 0 0 0,1-1 0 0 0,7 2-1 0 0,-9-3-27 0 0,1-1 1 0 0,-1 0-1 0 0,0 0 0 0 0,1-1 0 0 0,-1 0 0 0 0,0 1 0 0 0,1-2 0 0 0,-1 1 0 0 0,1-1 0 0 0,-1 0 0 0 0,0 0 0 0 0,0 0 0 0 0,1-1 0 0 0,-1 0 0 0 0,0 0 0 0 0,8-4 0 0 0,12-9-53 0 0,0 0-1 0 0,-1-1 0 0 0,25-23 1 0 0,-42 33-114 0 0,0 0-1 0 0,0-1 1 0 0,-1 0 0 0 0,0 0 0 0 0,-1 0 0 0 0,1 0 0 0 0,-1-1-1 0 0,-1 0 1 0 0,0 0 0 0 0,0 0 0 0 0,0-1 0 0 0,-1 1 0 0 0,0-1-1 0 0,2-12 1 0 0,-5 10-38 0 0,-1-1-1 0 0,0 1 0 0 0,-1 0 0 0 0,0 0 1 0 0,-1 0-1 0 0,0 0 0 0 0,-5-11 1 0 0,5 14 115 0 0,1 3-5 0 0,0 0 0 0 0,-1 1 1 0 0,0-1-1 0 0,0 1 0 0 0,0-1 1 0 0,0 1-1 0 0,-1 0 1 0 0,1 0-1 0 0,-1 0 0 0 0,0 1 1 0 0,0 0-1 0 0,-1-1 0 0 0,1 1 1 0 0,-1 1-1 0 0,0-1 0 0 0,1 1 1 0 0,-1 0-1 0 0,0 0 1 0 0,0 0-1 0 0,0 1 0 0 0,-1-1 1 0 0,-5 0-1 0 0,-12-1 147 0 0,0 0 0 0 0,0 1 1 0 0,-41 2-1 0 0,31 3 22 0 0,0 1 0 0 0,1 2 0 0 0,-1 1 0 0 0,1 1 0 0 0,-54 23 0 0 0,-145 82 747 0 0,167-81-689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12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 30 9830 0 0,'-25'-16'0'0'0,"8"8"46"0"0,3 6 136 0 0,3-1-91 0 0,1 3 91 0 0,0 0-137 0 0,9 0-44 0 0,1 0-1 0 0,0 0 1 0 0,0 0 0 0 0,0 0-1 0 0,-1 0 1 0 0,1 0-1 0 0,0 0 1 0 0,0 0-1 0 0,0 1 1 0 0,0-1 0 0 0,0 0-1 0 0,-1 0 1 0 0,1 0-1 0 0,0 0 1 0 0,0 0-1 0 0,0 1 1 0 0,0-1 0 0 0,0 0-1 0 0,0 0 1 0 0,0 0-1 0 0,0 0 1 0 0,0 1-1 0 0,0-1 1 0 0,-1 0 0 0 0,1 0-1 0 0,0 0 1 0 0,0 1-1 0 0,0-1 1 0 0,0 0-1 0 0,0 0 1 0 0,0 0 0 0 0,0 0-1 0 0,0 1 1 0 0,1-1-1 0 0,-1 0 1 0 0,0 0-1 0 0,0 0 1 0 0,0 1 0 0 0,0-1-1 0 0,0 0 1 0 0,0 0-1 0 0,0 0 1 0 0,0 0-1 0 0,0 1 1 0 0,0-1 0 0 0,1 0-1 0 0,-1 0 1 0 0,0 0-1 0 0,0 0 1 0 0,0 0 0 0 0,0 0-1 0 0,0 0 1 0 0,1 1-1 0 0,-1-1 1 0 0,0 0-1 0 0,0 0 1 0 0,0 0 0 0 0,0 0-1 0 0,1 0 1 0 0,11 13 168 0 0,-10-10-100 0 0,12 10 201 0 0,1 0 0 0 0,0-1-1 0 0,1 0 1 0 0,24 14-1 0 0,75 33 1072 0 0,-12-7-77 0 0,169 94 1867 0 0,134 70 1454 0 0,-249-135-2786 0 0,-30-18-308 0 0,98 54-885 0 0,-80-31-606 0 0,171 74 0 0 0,3-14 0 0 0,-222-106 0 0 0,-86-35 0 0 0,-1 1 0 0 0,-68 40 0 0 0,43-35 0 0 0,1 2 0 0 0,0-1 0 0 0,0 2 0 0 0,1-1 0 0 0,1 2 0 0 0,0 0 0 0 0,1 0 0 0 0,1 1 0 0 0,1 1 0 0 0,0-1 0 0 0,1 2 0 0 0,0-1 0 0 0,2 1 0 0 0,0 0 0 0 0,1 0 0 0 0,1 1 0 0 0,0-1 0 0 0,-1 33 0 0 0,4-12 0 0 0,2 1 0 0 0,2-1 0 0 0,1 1 0 0 0,2-1 0 0 0,2-1 0 0 0,12 39 0 0 0,-11-53 0 0 0,0 0 0 0 0,1-1 0 0 0,2 0 0 0 0,0 0 0 0 0,1-1 0 0 0,1-1 0 0 0,1 0 0 0 0,1-1 0 0 0,1-1 0 0 0,25 22 0 0 0,-20-23 0 0 0,1-1 0 0 0,0-1 0 0 0,2-1 0 0 0,0-2 0 0 0,0 0 0 0 0,1-1 0 0 0,0-2 0 0 0,54 14 0 0 0,-30-13 0 0 0,1-2 0 0 0,1-3 0 0 0,-1-1 0 0 0,1-3 0 0 0,-1-2 0 0 0,98-13 0 0 0,-81 5-123 0 0,0-2 1 0 0,-1-3 0 0 0,-1-3 0 0 0,71-28 0 0 0,-119 37-84 0 0,199-89-2022 0 0,-193 83 1870 0 0,0-1-1 0 0,-1-1 0 0 0,0-1 1 0 0,-2-2-1 0 0,0 0 0 0 0,29-32 1 0 0,-16 7-303 0 0,-1-1 1 0 0,-2-2 0 0 0,-3-1-1 0 0,-2-1 1 0 0,-1-2 0 0 0,-3 0-1 0 0,-2-1 1 0 0,-3-1 0 0 0,22-103-1 0 0,-27 91-80 0 0,-2-1 0 0 0,1-68 0 0 0,-11 109 519 0 0,-1 1-1 0 0,-1-1 1 0 0,-1 0-1 0 0,-1 1 1 0 0,-1-1-1 0 0,-1 1 1 0 0,0 0 0 0 0,-20-41-1 0 0,9 30 223 0 0,-2 0 0 0 0,-42-57 0 0 0,46 73 0 0 0,0 1 0 0 0,-1 0 0 0 0,-1 2 0 0 0,0 0 0 0 0,-1 0 0 0 0,-22-12 0 0 0,3 6 350 0 0,0 3-1 0 0,-2 0 1 0 0,0 3-1 0 0,-1 1 1 0 0,0 2-1 0 0,-1 1 1 0 0,0 3 0 0 0,-1 1-1 0 0,0 2 1 0 0,-51 1-1 0 0,12 5 463 0 0,0 4 0 0 0,0 3-1 0 0,1 4 1 0 0,-108 30 0 0 0,128-25 8 0 0,2 2 0 0 0,0 3 0 0 0,2 3 0 0 0,-83 48 0 0 0,106-53-390 0 0,2 1 0 0 0,1 1 0 0 0,0 2 1 0 0,2 1-1 0 0,0 1 0 0 0,2 2 1 0 0,1 0-1 0 0,-34 53 0 0 0,44-56-338 0 0,1 2 0 0 0,2-1 0 0 0,0 2 0 0 0,2 0 0 0 0,-10 42 0 0 0,11-23-107 0 0,1 0 0 0 0,-1 86 1 0 0,8-20 14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14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0 192 9830 0 0,'27'-16'331'0'0,"1"2"-1"0"0,0 1 1 0 0,60-20 0 0 0,95-13 1806 0 0,-101 27-1637 0 0,2 1 654 0 0,0 5 1 0 0,0 3-1 0 0,124 1 1 0 0,-135 14-559 0 0,-1 3 151 0 0,-61-8-658 0 0,-11 0-81 0 0,1 0-1 0 0,-1 0 1 0 0,0 0 0 0 0,0 0-1 0 0,0 0 1 0 0,1 0 0 0 0,-1 0-1 0 0,0 0 1 0 0,0 0-1 0 0,0 0 1 0 0,1 0 0 0 0,-1 0-1 0 0,0 0 1 0 0,0 0-1 0 0,1 0 1 0 0,-1 0 0 0 0,0 0-1 0 0,0 0 1 0 0,0 0 0 0 0,0 0-1 0 0,1 0 1 0 0,-1 0-1 0 0,0 0 1 0 0,0 1 0 0 0,0-1-1 0 0,1 0 1 0 0,-1 0-1 0 0,0 0 1 0 0,0 0 0 0 0,0 0-1 0 0,0 1 1 0 0,0-1-1 0 0,0 0 1 0 0,1 0 0 0 0,-1 0-1 0 0,0 1 1 0 0,0-1 0 0 0,0 0-1 0 0,0 0 1 0 0,0 0-1 0 0,0 1 1 0 0,0-1 0 0 0,0 0-1 0 0,0 0 1 0 0,0 0-1 0 0,0 1 1 0 0,0-1 0 0 0,0 0-1 0 0,0 0 1 0 0,0 0 0 0 0,0 1-1 0 0,0-1 1 0 0,0 0-1 0 0,0 0 1 0 0,-1 1 0 0 0,-5 8 116 0 0,6-9-90 0 0,-57 55 882 0 0,41-40-531 0 0,-30 32-1 0 0,-174 246 3120 0 0,189-244-3384 0 0,1 2 0 0 0,2 1 0 0 0,3 1 0 0 0,-23 69 0 0 0,-32 109-120 0 0,76-221 0 0 0,3 0 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15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9830 0 0,'64'32'1122'0'0,"1"-2"0"0"0,101 30 0 0 0,-65-26-8 0 0,-84-28-889 0 0,3 1 43 0 0,-1 0 0 0 0,0 1 0 0 0,-1 1 0 0 0,18 12-1 0 0,-15-8 116 0 0,1 0-1 0 0,0-1 1 0 0,39 14-1 0 0,-39-16-47 0 0,-1-5-56 0 0,-17-6-239 0 0,7 1 187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8:27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1034 9830 0 0,'-14'0'273'0'0,"6"0"-45"0"0,2 0-183 0 0,0 0 1 0 0,0 0 136 0 0,12-1-19 0 0,-1-1 1 0 0,0 0-1 0 0,0-1 0 0 0,0 1 1 0 0,0-1-1 0 0,7-5 0 0 0,5-2 172 0 0,9-6 499 0 0,33-25 0 0 0,-37 24-768 0 0,147-106 1405 0 0,-145 106-976 0 0,36-18 0 0 0,-19 11-547 0 0,36-18 256 0 0,-25 15-22 0 0,112-74-982 0 0,-138 85 379 0 0,49-24 0 0 0,-21 12-29 0 0,36-19-158 0 0,71-41-32 0 0,-90 48 276 0 0,50-31-220 0 0,-11 4 51 0 0,-32 20 157 0 0,38-19-290 0 0,-37 22 1539 0 0,-73 41-628 0 0,0 1-184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8:30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416 121 9830 0 0,'-13'0'228'0'0,"0"1"84"0"0,0-1 1 0 0,-24 5 0 0 0,12-1 254 0 0,17-2-395 0 0,0 1 0 0 0,0-1-1 0 0,1 2 1 0 0,-1-1 0 0 0,1 1 0 0 0,0 0 0 0 0,0 0 0 0 0,-11 10 0 0 0,-1-1 277 0 0,-6 3 214 0 0,2 1 0 0 0,0 2 0 0 0,1 0 0 0 0,-24 27 0 0 0,36-33-293 0 0,1-1-1 0 0,0 2 0 0 0,1-1 1 0 0,1 1-1 0 0,0 0 0 0 0,1 1 1 0 0,0 0-1 0 0,-5 24 0 0 0,9-30-169 0 0,0 1 0 0 0,1 0 0 0 0,0 0 0 0 0,1 1-1 0 0,0-1 1 0 0,1 0 0 0 0,0 0 0 0 0,1 0 0 0 0,0-1-1 0 0,4 14 1 0 0,-1-9 145 0 0,1 0 0 0 0,0 0 1 0 0,1 0-1 0 0,1-1 0 0 0,0 0 0 0 0,12 14 0 0 0,-6-12 7 0 0,0 0 0 0 0,2-1 0 0 0,18 14 0 0 0,-11-10-358 0 0,-14-11 6 0 0,0-1 0 0 0,1 0 0 0 0,0 0 0 0 0,0-1 0 0 0,0-1 0 0 0,1 0 0 0 0,0 0 0 0 0,0-1 0 0 0,12 2 0 0 0,14 2 0 0 0,52 1 0 0 0,-60-7-111 0 0,0-1 0 0 0,0-1 0 0 0,0-2 0 0 0,0-1 0 0 0,0-1 0 0 0,-1-1 0 0 0,0-2-1 0 0,0-1 1 0 0,-1 0 0 0 0,50-27 0 0 0,-55 23-384 0 0,-1 0 0 0 0,0-1 0 0 0,-1-1 0 0 0,-1-1 0 0 0,0 0 0 0 0,-2-2 0 0 0,19-22 0 0 0,-26 26 161 0 0,0 0-1 0 0,-1 0 0 0 0,0-1 1 0 0,-2 0-1 0 0,1-1 0 0 0,4-16 1 0 0,-4 7-240 0 0,-1 0 1 0 0,-1-1-1 0 0,2-30 1 0 0,-6 34 39 0 0,-1 0 1 0 0,0-1-1 0 0,-5-30 0 0 0,2 38 233 0 0,-1 1-1 0 0,-1-1 0 0 0,0 1 0 0 0,0 0 1 0 0,-2 0-1 0 0,-7-15 0 0 0,9 23 156 0 0,0 0 0 0 0,0 0 1 0 0,-1 0-1 0 0,1 1 0 0 0,-1 0 0 0 0,-1 0 0 0 0,-6-5 1 0 0,0 1-181 0 0,-1 0 1 0 0,-19-10-1 0 0,18 13 511 0 0,0 0 0 0 0,-1 1 0 0 0,0 0-1 0 0,0 2 1 0 0,0-1 0 0 0,-21-1 0 0 0,-7 2 858 0 0,-43 2 0 0 0,68 2-580 0 0,0 1-1 0 0,0 0 1 0 0,-31 9-1 0 0,-49 22 1113 0 0,56-18-832 0 0,10-3 1 0 0,1 1 0 0 0,0 1 0 0 0,2 2 0 0 0,-46 30-1 0 0,57-32-310 0 0,0 0-1 0 0,1 1 0 0 0,1 0 0 0 0,1 2 0 0 0,0 0 0 0 0,1 0 0 0 0,-22 36 1 0 0,5 9 570 0 0,9-4-523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8:32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1 296 9830 0 0,'15'-4'205'0'0,"0"-1"-1"0"0,0 0 0 0 0,0-1 1 0 0,0 0-1 0 0,-1-1 1 0 0,0-1-1 0 0,-1 0 1 0 0,0-1-1 0 0,0-1 1 0 0,-1 0-1 0 0,0 0 0 0 0,0-1 1 0 0,14-19-1 0 0,30-52-544 0 0,-32 44 221 0 0,-19 29 85 0 0,-4 6 19 0 0,1 0 0 0 0,0 0 0 0 0,0 0-1 0 0,1 0 1 0 0,-1 1 0 0 0,0-1 0 0 0,1 1 0 0 0,4-5 0 0 0,-1 1 3 0 0,-6 6 11 0 0,0 0 1 0 0,0 0-1 0 0,0-1 0 0 0,0 1 0 0 0,1 0 0 0 0,-1 0 1 0 0,0 0-1 0 0,0 0 0 0 0,0-1 0 0 0,0 1 1 0 0,1 0-1 0 0,-1 0 0 0 0,0 0 0 0 0,0 0 0 0 0,0 0 1 0 0,1 0-1 0 0,-1-1 0 0 0,0 1 0 0 0,0 0 1 0 0,0 0-1 0 0,1 0 0 0 0,-1 0 0 0 0,0 0 0 0 0,0 0 1 0 0,1 0-1 0 0,-1 0 0 0 0,0 0 0 0 0,0 0 1 0 0,0 0-1 0 0,1 0 0 0 0,-1 0 0 0 0,0 0 0 0 0,0 0 1 0 0,1 0-1 0 0,-1 0 0 0 0,0 0 0 0 0,0 1 1 0 0,0-1-1 0 0,1 0 0 0 0,-1 0 0 0 0,0 0 0 0 0,0 0 1 0 0,0 0-1 0 0,1 1 0 0 0,-1-1 0 0 0,0 0 1 0 0,0 0-1 0 0,0 0 0 0 0,0 0 0 0 0,0 1 0 0 0,1-1 1 0 0,1 7 30 0 0,-1 1 107 0 0,0 0 0 0 0,0 0 0 0 0,0 0 0 0 0,-1 0 1 0 0,0 0-1 0 0,-2 9 0 0 0,-11 47 870 0 0,4-26-333 0 0,1-7 60 0 0,-2 0 0 0 0,0-1 0 0 0,-29 54 1 0 0,24-62-219 0 0,10-14-279 0 0,-3 5-5 0 0,8-13-255 0 0,-6 21 524 0 0,2-14-303 0 0,-1-3-159 0 0,2-2 16 0 0,-1-1 0 0 0,1 1 0 0 0,0-1 0 0 0,-1 0 0 0 0,1 0 0 0 0,0 0 0 0 0,-1-1 0 0 0,1 1 0 0 0,-1-1 0 0 0,1 0 0 0 0,-1 0 0 0 0,1 0 0 0 0,-1 0 0 0 0,1-1 0 0 0,-1 1 0 0 0,1-1 0 0 0,-1 0 0 0 0,-4-2 0 0 0,-8-1 124 0 0,8 3-48 0 0,0 0 1 0 0,0 1 0 0 0,-1 0-1 0 0,1 0 1 0 0,0 1-1 0 0,0 0 1 0 0,0 0 0 0 0,-8 3-1 0 0,8-3 27 0 0,79-2 1056 0 0,1 0-257 0 0,-29-4-357 0 0,-18 1 177 0 0,48 1-1 0 0,-59 3-774 0 0,1 1-1 0 0,25 5 0 0 0,-16-2 0 0 0,-14-3-1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3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2246 9830 0 0,'-13'-10'0'0'0,"6"3"0"0"0,9 11 34 0 0,2 1 138 0 0,-1 1 0 0 0,1-1 0 0 0,0-1 0 0 0,0 1 0 0 0,0 0 1 0 0,1-1-1 0 0,10 8 0 0 0,-3-3 204 0 0,-8-6-228 0 0,18 3 169 0 0,-16-5-271 0 0,0-2-1 0 0,0-2 137 0 0,0-2-91 0 0,0 3 137 0 0,0 1-1 0 0,-4 1-177 0 0,1 0-1 0 0,0-1 1 0 0,-1 1-1 0 0,1-1 1 0 0,-1 1 0 0 0,1-1-1 0 0,-1 0 1 0 0,4-2-1 0 0,4-1 116 0 0,240-76 2423 0 0,-187 56-2786 0 0,111-35 39 0 0,13 10 1946 0 0,-82 11-2006 0 0,-23 8-501 0 0,251-82-2142 0 0,-246 80 2495 0 0,367-140-3165 0 0,-288 109 3532 0 0,-33 13 0 0 0,158-60 0 0 0,-168 61 0 0 0,137-58 0 0 0,-32 20 0 0 0,-200 78 0 0 0,330-133 0 0 0,-334 131 0 0 0,149-71 0 0 0,-75 34 0 0 0,179-76 92 0 0,-48 22 43 0 0,-209 93 99 0 0,38-16 822 0 0,-49 22-802 0 0,-3 0-146 0 0,0-1 71 0 0,0 2-134 0 0,0 2-1 0 0,0 0 135 0 0,0 0-89 0 0,2 3 89 0 0,-7-3-164 0 0,-1 0 0 0 0,1 0-1 0 0,0 1 1 0 0,0-1 0 0 0,0 1 0 0 0,0-1 0 0 0,-1 1-1 0 0,1-1 1 0 0,0 1 0 0 0,0-1 0 0 0,-1 1 0 0 0,1 0-1 0 0,0-1 1 0 0,-1 1 0 0 0,1 0 0 0 0,-1-1 0 0 0,1 1-1 0 0,-1 0 1 0 0,1 1 0 0 0,0 1 50 0 0,108 128 3086 0 0,-92-114-2645 0 0,0-1 0 0 0,1-1 0 0 0,0-1 0 0 0,1 0 0 0 0,27 14-1 0 0,-32-21-117 0 0,0 0-1 0 0,1-1 0 0 0,0-1 1 0 0,23 6-1 0 0,-27-9-180 0 0,0 0 0 0 0,0-1 0 0 0,-1-1 0 0 0,1 1 1 0 0,0-2-1 0 0,0 1 0 0 0,16-4 0 0 0,2-3-62 0 0,-1-1 1 0 0,0-1-1 0 0,0-1 0 0 0,-1-2 1 0 0,-1-1-1 0 0,41-25 0 0 0,-6 1-1321 0 0,87-59-1588 0 0,-125 79 2190 0 0,0-1 0 0 0,-2-1 0 0 0,0-1 0 0 0,20-27-1 0 0,-25 27 100 0 0,-1-1 1 0 0,-1 0-1 0 0,-1-1 0 0 0,-1 0 0 0 0,-1-1 0 0 0,8-25 0 0 0,-15 36 258 0 0,-1 0 0 0 0,0 0 0 0 0,-1 0 0 0 0,0 0 0 0 0,-1-1 0 0 0,0 1 1 0 0,-1 0-1 0 0,0-1 0 0 0,-1 1 0 0 0,0 0 0 0 0,-1-1 0 0 0,-1 1 0 0 0,0 0 1 0 0,-7-16-1 0 0,5 17 190 0 0,-1 0 1 0 0,0 0 0 0 0,-1 1 0 0 0,-1 0 0 0 0,1 0 0 0 0,-2 0-1 0 0,1 1 1 0 0,-1 1 0 0 0,-1-1 0 0 0,-19-13 0 0 0,10 10 13 0 0,0 1 0 0 0,-1 1 0 0 0,0 0 1 0 0,-1 1-1 0 0,-29-7 0 0 0,22 9 466 0 0,-1 1 0 0 0,0 2 1 0 0,0 0-1 0 0,0 2 0 0 0,-35 2 0 0 0,12 3 571 0 0,1 3-1 0 0,-56 12 1 0 0,103-17-943 0 0,-201 51 3496 0 0,178-43-2960 0 0,1 1 1 0 0,0 1-1 0 0,0 2 0 0 0,1 0 0 0 0,-32 24 0 0 0,35-21 150 0 0,1 1 0 0 0,-36 37 0 0 0,50-45-674 0 0,-1 0 0 0 0,1 1 1 0 0,1 0-1 0 0,-1 0 0 0 0,2 0 0 0 0,0 1 0 0 0,0 0 0 0 0,1 0 0 0 0,-4 12 1 0 0,3-2-94 0 0,1-1 0 0 0,1 1 0 0 0,1 0 0 0 0,1 0 0 0 0,1 25 0 0 0,1-34 0 0 0,1-1 0 0 0,0 1 0 0 0,0 0 0 0 0,1-1 0 0 0,1 1 0 0 0,0-1 0 0 0,0 0 0 0 0,1-1 0 0 0,1 1 0 0 0,12 18 0 0 0,11 6 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4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96 172 9830 0 0,'-21'-15'98'0'0,"5"2"318"0"0,13 2-129 0 0,2 9-284 0 0,1-2 13 0 0,-1 0 0 0 0,1 0 1 0 0,0 0-1 0 0,0 0 1 0 0,0 0-1 0 0,0-1 1 0 0,1 1-1 0 0,0 0 1 0 0,0 0-1 0 0,0 0 0 0 0,0 0 1 0 0,0 0-1 0 0,1 1 1 0 0,0-1-1 0 0,0 0 1 0 0,0 1-1 0 0,0-1 0 0 0,1 1 1 0 0,-1 0-1 0 0,1 0 1 0 0,0-1-1 0 0,0 2 1 0 0,0-1-1 0 0,0 0 1 0 0,0 1-1 0 0,1-1 0 0 0,0 1 1 0 0,-1 0-1 0 0,1 0 1 0 0,0 1-1 0 0,0-1 1 0 0,0 1-1 0 0,5-2 1 0 0,19-3 692 0 0,0 1 1 0 0,35-2 0 0 0,-59 7-649 0 0,8-2 188 0 0,-1 1 0 0 0,1 1 0 0 0,0 0 0 0 0,20 3 0 0 0,-31-3-226 0 0,0 1-1 0 0,1-1 1 0 0,-1 1-1 0 0,0-1 1 0 0,0 1-1 0 0,0-1 1 0 0,0 1-1 0 0,0 0 1 0 0,0 0-1 0 0,0-1 0 0 0,0 1 1 0 0,0 0-1 0 0,0 0 1 0 0,-1 0-1 0 0,1 0 1 0 0,0 0-1 0 0,0 0 1 0 0,-1 0-1 0 0,1 0 1 0 0,-1 0-1 0 0,1 1 0 0 0,-1-1 1 0 0,1 0-1 0 0,-1 0 1 0 0,0 0-1 0 0,0 1 1 0 0,0-1-1 0 0,1 0 1 0 0,-1 0-1 0 0,0 0 1 0 0,0 1-1 0 0,-1-1 1 0 0,1 1-1 0 0,-1 4 90 0 0,1-1 0 0 0,-2 0 0 0 0,1 1 0 0 0,0-1 1 0 0,-1 0-1 0 0,-3 6 0 0 0,-3 5 230 0 0,-1-1 1 0 0,-1 0-1 0 0,0-1 0 0 0,-1 0 1 0 0,-1-1-1 0 0,-16 16 0 0 0,-86 64 2085 0 0,37-33-785 0 0,64-50-1327 0 0,5-6-94 0 0,1 2 0 0 0,0-1 0 0 0,-8 9 1 0 0,9-8-161 0 0,1 0-17 0 0,6-6-36 0 0,-1 1 0 0 0,0-1 1 0 0,0 0-1 0 0,0 1 1 0 0,0-1-1 0 0,0 0 0 0 0,0 0 1 0 0,1 1-1 0 0,-1-1 0 0 0,0 0 1 0 0,0 0-1 0 0,0 0 1 0 0,1 1-1 0 0,-1-1 0 0 0,0 0 1 0 0,0 0-1 0 0,1 0 0 0 0,-1 1 1 0 0,0-1-1 0 0,0 0 1 0 0,1 0-1 0 0,-1 0 0 0 0,0 0 1 0 0,0 0-1 0 0,1 0 0 0 0,4 1 74 0 0,-1 0-1 0 0,1-1 0 0 0,-1 0 0 0 0,0 0 0 0 0,1 0 0 0 0,4-1 1 0 0,11 0 177 0 0,149-5 963 0 0,-116 2-1222 0 0,10-1 0 0 0,-44 5 0 0 0,-14-1 0 0 0,1 1 0 0 0,0-1 0 0 0,-1 1 0 0 0,1 1 0 0 0,-1-1 0 0 0,1 1 0 0 0,-1 0 0 0 0,1 0 0 0 0,-1 1 0 0 0,0 0 0 0 0,1 0 0 0 0,5 3 0 0 0,-10-5 0 0 0,-1 0 0 0 0,1 0 0 0 0,-1 1 0 0 0,1-1 0 0 0,-1 0 0 0 0,0 0 0 0 0,1 1 0 0 0,-1-1 0 0 0,1 0 0 0 0,-1 1 0 0 0,0-1 0 0 0,1 0 0 0 0,-1 1 0 0 0,0-1 0 0 0,1 1 0 0 0,-1-1 0 0 0,0 0 0 0 0,0 1 0 0 0,0-1 0 0 0,1 1 0 0 0,-1-1 0 0 0,0 1 0 0 0,0-1 0 0 0,0 1 0 0 0,0-1 0 0 0,0 1 0 0 0,0-1 0 0 0,0 1 0 0 0,0-1 0 0 0,0 1 0 0 0,0-1 0 0 0,0 1 0 0 0,0-1 0 0 0,0 1 0 0 0,0-1 0 0 0,-1 1 0 0 0,1 0 0 0 0,-5 9 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8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1618 9830 0 0,'7'-13'46'0'0,"-5"5"135"0"0,-1 2-139 0 0,5 0-43 0 0,10-4 335 0 0,0 1 1 0 0,0 1 0 0 0,1 0-1 0 0,0 1 1 0 0,33-9 0 0 0,98-14 2179 0 0,-82 18-1358 0 0,194-48 1891 0 0,-4-13-4409 0 0,81-21-2059 0 0,-279 78 2873 0 0,228-41-748 0 0,-184 39 2151 0 0,-65 12-549 0 0,160-27 142 0 0,171-44-48 0 0,-237 45-1225 0 0,444-107-1534 0 0,-326 75 2099 0 0,-73 18 692 0 0,21-7 2029 0 0,54-7 298 0 0,-145 38-1531 0 0,101-19 1192 0 0,-88 17-948 0 0,31-4 381 0 0,-111 23-1499 0 0,4 0 566 0 0,61 0 1 0 0,-97 5-890 0 0,-5 1-13 0 0,-1-1 1 0 0,0 0-1 0 0,0 1 0 0 0,1-1 0 0 0,-1 0 0 0 0,0 1 0 0 0,0-1 1 0 0,0 1-1 0 0,0 0 0 0 0,0-1 0 0 0,1 1 0 0 0,-1 0 1 0 0,0 0-1 0 0,-1 0 0 0 0,1 0 0 0 0,0 0 0 0 0,0 0 0 0 0,0 0 1 0 0,0 0-1 0 0,-1 0 0 0 0,1 0 0 0 0,-1 0 0 0 0,2 2 1 0 0,0 1-1 0 0,7 12 11 0 0,-1 1 0 0 0,-1 0 1 0 0,0 0-1 0 0,7 33 0 0 0,5 11-28 0 0,-6-25-1 0 0,2 0 0 0 0,29 50 0 0 0,-36-75 0 0 0,0 0 0 0 0,1 0 0 0 0,0 0 0 0 0,0-1 0 0 0,1 0 0 0 0,1-1 0 0 0,0 0 0 0 0,0-1 0 0 0,1 0 0 0 0,0 0 0 0 0,0-2 0 0 0,19 8 0 0 0,-17-8 0 0 0,2-1 0 0 0,-1 0 0 0 0,0-1 0 0 0,1-1 0 0 0,-1-1 0 0 0,1 0 0 0 0,0-1 0 0 0,0 0 0 0 0,0-1 0 0 0,28-5 0 0 0,-18 1-155 0 0,0-2 1 0 0,0-1 0 0 0,-1 0 0 0 0,45-21 0 0 0,-55 20-175 0 0,0-1-1 0 0,0 0 1 0 0,-1 0-1 0 0,0-2 1 0 0,-1 0-1 0 0,0 0 1 0 0,-1-1-1 0 0,17-21 1 0 0,-13 11-264 0 0,-2-1 0 0 0,0 0 0 0 0,-1-1 0 0 0,-2-1 0 0 0,16-48 0 0 0,24-135-2967 0 0,-51 206 3526 0 0,3-14-252 0 0,-1 1 0 0 0,-1-1 0 0 0,-1 1 0 0 0,0-1 1 0 0,-1 0-1 0 0,-1 1 0 0 0,0-1 0 0 0,-1 1 0 0 0,-7-22 0 0 0,2 14-153 0 0,-1 1-1 0 0,-1 0 1 0 0,-1 0-1 0 0,0 1 1 0 0,-22-29-1 0 0,25 41 467 0 0,0 0 1 0 0,0 1-1 0 0,-1-1 0 0 0,-1 2 0 0 0,1-1 0 0 0,-1 1 1 0 0,0 1-1 0 0,-20-10 0 0 0,10 7 66 0 0,0 0 0 0 0,-1 2 0 0 0,-41-10 0 0 0,30 12 508 0 0,-1 1-1 0 0,1 1 1 0 0,-1 1-1 0 0,0 3 1 0 0,0 0-1 0 0,-38 7 1 0 0,44-3-34 0 0,0 0 0 0 0,1 2 0 0 0,0 1 0 0 0,0 1 0 0 0,0 2 0 0 0,1 0 1 0 0,-39 25-1 0 0,55-31-383 0 0,1 1 1 0 0,0 0 0 0 0,0 0-1 0 0,0 1 1 0 0,1 0 0 0 0,0 0-1 0 0,1 0 1 0 0,-1 1 0 0 0,1 0-1 0 0,1 0 1 0 0,0 1 0 0 0,0 0-1 0 0,0 0 1 0 0,1 0 0 0 0,-5 17-1 0 0,3 5 379 0 0,0 0-1 0 0,2 0 1 0 0,2 0-1 0 0,1 0 1 0 0,1 1-1 0 0,6 39 0 0 0,0-29-427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9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1 120 9830 0 0,'9'-13'0'0'0,"-4"6"0"0"0,19-27 46 0 0,-20 30 78 0 0,0 0-1 0 0,0 1 1 0 0,1 0 0 0 0,-1 0 0 0 0,1 0 0 0 0,-1 0 0 0 0,1 1 0 0 0,0 0 0 0 0,7-3 0 0 0,-1 1 69 0 0,2-2 137 0 0,1 1 0 0 0,0 1 0 0 0,0 0 0 0 0,1 0-1 0 0,-1 2 1 0 0,1 0 0 0 0,25 0 0 0 0,-36 2-238 0 0,0 0 0 0 0,0 0-1 0 0,0 0 1 0 0,0 1 0 0 0,0 0 0 0 0,0 0 0 0 0,0 0 0 0 0,0 0 0 0 0,4 2 0 0 0,-6-1-35 0 0,0-1 1 0 0,0 0 0 0 0,0 1-1 0 0,0-1 1 0 0,0 1 0 0 0,0-1-1 0 0,-1 1 1 0 0,1 0 0 0 0,-1 0-1 0 0,1 0 1 0 0,-1 0 0 0 0,0 0-1 0 0,0 0 1 0 0,0 0 0 0 0,0 0-1 0 0,0 1 1 0 0,0 2 0 0 0,1 4 121 0 0,-1 0 1 0 0,0 1-1 0 0,0-1 0 0 0,-1 1 1 0 0,0-1-1 0 0,-1 0 1 0 0,0 1-1 0 0,-1-1 1 0 0,1 0-1 0 0,-2 1 0 0 0,0-1 1 0 0,0 0-1 0 0,0 0 1 0 0,-1-1-1 0 0,0 1 1 0 0,-1-1-1 0 0,-7 10 0 0 0,8-13-31 0 0,0 0 0 0 0,-1 0 0 0 0,1-1 0 0 0,-1 1 0 0 0,0-1-1 0 0,0 0 1 0 0,-1 0 0 0 0,-9 5 0 0 0,-2-2 326 0 0,0 0-1 0 0,-22 6 1 0 0,31-11-383 0 0,1-1 91 0 0,7-1-181 0 0,-1 0 0 0 0,1 0-1 0 0,0 0 1 0 0,0 0 0 0 0,0 0 0 0 0,0 0 0 0 0,0 0 0 0 0,0 0 0 0 0,0 0-1 0 0,0 0 1 0 0,0 0 0 0 0,0 0 0 0 0,0 0 0 0 0,0 0 0 0 0,0 0 0 0 0,0 0-1 0 0,0 0 1 0 0,0 0 0 0 0,0 0 0 0 0,-1 0 0 0 0,1 0 0 0 0,0 0-1 0 0,0 0 1 0 0,0 0 0 0 0,0-1 0 0 0,0 1 0 0 0,0 0 0 0 0,0 0 0 0 0,0 0-1 0 0,0 0 1 0 0,0 0 0 0 0,0 0 0 0 0,0 0 0 0 0,0 0 0 0 0,0 0 0 0 0,0 0-1 0 0,0 0 1 0 0,0 0 0 0 0,0 0 0 0 0,0 0 0 0 0,0 0 0 0 0,0 0-1 0 0,0 0 1 0 0,0 0 0 0 0,0 0 0 0 0,0-1 0 0 0,0 1 0 0 0,0 0 0 0 0,0 0-1 0 0,0 0 1 0 0,0 0 0 0 0,0 0 0 0 0,0 0 0 0 0,0 0 0 0 0,0 0 0 0 0,0 0-1 0 0,0 0 1 0 0,0 0 0 0 0,0 0 0 0 0,0 0 0 0 0,0 0 0 0 0,0 0 0 0 0,0 0-1 0 0,0 0 1 0 0,5-5 87 0 0,6-3 182 0 0,6-1 121 0 0,1 1 1 0 0,0 1 0 0 0,0 1 0 0 0,0 0 0 0 0,1 1-1 0 0,0 1 1 0 0,23-2 0 0 0,-32 6-313 0 0,0 0 0 0 0,0 0 0 0 0,0 1 0 0 0,0 0 0 0 0,0 0 0 0 0,19 7 0 0 0,-25-7-82 0 0,0 1 1 0 0,1 0 0 0 0,-1 0-1 0 0,0 0 1 0 0,0 0-1 0 0,-1 1 1 0 0,1-1-1 0 0,0 1 1 0 0,-1 0-1 0 0,0 0 1 0 0,0 1-1 0 0,0-1 1 0 0,0 1-1 0 0,0-1 1 0 0,-1 1 0 0 0,1 0-1 0 0,3 7 1 0 0,-5-6 2 0 0,1 0 0 0 0,-1 1 0 0 0,0-1 0 0 0,0 0 0 0 0,-1 0 0 0 0,1 0 0 0 0,-1 1 0 0 0,0-1 0 0 0,0 0 0 0 0,-1 0 0 0 0,0 0 0 0 0,0 1 0 0 0,0-1 0 0 0,-1 0 0 0 0,1 0 0 0 0,-1 0 0 0 0,0-1 0 0 0,-1 1 0 0 0,1 0 0 0 0,-1-1 0 0 0,0 1 0 0 0,0-1 0 0 0,-4 4 0 0 0,1-2 0 0 0,1 0 0 0 0,-1 0 0 0 0,0-1 0 0 0,0 0 0 0 0,0 0 0 0 0,-1-1 0 0 0,1 1 0 0 0,-1-1 0 0 0,0-1 0 0 0,-1 0 0 0 0,1 0 0 0 0,-1 0 0 0 0,1-1 0 0 0,-16 3 0 0 0,4-4 0 0 0,0-1 0 0 0,-1-1 0 0 0,1 0 0 0 0,0-2 0 0 0,-29-7 0 0 0,33 7 0 0 0,5 1 0 0 0,0 0 0 0 0,0 1 0 0 0,-15 0 0 0 0,16 2 0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54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1133 9830 0 0,'25'-4'561'0'0,"0"1"0"0"0,35 0 0 0 0,-23 1-105 0 0,47-6 920 0 0,8-2 89 0 0,145-1 2649 0 0,-28 2-725 0 0,-66 2-933 0 0,338-22-1011 0 0,-144-7-1445 0 0,-314 34 0 0 0,345-56-958 0 0,7-1 581 0 0,97 3 1281 0 0,-307 36-578 0 0,189-15-221 0 0,38 7-105 0 0,-305 20 0 0 0,95-9 0 0 0,88-15 0 0 0,82-5 0 0 0,-348 37 0 0 0,112-19 0 0 0,-109 18 0 0 0,0 1 0 0 0,-2 0 0 0 0,2 0 0 0 0,-2 0 0 0 0,-4 0 0 0 0,0 0 0 0 0,0 0 0 0 0,0 0 0 0 0,-1 1 0 0 0,1-1 0 0 0,0 0 0 0 0,0 0 0 0 0,0 1 0 0 0,-1-1 0 0 0,1 0 0 0 0,0 1 0 0 0,-1-1 0 0 0,1 0 0 0 0,0 1 0 0 0,-1-1 0 0 0,1 1 0 0 0,0-1 0 0 0,-1 1 0 0 0,1 0 0 0 0,-1-1 0 0 0,1 1 0 0 0,-1 0 0 0 0,1-1 0 0 0,-1 1 0 0 0,0 0 0 0 0,1-1 0 0 0,-1 1 0 0 0,0 0 0 0 0,1 1 0 0 0,0 1 0 0 0,32 68 0 0 0,-24-49 0 0 0,1-1 0 0 0,0-1 0 0 0,2 1 0 0 0,0-2 0 0 0,22 27 0 0 0,-25-36 0 0 0,0-1 0 0 0,1 0 0 0 0,0 0 0 0 0,1-1 0 0 0,-1 0 0 0 0,14 6 0 0 0,-15-10 0 0 0,-1 0 0 0 0,1-1 0 0 0,0 0 0 0 0,0 0 0 0 0,1-1 0 0 0,-1 0 0 0 0,0 0 0 0 0,1-1 0 0 0,12 0 0 0 0,8-3 0 0 0,-2-2 0 0 0,1 0 0 0 0,0-2 0 0 0,48-16 0 0 0,-61 17-208 0 0,0-1 0 0 0,-1-1 1 0 0,0 0-1 0 0,0-1 0 0 0,-1-1 1 0 0,1 0-1 0 0,-2-1 0 0 0,0 0 1 0 0,0-1-1 0 0,-1 0 1 0 0,0-1-1 0 0,-1-1 0 0 0,0 0 1 0 0,11-18-1 0 0,-10 12-315 0 0,-1 1 0 0 0,0-1 0 0 0,12-35 0 0 0,-18 40 204 0 0,-1 1-1 0 0,-1-1 1 0 0,0 0-1 0 0,-1 0 1 0 0,0-1-1 0 0,-1-23 1 0 0,-1 12-297 0 0,-2 1 1 0 0,-1-1 0 0 0,-1 0 0 0 0,-13-47-1 0 0,7 47 37 0 0,-1 0-1 0 0,0 1 0 0 0,-2 1 0 0 0,-1 0 1 0 0,-1 1-1 0 0,-1 0 0 0 0,-30-33 0 0 0,29 41 335 0 0,-1 0 0 0 0,0 2 0 0 0,-1 0-1 0 0,-34-18 1 0 0,38 23 516 0 0,-1 1-1 0 0,0 1 1 0 0,0 0-1 0 0,0 1 1 0 0,0 1 0 0 0,-1 0-1 0 0,0 2 1 0 0,1-1-1 0 0,-1 2 1 0 0,0 0-1 0 0,0 1 1 0 0,0 1 0 0 0,0 1-1 0 0,0 0 1 0 0,0 1-1 0 0,1 0 1 0 0,-1 2-1 0 0,1 0 1 0 0,0 1 0 0 0,0 0-1 0 0,1 1 1 0 0,0 1-1 0 0,0 0 1 0 0,-26 21-1 0 0,25-16 160 0 0,1 2 0 0 0,0-1-1 0 0,1 2 1 0 0,1 0-1 0 0,0 0 1 0 0,1 1 0 0 0,1 1-1 0 0,-16 33 1 0 0,23-39-157 0 0,-1 0 1 0 0,2 0 0 0 0,-1 0-1 0 0,2 0 1 0 0,0 1 0 0 0,-1 21-1 0 0,3-24-98 0 0,0-1 0 0 0,1 1 0 0 0,0-1 0 0 0,1 1 0 0 0,0-1 0 0 0,1 0 0 0 0,0 0 0 0 0,0 0 0 0 0,9 15 0 0 0,-4-10 54 0 0,0 0 0 0 0,2-1 0 0 0,0 0 0 0 0,0-1 0 0 0,1 0 0 0 0,0 0 0 0 0,1-1 0 0 0,16 11-1 0 0,31 21-200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56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17 9830 0 0,'-9'-13'0'0'0,"9"12"2"0"0,0 1-1 0 0,0 0 0 0 0,0 0 1 0 0,0 0-1 0 0,0 0 1 0 0,0-1-1 0 0,0 1 0 0 0,0 0 1 0 0,0 0-1 0 0,0 0 1 0 0,0 0-1 0 0,-1 0 0 0 0,1-1 1 0 0,0 1-1 0 0,0 0 1 0 0,0 0-1 0 0,0 0 1 0 0,0 0-1 0 0,0 0 0 0 0,-1 0 1 0 0,1 0-1 0 0,0 0 1 0 0,0 0-1 0 0,0 0 0 0 0,0-1 1 0 0,-1 1-1 0 0,1 0 1 0 0,0 0-1 0 0,0 0 0 0 0,0 0 1 0 0,0 0-1 0 0,-1 0 1 0 0,1 0-1 0 0,0 0 1 0 0,0 0-1 0 0,0 0 0 0 0,-4 6 124 0 0,1 7 149 0 0,8 21 412 0 0,-4-26-486 0 0,1 0 0 0 0,-2 0 1 0 0,1 0-1 0 0,-2 16 0 0 0,-2 2 138 0 0,2-8 262 0 0,-7 29 1 0 0,6-41-465 0 0,1-1-1 0 0,-1 0 0 0 0,0 1 0 0 0,-1-1 1 0 0,1 0-1 0 0,-1-1 0 0 0,0 1 1 0 0,0 0-1 0 0,-7 7 0 0 0,5-5-30 0 0,3-4-13 0 0,0-1 0 0 0,-1 1 0 0 0,1-1 0 0 0,-1 1 0 0 0,1-1 0 0 0,-1 0 0 0 0,1 0 0 0 0,-6 3-1 0 0,1-1-26 0 0,0 0-20 0 0,11-6 105 0 0,0 0 0 0 0,1 0-1 0 0,-1 0 1 0 0,0 1 0 0 0,1-1-1 0 0,-1 1 1 0 0,7-1 0 0 0,42-4 640 0 0,-17 3-253 0 0,-15 1 108 0 0,34 0 0 0 0,-31 3-251 0 0,-19-3-166 0 0,-2-4 45 0 0,-2-5-53 0 0,-1 5-283 0 0,1 0 0 0 0,0 0 0 0 0,1 0 0 0 0,2-7-1 0 0,-1 6-120 0 0,3 48 303 0 0,-6-16 88 0 0,-1 0 1 0 0,-1-1-1 0 0,-1 1 0 0 0,-8 31 0 0 0,10-52-187 0 0,-6 22 168 0 0,-3-2-51 0 0,7-18-103 0 0,0 0 33 0 0,3 0-50 0 0,0 0 0 0 0,0 1 67 0 0,0 6 17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0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77 9830 0 0,'0'13'228'0'0,"0"-3"-137"0"0,0-4 91 0 0,0-5-166 0 0,1 0 0 0 0,-1 0 0 0 0,0-1 0 0 0,0 1 0 0 0,1 0 0 0 0,-1 0 1 0 0,0-1-1 0 0,1 1 0 0 0,-1 0 0 0 0,1 0 0 0 0,-1-1 0 0 0,1 1 0 0 0,-1 0 0 0 0,1-1 0 0 0,-1 1 1 0 0,1-1-1 0 0,0 1 0 0 0,-1 0 0 0 0,1-1 0 0 0,0 0 0 0 0,-1 1 0 0 0,1-1 0 0 0,0 1 1 0 0,0-1-1 0 0,0 0 0 0 0,-1 0 0 0 0,1 1 0 0 0,0-1 0 0 0,0 0 0 0 0,1 0 0 0 0,0 1 76 0 0,232 65 4166 0 0,-121-36-2259 0 0,35-2 596 0 0,-73-16-1321 0 0,53 5 1309 0 0,154 2 0 0 0,-205-17-2583 0 0,210 15 0 0 0,-117-3 0 0 0,-23-3 0 0 0,264 5 0 0 0,-226-13 0 0 0,13-2 0 0 0,52 3 0 0 0,-61 0 0 0 0,115 6 0 0 0,-131-3 0 0 0,790 57 0 0 0,-853-55 0 0 0,1 0 0 0 0,101 9 0 0 0,152 11 0 0 0,-234-25 0 0 0,20 2 0 0 0,94 10 0 0 0,-108-7 0 0 0,53 2 0 0 0,66 4 0 0 0,-214-13 0 0 0,18 1 0 0 0,99-8 0 0 0,-130 4 0 0 0,27 0 0 0 0,-24 2 0 0 0,-28-1 0 0 0,20 2 0 0 0,-17-2 0 0 0,1 2 0 0 0,0 1 0 0 0,-6-2 0 0 0,0-1 0 0 0,0 1 0 0 0,0-1 0 0 0,1 1 0 0 0,-1 0 0 0 0,0 0 0 0 0,0 0 0 0 0,0 0 0 0 0,0 0 0 0 0,0 0 0 0 0,0 0 0 0 0,-1 0 0 0 0,1 0 0 0 0,0 0 0 0 0,0 0 0 0 0,-1 1 0 0 0,1-1 0 0 0,0 2 0 0 0,1 3 0 0 0,7 12 0 0 0,-1 1 0 0 0,5 22 0 0 0,-6-19 0 0 0,14 29 0 0 0,-14-36 0 0 0,0-2 0 0 0,1 1 0 0 0,1-1 0 0 0,0 0 0 0 0,1-1 0 0 0,0 0 0 0 0,1 0 0 0 0,0-1 0 0 0,26 19 0 0 0,-16-16 0 0 0,1-1 0 0 0,1-2 0 0 0,0 0 0 0 0,26 9 0 0 0,99 24 0 0 0,-126-39 0 0 0,139 29 0 0 0,-150-33-11 0 0,1 0 1 0 0,-1 0 0 0 0,1-2-1 0 0,0 1 1 0 0,-1-1 0 0 0,1-1-1 0 0,-1 0 1 0 0,0-1 0 0 0,1 0-1 0 0,-1 0 1 0 0,-1-1 0 0 0,1-1-1 0 0,13-7 1 0 0,-12 5-210 0 0,1-1 0 0 0,-1 0-1 0 0,-1-1 1 0 0,0-1 0 0 0,0 1 0 0 0,-1-2 0 0 0,0 1-1 0 0,-1-2 1 0 0,0 1 0 0 0,8-15 0 0 0,-5 6-317 0 0,-1 0 0 0 0,-1-1 0 0 0,9-30 0 0 0,-15 38 278 0 0,-1 1 1 0 0,0-1 0 0 0,-1 0-1 0 0,-1 0 1 0 0,0 0-1 0 0,-1 0 1 0 0,-2-19 0 0 0,-6-18-912 0 0,-2 1 0 0 0,-3 0 1 0 0,-2 1-1 0 0,-36-80 1 0 0,39 104 856 0 0,-1 0 0 0 0,-1 1 0 0 0,-1 0 0 0 0,0 2 1 0 0,-2 0-1 0 0,-1 0 0 0 0,-1 2 0 0 0,0 0 0 0 0,-1 1 1 0 0,-1 1-1 0 0,-27-16 0 0 0,29 21 659 0 0,-1 2 0 0 0,0 0 0 0 0,0 1 0 0 0,-1 1 0 0 0,0 1 0 0 0,-38-8 0 0 0,42 12-90 0 0,-1 0 0 0 0,1 2 0 0 0,-1 0 0 0 0,1 0 0 0 0,-1 2 0 0 0,1 0 0 0 0,-1 1 0 0 0,1 1 0 0 0,-18 6-1 0 0,22-5 33 0 0,0 1-1 0 0,1 1 1 0 0,0 0-1 0 0,0 0 0 0 0,1 1 1 0 0,-17 14-1 0 0,4-1 637 0 0,-35 39 0 0 0,45-44-549 0 0,2 0 0 0 0,0 1 0 0 0,0 1 0 0 0,2 0 0 0 0,0 0 0 0 0,1 1 0 0 0,1 0 0 0 0,0 1 0 0 0,2 0 0 0 0,0 0 0 0 0,1 0 0 0 0,1 0 1 0 0,1 1-1 0 0,-1 26 0 0 0,4-18 87 0 0,2-1 0 0 0,0 1 0 0 0,10 41 0 0 0,-7-50-451 0 0,1 0 1 0 0,0 0-1 0 0,1-1 1 0 0,2 0-1 0 0,17 31 1 0 0,-7-22-12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1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9830 0 0,'3'6'151'0'0,"0"1"-1"0"0,-1 0 1 0 0,0 0 0 0 0,0 0 0 0 0,-1 0-1 0 0,1 0 1 0 0,-2 0 0 0 0,1 13-1 0 0,-2 5 559 0 0,-6 30-1 0 0,4-30-70 0 0,-1 26 0 0 0,4-12-46 0 0,0-39-583 0 0,0 0 0 0 0,0 0 0 0 0,0 0 0 0 0,0-1 1 0 0,0 1-1 0 0,0 0 0 0 0,0 0 0 0 0,0 0 0 0 0,0 0 0 0 0,0 0 1 0 0,1 0-1 0 0,-1 0 0 0 0,0 0 0 0 0,0 0 0 0 0,0 0 0 0 0,0 0 0 0 0,0 0 1 0 0,0 0-1 0 0,0-1 0 0 0,0 1 0 0 0,0 0 0 0 0,0 0 0 0 0,0 0 1 0 0,0 0-1 0 0,1 0 0 0 0,-1 0 0 0 0,0 0 0 0 0,0 0 0 0 0,0 0 1 0 0,0 0-1 0 0,0 0 0 0 0,0 0 0 0 0,0 0 0 0 0,0 0 0 0 0,0 0 1 0 0,0 0-1 0 0,1 0 0 0 0,-1 0 0 0 0,0 0 0 0 0,0 0 0 0 0,0 0 1 0 0,0 0-1 0 0,0 0 0 0 0,0 0 0 0 0,0 1 0 0 0,0-1 0 0 0,0 0 0 0 0,0 0 1 0 0,0 0-1 0 0,1 0 0 0 0,-1 0 0 0 0,0 0 0 0 0,0 0 0 0 0,0 0 1 0 0,0 0-1 0 0,0 0 0 0 0,0 0 0 0 0,0 0 0 0 0,0 0 0 0 0,0 1 1 0 0,0-1-1 0 0,6-9 46 0 0,-5 8-19 0 0,3-5-41 0 0,1-1-1 0 0,0 1 1 0 0,0 0 0 0 0,0 1 0 0 0,1-1-1 0 0,11-8 1 0 0,-12 11 63 0 0,0 1 0 0 0,0-1 0 0 0,-1 1 0 0 0,1 0 0 0 0,1 0 0 0 0,-1 0 0 0 0,0 1 0 0 0,0 0 0 0 0,1 0 0 0 0,9-1 0 0 0,-10 2 4 0 0,-1 0 0 0 0,1 0-1 0 0,0 0 1 0 0,-1 0 0 0 0,1 1 0 0 0,-1 0 0 0 0,0 0-1 0 0,1 0 1 0 0,-1 0 0 0 0,0 1 0 0 0,0 0-1 0 0,1 0 1 0 0,-1 0 0 0 0,0 0 0 0 0,-1 0-1 0 0,1 1 1 0 0,0 0 0 0 0,-1 0 0 0 0,0 0 0 0 0,1 0-1 0 0,-1 0 1 0 0,-1 1 0 0 0,1-1 0 0 0,0 1-1 0 0,-1 0 1 0 0,0 0 0 0 0,1 0 0 0 0,-2 0-1 0 0,1 0 1 0 0,0 0 0 0 0,-1 0 0 0 0,0 1 0 0 0,0-1-1 0 0,1 9 1 0 0,-1-2 94 0 0,-1 1 0 0 0,0-1 0 0 0,-1 1 0 0 0,0-1 0 0 0,0 1 0 0 0,-1-1 0 0 0,-1 0 0 0 0,0 0 0 0 0,-1 0 0 0 0,0 0 0 0 0,0 0 0 0 0,-1-1 0 0 0,-1 0 0 0 0,0 0 0 0 0,-12 15 1 0 0,17-23-113 0 0,-1 1-1 0 0,0-1 1 0 0,0 0 0 0 0,-1-1 0 0 0,1 1 0 0 0,0 0 0 0 0,-1-1 0 0 0,1 1 0 0 0,-1-1 0 0 0,1 0 0 0 0,-1 0 0 0 0,0 0 0 0 0,0 0 0 0 0,1 0 0 0 0,-1 0 0 0 0,0-1 0 0 0,0 1 0 0 0,0-1 0 0 0,0 0 0 0 0,-3 0 0 0 0,-2-1 105 0 0,0 0 0 0 0,0-1 0 0 0,0 1 0 0 0,1-1 0 0 0,-15-6 0 0 0,15 5 39 0 0,-1 1-31 0 0,7 2-153 0 0,1 0 0 0 0,-1 0 0 0 0,1 0-1 0 0,0 0 1 0 0,-1 0 0 0 0,1-1 0 0 0,-1 1 0 0 0,1 0-1 0 0,-1 0 1 0 0,1 0 0 0 0,0-1 0 0 0,-1 1-1 0 0,1 0 1 0 0,-1 0 0 0 0,1-1 0 0 0,0 1-1 0 0,-1 0 1 0 0,1-1 0 0 0,0 1 0 0 0,0 0 0 0 0,-1-1-1 0 0,1 1 1 0 0,0 0 0 0 0,0-1 0 0 0,-1 1-1 0 0,1-1 1 0 0,0 1 0 0 0,0 0 0 0 0,0-1 0 0 0,0 1-1 0 0,0-1 1 0 0,0 1 0 0 0,-1-1 0 0 0,1 1-1 0 0,0-1 1 0 0,0 0 0 0 0,7-11 66 0 0,-6 11-111 0 0,10-15-213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2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 9830 0 0,'2'-14'0'0'0,"-1"8"0"0"0,6 3 46 0 0,85-7 1628 0 0,-13 2-326 0 0,-67 6-1098 0 0,1 0 46 0 0,0 0-1 0 0,0 1 1 0 0,15 1 0 0 0,-25 1-248 0 0,-4 0 14 0 0,-14 7 260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6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9830 0 0,'2'-14'0'0'0,"-1"7"0"0"0,0 1 0 0 0,4 4 0 0 0,1 1 0 0 0,10 1 340 0 0,-1 2-1 0 0,0-1 0 0 0,0 2 1 0 0,20 4-1 0 0,-1 1 235 0 0,-20-5-315 0 0,84 13 1400 0 0,34 2 638 0 0,94 17 1618 0 0,297 43 2068 0 0,-387-57-5983 0 0,-12-3 0 0 0,25 2 0 0 0,-74-11 0 0 0,108 27 0 0 0,-152-27 0 0 0,16 3 0 0 0,71 30 0 0 0,-68-23 0 0 0,91 23 0 0 0,-30-11 0 0 0,-31-5 0 0 0,176 52 0 0 0,-178-58 0 0 0,106 14 0 0 0,-184-34 0 0 0,287 27 0 0 0,-286-27 0 0 0,154 3 0 0 0,-149-3 0 0 0,1 0 0 0 0,-1 0 0 0 0,0 1 0 0 0,-6-1 0 0 0,1 0 0 0 0,-1 0 0 0 0,1 0 0 0 0,-1 0 0 0 0,1 0 0 0 0,-1 0 0 0 0,1 1 0 0 0,-1-1 0 0 0,0 0 0 0 0,1 0 0 0 0,-1 0 0 0 0,1 1 0 0 0,-1-1 0 0 0,0 0 0 0 0,1 0 0 0 0,-1 1 0 0 0,0-1 0 0 0,1 0 0 0 0,-1 1 0 0 0,0-1 0 0 0,0 0 0 0 0,1 1 0 0 0,-1-1 0 0 0,0 0 0 0 0,0 1 0 0 0,1-1 0 0 0,-1 1 0 0 0,0-1 0 0 0,0 1 0 0 0,0-1 0 0 0,0 0 0 0 0,0 1 0 0 0,0-1 0 0 0,0 2 0 0 0,0-2 0 0 0,3 12 0 0 0,0 0 0 0 0,-1 0 0 0 0,-1 0 0 0 0,0 1 0 0 0,0-1 0 0 0,-2 13 0 0 0,0-2 0 0 0,1 13 0 0 0,2-1 0 0 0,1 0 0 0 0,13 55 0 0 0,-11-72 0 0 0,1 0 0 0 0,0 0 0 0 0,1-1 0 0 0,1 0 0 0 0,1 0 0 0 0,0 0 0 0 0,1-1 0 0 0,17 21 0 0 0,-9-15 0 0 0,1-1 0 0 0,1 0 0 0 0,1-2 0 0 0,1 0 0 0 0,0-1 0 0 0,25 14 0 0 0,-35-25 0 0 0,0-1 0 0 0,1 0 0 0 0,0-1 0 0 0,0 0 0 0 0,0-1 0 0 0,0-1 0 0 0,18 3 0 0 0,-13-4 0 0 0,1-1 0 0 0,-1-1 0 0 0,0-1 0 0 0,35-5 0 0 0,-16-2-173 0 0,0-1 1 0 0,-1-1 0 0 0,37-17-1 0 0,-17 3-1314 0 0,58-36 0 0 0,-99 51 1162 0 0,0 0-1 0 0,-1-2 1 0 0,0 0-1 0 0,-1 0 0 0 0,0-1 1 0 0,-1-1-1 0 0,0 0 1 0 0,-1-1-1 0 0,-1 0 1 0 0,0 0-1 0 0,-1-1 1 0 0,0 0-1 0 0,-1-1 0 0 0,8-24 1 0 0,-15 36 246 0 0,30-102-1820 0 0,-29 94 1621 0 0,0 0 0 0 0,-1-1-1 0 0,0 1 1 0 0,-1-1 0 0 0,0 1 0 0 0,-4-24 0 0 0,-1 16 88 0 0,0 0-1 0 0,-2 0 1 0 0,0 0 0 0 0,-2 1 0 0 0,0 0 0 0 0,-1 0-1 0 0,-1 1 1 0 0,-1 1 0 0 0,0 0 0 0 0,-29-31-1 0 0,6 14-263 0 0,-1 2-1 0 0,-2 1 0 0 0,-68-42 0 0 0,73 53 687 0 0,-1 1-1 0 0,-1 2 1 0 0,0 2 0 0 0,-1 1-1 0 0,-1 1 1 0 0,-57-11-1 0 0,70 19 222 0 0,-1 1 0 0 0,0 2-1 0 0,0 0 1 0 0,0 2-1 0 0,0 1 1 0 0,0 0-1 0 0,0 2 1 0 0,0 1 0 0 0,-30 9-1 0 0,46-10-277 0 0,1 0 0 0 0,0 1-1 0 0,0 0 1 0 0,0 1 0 0 0,1-1-1 0 0,0 2 1 0 0,-8 5 0 0 0,-42 46 1067 0 0,45-44-925 0 0,4-4-104 0 0,0 1 1 0 0,0 0-1 0 0,1 0 1 0 0,0 0-1 0 0,1 1 1 0 0,1 0-1 0 0,-1 1 0 0 0,2-1 1 0 0,-1 1-1 0 0,2 0 1 0 0,0 0-1 0 0,0 0 1 0 0,1 1-1 0 0,0-1 0 0 0,2 0 1 0 0,-1 1-1 0 0,1-1 1 0 0,1 1-1 0 0,3 19 1 0 0,2-3 444 0 0,1 0-1 0 0,14 39 1 0 0,-1-28 190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7.8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464 0 9830 0 0,'-5'0'73'0'0,"1"0"1"0"0,0 1-1 0 0,-1-1 0 0 0,1 1 1 0 0,0 0-1 0 0,0 0 0 0 0,-1 1 0 0 0,1-1 1 0 0,0 1-1 0 0,0 0 0 0 0,0 0 1 0 0,-6 5-1 0 0,-4 3 655 0 0,-25 24 1 0 0,22-19-483 0 0,-26 28 815 0 0,30-28-564 0 0,-2-1 0 0 0,-21 18 0 0 0,31-29-366 0 0,0 1 0 0 0,1 0 0 0 0,-1 0 0 0 0,1 0 0 0 0,0 1-1 0 0,0-1 1 0 0,1 1 0 0 0,-1 0 0 0 0,1 0 0 0 0,0 0 0 0 0,1 1 0 0 0,-1-1 0 0 0,1 1 0 0 0,0-1-1 0 0,0 1 1 0 0,-1 8 0 0 0,3-7 10 0 0,-1 0 0 0 0,1 0 0 0 0,0 1 0 0 0,1-1 1 0 0,-1 0-1 0 0,1 0 0 0 0,1 0 0 0 0,0 0 0 0 0,0 0 0 0 0,0 0 0 0 0,1 0 0 0 0,0-1 0 0 0,3 7 0 0 0,10 15 871 0 0,30 39-1 0 0,-44-64-910 0 0,1 0 0 0 0,0 1 0 0 0,0-1-1 0 0,1 0 1 0 0,-1-1 0 0 0,0 1 0 0 0,1-1 0 0 0,0 1-1 0 0,0-1 1 0 0,-1 0 0 0 0,1 0 0 0 0,5 1-1 0 0,-6-2-27 0 0,0 0 1 0 0,0-1-1 0 0,0 1 0 0 0,1-1 0 0 0,-1 0 0 0 0,0 0 0 0 0,0 0 0 0 0,1 0 0 0 0,-1-1 0 0 0,0 1 0 0 0,0-1 0 0 0,0 0 0 0 0,0 0 0 0 0,0 0 0 0 0,0 0 0 0 0,5-3 0 0 0,8-4-53 0 0,-2-1-1 0 0,1-1 0 0 0,14-13 1 0 0,-25 20-114 0 0,0-1-1 0 0,0 0 1 0 0,0 0 0 0 0,0 0 0 0 0,-1 0 0 0 0,0-1 0 0 0,0 1-1 0 0,0-1 1 0 0,-1 0 0 0 0,1 0 0 0 0,-1 0 0 0 0,0 0 0 0 0,-1 0-1 0 0,2-7 1 0 0,-3 5-38 0 0,0 0-1 0 0,-1 1 0 0 0,0-1 0 0 0,0 1 1 0 0,-1-1-1 0 0,0 1 0 0 0,-3-7 1 0 0,4 8 115 0 0,0 2-5 0 0,-1 0 0 0 0,1 1 1 0 0,-1-1-1 0 0,0 0 0 0 0,0 1 1 0 0,0-1-1 0 0,0 1 1 0 0,0 0-1 0 0,0-1 0 0 0,-1 1 1 0 0,1 0-1 0 0,-1 0 0 0 0,0 1 1 0 0,1-1-1 0 0,-1 1 0 0 0,0-1 1 0 0,0 1-1 0 0,0 0 1 0 0,0 0-1 0 0,0 0 0 0 0,0 0 1 0 0,-4 0-1 0 0,-7-1 147 0 0,1 0 0 0 0,-1 1 1 0 0,-25 1-1 0 0,20 2 22 0 0,-1 0 0 0 0,1 2 0 0 0,-1 0 0 0 0,1 1 0 0 0,-32 13 0 0 0,-88 48 747 0 0,101-46-689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12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18 9830 0 0,'-15'-10'0'0'0,"5"6"46"0"0,2 2 136 0 0,1 1-91 0 0,1 0 91 0 0,0 1-137 0 0,6 0-44 0 0,0 0-1 0 0,0 1 1 0 0,0-1 0 0 0,0 0-1 0 0,-1 0 1 0 0,1 0-1 0 0,0 0 1 0 0,0 0-1 0 0,0 0 1 0 0,0 0 0 0 0,0 0-1 0 0,0 0 1 0 0,0 0-1 0 0,0 0 1 0 0,0 0-1 0 0,0 1 1 0 0,0-1 0 0 0,0 0-1 0 0,-1 0 1 0 0,1 0-1 0 0,0 0 1 0 0,0 0-1 0 0,0 0 1 0 0,0 0 0 0 0,0 0-1 0 0,0 1 1 0 0,0-1-1 0 0,0 0 1 0 0,0 0-1 0 0,0 0 1 0 0,0 0 0 0 0,0 0-1 0 0,0 0 1 0 0,0 0-1 0 0,0 1 1 0 0,0-1-1 0 0,0 0 1 0 0,0 0 0 0 0,1 0-1 0 0,-1 0 1 0 0,0 0-1 0 0,0 0 1 0 0,0 0-1 0 0,0 0 1 0 0,0 1 0 0 0,0-1-1 0 0,0 0 1 0 0,0 0-1 0 0,0 0 1 0 0,0 0 0 0 0,0 0-1 0 0,0 0 1 0 0,1 0-1 0 0,-1 0 1 0 0,0 0-1 0 0,0 0 1 0 0,0 0 0 0 0,0 0-1 0 0,0 0 1 0 0,8 8 168 0 0,-7-7-100 0 0,7 8 201 0 0,1-2 0 0 0,0 0-1 0 0,0 0 1 0 0,15 8-1 0 0,46 20 1072 0 0,-9-4-77 0 0,102 55 1867 0 0,80 42 1454 0 0,-149-81-2786 0 0,-18-10-308 0 0,58 33-885 0 0,-47-20-606 0 0,102 45 0 0 0,2-9 0 0 0,-133-62 0 0 0,-51-21 0 0 0,-1 0 0 0 0,-41 24 0 0 0,26-20 0 0 0,0 0 0 0 0,1 0 0 0 0,0 1 0 0 0,0 1 0 0 0,1-1 0 0 0,0 1 0 0 0,0 0 0 0 0,1 0 0 0 0,0 1 0 0 0,1 0 0 0 0,0 0 0 0 0,1 0 0 0 0,0 1 0 0 0,0-1 0 0 0,1 1 0 0 0,1 0 0 0 0,0 0 0 0 0,-1 19 0 0 0,2-7 0 0 0,2 1 0 0 0,0-1 0 0 0,2 0 0 0 0,1 0 0 0 0,0 0 0 0 0,8 22 0 0 0,-7-31 0 0 0,1 0 0 0 0,0 0 0 0 0,1 0 0 0 0,0-1 0 0 0,1 0 0 0 0,1 0 0 0 0,0-1 0 0 0,0 0 0 0 0,1-1 0 0 0,15 13 0 0 0,-11-13 0 0 0,-1-1 0 0 0,1-1 0 0 0,1 0 0 0 0,0-1 0 0 0,0-1 0 0 0,0 0 0 0 0,1-1 0 0 0,32 8 0 0 0,-18-7 0 0 0,0-2 0 0 0,1-1 0 0 0,0-1 0 0 0,0-2 0 0 0,0-1 0 0 0,58-8 0 0 0,-48 4-123 0 0,-1-2 1 0 0,0-2 0 0 0,0-2 0 0 0,42-15 0 0 0,-71 21-84 0 0,118-53-2022 0 0,-114 49 1870 0 0,-1 0-1 0 0,0-1 0 0 0,-1-1 1 0 0,0 0-1 0 0,0 0 0 0 0,16-20 1 0 0,-8 5-303 0 0,-1-2 1 0 0,-2 0 0 0 0,-1 0-1 0 0,-1-2 1 0 0,-2 0 0 0 0,-1-1-1 0 0,-1 0 1 0 0,-1-1 0 0 0,12-60-1 0 0,-16 53-80 0 0,-1 0 0 0 0,1-40 0 0 0,-7 64 519 0 0,-1 0-1 0 0,0 0 1 0 0,-1 0-1 0 0,0 0 1 0 0,-1 0-1 0 0,-1 0 1 0 0,0 1 0 0 0,-11-25-1 0 0,5 18 223 0 0,-1 0 0 0 0,-26-34 0 0 0,28 44 0 0 0,0-1 0 0 0,0 2 0 0 0,-1-1 0 0 0,-1 2 0 0 0,0-1 0 0 0,-13-7 0 0 0,2 4 350 0 0,0 1-1 0 0,-1 1 1 0 0,-1 0-1 0 0,1 2 1 0 0,-2 1-1 0 0,1 1 1 0 0,-1 1 0 0 0,0 1-1 0 0,0 1 1 0 0,-30 1-1 0 0,6 2 463 0 0,1 3 0 0 0,-1 2-1 0 0,1 2 1 0 0,-64 18 0 0 0,76-15 8 0 0,1 1 0 0 0,1 2 0 0 0,0 1 0 0 0,-49 30 0 0 0,63-33-390 0 0,2 2 0 0 0,-1 0 0 0 0,2 1 1 0 0,0 1-1 0 0,1 0 0 0 0,0 2 1 0 0,1-1-1 0 0,-21 32 0 0 0,28-33-338 0 0,-1 0 0 0 0,2 1 0 0 0,0 0 0 0 0,1 1 0 0 0,-6 24 0 0 0,6-13-107 0 0,2 0 0 0 0,-2 50 1 0 0,6-11 14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14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 9830 0 0,'16'-9'331'0'0,"1"1"-1"0"0,0 0 1 0 0,35-12 0 0 0,58-7 1806 0 0,-61 16-1637 0 0,1 1 654 0 0,0 2 1 0 0,1 2-1 0 0,73 0 1 0 0,-80 10-559 0 0,-1 0 151 0 0,-36-4-658 0 0,-7 0-81 0 0,0 0-1 0 0,0 0 1 0 0,0 0 0 0 0,0 0-1 0 0,0 0 1 0 0,0 0 0 0 0,1 0-1 0 0,-1 0 1 0 0,0 0-1 0 0,0 0 1 0 0,0 0 0 0 0,0 0-1 0 0,0 0 1 0 0,0 0-1 0 0,1 0 1 0 0,-1 0 0 0 0,0 0-1 0 0,0 0 1 0 0,0 0 0 0 0,0 0-1 0 0,0 0 1 0 0,0 0-1 0 0,0 1 1 0 0,1-1 0 0 0,-1 0-1 0 0,0 0 1 0 0,0 0-1 0 0,0 0 1 0 0,0 0 0 0 0,0 0-1 0 0,0 0 1 0 0,0 0-1 0 0,0 0 1 0 0,0 1 0 0 0,0-1-1 0 0,0 0 1 0 0,0 0 0 0 0,0 0-1 0 0,1 0 1 0 0,-1 0-1 0 0,0 0 1 0 0,0 1 0 0 0,0-1-1 0 0,0 0 1 0 0,0 0-1 0 0,0 0 1 0 0,0 0 0 0 0,0 0-1 0 0,0 0 1 0 0,0 0 0 0 0,-1 1-1 0 0,1-1 1 0 0,0 0-1 0 0,0 0 1 0 0,0 0 0 0 0,-3 6 116 0 0,2-6-90 0 0,-33 32 882 0 0,25-23-531 0 0,-19 18-1 0 0,-103 147 3120 0 0,112-145-3384 0 0,1 0 0 0 0,2 2 0 0 0,0 0 0 0 0,-12 41 0 0 0,-20 65-120 0 0,45-131 0 0 0,3-1 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15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9830 0 0,'38'19'1122'0'0,"1"-2"0"0"0,61 19 0 0 0,-40-16-8 0 0,-50-16-889 0 0,2 0 43 0 0,-1 0 0 0 0,1 1 0 0 0,-1 0 0 0 0,10 7-1 0 0,-8-4 116 0 0,0 0-1 0 0,0-1 1 0 0,24 8-1 0 0,-24-9-47 0 0,-1-3-56 0 0,-10-3-239 0 0,5 0 187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8:27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 1034 9830 0 0,'-14'0'273'0'0,"6"0"-45"0"0,2 0-183 0 0,0 0 1 0 0,0 0 136 0 0,12-1-19 0 0,-1-1 1 0 0,0 0-1 0 0,0-1 0 0 0,0 1 1 0 0,0-1-1 0 0,7-5 0 0 0,5-2 172 0 0,9-6 499 0 0,33-25 0 0 0,-37 24-768 0 0,147-106 1405 0 0,-145 106-976 0 0,36-18 0 0 0,-19 11-547 0 0,36-18 256 0 0,-25 15-22 0 0,112-74-982 0 0,-138 85 379 0 0,49-24 0 0 0,-21 12-29 0 0,36-19-158 0 0,71-41-32 0 0,-90 48 276 0 0,50-31-220 0 0,-11 4 51 0 0,-32 20 157 0 0,38-19-290 0 0,-37 22 1539 0 0,-73 41-628 0 0,0 1-184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8:30.2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416 121 9830 0 0,'-13'0'228'0'0,"0"1"84"0"0,0-1 1 0 0,-24 5 0 0 0,12-1 254 0 0,17-2-395 0 0,0 1 0 0 0,0-1-1 0 0,1 2 1 0 0,-1-1 0 0 0,1 1 0 0 0,0 0 0 0 0,0 0 0 0 0,-11 10 0 0 0,-1-1 277 0 0,-6 3 214 0 0,2 1 0 0 0,0 2 0 0 0,1 0 0 0 0,-24 27 0 0 0,36-33-293 0 0,1-1-1 0 0,0 2 0 0 0,1-1 1 0 0,1 1-1 0 0,0 0 0 0 0,1 1 1 0 0,0 0-1 0 0,-5 24 0 0 0,9-30-169 0 0,0 1 0 0 0,1 0 0 0 0,0 0 0 0 0,1 1-1 0 0,0-1 1 0 0,1 0 0 0 0,0 0 0 0 0,1 0 0 0 0,0-1-1 0 0,4 14 1 0 0,-1-9 145 0 0,1 0 0 0 0,0 0 1 0 0,1 0-1 0 0,1-1 0 0 0,0 0 0 0 0,12 14 0 0 0,-6-12 7 0 0,0 0 0 0 0,2-1 0 0 0,18 14 0 0 0,-11-10-358 0 0,-14-11 6 0 0,0-1 0 0 0,1 0 0 0 0,0 0 0 0 0,0-1 0 0 0,0-1 0 0 0,1 0 0 0 0,0 0 0 0 0,0-1 0 0 0,12 2 0 0 0,14 2 0 0 0,52 1 0 0 0,-60-7-111 0 0,0-1 0 0 0,0-1 0 0 0,0-2 0 0 0,0-1 0 0 0,0-1 0 0 0,-1-1 0 0 0,0-2-1 0 0,0-1 1 0 0,-1 0 0 0 0,50-27 0 0 0,-55 23-384 0 0,-1 0 0 0 0,0-1 0 0 0,-1-1 0 0 0,-1-1 0 0 0,0 0 0 0 0,-2-2 0 0 0,19-22 0 0 0,-26 26 161 0 0,0 0-1 0 0,-1 0 0 0 0,0-1 1 0 0,-2 0-1 0 0,1-1 0 0 0,4-16 1 0 0,-4 7-240 0 0,-1 0 1 0 0,-1-1-1 0 0,2-30 1 0 0,-6 34 39 0 0,-1 0 1 0 0,0-1-1 0 0,-5-30 0 0 0,2 38 233 0 0,-1 1-1 0 0,-1-1 0 0 0,0 1 0 0 0,0 0 1 0 0,-2 0-1 0 0,-7-15 0 0 0,9 23 156 0 0,0 0 0 0 0,0 0 1 0 0,-1 0-1 0 0,1 1 0 0 0,-1 0 0 0 0,-1 0 0 0 0,-6-5 1 0 0,0 1-181 0 0,-1 0 1 0 0,-19-10-1 0 0,18 13 511 0 0,0 0 0 0 0,-1 1 0 0 0,0 0-1 0 0,0 2 1 0 0,0-1 0 0 0,-21-1 0 0 0,-7 2 858 0 0,-43 2 0 0 0,68 2-580 0 0,0 1-1 0 0,0 0 1 0 0,-31 9-1 0 0,-49 22 1113 0 0,56-18-832 0 0,10-3 1 0 0,1 1 0 0 0,0 1 0 0 0,2 2 0 0 0,-46 30-1 0 0,57-32-310 0 0,0 0-1 0 0,1 1 0 0 0,1 0 0 0 0,1 2 0 0 0,0 0 0 0 0,1 0 0 0 0,-22 36 1 0 0,5 9 570 0 0,9-4-523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8:32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1 296 9830 0 0,'15'-4'205'0'0,"0"-1"-1"0"0,0 0 0 0 0,0-1 1 0 0,0 0-1 0 0,-1-1 1 0 0,0-1-1 0 0,-1 0 1 0 0,0-1-1 0 0,0-1 1 0 0,-1 0-1 0 0,0 0 0 0 0,0-1 1 0 0,14-19-1 0 0,30-52-544 0 0,-32 44 221 0 0,-19 29 85 0 0,-4 6 19 0 0,1 0 0 0 0,0 0 0 0 0,0 0-1 0 0,1 0 1 0 0,-1 1 0 0 0,0-1 0 0 0,1 1 0 0 0,4-5 0 0 0,-1 1 3 0 0,-6 6 11 0 0,0 0 1 0 0,0 0-1 0 0,0-1 0 0 0,0 1 0 0 0,1 0 0 0 0,-1 0 1 0 0,0 0-1 0 0,0 0 0 0 0,0-1 0 0 0,0 1 1 0 0,1 0-1 0 0,-1 0 0 0 0,0 0 0 0 0,0 0 0 0 0,0 0 1 0 0,1 0-1 0 0,-1-1 0 0 0,0 1 0 0 0,0 0 1 0 0,0 0-1 0 0,1 0 0 0 0,-1 0 0 0 0,0 0 0 0 0,0 0 1 0 0,1 0-1 0 0,-1 0 0 0 0,0 0 0 0 0,0 0 1 0 0,0 0-1 0 0,1 0 0 0 0,-1 0 0 0 0,0 0 0 0 0,0 0 1 0 0,1 0-1 0 0,-1 0 0 0 0,0 0 0 0 0,0 1 1 0 0,0-1-1 0 0,1 0 0 0 0,-1 0 0 0 0,0 0 0 0 0,0 0 1 0 0,0 0-1 0 0,1 1 0 0 0,-1-1 0 0 0,0 0 1 0 0,0 0-1 0 0,0 0 0 0 0,0 0 0 0 0,0 1 0 0 0,1-1 1 0 0,1 7 30 0 0,-1 1 107 0 0,0 0 0 0 0,0 0 0 0 0,0 0 0 0 0,-1 0 1 0 0,0 0-1 0 0,-2 9 0 0 0,-11 47 870 0 0,4-26-333 0 0,1-7 60 0 0,-2 0 0 0 0,0-1 0 0 0,-29 54 1 0 0,24-62-219 0 0,10-14-279 0 0,-3 5-5 0 0,8-13-255 0 0,-6 21 524 0 0,2-14-303 0 0,-1-3-159 0 0,2-2 16 0 0,-1-1 0 0 0,1 1 0 0 0,0-1 0 0 0,-1 0 0 0 0,1 0 0 0 0,0 0 0 0 0,-1-1 0 0 0,1 1 0 0 0,-1-1 0 0 0,1 0 0 0 0,-1 0 0 0 0,1 0 0 0 0,-1 0 0 0 0,1-1 0 0 0,-1 1 0 0 0,1-1 0 0 0,-1 0 0 0 0,-4-2 0 0 0,-8-1 124 0 0,8 3-48 0 0,0 0 1 0 0,0 1 0 0 0,-1 0-1 0 0,1 0 1 0 0,0 1-1 0 0,0 0 1 0 0,0 0 0 0 0,-8 3-1 0 0,8-3 27 0 0,79-2 1056 0 0,1 0-257 0 0,-29-4-357 0 0,-18 1 177 0 0,48 1-1 0 0,-59 3-774 0 0,1 1-1 0 0,25 5 0 0 0,-16-2 0 0 0,-14-3-1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3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2246 9830 0 0,'-13'-10'0'0'0,"6"3"0"0"0,9 11 34 0 0,2 1 138 0 0,-1 1 0 0 0,1-1 0 0 0,0-1 0 0 0,0 1 0 0 0,0 0 1 0 0,1-1-1 0 0,10 8 0 0 0,-3-3 204 0 0,-8-6-228 0 0,18 3 169 0 0,-16-5-271 0 0,0-2-1 0 0,0-2 137 0 0,0-2-91 0 0,0 3 137 0 0,0 1-1 0 0,-4 1-177 0 0,1 0-1 0 0,0-1 1 0 0,-1 1-1 0 0,1-1 1 0 0,-1 1 0 0 0,1-1-1 0 0,-1 0 1 0 0,4-2-1 0 0,4-1 116 0 0,240-76 2423 0 0,-187 56-2786 0 0,111-35 39 0 0,13 10 1946 0 0,-82 11-2006 0 0,-23 8-501 0 0,251-82-2142 0 0,-246 80 2495 0 0,367-140-3165 0 0,-288 109 3532 0 0,-33 13 0 0 0,158-60 0 0 0,-168 61 0 0 0,137-58 0 0 0,-32 20 0 0 0,-200 78 0 0 0,330-133 0 0 0,-334 131 0 0 0,149-71 0 0 0,-75 34 0 0 0,179-76 92 0 0,-48 22 43 0 0,-209 93 99 0 0,38-16 822 0 0,-49 22-802 0 0,-3 0-146 0 0,0-1 71 0 0,0 2-134 0 0,0 2-1 0 0,0 0 135 0 0,0 0-89 0 0,2 3 89 0 0,-7-3-164 0 0,-1 0 0 0 0,1 0-1 0 0,0 1 1 0 0,0-1 0 0 0,0 1 0 0 0,0-1 0 0 0,-1 1-1 0 0,1-1 1 0 0,0 1 0 0 0,0-1 0 0 0,-1 1 0 0 0,1 0-1 0 0,0-1 1 0 0,-1 1 0 0 0,1 0 0 0 0,-1-1 0 0 0,1 1-1 0 0,-1 0 1 0 0,1 1 0 0 0,0 1 50 0 0,108 128 3086 0 0,-92-114-2645 0 0,0-1 0 0 0,1-1 0 0 0,0-1 0 0 0,1 0 0 0 0,27 14-1 0 0,-32-21-117 0 0,0 0-1 0 0,1-1 0 0 0,0-1 1 0 0,23 6-1 0 0,-27-9-180 0 0,0 0 0 0 0,0-1 0 0 0,-1-1 0 0 0,1 1 1 0 0,0-2-1 0 0,0 1 0 0 0,16-4 0 0 0,2-3-62 0 0,-1-1 1 0 0,0-1-1 0 0,0-1 0 0 0,-1-2 1 0 0,-1-1-1 0 0,41-25 0 0 0,-6 1-1321 0 0,87-59-1588 0 0,-125 79 2190 0 0,0-1 0 0 0,-2-1 0 0 0,0-1 0 0 0,20-27-1 0 0,-25 27 100 0 0,-1-1 1 0 0,-1 0-1 0 0,-1-1 0 0 0,-1 0 0 0 0,-1-1 0 0 0,8-25 0 0 0,-15 36 258 0 0,-1 0 0 0 0,0 0 0 0 0,-1 0 0 0 0,0 0 0 0 0,-1-1 0 0 0,0 1 1 0 0,-1 0-1 0 0,0-1 0 0 0,-1 1 0 0 0,0 0 0 0 0,-1-1 0 0 0,-1 1 0 0 0,0 0 1 0 0,-7-16-1 0 0,5 17 190 0 0,-1 0 1 0 0,0 0 0 0 0,-1 1 0 0 0,-1 0 0 0 0,1 0 0 0 0,-2 0-1 0 0,1 1 1 0 0,-1 1 0 0 0,-1-1 0 0 0,-19-13 0 0 0,10 10 13 0 0,0 1 0 0 0,-1 1 0 0 0,0 0 1 0 0,-1 1-1 0 0,-29-7 0 0 0,22 9 466 0 0,-1 1 0 0 0,0 2 1 0 0,0 0-1 0 0,0 2 0 0 0,-35 2 0 0 0,12 3 571 0 0,1 3-1 0 0,-56 12 1 0 0,103-17-943 0 0,-201 51 3496 0 0,178-43-2960 0 0,1 1 1 0 0,0 1-1 0 0,0 2 0 0 0,1 0 0 0 0,-32 24 0 0 0,35-21 150 0 0,1 1 0 0 0,-36 37 0 0 0,50-45-674 0 0,-1 0 0 0 0,1 1 1 0 0,1 0-1 0 0,-1 0 0 0 0,2 0 0 0 0,0 1 0 0 0,0 0 0 0 0,1 0 0 0 0,-4 12 1 0 0,3-2-94 0 0,1-1 0 0 0,1 1 0 0 0,1 0 0 0 0,1 0 0 0 0,1 25 0 0 0,1-34 0 0 0,1-1 0 0 0,0 1 0 0 0,0 0 0 0 0,1-1 0 0 0,1 1 0 0 0,0-1 0 0 0,0 0 0 0 0,1-1 0 0 0,1 1 0 0 0,12 18 0 0 0,11 6 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4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96 172 9830 0 0,'-21'-15'98'0'0,"5"2"318"0"0,13 2-129 0 0,2 9-284 0 0,1-2 13 0 0,-1 0 0 0 0,1 0 1 0 0,0 0-1 0 0,0 0 1 0 0,0 0-1 0 0,0-1 1 0 0,1 1-1 0 0,0 0 1 0 0,0 0-1 0 0,0 0 0 0 0,0 0 1 0 0,0 0-1 0 0,1 1 1 0 0,0-1-1 0 0,0 0 1 0 0,0 1-1 0 0,0-1 0 0 0,1 1 1 0 0,-1 0-1 0 0,1 0 1 0 0,0-1-1 0 0,0 2 1 0 0,0-1-1 0 0,0 0 1 0 0,0 1-1 0 0,1-1 0 0 0,0 1 1 0 0,-1 0-1 0 0,1 0 1 0 0,0 1-1 0 0,0-1 1 0 0,0 1-1 0 0,5-2 1 0 0,19-3 692 0 0,0 1 1 0 0,35-2 0 0 0,-59 7-649 0 0,8-2 188 0 0,-1 1 0 0 0,1 1 0 0 0,0 0 0 0 0,20 3 0 0 0,-31-3-226 0 0,0 1-1 0 0,1-1 1 0 0,-1 1-1 0 0,0-1 1 0 0,0 1-1 0 0,0-1 1 0 0,0 1-1 0 0,0 0 1 0 0,0 0-1 0 0,0-1 0 0 0,0 1 1 0 0,0 0-1 0 0,0 0 1 0 0,-1 0-1 0 0,1 0 1 0 0,0 0-1 0 0,0 0 1 0 0,-1 0-1 0 0,1 0 1 0 0,-1 0-1 0 0,1 1 0 0 0,-1-1 1 0 0,1 0-1 0 0,-1 0 1 0 0,0 0-1 0 0,0 1 1 0 0,0-1-1 0 0,1 0 1 0 0,-1 0-1 0 0,0 0 1 0 0,0 1-1 0 0,-1-1 1 0 0,1 1-1 0 0,-1 4 90 0 0,1-1 0 0 0,-2 0 0 0 0,1 1 0 0 0,0-1 1 0 0,-1 0-1 0 0,-3 6 0 0 0,-3 5 230 0 0,-1-1 1 0 0,-1 0-1 0 0,0-1 0 0 0,-1 0 1 0 0,-1-1-1 0 0,-16 16 0 0 0,-86 64 2085 0 0,37-33-785 0 0,64-50-1327 0 0,5-6-94 0 0,1 2 0 0 0,0-1 0 0 0,-8 9 1 0 0,9-8-161 0 0,1 0-17 0 0,6-6-36 0 0,-1 1 0 0 0,0-1 1 0 0,0 0-1 0 0,0 1 1 0 0,0-1-1 0 0,0 0 0 0 0,0 0 1 0 0,1 1-1 0 0,-1-1 0 0 0,0 0 1 0 0,0 0-1 0 0,0 0 1 0 0,1 1-1 0 0,-1-1 0 0 0,0 0 1 0 0,0 0-1 0 0,1 0 0 0 0,-1 1 1 0 0,0-1-1 0 0,0 0 1 0 0,1 0-1 0 0,-1 0 0 0 0,0 0 1 0 0,0 0-1 0 0,1 0 0 0 0,4 1 74 0 0,-1 0-1 0 0,1-1 0 0 0,-1 0 0 0 0,0 0 0 0 0,1 0 0 0 0,4-1 1 0 0,11 0 177 0 0,149-5 963 0 0,-116 2-1222 0 0,10-1 0 0 0,-44 5 0 0 0,-14-1 0 0 0,1 1 0 0 0,0-1 0 0 0,-1 1 0 0 0,1 1 0 0 0,-1-1 0 0 0,1 1 0 0 0,-1 0 0 0 0,1 0 0 0 0,-1 1 0 0 0,0 0 0 0 0,1 0 0 0 0,5 3 0 0 0,-10-5 0 0 0,-1 0 0 0 0,1 0 0 0 0,-1 1 0 0 0,1-1 0 0 0,-1 0 0 0 0,0 0 0 0 0,1 1 0 0 0,-1-1 0 0 0,1 0 0 0 0,-1 1 0 0 0,0-1 0 0 0,1 0 0 0 0,-1 1 0 0 0,0-1 0 0 0,1 1 0 0 0,-1-1 0 0 0,0 0 0 0 0,0 1 0 0 0,0-1 0 0 0,1 1 0 0 0,-1-1 0 0 0,0 1 0 0 0,0-1 0 0 0,0 1 0 0 0,0-1 0 0 0,0 1 0 0 0,0-1 0 0 0,0 1 0 0 0,0-1 0 0 0,0 1 0 0 0,0-1 0 0 0,0 1 0 0 0,0-1 0 0 0,0 1 0 0 0,0-1 0 0 0,-1 1 0 0 0,1 0 0 0 0,-5 9 0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8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1618 9830 0 0,'7'-13'46'0'0,"-5"5"135"0"0,-1 2-139 0 0,5 0-43 0 0,10-4 335 0 0,0 1 1 0 0,0 1 0 0 0,1 0-1 0 0,0 1 1 0 0,33-9 0 0 0,98-14 2179 0 0,-82 18-1358 0 0,194-48 1891 0 0,-4-13-4409 0 0,81-21-2059 0 0,-279 78 2873 0 0,228-41-748 0 0,-184 39 2151 0 0,-65 12-549 0 0,160-27 142 0 0,171-44-48 0 0,-237 45-1225 0 0,444-107-1534 0 0,-326 75 2099 0 0,-73 18 692 0 0,21-7 2029 0 0,54-7 298 0 0,-145 38-1531 0 0,101-19 1192 0 0,-88 17-948 0 0,31-4 381 0 0,-111 23-1499 0 0,4 0 566 0 0,61 0 1 0 0,-97 5-890 0 0,-5 1-13 0 0,-1-1 1 0 0,0 0-1 0 0,0 1 0 0 0,1-1 0 0 0,-1 0 0 0 0,0 1 0 0 0,0-1 1 0 0,0 1-1 0 0,0 0 0 0 0,0-1 0 0 0,1 1 0 0 0,-1 0 1 0 0,0 0-1 0 0,-1 0 0 0 0,1 0 0 0 0,0 0 0 0 0,0 0 0 0 0,0 0 1 0 0,0 0-1 0 0,-1 0 0 0 0,1 0 0 0 0,-1 0 0 0 0,2 2 1 0 0,0 1-1 0 0,7 12 11 0 0,-1 1 0 0 0,-1 0 1 0 0,0 0-1 0 0,7 33 0 0 0,5 11-28 0 0,-6-25-1 0 0,2 0 0 0 0,29 50 0 0 0,-36-75 0 0 0,0 0 0 0 0,1 0 0 0 0,0 0 0 0 0,0-1 0 0 0,1 0 0 0 0,1-1 0 0 0,0 0 0 0 0,0-1 0 0 0,1 0 0 0 0,0 0 0 0 0,0-2 0 0 0,19 8 0 0 0,-17-8 0 0 0,2-1 0 0 0,-1 0 0 0 0,0-1 0 0 0,1-1 0 0 0,-1-1 0 0 0,1 0 0 0 0,0-1 0 0 0,0 0 0 0 0,0-1 0 0 0,28-5 0 0 0,-18 1-155 0 0,0-2 1 0 0,0-1 0 0 0,-1 0 0 0 0,45-21 0 0 0,-55 20-175 0 0,0-1-1 0 0,0 0 1 0 0,-1 0-1 0 0,0-2 1 0 0,-1 0-1 0 0,0 0 1 0 0,-1-1-1 0 0,17-21 1 0 0,-13 11-264 0 0,-2-1 0 0 0,0 0 0 0 0,-1-1 0 0 0,-2-1 0 0 0,16-48 0 0 0,24-135-2967 0 0,-51 206 3526 0 0,3-14-252 0 0,-1 1 0 0 0,-1-1 0 0 0,-1 1 0 0 0,0-1 1 0 0,-1 0-1 0 0,-1 1 0 0 0,0-1 0 0 0,-1 1 0 0 0,-7-22 0 0 0,2 14-153 0 0,-1 1-1 0 0,-1 0 1 0 0,-1 0-1 0 0,0 1 1 0 0,-22-29-1 0 0,25 41 467 0 0,0 0 1 0 0,0 1-1 0 0,-1-1 0 0 0,-1 2 0 0 0,1-1 0 0 0,-1 1 1 0 0,0 1-1 0 0,-20-10 0 0 0,10 7 66 0 0,0 0 0 0 0,-1 2 0 0 0,-41-10 0 0 0,30 12 508 0 0,-1 1-1 0 0,1 1 1 0 0,-1 1-1 0 0,0 3 1 0 0,0 0-1 0 0,-38 7 1 0 0,44-3-34 0 0,0 0 0 0 0,1 2 0 0 0,0 1 0 0 0,0 1 0 0 0,0 2 0 0 0,1 0 1 0 0,-39 25-1 0 0,55-31-383 0 0,1 1 1 0 0,0 0 0 0 0,0 0-1 0 0,0 1 1 0 0,1 0 0 0 0,0 0-1 0 0,1 0 1 0 0,-1 1 0 0 0,1 0-1 0 0,1 0 1 0 0,0 1 0 0 0,0 0-1 0 0,0 0 1 0 0,1 0 0 0 0,-5 17-1 0 0,3 5 379 0 0,0 0-1 0 0,2 0 1 0 0,2 0-1 0 0,1 0 1 0 0,1 1-1 0 0,6 39 0 0 0,0-29-427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49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1 120 9830 0 0,'9'-13'0'0'0,"-4"6"0"0"0,19-27 46 0 0,-20 30 78 0 0,0 0-1 0 0,0 1 1 0 0,1 0 0 0 0,-1 0 0 0 0,1 0 0 0 0,-1 0 0 0 0,1 1 0 0 0,0 0 0 0 0,7-3 0 0 0,-1 1 69 0 0,2-2 137 0 0,1 1 0 0 0,0 1 0 0 0,0 0 0 0 0,1 0-1 0 0,-1 2 1 0 0,1 0 0 0 0,25 0 0 0 0,-36 2-238 0 0,0 0 0 0 0,0 0-1 0 0,0 0 1 0 0,0 1 0 0 0,0 0 0 0 0,0 0 0 0 0,0 0 0 0 0,0 0 0 0 0,4 2 0 0 0,-6-1-35 0 0,0-1 1 0 0,0 0 0 0 0,0 1-1 0 0,0-1 1 0 0,0 1 0 0 0,0-1-1 0 0,-1 1 1 0 0,1 0 0 0 0,-1 0-1 0 0,1 0 1 0 0,-1 0 0 0 0,0 0-1 0 0,0 0 1 0 0,0 0 0 0 0,0 0-1 0 0,0 1 1 0 0,0 2 0 0 0,1 4 121 0 0,-1 0 1 0 0,0 1-1 0 0,0-1 0 0 0,-1 1 1 0 0,0-1-1 0 0,-1 0 1 0 0,0 1-1 0 0,-1-1 1 0 0,1 0-1 0 0,-2 1 0 0 0,0-1 1 0 0,0 0-1 0 0,0 0 1 0 0,-1-1-1 0 0,0 1 1 0 0,-1-1-1 0 0,-7 10 0 0 0,8-13-31 0 0,0 0 0 0 0,-1 0 0 0 0,1-1 0 0 0,-1 1 0 0 0,0-1-1 0 0,0 0 1 0 0,-1 0 0 0 0,-9 5 0 0 0,-2-2 326 0 0,0 0-1 0 0,-22 6 1 0 0,31-11-383 0 0,1-1 91 0 0,7-1-181 0 0,-1 0 0 0 0,1 0-1 0 0,0 0 1 0 0,0 0 0 0 0,0 0 0 0 0,0 0 0 0 0,0 0 0 0 0,0 0 0 0 0,0 0-1 0 0,0 0 1 0 0,0 0 0 0 0,0 0 0 0 0,0 0 0 0 0,0 0 0 0 0,0 0 0 0 0,0 0-1 0 0,0 0 1 0 0,0 0 0 0 0,0 0 0 0 0,-1 0 0 0 0,1 0 0 0 0,0 0-1 0 0,0 0 1 0 0,0 0 0 0 0,0-1 0 0 0,0 1 0 0 0,0 0 0 0 0,0 0 0 0 0,0 0-1 0 0,0 0 1 0 0,0 0 0 0 0,0 0 0 0 0,0 0 0 0 0,0 0 0 0 0,0 0 0 0 0,0 0-1 0 0,0 0 1 0 0,0 0 0 0 0,0 0 0 0 0,0 0 0 0 0,0 0 0 0 0,0 0-1 0 0,0 0 1 0 0,0 0 0 0 0,0 0 0 0 0,0-1 0 0 0,0 1 0 0 0,0 0 0 0 0,0 0-1 0 0,0 0 1 0 0,0 0 0 0 0,0 0 0 0 0,0 0 0 0 0,0 0 0 0 0,0 0 0 0 0,0 0-1 0 0,0 0 1 0 0,0 0 0 0 0,0 0 0 0 0,0 0 0 0 0,0 0 0 0 0,0 0 0 0 0,0 0-1 0 0,0 0 1 0 0,5-5 87 0 0,6-3 182 0 0,6-1 121 0 0,1 1 1 0 0,0 1 0 0 0,0 1 0 0 0,0 0 0 0 0,1 1-1 0 0,0 1 1 0 0,23-2 0 0 0,-32 6-313 0 0,0 0 0 0 0,0 0 0 0 0,0 1 0 0 0,0 0 0 0 0,0 0 0 0 0,19 7 0 0 0,-25-7-82 0 0,0 1 1 0 0,1 0 0 0 0,-1 0-1 0 0,0 0 1 0 0,0 0-1 0 0,-1 1 1 0 0,1-1-1 0 0,0 1 1 0 0,-1 0-1 0 0,0 0 1 0 0,0 1-1 0 0,0-1 1 0 0,0 1-1 0 0,0-1 1 0 0,-1 1 0 0 0,1 0-1 0 0,3 7 1 0 0,-5-6 2 0 0,1 0 0 0 0,-1 1 0 0 0,0-1 0 0 0,0 0 0 0 0,-1 0 0 0 0,1 0 0 0 0,-1 1 0 0 0,0-1 0 0 0,0 0 0 0 0,-1 0 0 0 0,0 0 0 0 0,0 1 0 0 0,0-1 0 0 0,-1 0 0 0 0,1 0 0 0 0,-1 0 0 0 0,0-1 0 0 0,-1 1 0 0 0,1 0 0 0 0,-1-1 0 0 0,0 1 0 0 0,0-1 0 0 0,-4 4 0 0 0,1-2 0 0 0,1 0 0 0 0,-1 0 0 0 0,0-1 0 0 0,0 0 0 0 0,0 0 0 0 0,-1-1 0 0 0,1 1 0 0 0,-1-1 0 0 0,0-1 0 0 0,-1 0 0 0 0,1 0 0 0 0,-1 0 0 0 0,1-1 0 0 0,-16 3 0 0 0,4-4 0 0 0,0-1 0 0 0,-1-1 0 0 0,1 0 0 0 0,0-2 0 0 0,-29-7 0 0 0,33 7 0 0 0,5 1 0 0 0,0 0 0 0 0,0 1 0 0 0,-15 0 0 0 0,16 2 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54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1133 9830 0 0,'25'-4'561'0'0,"0"1"0"0"0,35 0 0 0 0,-23 1-105 0 0,47-6 920 0 0,8-2 89 0 0,145-1 2649 0 0,-28 2-725 0 0,-66 2-933 0 0,338-22-1011 0 0,-144-7-1445 0 0,-314 34 0 0 0,345-56-958 0 0,7-1 581 0 0,97 3 1281 0 0,-307 36-578 0 0,189-15-221 0 0,38 7-105 0 0,-305 20 0 0 0,95-9 0 0 0,88-15 0 0 0,82-5 0 0 0,-348 37 0 0 0,112-19 0 0 0,-109 18 0 0 0,0 1 0 0 0,-2 0 0 0 0,2 0 0 0 0,-2 0 0 0 0,-4 0 0 0 0,0 0 0 0 0,0 0 0 0 0,0 0 0 0 0,-1 1 0 0 0,1-1 0 0 0,0 0 0 0 0,0 0 0 0 0,0 1 0 0 0,-1-1 0 0 0,1 0 0 0 0,0 1 0 0 0,-1-1 0 0 0,1 0 0 0 0,0 1 0 0 0,-1-1 0 0 0,1 1 0 0 0,0-1 0 0 0,-1 1 0 0 0,1 0 0 0 0,-1-1 0 0 0,1 1 0 0 0,-1 0 0 0 0,1-1 0 0 0,-1 1 0 0 0,0 0 0 0 0,1-1 0 0 0,-1 1 0 0 0,0 0 0 0 0,1 1 0 0 0,0 1 0 0 0,32 68 0 0 0,-24-49 0 0 0,1-1 0 0 0,0-1 0 0 0,2 1 0 0 0,0-2 0 0 0,22 27 0 0 0,-25-36 0 0 0,0-1 0 0 0,1 0 0 0 0,0 0 0 0 0,1-1 0 0 0,-1 0 0 0 0,14 6 0 0 0,-15-10 0 0 0,-1 0 0 0 0,1-1 0 0 0,0 0 0 0 0,0 0 0 0 0,1-1 0 0 0,-1 0 0 0 0,0 0 0 0 0,1-1 0 0 0,12 0 0 0 0,8-3 0 0 0,-2-2 0 0 0,1 0 0 0 0,0-2 0 0 0,48-16 0 0 0,-61 17-208 0 0,0-1 0 0 0,-1-1 1 0 0,0 0-1 0 0,0-1 0 0 0,-1-1 1 0 0,1 0-1 0 0,-2-1 0 0 0,0 0 1 0 0,0-1-1 0 0,-1 0 1 0 0,0-1-1 0 0,-1-1 0 0 0,0 0 1 0 0,11-18-1 0 0,-10 12-315 0 0,-1 1 0 0 0,0-1 0 0 0,12-35 0 0 0,-18 40 204 0 0,-1 1-1 0 0,-1-1 1 0 0,0 0-1 0 0,-1 0 1 0 0,0-1-1 0 0,-1-23 1 0 0,-1 12-297 0 0,-2 1 1 0 0,-1-1 0 0 0,-1 0 0 0 0,-13-47-1 0 0,7 47 37 0 0,-1 0-1 0 0,0 1 0 0 0,-2 1 0 0 0,-1 0 1 0 0,-1 1-1 0 0,-1 0 0 0 0,-30-33 0 0 0,29 41 335 0 0,-1 0 0 0 0,0 2 0 0 0,-1 0-1 0 0,-34-18 1 0 0,38 23 516 0 0,-1 1-1 0 0,0 1 1 0 0,0 0-1 0 0,0 1 1 0 0,0 1 0 0 0,-1 0-1 0 0,0 2 1 0 0,1-1-1 0 0,-1 2 1 0 0,0 0-1 0 0,0 1 1 0 0,0 1 0 0 0,0 1-1 0 0,0 0 1 0 0,0 1-1 0 0,1 0 1 0 0,-1 2-1 0 0,1 0 1 0 0,0 1 0 0 0,0 0-1 0 0,1 1 1 0 0,0 1-1 0 0,0 0 1 0 0,-26 21-1 0 0,25-16 160 0 0,1 2 0 0 0,0-1-1 0 0,1 2 1 0 0,1 0-1 0 0,0 0 1 0 0,1 1 0 0 0,1 1-1 0 0,-16 33 1 0 0,23-39-157 0 0,-1 0 1 0 0,2 0 0 0 0,-1 0-1 0 0,2 0 1 0 0,0 1 0 0 0,-1 21-1 0 0,3-24-98 0 0,0-1 0 0 0,1 1 0 0 0,0-1 0 0 0,1 1 0 0 0,0-1 0 0 0,1 0 0 0 0,0 0 0 0 0,0 0 0 0 0,9 15 0 0 0,-4-10 54 0 0,0 0 0 0 0,2-1 0 0 0,0 0 0 0 0,0-1 0 0 0,1 0 0 0 0,0 0 0 0 0,1-1 0 0 0,16 11-1 0 0,31 21-200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19:56.0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 17 9830 0 0,'-9'-13'0'0'0,"9"12"2"0"0,0 1-1 0 0,0 0 0 0 0,0 0 1 0 0,0 0-1 0 0,0 0 1 0 0,0-1-1 0 0,0 1 0 0 0,0 0 1 0 0,0 0-1 0 0,0 0 1 0 0,0 0-1 0 0,-1 0 0 0 0,1-1 1 0 0,0 1-1 0 0,0 0 1 0 0,0 0-1 0 0,0 0 1 0 0,0 0-1 0 0,0 0 0 0 0,-1 0 1 0 0,1 0-1 0 0,0 0 1 0 0,0 0-1 0 0,0 0 0 0 0,0-1 1 0 0,-1 1-1 0 0,1 0 1 0 0,0 0-1 0 0,0 0 0 0 0,0 0 1 0 0,0 0-1 0 0,-1 0 1 0 0,1 0-1 0 0,0 0 1 0 0,0 0-1 0 0,0 0 0 0 0,-4 6 124 0 0,1 7 149 0 0,8 21 412 0 0,-4-26-486 0 0,1 0 0 0 0,-2 0 1 0 0,1 0-1 0 0,-2 16 0 0 0,-2 2 138 0 0,2-8 262 0 0,-7 29 1 0 0,6-41-465 0 0,1-1-1 0 0,-1 0 0 0 0,0 1 0 0 0,-1-1 1 0 0,1 0-1 0 0,-1-1 0 0 0,0 1 1 0 0,0 0-1 0 0,-7 7 0 0 0,5-5-30 0 0,3-4-13 0 0,0-1 0 0 0,-1 1 0 0 0,1-1 0 0 0,-1 1 0 0 0,1-1 0 0 0,-1 0 0 0 0,1 0 0 0 0,-6 3-1 0 0,1-1-26 0 0,0 0-20 0 0,11-6 105 0 0,0 0 0 0 0,1 0-1 0 0,-1 0 1 0 0,0 1 0 0 0,1-1-1 0 0,-1 1 1 0 0,7-1 0 0 0,42-4 640 0 0,-17 3-253 0 0,-15 1 108 0 0,34 0 0 0 0,-31 3-251 0 0,-19-3-166 0 0,-2-4 45 0 0,-2-5-53 0 0,-1 5-283 0 0,1 0 0 0 0,0 0 0 0 0,1 0 0 0 0,2-7-1 0 0,-1 6-120 0 0,3 48 303 0 0,-6-16 88 0 0,-1 0 1 0 0,-1-1-1 0 0,-1 1 0 0 0,-8 31 0 0 0,10-52-187 0 0,-6 22 168 0 0,-3-2-51 0 0,7-18-103 0 0,0 0 33 0 0,3 0-50 0 0,0 0 0 0 0,0 1 67 0 0,0 6 17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0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77 9830 0 0,'0'13'228'0'0,"0"-3"-137"0"0,0-4 91 0 0,0-5-166 0 0,1 0 0 0 0,-1 0 0 0 0,0-1 0 0 0,0 1 0 0 0,1 0 0 0 0,-1 0 1 0 0,0-1-1 0 0,1 1 0 0 0,-1 0 0 0 0,1 0 0 0 0,-1-1 0 0 0,1 1 0 0 0,-1 0 0 0 0,1-1 0 0 0,-1 1 1 0 0,1-1-1 0 0,0 1 0 0 0,-1 0 0 0 0,1-1 0 0 0,0 0 0 0 0,-1 1 0 0 0,1-1 0 0 0,0 1 1 0 0,0-1-1 0 0,0 0 0 0 0,-1 0 0 0 0,1 1 0 0 0,0-1 0 0 0,0 0 0 0 0,1 0 0 0 0,0 1 76 0 0,232 65 4166 0 0,-121-36-2259 0 0,35-2 596 0 0,-73-16-1321 0 0,53 5 1309 0 0,154 2 0 0 0,-205-17-2583 0 0,210 15 0 0 0,-117-3 0 0 0,-23-3 0 0 0,264 5 0 0 0,-226-13 0 0 0,13-2 0 0 0,52 3 0 0 0,-61 0 0 0 0,115 6 0 0 0,-131-3 0 0 0,790 57 0 0 0,-853-55 0 0 0,1 0 0 0 0,101 9 0 0 0,152 11 0 0 0,-234-25 0 0 0,20 2 0 0 0,94 10 0 0 0,-108-7 0 0 0,53 2 0 0 0,66 4 0 0 0,-214-13 0 0 0,18 1 0 0 0,99-8 0 0 0,-130 4 0 0 0,27 0 0 0 0,-24 2 0 0 0,-28-1 0 0 0,20 2 0 0 0,-17-2 0 0 0,1 2 0 0 0,0 1 0 0 0,-6-2 0 0 0,0-1 0 0 0,0 1 0 0 0,0-1 0 0 0,1 1 0 0 0,-1 0 0 0 0,0 0 0 0 0,0 0 0 0 0,0 0 0 0 0,0 0 0 0 0,0 0 0 0 0,0 0 0 0 0,-1 0 0 0 0,1 0 0 0 0,0 0 0 0 0,0 0 0 0 0,-1 1 0 0 0,1-1 0 0 0,0 2 0 0 0,1 3 0 0 0,7 12 0 0 0,-1 1 0 0 0,5 22 0 0 0,-6-19 0 0 0,14 29 0 0 0,-14-36 0 0 0,0-2 0 0 0,1 1 0 0 0,1-1 0 0 0,0 0 0 0 0,1-1 0 0 0,0 0 0 0 0,1 0 0 0 0,0-1 0 0 0,26 19 0 0 0,-16-16 0 0 0,1-1 0 0 0,1-2 0 0 0,0 0 0 0 0,26 9 0 0 0,99 24 0 0 0,-126-39 0 0 0,139 29 0 0 0,-150-33-11 0 0,1 0 1 0 0,-1 0 0 0 0,1-2-1 0 0,0 1 1 0 0,-1-1 0 0 0,1-1-1 0 0,-1 0 1 0 0,0-1 0 0 0,1 0-1 0 0,-1 0 1 0 0,-1-1 0 0 0,1-1-1 0 0,13-7 1 0 0,-12 5-210 0 0,1-1 0 0 0,-1 0-1 0 0,-1-1 1 0 0,0-1 0 0 0,0 1 0 0 0,-1-2 0 0 0,0 1-1 0 0,-1-2 1 0 0,0 1 0 0 0,8-15 0 0 0,-5 6-317 0 0,-1 0 0 0 0,-1-1 0 0 0,9-30 0 0 0,-15 38 278 0 0,-1 1 1 0 0,0-1 0 0 0,-1 0-1 0 0,-1 0 1 0 0,0 0-1 0 0,-1 0 1 0 0,-2-19 0 0 0,-6-18-912 0 0,-2 1 0 0 0,-3 0 1 0 0,-2 1-1 0 0,-36-80 1 0 0,39 104 856 0 0,-1 0 0 0 0,-1 1 0 0 0,-1 0 0 0 0,0 2 1 0 0,-2 0-1 0 0,-1 0 0 0 0,-1 2 0 0 0,0 0 0 0 0,-1 1 1 0 0,-1 1-1 0 0,-27-16 0 0 0,29 21 659 0 0,-1 2 0 0 0,0 0 0 0 0,0 1 0 0 0,-1 1 0 0 0,0 1 0 0 0,-38-8 0 0 0,42 12-90 0 0,-1 0 0 0 0,1 2 0 0 0,-1 0 0 0 0,1 0 0 0 0,-1 2 0 0 0,1 0 0 0 0,-1 1 0 0 0,1 1 0 0 0,-18 6-1 0 0,22-5 33 0 0,0 1-1 0 0,1 1 1 0 0,0 0-1 0 0,0 0 0 0 0,1 1 1 0 0,-17 14-1 0 0,4-1 637 0 0,-35 39 0 0 0,45-44-549 0 0,2 0 0 0 0,0 1 0 0 0,0 1 0 0 0,2 0 0 0 0,0 0 0 0 0,1 1 0 0 0,1 0 0 0 0,0 1 0 0 0,2 0 0 0 0,0 0 0 0 0,1 0 0 0 0,1 0 1 0 0,1 1-1 0 0,-1 26 0 0 0,4-18 87 0 0,2-1 0 0 0,0 1 0 0 0,10 41 0 0 0,-7-50-451 0 0,1 0 1 0 0,0 0-1 0 0,1-1 1 0 0,2 0-1 0 0,17 31 1 0 0,-7-22-12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1.4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9830 0 0,'3'6'151'0'0,"0"1"-1"0"0,-1 0 1 0 0,0 0 0 0 0,0 0 0 0 0,-1 0-1 0 0,1 0 1 0 0,-2 0 0 0 0,1 13-1 0 0,-2 5 559 0 0,-6 30-1 0 0,4-30-70 0 0,-1 26 0 0 0,4-12-46 0 0,0-39-583 0 0,0 0 0 0 0,0 0 0 0 0,0 0 0 0 0,0-1 1 0 0,0 1-1 0 0,0 0 0 0 0,0 0 0 0 0,0 0 0 0 0,0 0 0 0 0,0 0 1 0 0,1 0-1 0 0,-1 0 0 0 0,0 0 0 0 0,0 0 0 0 0,0 0 0 0 0,0 0 0 0 0,0 0 1 0 0,0 0-1 0 0,0-1 0 0 0,0 1 0 0 0,0 0 0 0 0,0 0 0 0 0,0 0 1 0 0,0 0-1 0 0,1 0 0 0 0,-1 0 0 0 0,0 0 0 0 0,0 0 0 0 0,0 0 1 0 0,0 0-1 0 0,0 0 0 0 0,0 0 0 0 0,0 0 0 0 0,0 0 0 0 0,0 0 1 0 0,0 0-1 0 0,1 0 0 0 0,-1 0 0 0 0,0 0 0 0 0,0 0 0 0 0,0 0 1 0 0,0 0-1 0 0,0 0 0 0 0,0 0 0 0 0,0 1 0 0 0,0-1 0 0 0,0 0 0 0 0,0 0 1 0 0,0 0-1 0 0,1 0 0 0 0,-1 0 0 0 0,0 0 0 0 0,0 0 0 0 0,0 0 1 0 0,0 0-1 0 0,0 0 0 0 0,0 0 0 0 0,0 0 0 0 0,0 0 0 0 0,0 1 1 0 0,0-1-1 0 0,6-9 46 0 0,-5 8-19 0 0,3-5-41 0 0,1-1-1 0 0,0 1 1 0 0,0 0 0 0 0,0 1 0 0 0,1-1-1 0 0,11-8 1 0 0,-12 11 63 0 0,0 1 0 0 0,0-1 0 0 0,-1 1 0 0 0,1 0 0 0 0,1 0 0 0 0,-1 0 0 0 0,0 1 0 0 0,0 0 0 0 0,1 0 0 0 0,9-1 0 0 0,-10 2 4 0 0,-1 0 0 0 0,1 0-1 0 0,0 0 1 0 0,-1 0 0 0 0,1 1 0 0 0,-1 0 0 0 0,0 0-1 0 0,1 0 1 0 0,-1 0 0 0 0,0 1 0 0 0,0 0-1 0 0,1 0 1 0 0,-1 0 0 0 0,0 0 0 0 0,-1 0-1 0 0,1 1 1 0 0,0 0 0 0 0,-1 0 0 0 0,0 0 0 0 0,1 0-1 0 0,-1 0 1 0 0,-1 1 0 0 0,1-1 0 0 0,0 1-1 0 0,-1 0 1 0 0,0 0 0 0 0,1 0 0 0 0,-2 0-1 0 0,1 0 1 0 0,0 0 0 0 0,-1 0 0 0 0,0 1 0 0 0,0-1-1 0 0,1 9 1 0 0,-1-2 94 0 0,-1 1 0 0 0,0-1 0 0 0,-1 1 0 0 0,0-1 0 0 0,0 1 0 0 0,-1-1 0 0 0,-1 0 0 0 0,0 0 0 0 0,-1 0 0 0 0,0 0 0 0 0,0 0 0 0 0,-1-1 0 0 0,-1 0 0 0 0,0 0 0 0 0,-12 15 1 0 0,17-23-113 0 0,-1 1-1 0 0,0-1 1 0 0,0 0 0 0 0,-1-1 0 0 0,1 1 0 0 0,0 0 0 0 0,-1-1 0 0 0,1 1 0 0 0,-1-1 0 0 0,1 0 0 0 0,-1 0 0 0 0,0 0 0 0 0,0 0 0 0 0,1 0 0 0 0,-1 0 0 0 0,0-1 0 0 0,0 1 0 0 0,0-1 0 0 0,0 0 0 0 0,-3 0 0 0 0,-2-1 105 0 0,0 0 0 0 0,0-1 0 0 0,0 1 0 0 0,1-1 0 0 0,-15-6 0 0 0,15 5 39 0 0,-1 1-31 0 0,7 2-153 0 0,1 0 0 0 0,-1 0 0 0 0,1 0-1 0 0,0 0 1 0 0,-1 0 0 0 0,1-1 0 0 0,-1 1 0 0 0,1 0-1 0 0,-1 0 1 0 0,1 0 0 0 0,0-1 0 0 0,-1 1-1 0 0,1 0 1 0 0,-1 0 0 0 0,1-1 0 0 0,0 1-1 0 0,-1 0 1 0 0,1-1 0 0 0,0 1 0 0 0,0 0 0 0 0,-1-1-1 0 0,1 1 1 0 0,0 0 0 0 0,0-1 0 0 0,-1 1-1 0 0,1-1 1 0 0,0 1 0 0 0,0 0 0 0 0,0-1 0 0 0,0 1-1 0 0,0-1 1 0 0,0 1 0 0 0,-1-1 0 0 0,1 1-1 0 0,0-1 1 0 0,0 0 0 0 0,7-11 66 0 0,-6 11-111 0 0,10-15-213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2.1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 9830 0 0,'2'-14'0'0'0,"-1"8"0"0"0,6 3 46 0 0,85-7 1628 0 0,-13 2-326 0 0,-67 6-1098 0 0,1 0 46 0 0,0 0-1 0 0,0 1 1 0 0,15 1 0 0 0,-25 1-248 0 0,-4 0 14 0 0,-14 7 260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6.5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9830 0 0,'2'-14'0'0'0,"-1"7"0"0"0,0 1 0 0 0,4 4 0 0 0,1 1 0 0 0,10 1 340 0 0,-1 2-1 0 0,0-1 0 0 0,0 2 1 0 0,20 4-1 0 0,-1 1 235 0 0,-20-5-315 0 0,84 13 1400 0 0,34 2 638 0 0,94 17 1618 0 0,297 43 2068 0 0,-387-57-5983 0 0,-12-3 0 0 0,25 2 0 0 0,-74-11 0 0 0,108 27 0 0 0,-152-27 0 0 0,16 3 0 0 0,71 30 0 0 0,-68-23 0 0 0,91 23 0 0 0,-30-11 0 0 0,-31-5 0 0 0,176 52 0 0 0,-178-58 0 0 0,106 14 0 0 0,-184-34 0 0 0,287 27 0 0 0,-286-27 0 0 0,154 3 0 0 0,-149-3 0 0 0,1 0 0 0 0,-1 0 0 0 0,0 1 0 0 0,-6-1 0 0 0,1 0 0 0 0,-1 0 0 0 0,1 0 0 0 0,-1 0 0 0 0,1 0 0 0 0,-1 0 0 0 0,1 1 0 0 0,-1-1 0 0 0,0 0 0 0 0,1 0 0 0 0,-1 0 0 0 0,1 1 0 0 0,-1-1 0 0 0,0 0 0 0 0,1 0 0 0 0,-1 1 0 0 0,0-1 0 0 0,1 0 0 0 0,-1 1 0 0 0,0-1 0 0 0,0 0 0 0 0,1 1 0 0 0,-1-1 0 0 0,0 0 0 0 0,0 1 0 0 0,1-1 0 0 0,-1 1 0 0 0,0-1 0 0 0,0 1 0 0 0,0-1 0 0 0,0 0 0 0 0,0 1 0 0 0,0-1 0 0 0,0 2 0 0 0,0-2 0 0 0,3 12 0 0 0,0 0 0 0 0,-1 0 0 0 0,-1 0 0 0 0,0 1 0 0 0,0-1 0 0 0,-2 13 0 0 0,0-2 0 0 0,1 13 0 0 0,2-1 0 0 0,1 0 0 0 0,13 55 0 0 0,-11-72 0 0 0,1 0 0 0 0,0 0 0 0 0,1-1 0 0 0,1 0 0 0 0,1 0 0 0 0,0 0 0 0 0,1-1 0 0 0,17 21 0 0 0,-9-15 0 0 0,1-1 0 0 0,1 0 0 0 0,1-2 0 0 0,1 0 0 0 0,0-1 0 0 0,25 14 0 0 0,-35-25 0 0 0,0-1 0 0 0,1 0 0 0 0,0-1 0 0 0,0 0 0 0 0,0-1 0 0 0,0-1 0 0 0,18 3 0 0 0,-13-4 0 0 0,1-1 0 0 0,-1-1 0 0 0,0-1 0 0 0,35-5 0 0 0,-16-2-173 0 0,0-1 1 0 0,-1-1 0 0 0,37-17-1 0 0,-17 3-1314 0 0,58-36 0 0 0,-99 51 1162 0 0,0 0-1 0 0,-1-2 1 0 0,0 0-1 0 0,-1 0 0 0 0,0-1 1 0 0,-1-1-1 0 0,0 0 1 0 0,-1-1-1 0 0,-1 0 1 0 0,0 0-1 0 0,-1-1 1 0 0,0 0-1 0 0,-1-1 0 0 0,8-24 1 0 0,-15 36 246 0 0,30-102-1820 0 0,-29 94 1621 0 0,0 0 0 0 0,-1-1-1 0 0,0 1 1 0 0,-1-1 0 0 0,0 1 0 0 0,-4-24 0 0 0,-1 16 88 0 0,0 0-1 0 0,-2 0 1 0 0,0 0 0 0 0,-2 1 0 0 0,0 0 0 0 0,-1 0-1 0 0,-1 1 1 0 0,-1 1 0 0 0,0 0 0 0 0,-29-31-1 0 0,6 14-263 0 0,-1 2-1 0 0,-2 1 0 0 0,-68-42 0 0 0,73 53 687 0 0,-1 1-1 0 0,-1 2 1 0 0,0 2 0 0 0,-1 1-1 0 0,-1 1 1 0 0,-57-11-1 0 0,70 19 222 0 0,-1 1 0 0 0,0 2-1 0 0,0 0 1 0 0,0 2-1 0 0,0 1 1 0 0,0 0-1 0 0,0 2 1 0 0,0 1 0 0 0,-30 9-1 0 0,46-10-277 0 0,1 0 0 0 0,0 1-1 0 0,0 0 1 0 0,0 1 0 0 0,1-1-1 0 0,0 2 1 0 0,-8 5 0 0 0,-42 46 1067 0 0,45-44-925 0 0,4-4-104 0 0,0 1 1 0 0,0 0-1 0 0,1 0 1 0 0,0 0-1 0 0,1 1 1 0 0,1 0-1 0 0,-1 1 0 0 0,2-1 1 0 0,-1 1-1 0 0,2 0 1 0 0,0 0-1 0 0,0 0 1 0 0,1 1-1 0 0,0-1 0 0 0,2 0 1 0 0,-1 1-1 0 0,1-1 1 0 0,1 1-1 0 0,3 19 1 0 0,2-3 444 0 0,1 0-1 0 0,14 39 1 0 0,-1-28 190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07.8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464 0 9830 0 0,'-5'0'73'0'0,"1"0"1"0"0,0 1-1 0 0,-1-1 0 0 0,1 1 1 0 0,0 0-1 0 0,0 0 0 0 0,-1 1 0 0 0,1-1 1 0 0,0 1-1 0 0,0 0 0 0 0,0 0 1 0 0,-6 5-1 0 0,-4 3 655 0 0,-25 24 1 0 0,22-19-483 0 0,-26 28 815 0 0,30-28-564 0 0,-2-1 0 0 0,-21 18 0 0 0,31-29-366 0 0,0 1 0 0 0,1 0 0 0 0,-1 0 0 0 0,1 0 0 0 0,0 1-1 0 0,0-1 1 0 0,1 1 0 0 0,-1 0 0 0 0,1 0 0 0 0,0 0 0 0 0,1 1 0 0 0,-1-1 0 0 0,1 1 0 0 0,0-1-1 0 0,0 1 1 0 0,-1 8 0 0 0,3-7 10 0 0,-1 0 0 0 0,1 0 0 0 0,0 1 0 0 0,1-1 1 0 0,-1 0-1 0 0,1 0 0 0 0,1 0 0 0 0,0 0 0 0 0,0 0 0 0 0,0 0 0 0 0,1 0 0 0 0,0-1 0 0 0,3 7 0 0 0,10 15 871 0 0,30 39-1 0 0,-44-64-910 0 0,1 0 0 0 0,0 1 0 0 0,0-1-1 0 0,1 0 1 0 0,-1-1 0 0 0,0 1 0 0 0,1-1 0 0 0,0 1-1 0 0,0-1 1 0 0,-1 0 0 0 0,1 0 0 0 0,5 1-1 0 0,-6-2-27 0 0,0 0 1 0 0,0-1-1 0 0,0 1 0 0 0,1-1 0 0 0,-1 0 0 0 0,0 0 0 0 0,0 0 0 0 0,1 0 0 0 0,-1-1 0 0 0,0 1 0 0 0,0-1 0 0 0,0 0 0 0 0,0 0 0 0 0,0 0 0 0 0,0 0 0 0 0,5-3 0 0 0,8-4-53 0 0,-2-1-1 0 0,1-1 0 0 0,14-13 1 0 0,-25 20-114 0 0,0-1-1 0 0,0 0 1 0 0,0 0 0 0 0,0 0 0 0 0,-1 0 0 0 0,0-1 0 0 0,0 1-1 0 0,0-1 1 0 0,-1 0 0 0 0,1 0 0 0 0,-1 0 0 0 0,0 0 0 0 0,-1 0-1 0 0,2-7 1 0 0,-3 5-38 0 0,0 0-1 0 0,-1 1 0 0 0,0-1 0 0 0,0 1 1 0 0,-1-1-1 0 0,0 1 0 0 0,-3-7 1 0 0,4 8 115 0 0,0 2-5 0 0,-1 0 0 0 0,1 1 1 0 0,-1-1-1 0 0,0 0 0 0 0,0 1 1 0 0,0-1-1 0 0,0 1 1 0 0,0 0-1 0 0,0-1 0 0 0,-1 1 1 0 0,1 0-1 0 0,-1 0 0 0 0,0 1 1 0 0,1-1-1 0 0,-1 1 0 0 0,0-1 1 0 0,0 1-1 0 0,0 0 1 0 0,0 0-1 0 0,0 0 0 0 0,0 0 1 0 0,-4 0-1 0 0,-7-1 147 0 0,1 0 0 0 0,-1 1 1 0 0,-25 1-1 0 0,20 2 22 0 0,-1 0 0 0 0,1 2 0 0 0,-1 0 0 0 0,1 1 0 0 0,-32 13 0 0 0,-88 48 747 0 0,101-46-689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12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18 9830 0 0,'-15'-10'0'0'0,"5"6"46"0"0,2 2 136 0 0,1 1-91 0 0,1 0 91 0 0,0 1-137 0 0,6 0-44 0 0,0 0-1 0 0,0 1 1 0 0,0-1 0 0 0,0 0-1 0 0,-1 0 1 0 0,1 0-1 0 0,0 0 1 0 0,0 0-1 0 0,0 0 1 0 0,0 0 0 0 0,0 0-1 0 0,0 0 1 0 0,0 0-1 0 0,0 0 1 0 0,0 0-1 0 0,0 1 1 0 0,0-1 0 0 0,0 0-1 0 0,-1 0 1 0 0,1 0-1 0 0,0 0 1 0 0,0 0-1 0 0,0 0 1 0 0,0 0 0 0 0,0 0-1 0 0,0 1 1 0 0,0-1-1 0 0,0 0 1 0 0,0 0-1 0 0,0 0 1 0 0,0 0 0 0 0,0 0-1 0 0,0 0 1 0 0,0 0-1 0 0,0 1 1 0 0,0-1-1 0 0,0 0 1 0 0,0 0 0 0 0,1 0-1 0 0,-1 0 1 0 0,0 0-1 0 0,0 0 1 0 0,0 0-1 0 0,0 0 1 0 0,0 1 0 0 0,0-1-1 0 0,0 0 1 0 0,0 0-1 0 0,0 0 1 0 0,0 0 0 0 0,0 0-1 0 0,0 0 1 0 0,1 0-1 0 0,-1 0 1 0 0,0 0-1 0 0,0 0 1 0 0,0 0 0 0 0,0 0-1 0 0,0 0 1 0 0,8 8 168 0 0,-7-7-100 0 0,7 8 201 0 0,1-2 0 0 0,0 0-1 0 0,0 0 1 0 0,15 8-1 0 0,46 20 1072 0 0,-9-4-77 0 0,102 55 1867 0 0,80 42 1454 0 0,-149-81-2786 0 0,-18-10-308 0 0,58 33-885 0 0,-47-20-606 0 0,102 45 0 0 0,2-9 0 0 0,-133-62 0 0 0,-51-21 0 0 0,-1 0 0 0 0,-41 24 0 0 0,26-20 0 0 0,0 0 0 0 0,1 0 0 0 0,0 1 0 0 0,0 1 0 0 0,1-1 0 0 0,0 1 0 0 0,0 0 0 0 0,1 0 0 0 0,0 1 0 0 0,1 0 0 0 0,0 0 0 0 0,1 0 0 0 0,0 1 0 0 0,0-1 0 0 0,1 1 0 0 0,1 0 0 0 0,0 0 0 0 0,-1 19 0 0 0,2-7 0 0 0,2 1 0 0 0,0-1 0 0 0,2 0 0 0 0,1 0 0 0 0,0 0 0 0 0,8 22 0 0 0,-7-31 0 0 0,1 0 0 0 0,0 0 0 0 0,1 0 0 0 0,0-1 0 0 0,1 0 0 0 0,1 0 0 0 0,0-1 0 0 0,0 0 0 0 0,1-1 0 0 0,15 13 0 0 0,-11-13 0 0 0,-1-1 0 0 0,1-1 0 0 0,1 0 0 0 0,0-1 0 0 0,0-1 0 0 0,0 0 0 0 0,1-1 0 0 0,32 8 0 0 0,-18-7 0 0 0,0-2 0 0 0,1-1 0 0 0,0-1 0 0 0,0-2 0 0 0,0-1 0 0 0,58-8 0 0 0,-48 4-123 0 0,-1-2 1 0 0,0-2 0 0 0,0-2 0 0 0,42-15 0 0 0,-71 21-84 0 0,118-53-2022 0 0,-114 49 1870 0 0,-1 0-1 0 0,0-1 0 0 0,-1-1 1 0 0,0 0-1 0 0,0 0 0 0 0,16-20 1 0 0,-8 5-303 0 0,-1-2 1 0 0,-2 0 0 0 0,-1 0-1 0 0,-1-2 1 0 0,-2 0 0 0 0,-1-1-1 0 0,-1 0 1 0 0,-1-1 0 0 0,12-60-1 0 0,-16 53-80 0 0,-1 0 0 0 0,1-40 0 0 0,-7 64 519 0 0,-1 0-1 0 0,0 0 1 0 0,-1 0-1 0 0,0 0 1 0 0,-1 0-1 0 0,-1 0 1 0 0,0 1 0 0 0,-11-25-1 0 0,5 18 223 0 0,-1 0 0 0 0,-26-34 0 0 0,28 44 0 0 0,0-1 0 0 0,0 2 0 0 0,-1-1 0 0 0,-1 2 0 0 0,0-1 0 0 0,-13-7 0 0 0,2 4 350 0 0,0 1-1 0 0,-1 1 1 0 0,-1 0-1 0 0,1 2 1 0 0,-2 1-1 0 0,1 1 1 0 0,-1 1 0 0 0,0 1-1 0 0,0 1 1 0 0,-30 1-1 0 0,6 2 463 0 0,1 3 0 0 0,-1 2-1 0 0,1 2 1 0 0,-64 18 0 0 0,76-15 8 0 0,1 1 0 0 0,1 2 0 0 0,0 1 0 0 0,-49 30 0 0 0,63-33-390 0 0,2 2 0 0 0,-1 0 0 0 0,2 1 1 0 0,0 1-1 0 0,1 0 0 0 0,0 2 1 0 0,1-1-1 0 0,-21 32 0 0 0,28-33-338 0 0,-1 0 0 0 0,2 1 0 0 0,0 0 0 0 0,1 1 0 0 0,-6 24 0 0 0,6-13-107 0 0,2 0 0 0 0,-2 50 1 0 0,6-11 14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14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 9830 0 0,'16'-9'331'0'0,"1"1"-1"0"0,0 0 1 0 0,35-12 0 0 0,58-7 1806 0 0,-61 16-1637 0 0,1 1 654 0 0,0 2 1 0 0,1 2-1 0 0,73 0 1 0 0,-80 10-559 0 0,-1 0 151 0 0,-36-4-658 0 0,-7 0-81 0 0,0 0-1 0 0,0 0 1 0 0,0 0 0 0 0,0 0-1 0 0,0 0 1 0 0,0 0 0 0 0,1 0-1 0 0,-1 0 1 0 0,0 0-1 0 0,0 0 1 0 0,0 0 0 0 0,0 0-1 0 0,0 0 1 0 0,0 0-1 0 0,1 0 1 0 0,-1 0 0 0 0,0 0-1 0 0,0 0 1 0 0,0 0 0 0 0,0 0-1 0 0,0 0 1 0 0,0 0-1 0 0,0 1 1 0 0,1-1 0 0 0,-1 0-1 0 0,0 0 1 0 0,0 0-1 0 0,0 0 1 0 0,0 0 0 0 0,0 0-1 0 0,0 0 1 0 0,0 0-1 0 0,0 0 1 0 0,0 1 0 0 0,0-1-1 0 0,0 0 1 0 0,0 0 0 0 0,0 0-1 0 0,1 0 1 0 0,-1 0-1 0 0,0 0 1 0 0,0 1 0 0 0,0-1-1 0 0,0 0 1 0 0,0 0-1 0 0,0 0 1 0 0,0 0 0 0 0,0 0-1 0 0,0 0 1 0 0,0 0 0 0 0,-1 1-1 0 0,1-1 1 0 0,0 0-1 0 0,0 0 1 0 0,0 0 0 0 0,-3 6 116 0 0,2-6-90 0 0,-33 32 882 0 0,25-23-531 0 0,-19 18-1 0 0,-103 147 3120 0 0,112-145-3384 0 0,1 0 0 0 0,2 2 0 0 0,0 0 0 0 0,-12 41 0 0 0,-20 65-120 0 0,45-131 0 0 0,3-1 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2:20:15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9830 0 0,'38'19'1122'0'0,"1"-2"0"0"0,61 19 0 0 0,-40-16-8 0 0,-50-16-889 0 0,2 0 43 0 0,-1 0 0 0 0,1 1 0 0 0,-1 0 0 0 0,10 7-1 0 0,-8-4 116 0 0,0 0-1 0 0,0-1 1 0 0,24 8-1 0 0,-24-9-47 0 0,-1-3-56 0 0,-10-3-239 0 0,5 0 187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08:48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159 675 9830 0 0,'42'-24'498'0'0,"-25"20"-369"0"0,-2 3 112 0 0,14-5 121 0 0,1 2 0 0 0,0 1 0 0 0,31 1 0 0 0,-30 2 178 0 0,0-2 0 0 0,51-9 0 0 0,4-6 1018 0 0,115-6 1 0 0,200-10 2422 0 0,-335 29-3324 0 0,265-24 2774 0 0,-240 12-2574 0 0,-50 7-756 0 0,0 2 0 0 0,1 2 1 0 0,82 1-1 0 0,-84 5-101 0 0,0-2 0 0 0,40-6 0 0 0,-3 1 0 0 0,240-35 0 0 0,-87 7 0 0 0,182-18 0 0 0,293-24 0 0 0,-456 43 0 0 0,-91 9 0 0 0,250-22 0 0 0,-7 22 0 0 0,-196 17 0 0 0,109 2 0 0 0,110 15 0 0 0,-261-8 0 0 0,-22 3 0 0 0,160-4 0 0 0,-64-6 0 0 0,3-1 0 0 0,-189 2 0 0 0,450-12 0 0 0,-335 17 0 0 0,115 7 0 0 0,452-2 0 0 0,-6-62 0 0 0,-276 23 0 0 0,-276 20 0 0 0,100-3 0 0 0,-194 16 0 0 0,-1 2 0 0 0,0 4 0 0 0,131 28 0 0 0,-25 20 0 0 0,-153-41 0 0 0,0 1 0 0 0,0 1 0 0 0,41 28 0 0 0,-34-16 0 0 0,0 3 0 0 0,-2 1 0 0 0,38 40 0 0 0,-53-46 0 0 0,0 1 0 0 0,-1 2 0 0 0,-2 0 0 0 0,-1 1 0 0 0,18 36 0 0 0,-27-41 0 0 0,0 1 0 0 0,-2 1 0 0 0,-1 0 0 0 0,-1 0 0 0 0,-1 0 0 0 0,-2 1 0 0 0,0 0 0 0 0,-2-1 0 0 0,-1 1 0 0 0,-1 0 0 0 0,-1 0 0 0 0,-8 37 0 0 0,7-49 0 0 0,-1-1 0 0 0,0 0 0 0 0,-1 0 0 0 0,0-1 0 0 0,-1 0 0 0 0,-1 0 0 0 0,0 0 0 0 0,-1-1 0 0 0,0 0 0 0 0,-13 15 0 0 0,5-11 0 0 0,0 0 0 0 0,0-1 0 0 0,-2-1 0 0 0,0-1 0 0 0,0 0 0 0 0,-23 11 0 0 0,-8-1 0 0 0,-1-2 0 0 0,-1-2 0 0 0,-1-2 0 0 0,-92 17 0 0 0,-528 49 0 0 0,289-47 0 0 0,-282 51 0 0 0,613-80 0 0 0,-133 18 0 0 0,-280 35 0 0 0,-156 0 0 0 0,-493-43 0 0 0,511-15 0 0 0,-433 53 0 0 0,286-8 0 0 0,450-36 0 0 0,-537 38 0 0 0,601-14 0 0 0,25-2 0 0 0,-226 42 0 0 0,293-47 0 0 0,17-3 0 0 0,1 1 0 0 0,-156 11 0 0 0,-104-27 0 0 0,280-14 0 0 0,-173-30 0 0 0,226 24 0 0 0,1-2 0 0 0,0-2 0 0 0,0-2 0 0 0,2-3 0 0 0,-68-35 0 0 0,69 28-236 0 0,-54-29-1556 0 0,-150-107 1 0 0,233 146 1531 0 0,1-1-1 0 0,1-1 1 0 0,0 0 0 0 0,1-1 0 0 0,1-1-1 0 0,1-1 1 0 0,-23-41 0 0 0,23 31-117 0 0,1-1 0 0 0,1-1 1 0 0,1 0-1 0 0,3 0 1 0 0,-8-44-1 0 0,5 16-23 0 0,5 33 99 0 0,2-2 0 0 0,0 1 0 0 0,2-1 0 0 0,1 1 0 0 0,2-1 0 0 0,6-58 0 0 0,-2 69 112 0 0,2 0-1 0 0,0 0 1 0 0,1 0 0 0 0,1 1-1 0 0,1 0 1 0 0,0 0 0 0 0,1 1-1 0 0,1 0 1 0 0,1 1 0 0 0,1 0-1 0 0,0 1 1 0 0,22-20 0 0 0,-13 15-95 0 0,1 1 0 0 0,1 1 0 0 0,0 2 0 0 0,2 0 1 0 0,-1 1-1 0 0,2 2 0 0 0,52-19 0 0 0,-61 26 460 0 0,-1 1-1 0 0,25-3 1 0 0,6 3 316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34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929 9 16384 0 0,'0'0'7778'0'0,"-1"5"-7533"0"0,-16 41 994 0 0,17-44-1132 0 0,0 0-1 0 0,0 0 1 0 0,0 0 0 0 0,0 1-1 0 0,0-1 1 0 0,1 0 0 0 0,-1 0-1 0 0,1 0 1 0 0,-1 0 0 0 0,1 0-1 0 0,0 0 1 0 0,0 0 0 0 0,0 0-1 0 0,0 0 1 0 0,0 0 0 0 0,0 0-1 0 0,3 3 1 0 0,6 14 943 0 0,-10-17-922 0 0,-2-4-24 0 0,-14-11-38 0 0,-1 0 0 0 0,0 0 0 0 0,-1 2 0 0 0,0 0 0 0 0,-1 1 0 0 0,0 1 0 0 0,-1 1 0 0 0,0 1 0 0 0,0 0 0 0 0,-28-5 0 0 0,38 10-51 0 0,0 1 0 0 0,0 0 0 0 0,0 1 0 0 0,-1-1 0 0 0,1 2 0 0 0,0 0 0 0 0,0 0 0 0 0,0 1 0 0 0,-1 0 0 0 0,2 0 0 0 0,-1 1 0 0 0,0 1 0 0 0,1 0 0 0 0,-1 0 0 0 0,1 1 0 0 0,0 0 0 0 0,1 0 0 0 0,-1 1 0 0 0,1 0 0 0 0,0 1 0 0 0,0-1 0 0 0,1 2 0 0 0,-10 12 0 0 0,8-9-5 0 0,1 1 0 0 0,0 0 0 0 0,1 0 0 0 0,1 1 0 0 0,0 0 0 0 0,0 0 0 0 0,2 1 0 0 0,-1 0 0 0 0,2 0 0 0 0,0 0 0 0 0,-2 19 0 0 0,4-22-3 0 0,1 1 1 0 0,0 0 0 0 0,1 0-1 0 0,0-1 1 0 0,0 1 0 0 0,2-1-1 0 0,-1 1 1 0 0,2-1 0 0 0,-1 0-1 0 0,1 0 1 0 0,1 0-1 0 0,0 0 1 0 0,1-1 0 0 0,8 13-1 0 0,-1-5 1 0 0,1-1-1 0 0,1 0 1 0 0,1-1-1 0 0,0-1 0 0 0,1-1 1 0 0,0 0-1 0 0,1-1 1 0 0,0 0-1 0 0,2-2 0 0 0,-1 0 1 0 0,1-2-1 0 0,0 0 1 0 0,1-1-1 0 0,0-1 1 0 0,1-1-1 0 0,-1 0 0 0 0,37 3 1 0 0,-5-4-4 0 0,-12-2-1 0 0,41 9-1 0 0,-70-9-2 0 0,-12-3 0 0 0,1 0 0 0 0,-1 0 0 0 0,1 0 0 0 0,-1 0 0 0 0,1 0 0 0 0,-1 0 0 0 0,1 0 0 0 0,0 0 0 0 0,-1 0 0 0 0,1 1 0 0 0,-1-1 0 0 0,1 0 0 0 0,-1 0 0 0 0,1 1 0 0 0,-1-1 0 0 0,0 0 0 0 0,1 0 0 0 0,-1 1 0 0 0,1-1 0 0 0,-1 0 0 0 0,0 1 0 0 0,1-1 0 0 0,-1 1 0 0 0,1-1 0 0 0,-1 1 0 0 0,0-1 0 0 0,0 0 0 0 0,1 1 0 0 0,-1-1 0 0 0,0 1 0 0 0,0-1 0 0 0,0 1 0 0 0,0 0 0 0 0,1-1 0 0 0,-1 1 0 0 0,0-1 0 0 0,0 1 0 0 0,0 0 0 0 0,-11 7 0 0 0,10-7 0 0 0,-39 21 5 0 0,-1-2 0 0 0,-58 20-1 0 0,36-15 1 0 0,-57 21 15 0 0,40-16 1 0 0,-145 76-1 0 0,169-74-11 0 0,-87 56 12 0 0,128-77-17 0 0,0 1-1 0 0,1 0 1 0 0,0 1-1 0 0,1 1 1 0 0,1 0-1 0 0,-20 28 1 0 0,30-38-2 0 0,-1 0 1 0 0,1-1-1 0 0,0 1 1 0 0,0 0 0 0 0,1 0-1 0 0,-1 1 1 0 0,1-1-1 0 0,0 0 1 0 0,0 0-1 0 0,0 9 1 0 0,1-11-1 0 0,0 0-1 0 0,0 0 1 0 0,1 0 0 0 0,-1 0-1 0 0,1 0 1 0 0,0 0 0 0 0,-1 0-1 0 0,1 0 1 0 0,0 0 0 0 0,0-1-1 0 0,0 1 1 0 0,1 0 0 0 0,-1-1-1 0 0,0 1 1 0 0,1 0 0 0 0,-1-1 0 0 0,0 0-1 0 0,1 1 1 0 0,0-1 0 0 0,-1 0-1 0 0,1 0 1 0 0,0 0 0 0 0,0 0-1 0 0,0 0 1 0 0,2 1 0 0 0,9 3 0 0 0,1-1 0 0 0,-1 0 0 0 0,1-1 1 0 0,0 0-1 0 0,0-1 0 0 0,0-1 0 0 0,0 0 1 0 0,17-2-1 0 0,113-15 3 0 0,-33-6-5 0 0,143-48 0 0 0,-76 18 23 0 0,-94 22-9 0 0,-67 22-7 0 0,1 1 1 0 0,-1 2-1 0 0,1-1 0 0 0,25-3 0 0 0,-38 9-1 0 0,5 0-3833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35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942 39 2304 0 0,'0'0'8144'0'0,"4"-3"-7762"0"0,13-10-155 0 0,-6 0 1334 0 0,-8 3 3747 0 0,-1 14-5133 0 0,-1 0-1 0 0,0 0 0 0 0,0 0 1 0 0,0 0-1 0 0,-1 0 1 0 0,1 0-1 0 0,-1 0 1 0 0,0 0-1 0 0,0 0 1 0 0,-1 5-1 0 0,-8 45 541 0 0,6-36-418 0 0,-36 165 2363 0 0,-99 288 1 0 0,97-324-1534 0 0,-3 7-37 0 0,33-115-403 0 0,10-37-471 0 0,-8-5-42 0 0,1-1-147 0 0,0-1 0 0 0,1 0 0 0 0,-1-1 0 0 0,1 0 0 0 0,1 0-1 0 0,-9-10 1 0 0,-13-11 24 0 0,22 22-39 0 0,1 0-1 0 0,-1 0 1 0 0,0 1 0 0 0,0 0-1 0 0,0 0 1 0 0,-1 1 0 0 0,0 0-1 0 0,1 0 1 0 0,-1 0 0 0 0,0 1-1 0 0,0 0 1 0 0,0 0 0 0 0,-1 1-1 0 0,1 0 1 0 0,0 0-1 0 0,-1 1 1 0 0,1 0 0 0 0,-8 0-1 0 0,-6 3 7 0 0,0 1-1 0 0,0 0 1 0 0,0 1-1 0 0,1 2 1 0 0,0 0-1 0 0,0 1 1 0 0,-36 20-1 0 0,20-6-4 0 0,2 2 0 0 0,0 1 0 0 0,-34 33 0 0 0,54-44-9 0 0,0 0-1 0 0,-14 20 0 0 0,23-27 0 0 0,0-1-1 0 0,1 1 1 0 0,0 0 0 0 0,0 0 0 0 0,1 1 0 0 0,-1-1-1 0 0,2 1 1 0 0,-3 10 0 0 0,4-15-1 0 0,1 0-1 0 0,0-1 1 0 0,0 1 0 0 0,0 0-1 0 0,0 0 1 0 0,0 0 0 0 0,0 0-1 0 0,1 0 1 0 0,0 0 0 0 0,-1-1-1 0 0,1 1 1 0 0,0 0 0 0 0,0 0-1 0 0,1-1 1 0 0,-1 1 0 0 0,1-1-1 0 0,-1 1 1 0 0,1-1 0 0 0,0 0-1 0 0,-1 1 1 0 0,1-1 0 0 0,1 0-1 0 0,-1 0 1 0 0,0-1 0 0 0,0 1-1 0 0,1 0 1 0 0,-1-1-1 0 0,1 1 1 0 0,-1-1 0 0 0,1 0-1 0 0,0 0 1 0 0,3 2 0 0 0,6 1 4 0 0,-1-1 0 0 0,1 0 0 0 0,0-1 0 0 0,0 0 0 0 0,0-1 0 0 0,16 0 0 0 0,0-2 8 0 0,0-1-1 0 0,-1-2 0 0 0,1 0 0 0 0,52-17 0 0 0,103-50 36 0 0,-106 38-29 0 0,155-69 146 0 0,-136 55-4028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36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7 14168 0 0,'8'-1'200'0'0,"5"-2"-107"0"0,-21 1 184 0 0,6 2-167 0 0,0 0-1 0 0,1 0 1 0 0,-1 0 0 0 0,0 0-1 0 0,1 1 1 0 0,-1-1 0 0 0,0 0-1 0 0,1 1 1 0 0,-1 0-1 0 0,1-1 1 0 0,-1 1 0 0 0,0 0-1 0 0,1 0 1 0 0,0 0 0 0 0,-1 0-1 0 0,1 0 1 0 0,0 0-1 0 0,-3 2 1 0 0,1 1 104 0 0,-1 1 1 0 0,1-1-1 0 0,-1 1 1 0 0,1 0-1 0 0,-4 8 1 0 0,1 2 192 0 0,1-1 0 0 0,0 0 0 0 0,-5 26 1 0 0,6 1 809 0 0,1-1-1 0 0,4 62 1 0 0,0-36 657 0 0,-1-64-1462 0 0,3-7-34 0 0,19-34-50 0 0,-10 18-3402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36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19591 0 0,'0'0'6111'0'0,"3"4"-6022"0"0,1 2-51 0 0,1 0-1 0 0,0-1 0 0 0,0 1 0 0 0,0-1 1 0 0,1-1-1 0 0,0 1 0 0 0,8 5 1 0 0,-11-9-20 0 0,-1 1 0 0 0,1-1 0 0 0,0 0-1 0 0,0 1 1 0 0,0-1 0 0 0,0-1 0 0 0,0 1 0 0 0,0 0 0 0 0,0-1 0 0 0,0 1 0 0 0,0-1 0 0 0,0 0 0 0 0,0 0 0 0 0,0 0 0 0 0,0 0-1 0 0,0-1 1 0 0,0 1 0 0 0,0-1 0 0 0,0 0 0 0 0,0 0 0 0 0,0 0 0 0 0,3-2 0 0 0,8-5 84 0 0,0-2 1 0 0,19-17-1 0 0,-31 25-86 0 0,-1 2-2 0 0,-1 0 1 0 0,1 0-1 0 0,-1 0 1 0 0,0-1 0 0 0,1 1-1 0 0,-1 0 1 0 0,1-1-1 0 0,-1 1 1 0 0,0 0 0 0 0,1-1-1 0 0,-1 1 1 0 0,0-1 0 0 0,1 1-1 0 0,-1 0 1 0 0,0-1-1 0 0,0 1 1 0 0,0-1 0 0 0,1 1-1 0 0,-1-1 1 0 0,0 1-1 0 0,0-1 1 0 0,0 1 0 0 0,0-1-1 0 0,0 1 1 0 0,0-1 0 0 0,0 1-1 0 0,0-1 1 0 0,0 0-1 0 0,0 1-7 0 0,-1 0-1 0 0,1 0 0 0 0,-1 0 0 0 0,1 0 1 0 0,-1 0-1 0 0,1 0 0 0 0,-1 0 0 0 0,1 0 1 0 0,-1 0-1 0 0,1 1 0 0 0,-1-1 0 0 0,1 0 1 0 0,-1 0-1 0 0,1 0 0 0 0,-1 1 0 0 0,1-1 0 0 0,-1 0 1 0 0,1 0-1 0 0,0 1 0 0 0,-1-1 0 0 0,1 0 1 0 0,0 1-1 0 0,-1-1 0 0 0,1 1 0 0 0,0-1 1 0 0,-1 0-1 0 0,1 2 0 0 0,-5 4 28 0 0,0 0-1 0 0,0 1 0 0 0,1 0 1 0 0,0 0-1 0 0,1 0 1 0 0,-1 1-1 0 0,1-1 1 0 0,1 1-1 0 0,-1-1 1 0 0,1 1-1 0 0,1 0 0 0 0,-2 14 1 0 0,20-29-3429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37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0 18191 0 0,'0'0'6160'0'0,"-4"11"-5928"0"0,-22 72 135 0 0,3 1 0 0 0,-19 144-1 0 0,1 190 520 0 0,25-221-458 0 0,9-105-59 0 0,4 0 1 0 0,10 106 0 0 0,-3-174 58 0 0,-3-25-411 0 0,0 1 0 0 0,0-1 1 0 0,0 0-1 0 0,-1 0 0 0 0,1 1 0 0 0,0-1 0 0 0,-1 0 0 0 0,1 0 1 0 0,0 0-1 0 0,-1 0 0 0 0,1 0 0 0 0,-1 0 0 0 0,1 0 1 0 0,-1 0-1 0 0,0 0 0 0 0,0 0 0 0 0,1 0 0 0 0,-1 0 1 0 0,0-2-1 0 0,20-70-572 0 0,-15 55-2406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37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1 134 20303 0 0,'0'0'5119'0'0,"4"2"-4974"0"0,7 0-96 0 0,0 1-1 0 0,0-2 0 0 0,0 1 1 0 0,0-2-1 0 0,1 1 1 0 0,-1-1-1 0 0,20-4 0 0 0,83-19 159 0 0,-75 13-129 0 0,144-44 293 0 0,-50 12-43 0 0,-122 39-243 0 0,1 0-1 0 0,-1 1 1 0 0,23-1 0 0 0,-31 3 14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38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1600 0 0,'0'0'16415'0'0,"11"2"-15636"0"0,75 11 783 0 0,164 4-1 0 0,100-32 601 0 0,-123-3 82 0 0,-211 16-1819 0 0,5 0-3243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38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305 31 5720 0 0,'-39'-12'4788'0'0,"37"12"-4546"0"0,-14-16-133 0 0,9 14 2537 0 0,3 6-2450 0 0,0 0 0 0 0,0 0 0 0 0,1 1 0 0 0,0-1-1 0 0,0 1 1 0 0,0 0 0 0 0,0 0 0 0 0,1 0 0 0 0,-3 7 0 0 0,-17 57 833 0 0,15-44-619 0 0,-57 190 2655 0 0,-35 223 0 0 0,92-389-2468 0 0,-1 63 0 0 0,8-87-129 0 0,1-1 1 0 0,1 1-1 0 0,1-1 0 0 0,9 36 1 0 0,-11-59-429 0 0,-1 1 0 0 0,0-1 0 0 0,1 0 1 0 0,-1 0-1 0 0,1 0 0 0 0,-1 0 0 0 0,1 0 1 0 0,-1 1-1 0 0,1-1 0 0 0,0 0 0 0 0,0-1 1 0 0,-1 1-1 0 0,1 0 0 0 0,0 0 0 0 0,0 0 1 0 0,0 0-1 0 0,0-1 0 0 0,0 1 0 0 0,0 0 1 0 0,0-1-1 0 0,1 1 0 0 0,0 0 0 0 0,10 1-3444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0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1 319 15472 0 0,'0'0'5017'0'0,"5"-1"-4393"0"0,35-4-348 0 0,0-1 1 0 0,0-3-1 0 0,-1-1 0 0 0,0-1 1 0 0,44-21-1 0 0,-64 23 69 0 0,0-1-1 0 0,0-1 1 0 0,-1 0-1 0 0,0-2 0 0 0,-1 0 1 0 0,-1-1-1 0 0,0 0 1 0 0,26-33-1 0 0,-41 46-308 0 0,0-1 1 0 0,0 0-1 0 0,0 1 0 0 0,0-1 0 0 0,0 0 0 0 0,-1 0 1 0 0,1 0-1 0 0,-1 0 0 0 0,1 0 0 0 0,-1 1 1 0 0,0-1-1 0 0,1 0 0 0 0,-1 0 0 0 0,0 0 0 0 0,-1 0 1 0 0,1 0-1 0 0,0 0 0 0 0,0 0 0 0 0,-1 0 0 0 0,1 0 1 0 0,-1 0-1 0 0,0 0 0 0 0,1 1 0 0 0,-1-1 1 0 0,0 0-1 0 0,0 0 0 0 0,0 1 0 0 0,0-1 0 0 0,-1 0 1 0 0,1 1-1 0 0,0 0 0 0 0,-1-1 0 0 0,-1-1 0 0 0,-1-1 7 0 0,-1-1 0 0 0,0 1 0 0 0,1 0-1 0 0,-1 1 1 0 0,-1-1 0 0 0,1 1 0 0 0,0 0-1 0 0,-12-4 1 0 0,12 6-10 0 0,-1 0-1 0 0,1 0 0 0 0,-1 1 1 0 0,1 0-1 0 0,-1 0 0 0 0,1 1 1 0 0,-1-1-1 0 0,1 1 0 0 0,0 0 1 0 0,-1 1-1 0 0,1-1 0 0 0,0 1 1 0 0,0 0-1 0 0,0 1 0 0 0,0-1 1 0 0,0 1-1 0 0,0 0 0 0 0,1 0 1 0 0,0 0-1 0 0,-1 1 0 0 0,-4 5 1 0 0,4-5-1 0 0,-1 2-1 0 0,1-1 1 0 0,0 1 0 0 0,1 0 0 0 0,0 0 0 0 0,-1 0 0 0 0,2 0 0 0 0,-1 1-1 0 0,1-1 1 0 0,0 1 0 0 0,0 0 0 0 0,1 0 0 0 0,0 0 0 0 0,0 1 0 0 0,0 8-1 0 0,2-5-8 0 0,0 1-1 0 0,1-1 0 0 0,0 0 1 0 0,1 1-1 0 0,0-1 0 0 0,1 0 1 0 0,1 0-1 0 0,-1-1 0 0 0,2 1 1 0 0,-1-1-1 0 0,2 1 0 0 0,-1-2 1 0 0,1 1-1 0 0,1 0 0 0 0,8 9 1 0 0,-12-17-14 0 0,0 0 0 0 0,-1 0 0 0 0,1 0 1 0 0,1 0-1 0 0,-1 0 0 0 0,0-1 0 0 0,0 1 1 0 0,1-1-1 0 0,-1 0 0 0 0,1 0 0 0 0,-1 0 0 0 0,1 0 1 0 0,-1-1-1 0 0,1 0 0 0 0,-1 1 0 0 0,1-1 1 0 0,-1 0-1 0 0,1-1 0 0 0,0 1 0 0 0,-1-1 0 0 0,1 0 1 0 0,-1 1-1 0 0,1-2 0 0 0,-1 1 0 0 0,0 0 1 0 0,0-1-1 0 0,1 1 0 0 0,-1-1 0 0 0,4-3 0 0 0,1 0 5 0 0,0 0-1 0 0,-1-1 1 0 0,0 0 0 0 0,1 0-1 0 0,-2-1 1 0 0,1 0-1 0 0,-1 0 1 0 0,0-1-1 0 0,9-15 1 0 0,29-72-6 0 0,-36 74-15 0 0,-7 18 0 0 0,0-1 0 0 0,1 1 0 0 0,-1 0 1 0 0,0-1-1 0 0,1 1 0 0 0,0 0 0 0 0,0 0 0 0 0,0 0 0 0 0,0 0 0 0 0,0 1 0 0 0,3-4 0 0 0,-2 4 1 0 0,0 0-1 0 0,0 0 0 0 0,0 0 0 0 0,0 0 0 0 0,0 0 0 0 0,0 0 0 0 0,1 1 0 0 0,-1 0 1 0 0,0 0-1 0 0,1 0 0 0 0,-1 0 0 0 0,1 0 0 0 0,-1 1 0 0 0,1-1 0 0 0,0 1 0 0 0,-1 0 1 0 0,1 0-1 0 0,-1 0 0 0 0,7 2 0 0 0,-4-1 2 0 0,-1 1 0 0 0,1-1 0 0 0,-1 2 0 0 0,1-1 0 0 0,-1 0 0 0 0,0 1 0 0 0,1 0 0 0 0,-1 0 0 0 0,-1 1 0 0 0,1 0 0 0 0,8 8 0 0 0,120 114-17 0 0,-109-106 40 0 0,1-1 0 0 0,2-1-1 0 0,50 25 1 0 0,-65-37 10 0 0,35 19 268 0 0,-45-23-248 0 0,3-10-3723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0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484 0 19087 0 0,'0'0'4694'0'0,"-6"4"-4546"0"0,-38 28 23 0 0,6-6-20 0 0,1 1 1 0 0,1 2-1 0 0,1 2 0 0 0,-53 60 1 0 0,-35 82 392 0 0,48-63 992 0 0,73-109-1331 0 0,13-13-3326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1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1 12552 0 0,'0'0'6039'0'0,"0"5"-5584"0"0,5 41 521 0 0,-1-21-358 0 0,-1 39 0 0 0,-16 105 497 0 0,-7 0-1 0 0,-51 204 1 0 0,38-136 2 0 0,2-6 178 0 0,28-222-1088 0 0,1 1 0 0 0,1 0 0 0 0,0 0 0 0 0,0-1 0 0 0,2 17 0 0 0,-1-24-8 0 0,-1-4-31 0 0,0-7-203 0 0,0 0-1 0 0,0 0 0 0 0,1-1 1 0 0,0 1-1 0 0,1-9 1 0 0,0 2-3026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1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18791 0 0,'0'0'6530'0'0,"11"3"-6421"0"0,44 9 84 0 0,0-2 0 0 0,80 3 0 0 0,-98-11-41 0 0,1-2 1 0 0,-1-2-1 0 0,0-1 0 0 0,1-2 1 0 0,36-11-1 0 0,-6-7-294 0 0,-46 14-2906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5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150 146 7432 0 0,'0'0'1649'0'0,"2"-5"-1506"0"0,36-81-89 0 0,-38 85-60 0 0,2-9 147 0 0,-1 10 104 0 0,-1-1 0 0 0,1 0 0 0 0,-1 0 0 0 0,0 0-1 0 0,1 0 1 0 0,-1 1 0 0 0,0-1 0 0 0,0 0 0 0 0,1 0-1 0 0,-1 0 1 0 0,0 0 0 0 0,0 0 0 0 0,0 0 0 0 0,0 0 0 0 0,0 1-1 0 0,0-1 1 0 0,-1 0 0 0 0,1 0 0 0 0,0 0 0 0 0,0 0-1 0 0,-1 0 1 0 0,1 0 0 0 0,-1-1 0 0 0,-1 0-155 0 0,-15-16 3810 0 0,9 16-1136 0 0,3 14-481 0 0,-2 73-1374 0 0,-21 91-1 0 0,7-55-366 0 0,-27 119 219 0 0,-5 28 115 0 0,50-195-303 0 0,3-72-569 0 0,0-1 0 0 0,1 0-1 0 0,-1 0 1 0 0,0 0 0 0 0,1 0 0 0 0,-1 1 0 0 0,0-1-1 0 0,0 0 1 0 0,1 0 0 0 0,-1 0 0 0 0,0 0-1 0 0,1 0 1 0 0,-1 0 0 0 0,0 0 0 0 0,1 0 0 0 0,-1 0-1 0 0,0 0 1 0 0,1 0 0 0 0,-1 0 0 0 0,0 0-1 0 0,1 0 1 0 0,-1 0 0 0 0,0 0 0 0 0,1-1 0 0 0,-1 1-1 0 0,0 0 1 0 0,1 0 0 0 0,-1 0 0 0 0,0 0-1 0 0,0-1 1 0 0,1 1 0 0 0,-1 0 0 0 0,0 0 0 0 0,0-1-1 0 0,1 1 1 0 0,14-15-3600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6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135 458 5320 0 0,'0'0'1680'0'0,"-5"3"-244"0"0,-37 13-1078 0 0,-46 12 0 0 0,641-240-1508 0 0,-90 26 954 0 0,-156 80 4 0 0,-305 105 170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6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80 328 15072 0 0,'0'0'-216'0'0,"5"1"-19"0"0,5 0 548 0 0,-1 0 1 0 0,1-1-1 0 0,0 0 0 0 0,0 0 0 0 0,0-1 1 0 0,0-1-1 0 0,-1 1 0 0 0,1-2 1 0 0,0 1-1 0 0,-1-1 0 0 0,0-1 1 0 0,17-8-1 0 0,-12 4 51 0 0,-1 0 1 0 0,-1-1-1 0 0,1 0 0 0 0,-2-1 1 0 0,1-1-1 0 0,-1 0 0 0 0,17-23 1 0 0,-17 20-63 0 0,-1-1 0 0 0,0 0 0 0 0,-1 0 1 0 0,-1-1-1 0 0,-1 0 0 0 0,0-1 0 0 0,-1 0 0 0 0,6-23 1 0 0,-12 39-268 0 0,0 0 1 0 0,1-1 0 0 0,-1 1 0 0 0,0 0 0 0 0,0 0 0 0 0,0-1 0 0 0,0 1 0 0 0,0 0-1 0 0,0-1 1 0 0,-1 1 0 0 0,1 0 0 0 0,0 0 0 0 0,-1-1 0 0 0,1 1 0 0 0,-1 0-1 0 0,1 0 1 0 0,-1 0 0 0 0,1 0 0 0 0,-1-1 0 0 0,0 1 0 0 0,0 0 0 0 0,1 0-1 0 0,-1 0 1 0 0,0 1 0 0 0,0-1 0 0 0,0 0 0 0 0,0 0 0 0 0,0 0 0 0 0,0 1 0 0 0,0-1-1 0 0,-1 0 1 0 0,1 1 0 0 0,0-1 0 0 0,0 1 0 0 0,0-1 0 0 0,-1 1 0 0 0,1 0-1 0 0,0 0 1 0 0,0-1 0 0 0,-1 1 0 0 0,1 0 0 0 0,0 0 0 0 0,-2 1 0 0 0,-8-2 55 0 0,0 1 0 0 0,0 1 0 0 0,-22 4 0 0 0,31-5-60 0 0,-16 3 44 0 0,1 1 1 0 0,0 1-1 0 0,0 0 1 0 0,1 1-1 0 0,0 1 1 0 0,0 1-1 0 0,0 0 0 0 0,1 1 1 0 0,0 0-1 0 0,1 1 1 0 0,-16 15-1 0 0,5-5 52 0 0,14-11-1 0 0,0 0 1 0 0,0 0-1 0 0,1 2 0 0 0,0-1 0 0 0,-13 18 0 0 0,22-25-104 0 0,-1-1-1 0 0,0 1 1 0 0,1 0-1 0 0,0 0 1 0 0,0 0 0 0 0,0 1-1 0 0,0-1 1 0 0,0 0-1 0 0,0 0 1 0 0,1 0 0 0 0,0 1-1 0 0,-1-1 1 0 0,1 0-1 0 0,0 0 1 0 0,1 1 0 0 0,-1-1-1 0 0,1 0 1 0 0,-1 0-1 0 0,1 1 1 0 0,0-1 0 0 0,0 0-1 0 0,0 0 1 0 0,1 0-1 0 0,-1 0 1 0 0,1 0 0 0 0,0-1-1 0 0,0 1 1 0 0,0 0 0 0 0,3 3-1 0 0,2 1-1 0 0,-1 0-1 0 0,2-1 1 0 0,-1 0 0 0 0,1 0-1 0 0,0-1 1 0 0,0 0 0 0 0,1 0-1 0 0,0-1 1 0 0,-1 0 0 0 0,1 0-1 0 0,1-1 1 0 0,-1 0 0 0 0,0-1-1 0 0,1 0 1 0 0,-1 0-1 0 0,1-1 1 0 0,0-1 0 0 0,18 0-1 0 0,-3-1 5 0 0,-1-2 0 0 0,0 0 0 0 0,0-2 0 0 0,0-1 0 0 0,-1 0 0 0 0,32-14 0 0 0,9-10-26 0 0,-44 18-3611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7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18895 0 0,'0'0'5888'0'0,"0"6"-5617"0"0,-1 1-227 0 0,0 5 92 0 0,1 0 0 0 0,0 1-1 0 0,1-1 1 0 0,0 0 0 0 0,6 22 0 0 0,5 2 305 0 0,30 59 0 0 0,-34-80-254 0 0,0-1 0 0 0,1 0 0 0 0,0-1 0 0 0,1 0 0 0 0,1-1 0 0 0,19 18 0 0 0,-24-25-288 0 0,12 10 624 0 0,-13-9-4083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7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497 1 19703 0 0,'0'0'672'0'0,"-6"6"74"0"0,-9 8-37 0 0,0 0 0 0 0,-1-1 1 0 0,-23 14-1 0 0,0-5-412 0 0,1 2 1 0 0,1 2 0 0 0,1 1-1 0 0,1 1 1 0 0,-46 51-1 0 0,45-41-91 0 0,18-19 47 0 0,-25 31 1 0 0,38-43-173 0 0,1-1 0 0 0,0 1-1 0 0,0 1 1 0 0,0-1 0 0 0,1 1-1 0 0,0-1 1 0 0,0 1 0 0 0,1 0-1 0 0,-1 9 1 0 0,-1 1 94 0 0,3-14-110 0 0,0 0 1 0 0,0 1-1 0 0,1-1 0 0 0,-1 1 1 0 0,1-1-1 0 0,0 0 0 0 0,1 6 0 0 0,-1-9-58 0 0,1-1-1 0 0,-1 1 0 0 0,1 0 1 0 0,0-1-1 0 0,-1 1 0 0 0,1-1 1 0 0,0 1-1 0 0,0-1 0 0 0,-1 1 1 0 0,1-1-1 0 0,0 0 0 0 0,0 1 0 0 0,0-1 1 0 0,-1 0-1 0 0,1 1 0 0 0,0-1 1 0 0,0 0-1 0 0,0 0 0 0 0,0 0 1 0 0,0 0-1 0 0,0 0 0 0 0,-1 0 0 0 0,1 0 1 0 0,0 0-1 0 0,0 0 0 0 0,0-1 1 0 0,0 1-1 0 0,0 0 0 0 0,-1-1 1 0 0,1 1-1 0 0,0 0 0 0 0,1-2 0 0 0,11-4-531 0 0,1-1-1 0 0,17-13 0 0 0,-25 16-1363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8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48 1600 0 0,'0'0'1744'0'0,"0"-27"8"0"0,-3 17-1768 0 0,-5 0-8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8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0 9240 0 0,'-1'15'1048'0'0,"-7"5"98"0"0,1 0 0 0 0,0 1 0 0 0,2-1 0 0 0,-5 39-1 0 0,-1 91 1339 0 0,6-48-890 0 0,-62 337 2995 0 0,61-409-4303 0 0,-5 20 217 0 0,6-34-662 0 0,2 1 0 0 0,0-1 0 0 0,-2 30 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48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48 18895 0 0,'-1'4'55'0'0,"-4"13"188"0"0,5-16-223 0 0,0-1 1 0 0,0 1 0 0 0,0-1 0 0 0,0 1-1 0 0,0-1 1 0 0,0 1 0 0 0,0-1-1 0 0,0 1 1 0 0,0-1 0 0 0,1 0 0 0 0,-1 1-1 0 0,0-1 1 0 0,0 1 0 0 0,1-1-1 0 0,-1 0 1 0 0,0 1 0 0 0,0-1 0 0 0,1 0-1 0 0,-1 1 1 0 0,0-1 0 0 0,1 0 0 0 0,-1 1-1 0 0,0-1 1 0 0,1 0 0 0 0,-1 0-1 0 0,1 1 1 0 0,-1-1 0 0 0,0 0 0 0 0,1 0-1 0 0,-1 0 1 0 0,1 0 0 0 0,0 1-1 0 0,14 2 329 0 0,-15-3-336 0 0,37 5 546 0 0,1-2 1 0 0,0-2-1 0 0,-1-2 1 0 0,1-1-1 0 0,0-1 0 0 0,-1-3 1 0 0,0-1-1 0 0,64-20 1 0 0,-4-11 650 0 0,-95 38-1426 0 0,12-5 869 0 0,-10 1-3799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0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40 17487 0 0,'0'0'5706'0'0,"6"3"-5508"0"0,6 2-107 0 0,1-1 0 0 0,-1 0 0 0 0,1-1 0 0 0,0 0 0 0 0,0-1-1 0 0,0 0 1 0 0,0-1 0 0 0,26-2 0 0 0,113-15 520 0 0,-139 14-553 0 0,242-44 1465 0 0,-246 45-702 0 0,-29 7-477 0 0,-63 27-182 0 0,-113 31 1 0 0,144-54-251 0 0,-8 3-568 0 0,58-12 547 0 0,2-1 1 0 0,-1-1 103 0 0,1 1 1 0 0,-1 0 0 0 0,1 0-1 0 0,-1 0 1 0 0,1 0 0 0 0,-1 0-1 0 0,1 0 1 0 0,-1 0 0 0 0,1 0-1 0 0,-1 0 1 0 0,1 1 0 0 0,-1-1-1 0 0,1 0 1 0 0,-1 0 0 0 0,1 0-1 0 0,-1 1 1 0 0,1-1 0 0 0,0 0-1 0 0,-1 0 1 0 0,1 1 0 0 0,-1-1-1 0 0,1 0 1 0 0,0 1 0 0 0,-1-1-1 0 0,1 0 1 0 0,0 1 0 0 0,-1-1-1 0 0,1 1 1 0 0,0-1 0 0 0,-1 1-1 0 0,1-1 1 0 0,0 0 0 0 0,0 1 0 0 0,0-1-1 0 0,0 1 1 0 0,-1-1 0 0 0,1 1-1 0 0,0-1 1 0 0,0 1 0 0 0,0-1-1 0 0,0 1 1 0 0,0-1 0 0 0,0 1-1 0 0,0 0 1 0 0,-2 28 17 0 0,2-28-18 0 0,5 156 49 0 0,-5 118 527 0 0,-8-199-161 0 0,-3 1-1 0 0,-36 124 1 0 0,38-173-209 0 0,2 0 0 0 0,1 0 0 0 0,1 1 0 0 0,-1 35 0 0 0,10-35-84 0 0,-3-27-118 0 0,-1 0 1 0 0,1 0-1 0 0,-1 0 1 0 0,0 0-1 0 0,1 0 1 0 0,-1 0-1 0 0,0 0 1 0 0,0 0-1 0 0,-1 0 1 0 0,1 0-1 0 0,0 0 1 0 0,-1-1-1 0 0,1 1 1 0 0,-1 0-1 0 0,1 0 1 0 0,-1 0-1 0 0,0 0 0 0 0,0-1 1 0 0,0 1-1 0 0,0 0 1 0 0,0-1-1 0 0,0 1 1 0 0,-3 2-1 0 0,-4 6-32 0 0,0-1-1 0 0,-1 0 1 0 0,-1-1-1 0 0,1 0 1 0 0,-1-1-1 0 0,0 1 1 0 0,-19 8-1 0 0,1-2-307 0 0,-56 18 0 0 0,80-31 298 0 0,-1 0-1 0 0,1 0 1 0 0,0 0 0 0 0,-1-1 0 0 0,1 1 0 0 0,-1-1 0 0 0,1 0 0 0 0,0 0-1 0 0,-1-1 1 0 0,1 1 0 0 0,-1-1 0 0 0,1 0 0 0 0,0 0 0 0 0,0-1-1 0 0,-1 1 1 0 0,1-1 0 0 0,0 0 0 0 0,-4-3 0 0 0,6 4 9 0 0,2-1 21 0 0,0 1 13 0 0,0 0 0 0 0,0 0-1 0 0,0 0 1 0 0,0 0 0 0 0,0 0 0 0 0,0 0-1 0 0,0 0 1 0 0,0 0 0 0 0,1 0 0 0 0,-1 0 0 0 0,0 0-1 0 0,1 0 1 0 0,-1 0 0 0 0,1 0 0 0 0,-1 0-1 0 0,1 0 1 0 0,-1 0 0 0 0,1 1 0 0 0,0-1-1 0 0,-1 0 1 0 0,1 0 0 0 0,0 1 0 0 0,0-1-1 0 0,-1 0 1 0 0,1 1 0 0 0,0-1 0 0 0,1 0-1 0 0,1-1 1 0 0,6-4 6 0 0,-1 0-1 0 0,2 1 0 0 0,-1 0 0 0 0,0 0 0 0 0,1 1 0 0 0,19-6 1 0 0,63-11 92 0 0,-79 18-74 0 0,246-46 845 0 0,-222 44-730 0 0,-24 3-29 0 0,0 0 0 0 0,0 0-1 0 0,17-6 1 0 0,-28 7 206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0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19895 0 0,'0'0'2104'0'0,"4"1"-1376"0"0,7 1-302 0 0,-1 1 0 0 0,0 0-1 0 0,0 1 1 0 0,-1 0-1 0 0,14 8 1 0 0,-19-9-384 0 0,1 0 0 0 0,-1 0 0 0 0,0 0 0 0 0,-1 1 0 0 0,1 0 0 0 0,-1-1-1 0 0,1 1 1 0 0,-1 1 0 0 0,0-1 0 0 0,-1 0 0 0 0,1 1 0 0 0,-1-1 0 0 0,0 1 0 0 0,3 7 0 0 0,7 35 173 0 0,-8-31-60 0 0,0 0 0 0 0,1 0 0 0 0,1-1-1 0 0,10 21 1 0 0,-16-35-143 0 0,1 0 0 0 0,0-1 0 0 0,-1 1 0 0 0,1 0 0 0 0,-1 0 0 0 0,1 0 0 0 0,0 0 0 0 0,0-1 0 0 0,0 1 0 0 0,-1 0 0 0 0,1-1 0 0 0,0 1 0 0 0,0-1 0 0 0,0 1 0 0 0,0-1 0 0 0,0 1 0 0 0,0-1 0 0 0,0 1 0 0 0,0-1 0 0 0,0 0 0 0 0,0 0 0 0 0,0 1 0 0 0,0-1 0 0 0,0 0 0 0 0,0 0 0 0 0,0 0 0 0 0,0 0 0 0 0,1-1 0 0 0,-1 1 0 0 0,0 0 0 0 0,0 0 0 0 0,0 0 0 0 0,0-1 0 0 0,0 1 0 0 0,0-1 0 0 0,1 0 0 0 0,2-1 7 0 0,0 0 0 0 0,-1-1 0 0 0,1 1 0 0 0,-1-1 0 0 0,1 0 0 0 0,-1 0 0 0 0,5-5 0 0 0,8-16 35 0 0,-1 0-1 0 0,0-1 1 0 0,-2-1-1 0 0,18-51 1 0 0,3-2 29 0 0,-31 72-75 0 0,-1 1 5 0 0,1 0-1 0 0,0 0 0 0 0,0 0 0 0 0,0 0 0 0 0,1 1 0 0 0,0 0 0 0 0,0-1 0 0 0,0 1 0 0 0,9-8 0 0 0,-12 13-10 0 0,-1 0-1 0 0,1-1 0 0 0,-1 1 1 0 0,1 0-1 0 0,0 0 1 0 0,-1 0-1 0 0,1 0 0 0 0,-1-1 1 0 0,1 1-1 0 0,0 0 1 0 0,-1 0-1 0 0,1 0 1 0 0,-1 0-1 0 0,1 0 0 0 0,0 1 1 0 0,-1-1-1 0 0,1 0 1 0 0,-1 0-1 0 0,1 0 0 0 0,-1 0 1 0 0,1 1-1 0 0,-1-1 1 0 0,1 0-1 0 0,0 0 1 0 0,-1 1-1 0 0,1-1 0 0 0,-1 1 1 0 0,0-1-1 0 0,1 0 1 0 0,-1 1-1 0 0,1-1 0 0 0,-1 1 1 0 0,0-1-1 0 0,1 1 1 0 0,-1-1-1 0 0,1 1 0 0 0,11 22 23 0 0,-12-22-19 0 0,13 29 66 0 0,-1 1-1 0 0,-2-1 0 0 0,10 47 1 0 0,-19-70 22 0 0,1 0 1 0 0,0 0-1 0 0,0 0 0 0 0,1 0 1 0 0,-1 0-1 0 0,8 11 1 0 0,-9-16-235 0 0,0 0 1 0 0,0-1-1 0 0,0 1 0 0 0,1 0 1 0 0,-1-1-1 0 0,0 1 1 0 0,1-1-1 0 0,-1 0 0 0 0,1 1 1 0 0,-1-1-1 0 0,1 0 1 0 0,0 0-1 0 0,0 0 1 0 0,-1 0-1 0 0,1 0 0 0 0,0 0 1 0 0,0 0-1 0 0,0-1 1 0 0,0 1-1 0 0,0-1 0 0 0,0 1 1 0 0,0-1-1 0 0,0 0 1 0 0,0 0-1 0 0,4 0 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1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0 18695 0 0,'0'0'5930'0'0,"-3"9"-5573"0"0,-14 49-129 0 0,3 0 0 0 0,-7 64 0 0 0,-7 132 152 0 0,20-171-216 0 0,-10 410 1016 0 0,14-333 22 0 0,-14-181-944 0 0,7 5-217 0 0,1-1 0 0 0,0 0 0 0 0,2-1 0 0 0,0 0 0 0 0,1-1 0 0 0,0 1 0 0 0,-6-38 0 0 0,7 18-10 0 0,1 0 1 0 0,2 0 0 0 0,2-44-1 0 0,2 36-16 0 0,2 1 0 0 0,1-1-1 0 0,3 1 1 0 0,2 0 0 0 0,1 0-1 0 0,25-64 1 0 0,-30 100-14 0 0,0 0 0 0 0,1 0 0 0 0,0 0 0 0 0,0 1 1 0 0,0 0-1 0 0,1 1 0 0 0,1-1 0 0 0,-1 1 0 0 0,1 1 0 0 0,1-1 0 0 0,-1 1 0 0 0,1 1 0 0 0,0-1 0 0 0,12-4 1 0 0,-4 2-3 0 0,1 1 1 0 0,0 1 0 0 0,1 0 0 0 0,0 1 0 0 0,-1 1 0 0 0,35-2 0 0 0,-39 5 2 0 0,1 0-1 0 0,0 2 1 0 0,0 0 0 0 0,-1 0-1 0 0,1 2 1 0 0,-1-1-1 0 0,1 2 1 0 0,-1 0-1 0 0,19 8 1 0 0,-32-11 1 0 0,1-1-1 0 0,-1 1 1 0 0,0-1 0 0 0,0 1-1 0 0,1 0 1 0 0,-1-1 0 0 0,0 1-1 0 0,0 0 1 0 0,0 0 0 0 0,0 0-1 0 0,0 0 1 0 0,0 0 0 0 0,0 0-1 0 0,0 0 1 0 0,0 0 0 0 0,0 0-1 0 0,-1 0 1 0 0,1 1 0 0 0,0-1-1 0 0,-1 0 1 0 0,1 0 0 0 0,-1 1-1 0 0,1-1 1 0 0,-1 1 0 0 0,0-1-1 0 0,0 0 1 0 0,1 1-1 0 0,-1-1 1 0 0,0 0 0 0 0,0 1-1 0 0,0-1 1 0 0,0 1 0 0 0,-1-1-1 0 0,1 0 1 0 0,0 1 0 0 0,-1-1-1 0 0,1 0 1 0 0,-1 1 0 0 0,1-1-1 0 0,-1 0 1 0 0,0 1 0 0 0,1-1-1 0 0,-1 0 1 0 0,0 0 0 0 0,-1 1-1 0 0,-2 4 11 0 0,-1 0-1 0 0,0 0 1 0 0,-1-1-1 0 0,0 0 1 0 0,1 0-1 0 0,-14 8 0 0 0,4-4 8 0 0,0-2-1 0 0,-1 0 0 0 0,0-1 0 0 0,0 0 0 0 0,-1-2 0 0 0,1 0 0 0 0,-1 0 0 0 0,0-2 0 0 0,0 0 1 0 0,0-1-1 0 0,0 0 0 0 0,0-2 0 0 0,0 0 0 0 0,0-1 0 0 0,0-1 0 0 0,0 0 0 0 0,-21-7 0 0 0,35 8-4 0 0,3 1-15 0 0,0 0 0 0 0,-1 1 0 0 0,1-1 0 0 0,-1 0 1 0 0,1 1-1 0 0,0-1 0 0 0,-1 0 0 0 0,1 1 0 0 0,0-1 0 0 0,0 0 0 0 0,0 0 0 0 0,-1 1 0 0 0,1-1 0 0 0,0 0 1 0 0,0 0-1 0 0,0 1 0 0 0,0-1 0 0 0,0 0 0 0 0,1 0 0 0 0,-1 1 0 0 0,0-1 0 0 0,0 0 0 0 0,0 0 0 0 0,1 1 0 0 0,-1-1 1 0 0,0 0-1 0 0,1 1 0 0 0,-1-1 0 0 0,0 0 0 0 0,1 1 0 0 0,-1-1 0 0 0,1 0 0 0 0,-1 1 0 0 0,1-1 0 0 0,-1 1 1 0 0,1-1-1 0 0,0 0 0 0 0,0 1-1 0 0,4-5-224 0 0,0 0-1 0 0,1 0 1 0 0,-1 1 0 0 0,1 0 0 0 0,10-6-1 0 0,-9 6-2226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2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 17983 0 0,'119'-26'5586'0'0,"-123"44"-5108"0"0,2-9-378 0 0,1-1 0 0 0,-1 1 1 0 0,1 0-1 0 0,1-1 0 0 0,0 1 0 0 0,0 0 0 0 0,0 0 0 0 0,1 0 0 0 0,1-1 0 0 0,-1 1 0 0 0,2 0 1 0 0,3 11-1 0 0,1-4 145 0 0,0 0 1 0 0,0-1-1 0 0,2 0 1 0 0,0 0-1 0 0,15 18 1 0 0,-22-31-188 0 0,-1 0 1 0 0,1 0 0 0 0,-1 0-1 0 0,1 0 1 0 0,0 0 0 0 0,0-1-1 0 0,-1 1 1 0 0,1-1 0 0 0,1 1-1 0 0,-1-1 1 0 0,0 0 0 0 0,0 0-1 0 0,0 0 1 0 0,5 2 0 0 0,-6-3-39 0 0,0 0 1 0 0,0 0 0 0 0,0 0-1 0 0,0 0 1 0 0,0 0 0 0 0,0-1 0 0 0,0 1-1 0 0,0 0 1 0 0,0-1 0 0 0,1 1-1 0 0,-1 0 1 0 0,0-1 0 0 0,-1 1 0 0 0,1-1-1 0 0,0 1 1 0 0,0-1 0 0 0,0 0 0 0 0,0 1-1 0 0,0-1 1 0 0,0 0 0 0 0,-1 0-1 0 0,2-1 1 0 0,2-4 18 0 0,0-1 0 0 0,-1 1 0 0 0,0-1-1 0 0,0 0 1 0 0,-1 0 0 0 0,0 0 0 0 0,2-10-1 0 0,12-100 208 0 0,-9 49-64 0 0,-6 42 97 0 0,-3 21-47 0 0,-2 15-173 0 0,3-6-51 0 0,0 1 1 0 0,1-1 0 0 0,-1 0-1 0 0,1 0 1 0 0,0 1 0 0 0,1-1-1 0 0,-1 0 1 0 0,1 0 0 0 0,0 0-1 0 0,0 1 1 0 0,0-1 0 0 0,0 0-1 0 0,1 0 1 0 0,3 6 0 0 0,1 1 11 0 0,-1-1 1 0 0,2 0 0 0 0,-1-1-1 0 0,11 12 1 0 0,-8-12 5 0 0,-1-1 0 0 0,1 0 1 0 0,0-1-1 0 0,1 1 0 0 0,0-2 0 0 0,0 1 0 0 0,0-1 0 0 0,20 7 1 0 0,-27-11-22 0 0,0-1 0 0 0,0 0 1 0 0,0 0-1 0 0,0-1 1 0 0,0 1-1 0 0,1 0 0 0 0,-1-1 1 0 0,0 0-1 0 0,0 0 0 0 0,1 0 1 0 0,-1 0-1 0 0,0-1 1 0 0,0 1-1 0 0,0-1 0 0 0,1 0 1 0 0,-1 1-1 0 0,0-2 1 0 0,0 1-1 0 0,0 0 0 0 0,0 0 1 0 0,0-1-1 0 0,-1 0 0 0 0,1 0 1 0 0,0 1-1 0 0,-1-2 1 0 0,1 1-1 0 0,-1 0 0 0 0,0 0 1 0 0,0-1-1 0 0,0 1 0 0 0,0-1 1 0 0,0 0-1 0 0,0 1 1 0 0,-1-1-1 0 0,1 0 0 0 0,-1 0 1 0 0,1-4-1 0 0,7-18-3775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2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0 20207 0 0,'0'0'143'0'0,"-3"5"105"0"0,-14 39 782 0 0,2 0 1 0 0,2 1-1 0 0,-14 88 0 0 0,-3 190 479 0 0,24-210-1104 0 0,1 198 791 0 0,5-215-494 0 0,0-91-330 0 0,-1-16-124 0 0,1-11-3977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2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 19199 0 0,'-4'2'1058'0'0,"0"0"-1016"0"0,1 0 586 0 0,-1 0 1 0 0,0-1-1 0 0,0 1 1 0 0,-1-1 0 0 0,1 1-1 0 0,0-1 1 0 0,-9 1-1 0 0,11-2-9 0 0,20-1-523 0 0,-7 2-72 0 0,271-10 428 0 0,-86 1 222 0 0,-85 8 361 0 0,-109 0-903 0 0,15-3 191 0 0,-13 3-3891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4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456 0 17287 0 0,'0'0'7271'0'0,"-6"6"-7083"0"0,-4 2-129 0 0,2 1-1 0 0,-1 0 1 0 0,1 1 0 0 0,1 0-1 0 0,0 0 1 0 0,0 1-1 0 0,-7 14 1 0 0,-36 94 353 0 0,26-61-224 0 0,-20 47 247 0 0,4 0 0 0 0,-28 122-1 0 0,44-129-80 0 0,-9 37 420 0 0,31-128-698 0 0,0-1-1 0 0,0 1 1 0 0,-1-1-1 0 0,0 0 1 0 0,0 1-1 0 0,-1-2 1 0 0,0 1-1 0 0,0 0 1 0 0,0-1-1 0 0,0 1 1 0 0,-1-1-1 0 0,0 0 1 0 0,0-1 0 0 0,-1 1-1 0 0,1-1 1 0 0,-7 4-1 0 0,11-8-72 0 0,1 0 1 0 0,-1 0-1 0 0,1 0 0 0 0,-1 0 0 0 0,1 0 0 0 0,-1 0 1 0 0,0 0-1 0 0,1 0 0 0 0,-1 0 0 0 0,1 0 1 0 0,-1 0-1 0 0,1 0 0 0 0,-1 0 0 0 0,1 0 0 0 0,-1 0 1 0 0,1 0-1 0 0,-1-1 0 0 0,1 1 0 0 0,-1 0 1 0 0,1 0-1 0 0,-1-1 0 0 0,1 1 0 0 0,-1 0 0 0 0,1-1 1 0 0,0 1-1 0 0,-1 0 0 0 0,1-1 0 0 0,0 1 1 0 0,-1-1-1 0 0,1 1 0 0 0,0-1 0 0 0,-1 0 1 0 0,-6-15 30 0 0,7 9-30 0 0,0 0-1 0 0,1 1 1 0 0,0-1-1 0 0,0 1 0 0 0,1 0 1 0 0,0-1-1 0 0,0 1 1 0 0,0 0-1 0 0,1 0 0 0 0,0 0 1 0 0,0 1-1 0 0,0-1 1 0 0,1 1-1 0 0,0-1 0 0 0,0 1 1 0 0,0 0-1 0 0,1 1 1 0 0,0-1-1 0 0,9-7 0 0 0,-9 8 1 0 0,1 0-1 0 0,0 0 1 0 0,0 0-1 0 0,0 1 1 0 0,0 0-1 0 0,0 0 1 0 0,1 1-1 0 0,-1-1 1 0 0,1 1 0 0 0,0 1-1 0 0,-1-1 1 0 0,1 1-1 0 0,0 0 1 0 0,0 1-1 0 0,0 0 1 0 0,0 0-1 0 0,0 0 1 0 0,13 3-1 0 0,20 10 32 0 0,-1 2-1 0 0,0 1 1 0 0,55 33 0 0 0,-85-45-25 0 0,-1-1 0 0 0,1 1 0 0 0,1-2 0 0 0,-1 1 0 0 0,0-1 0 0 0,0 0-1 0 0,1-1 1 0 0,-1 0 0 0 0,1-1 0 0 0,9-1 0 0 0,2 0 9 0 0,-1-1 0 0 0,0-1 0 0 0,33-9 0 0 0,-34 6 44 0 0,-1-1-1 0 0,0 0 0 0 0,0-2 1 0 0,0 0-1 0 0,20-14 1 0 0,-29 17-403 0 0,-1 0-1 0 0,0 0 1 0 0,-1-1 0 0 0,1 0 0 0 0,-1 0-1 0 0,-1-1 1 0 0,0 0 0 0 0,0 0 0 0 0,0-1 0 0 0,-1 1-1 0 0,7-16 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5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397 190 6928 0 0,'0'0'7208'0'0,"-4"1"-6599"0"0,3-1-520 0 0,0 1 0 0 0,0-1-1 0 0,-1 0 1 0 0,1 0 0 0 0,0 0 0 0 0,0 0 0 0 0,0 0 0 0 0,0 0-1 0 0,0 0 1 0 0,0 0 0 0 0,0 0 0 0 0,0-1 0 0 0,0 1 0 0 0,-1 0 0 0 0,1-1-1 0 0,0 1 1 0 0,0-1 0 0 0,0 1 0 0 0,1-1 0 0 0,-1 1 0 0 0,0-1-1 0 0,0 0 1 0 0,0 1 0 0 0,0-1 0 0 0,0-1 0 0 0,-1-1 112 0 0,0 0 1 0 0,1 0 0 0 0,0 0-1 0 0,-1 0 1 0 0,1 0 0 0 0,0-1-1 0 0,1 1 1 0 0,-1 0 0 0 0,0-7-1 0 0,-2-16 496 0 0,3 16-276 0 0,-1 0 1 0 0,0-1-1 0 0,-1 1 0 0 0,0 0 0 0 0,-5-13 0 0 0,5 20-334 0 0,1 1-1 0 0,0-1 0 0 0,-1 0 1 0 0,0 1-1 0 0,1-1 0 0 0,-1 1 1 0 0,0 0-1 0 0,0 0 0 0 0,-1-1 1 0 0,1 1-1 0 0,0 1 0 0 0,-1-1 1 0 0,1 0-1 0 0,-1 0 0 0 0,1 1 1 0 0,-1 0-1 0 0,0-1 0 0 0,0 1 1 0 0,0 0-1 0 0,1 1 0 0 0,-1-1 1 0 0,0 0-1 0 0,-4 0 0 0 0,-1 0-11 0 0,0 1 0 0 0,1-1 0 0 0,-1 1-1 0 0,0 1 1 0 0,0 0 0 0 0,0 0 0 0 0,1 0 0 0 0,-1 1-1 0 0,0 0 1 0 0,1 0 0 0 0,0 1 0 0 0,-1 0 0 0 0,1 1-1 0 0,0-1 1 0 0,1 1 0 0 0,-1 0 0 0 0,1 1-1 0 0,-1 0 1 0 0,2 0 0 0 0,-1 0 0 0 0,0 1 0 0 0,1 0-1 0 0,0 0 1 0 0,0 0 0 0 0,-6 12 0 0 0,-6 11 137 0 0,2 1-1 0 0,1 1 1 0 0,2 1 0 0 0,-13 49 0 0 0,22-73-169 0 0,1-1 10 0 0,0 2 0 0 0,0-1 1 0 0,1 0-1 0 0,-1 0 0 0 0,2 0 1 0 0,-1 1-1 0 0,1-1 0 0 0,1 0 0 0 0,-1 1 1 0 0,2-1-1 0 0,2 11 0 0 0,-3-16-30 0 0,0 1 0 0 0,1 0 0 0 0,-1-1 0 0 0,1 1 0 0 0,0-1 0 0 0,0 0 0 0 0,1 1-1 0 0,-1-1 1 0 0,1 0 0 0 0,0 0 0 0 0,-1-1 0 0 0,1 1 0 0 0,0-1 0 0 0,1 1 0 0 0,-1-1-1 0 0,0 0 1 0 0,1 0 0 0 0,-1 0 0 0 0,1-1 0 0 0,-1 1 0 0 0,1-1 0 0 0,0 0 0 0 0,0 0-1 0 0,0 0 1 0 0,-1 0 0 0 0,5-1 0 0 0,2 1 2 0 0,-1-2 0 0 0,0 1-1 0 0,0-1 1 0 0,0-1 0 0 0,0 1-1 0 0,-1-2 1 0 0,1 1 0 0 0,0-1-1 0 0,-1 0 1 0 0,1-1 0 0 0,-1 0-1 0 0,0 0 1 0 0,-1-1 0 0 0,1 0 0 0 0,-1-1-1 0 0,11-9 1 0 0,0-2 14 0 0,0 0-1 0 0,-2-1 1 0 0,0 0 0 0 0,-1-1-1 0 0,13-22 1 0 0,-20 27-17 0 0,-2 6-10 0 0,0-1 0 0 0,-1 1 0 0 0,0-1 0 0 0,0-1 0 0 0,-1 1 0 0 0,-1-1 0 0 0,1 1 0 0 0,-1-1 0 0 0,-1 0 0 0 0,0 0 1 0 0,-1-1-1 0 0,1-12 0 0 0,-2 13-3 0 0,0 9-8 0 0,0 1-1 0 0,0-1 0 0 0,0 1 1 0 0,-1-1-1 0 0,1 1 1 0 0,0-1-1 0 0,0 1 1 0 0,-1-1-1 0 0,1 1 1 0 0,0-1-1 0 0,-1 1 1 0 0,1-1-1 0 0,-1 1 1 0 0,1 0-1 0 0,-1-1 0 0 0,1 1 1 0 0,0 0-1 0 0,-1-1 1 0 0,1 1-1 0 0,-1 0 1 0 0,1 0-1 0 0,-1-1 1 0 0,0 1-1 0 0,1 0 1 0 0,-1 0-1 0 0,1 0 0 0 0,-1 0 1 0 0,1 0-1 0 0,-1-1 1 0 0,1 1-1 0 0,-1 0 1 0 0,0 1-1 0 0,1-1 1 0 0,-1 0-1 0 0,1 0 1 0 0,-1 0-1 0 0,1 0 1 0 0,-2 1-1 0 0,-21 4 7 0 0,17-1-5 0 0,0 0 0 0 0,1 0-1 0 0,-1 1 1 0 0,1 0 0 0 0,0-1-1 0 0,0 2 1 0 0,0-1 0 0 0,1 0-1 0 0,0 1 1 0 0,0 0 0 0 0,0 0-1 0 0,1 0 1 0 0,0 1 0 0 0,-3 8-1 0 0,0-1 6 0 0,2 1-1 0 0,0-1 1 0 0,0 1-1 0 0,1 0 1 0 0,-1 26-1 0 0,4-39 5 0 0,0 0 1 0 0,-1 1-1 0 0,1-1 0 0 0,0 1 0 0 0,0-1 0 0 0,1 1 0 0 0,-1-1 0 0 0,1 1 0 0 0,-1-1 0 0 0,1 0 0 0 0,-1 1 0 0 0,1-1 0 0 0,0 0 0 0 0,0 1 0 0 0,1-1 0 0 0,-1 0 0 0 0,0 0 0 0 0,1 0 0 0 0,-1 0 0 0 0,1 0 0 0 0,-1 0 1 0 0,1-1-1 0 0,0 1 0 0 0,0-1 0 0 0,0 1 0 0 0,0-1 0 0 0,0 1 0 0 0,0-1 0 0 0,0 0 0 0 0,1 0 0 0 0,-1 0 0 0 0,0 0 0 0 0,0-1 0 0 0,1 1 0 0 0,-1 0 0 0 0,1-1 0 0 0,-1 0 0 0 0,1 1 0 0 0,-1-1 0 0 0,1 0 0 0 0,4-1 1 0 0,4 0-588 0 0,-1 0 1 0 0,1-1 0 0 0,0 0 0 0 0,0-1-1 0 0,-1 0 1 0 0,20-9 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6.1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666 13 20207 0 0,'0'0'1282'0'0,"1"4"-233"0"0,25 51 2028 0 0,-25-51-3036 0 0,13 35 310 0 0,19 42 0 0 0,-28-70-290 0 0,0-1-1 0 0,1 0 1 0 0,1 0-1 0 0,-1-1 0 0 0,2 0 1 0 0,-1 0-1 0 0,1-1 0 0 0,17 15 1 0 0,-21-20-31 0 0,1-1 0 0 0,-1 1 0 0 0,1-1 0 0 0,0 0 0 0 0,0 0 0 0 0,0-1 0 0 0,0 1 1 0 0,0-1-1 0 0,0 0 0 0 0,0 0 0 0 0,0-1 0 0 0,1 0 0 0 0,-1 0 0 0 0,0 0 0 0 0,0 0 0 0 0,0-1 0 0 0,6-1 0 0 0,-5 0-6 0 0,1 1 0 0 0,-1-1 0 0 0,0 0-1 0 0,0-1 1 0 0,-1 1 0 0 0,1-1-1 0 0,0 0 1 0 0,-1-1 0 0 0,0 1-1 0 0,0-1 1 0 0,0 0 0 0 0,0-1-1 0 0,6-6 1 0 0,-1-2 13 0 0,-4 7-17 0 0,-1 0 0 0 0,0 0-1 0 0,0 0 1 0 0,-1-1 0 0 0,0 1 0 0 0,0-1-1 0 0,0 0 1 0 0,-1-1 0 0 0,0 1 0 0 0,0 0-1 0 0,-1-1 1 0 0,0 0 0 0 0,0 1 0 0 0,0-15-1 0 0,-1 5 28 0 0,-2 1 0 0 0,0-1-1 0 0,0 1 1 0 0,-2 0 0 0 0,-6-24-1 0 0,7 31 168 0 0,0 22-121 0 0,-18 85 100 0 0,-14 184-1 0 0,22-182-94 0 0,-4-2-1 0 0,-5 0 0 0 0,-49 146 1 0 0,53-201-59 0 0,-2 0 0 0 0,-1-1 1 0 0,-2-1-1 0 0,-2-1 0 0 0,-2-1 1 0 0,-1-1-1 0 0,-2-2 0 0 0,-2-1 1 0 0,-67 61-1 0 0,77-80-23 0 0,-1 0 0 0 0,0-1 0 0 0,-1-1 0 0 0,-1-1 0 0 0,0-1 0 0 0,-1-2 0 0 0,0 0 0 0 0,0-2 0 0 0,-1 0 0 0 0,-33 4 0 0 0,48-11-8 0 0,0 0-1 0 0,0-1 0 0 0,0-1 1 0 0,0 0-1 0 0,1 0 1 0 0,-1-1-1 0 0,0 0 1 0 0,1-1-1 0 0,-1-1 1 0 0,1 1-1 0 0,0-1 1 0 0,0-1-1 0 0,0 0 0 0 0,1-1 1 0 0,0 1-1 0 0,0-2 1 0 0,-12-9-1 0 0,15 10-1 0 0,0 1 0 0 0,1-1 0 0 0,0 0 0 0 0,0 0 0 0 0,0-1 0 0 0,1 1-1 0 0,0-1 1 0 0,0 0 0 0 0,0 0 0 0 0,1-1 0 0 0,0 1 0 0 0,1-1 0 0 0,0 1 0 0 0,0-1 0 0 0,0 0-1 0 0,1 0 1 0 0,0 0 0 0 0,1 0 0 0 0,0 0 0 0 0,0 0 0 0 0,0 0 0 0 0,1 0 0 0 0,1 1 0 0 0,2-12-1 0 0,1 5 3 0 0,0 0 0 0 0,2 0-1 0 0,-1 1 1 0 0,2 0-1 0 0,-1 0 1 0 0,2 1-1 0 0,0 0 1 0 0,0 1-1 0 0,1 0 1 0 0,0 0-1 0 0,23-17 1 0 0,10-4 9 0 0,1 3 1 0 0,49-25-1 0 0,-33 20-9 0 0,125-73-46 0 0,50-28 29 0 0,-95 47-3720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6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188 213 14064 0 0,'0'0'3533'0'0,"-5"0"-3369"0"0,-15 0-61 0 0,8-1 408 0 0,0 1 0 0 0,0 1 0 0 0,-20 3 0 0 0,28-3-396 0 0,1 0-1 0 0,-1 0 0 0 0,0 1 0 0 0,0-1 1 0 0,1 1-1 0 0,-1 0 0 0 0,1 0 0 0 0,-1 0 1 0 0,1 0-1 0 0,0 1 0 0 0,0-1 1 0 0,0 1-1 0 0,0 0 0 0 0,0 0 0 0 0,-2 4 1 0 0,-1 1 68 0 0,2 0 1 0 0,-1 0 0 0 0,1 1 0 0 0,0-1 0 0 0,1 1 0 0 0,0 0-1 0 0,0 0 1 0 0,1 0 0 0 0,0 0 0 0 0,1 0 0 0 0,0 1 0 0 0,0-1-1 0 0,1 0 1 0 0,2 19 0 0 0,-1-23-122 0 0,-1-1 1 0 0,1 0-1 0 0,1 1 1 0 0,-1-1-1 0 0,0 0 1 0 0,1 0-1 0 0,0 0 0 0 0,0 0 1 0 0,0 0-1 0 0,1 0 1 0 0,-1 0-1 0 0,1-1 1 0 0,0 0-1 0 0,0 1 0 0 0,0-1 1 0 0,0 0-1 0 0,0 0 1 0 0,1 0-1 0 0,0-1 1 0 0,-1 0-1 0 0,1 1 0 0 0,0-1 1 0 0,0 0-1 0 0,0-1 1 0 0,0 1-1 0 0,1-1 1 0 0,-1 0-1 0 0,0 0 0 0 0,1 0 1 0 0,-1 0-1 0 0,0-1 1 0 0,1 0-1 0 0,6 0 1 0 0,-1-1 12 0 0,0 0 0 0 0,-1 0 0 0 0,1-1 0 0 0,0-1 0 0 0,-1 0 0 0 0,1 0 1 0 0,-1 0-1 0 0,0-1 0 0 0,0-1 0 0 0,0 0 0 0 0,-1 0 0 0 0,0 0 0 0 0,0-1 1 0 0,0-1-1 0 0,-1 1 0 0 0,1-1 0 0 0,7-11 0 0 0,-6 8-3 0 0,0-2 0 0 0,-1 1 0 0 0,0-1 0 0 0,-1 0 0 0 0,0-1 0 0 0,-1 1 0 0 0,-1-1 0 0 0,0 0 0 0 0,0-1 0 0 0,-2 0 0 0 0,5-25-1 0 0,-7 31-42 0 0,1-15 73 0 0,0 0-1 0 0,-1 0 1 0 0,-3-23-1 0 0,1 39-74 0 0,0 1 0 0 0,0-1 0 0 0,-1 1-1 0 0,1-1 1 0 0,-2 1 0 0 0,1 0 0 0 0,-1 0 0 0 0,1 0 0 0 0,-2 0-1 0 0,1 0 1 0 0,-1 1 0 0 0,1-1 0 0 0,-2 1 0 0 0,1 0 0 0 0,-7-5-1 0 0,9 8-15 0 0,0 0 0 0 0,-1 1 0 0 0,1 0 0 0 0,-1 0 0 0 0,1 0 0 0 0,-1 0-1 0 0,0 0 1 0 0,1 0 0 0 0,-1 1 0 0 0,0-1 0 0 0,0 1 0 0 0,1 0 0 0 0,-1-1-1 0 0,0 1 1 0 0,0 1 0 0 0,1-1 0 0 0,-1 0 0 0 0,0 1 0 0 0,0-1 0 0 0,1 1-1 0 0,-1 0 1 0 0,0 0 0 0 0,-4 3 0 0 0,-7 2 16 0 0,0 1 0 0 0,1 1-1 0 0,-14 10 1 0 0,17-11-4 0 0,-10 7 22 0 0,0 1-1 0 0,-26 25 1 0 0,41-35-33 0 0,-1 0-1 0 0,1 1 1 0 0,1-1 0 0 0,-1 1 0 0 0,1 0 0 0 0,0 1 0 0 0,0-1 0 0 0,1 1 0 0 0,0 0-1 0 0,0 0 1 0 0,1 0 0 0 0,-3 13 0 0 0,4-18-9 0 0,1 1-1 0 0,0 0 1 0 0,0 0 0 0 0,0 0-1 0 0,0 0 1 0 0,0 0-1 0 0,1-1 1 0 0,-1 1 0 0 0,1 0-1 0 0,0 0 1 0 0,0-1 0 0 0,0 1-1 0 0,0 0 1 0 0,0-1-1 0 0,0 1 1 0 0,1-1 0 0 0,-1 0-1 0 0,1 1 1 0 0,0-1 0 0 0,0 0-1 0 0,0 0 1 0 0,0 0-1 0 0,0 0 1 0 0,0 0 0 0 0,1-1-1 0 0,-1 1 1 0 0,0-1 0 0 0,1 1-1 0 0,-1-1 1 0 0,1 0-1 0 0,0 0 1 0 0,-1 0 0 0 0,7 1-1 0 0,0 0-1 0 0,0 0 0 0 0,1-1 0 0 0,-1 0 1 0 0,0-1-1 0 0,1 0 0 0 0,-1 0 0 0 0,1-1 0 0 0,16-3 0 0 0,53-19-1755 0 0,-71 20-331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7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1 115 17183 0 0,'20'-19'2427'0'0,"1"-25"-1175"0"0,-21 42-940 0 0,2 2-243 0 0,-1 1-1 0 0,1-1 1 0 0,-1 1-1 0 0,1-1 1 0 0,-1 1-1 0 0,1 0 1 0 0,-1-1-1 0 0,1 1 1 0 0,-1 0-1 0 0,0 0 1 0 0,0 0-1 0 0,1 0 1 0 0,-1 0-1 0 0,0 0 1 0 0,0 0-1 0 0,0 0 1 0 0,0 1 0 0 0,1 0-1 0 0,18 31 334 0 0,-14-21-222 0 0,9 15 233 0 0,-1 0 0 0 0,18 48 0 0 0,-30-68-313 0 0,1-1 1 0 0,-1 1 0 0 0,2-1 0 0 0,-1 1-1 0 0,1-1 1 0 0,0 0 0 0 0,0 0 0 0 0,1-1 0 0 0,-1 1-1 0 0,1-1 1 0 0,8 6 0 0 0,-10-8-49 0 0,1-1 1 0 0,-1 0-1 0 0,0 0 1 0 0,1 0-1 0 0,0-1 1 0 0,-1 1 0 0 0,1-1-1 0 0,0 0 1 0 0,-1 0-1 0 0,1 0 1 0 0,0 0-1 0 0,0-1 1 0 0,0 0-1 0 0,0 0 1 0 0,0 0-1 0 0,0 0 1 0 0,0 0-1 0 0,-1-1 1 0 0,1 0-1 0 0,0 1 1 0 0,0-2-1 0 0,5-1 1 0 0,5-4 25 0 0,0 0 1 0 0,0-1 0 0 0,-1 0-1 0 0,-1-1 1 0 0,0-1-1 0 0,0 0 1 0 0,0 0-1 0 0,-2-1 1 0 0,1-1-1 0 0,-1 0 1 0 0,-1 0 0 0 0,0-1-1 0 0,-1 0 1 0 0,0-1-1 0 0,-1 1 1 0 0,-1-1-1 0 0,0-1 1 0 0,-1 1-1 0 0,0-1 1 0 0,-1 0 0 0 0,-1 0-1 0 0,0-1 1 0 0,-2 1-1 0 0,1-25 1 0 0,-2 38 178 0 0,0 4-200 0 0,-7 10-9 0 0,1-1 0 0 0,-14 19-1 0 0,12-19-28 0 0,0 1 0 0 0,-9 19-1 0 0,12-20 1 0 0,1-1-1 0 0,1 1 0 0 0,0-1 1 0 0,0 1-1 0 0,1 0 1 0 0,0 0-1 0 0,0 14 0 0 0,1-21-8 0 0,2 0 0 0 0,-1 0 0 0 0,0 0 0 0 0,1 0-1 0 0,0 0 1 0 0,0 0 0 0 0,0 0 0 0 0,0 0 0 0 0,0 0-1 0 0,1 0 1 0 0,0-1 0 0 0,0 1 0 0 0,0-1 0 0 0,0 1-1 0 0,0-1 1 0 0,1 0 0 0 0,0 0 0 0 0,-1 0 0 0 0,1 0 0 0 0,0-1-1 0 0,1 1 1 0 0,-1-1 0 0 0,6 4 0 0 0,-1-2-18 0 0,-1 0 1 0 0,1-1-1 0 0,0 0 0 0 0,0 0 1 0 0,1-1-1 0 0,-1 0 1 0 0,1 0-1 0 0,-1-1 0 0 0,1 0 1 0 0,16-1-1 0 0,-11-1 99 0 0,0-1 0 0 0,-1 0 0 0 0,1-1 0 0 0,-1-1 0 0 0,0 0 0 0 0,15-7 0 0 0,2-4-894 0 0,-1-1 1 0 0,0-1 0 0 0,-2-2-1 0 0,37-30 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7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67 15472 0 0,'0'0'4445'0'0,"2"-5"-4249"0"0,19-47 249 0 0,-21 50-333 0 0,0 2-68 0 0,1-1 0 0 0,-1 1 1 0 0,0-1-1 0 0,0 1 0 0 0,0-1 0 0 0,1 1 0 0 0,-1 0 0 0 0,0-1 1 0 0,1 1-1 0 0,-1-1 0 0 0,0 1 0 0 0,1 0 0 0 0,-1-1 0 0 0,0 1 1 0 0,1 0-1 0 0,-1-1 0 0 0,1 1 0 0 0,-1 0 0 0 0,0 0 0 0 0,1 0 1 0 0,-1-1-1 0 0,1 1 0 0 0,0 14 148 0 0,-2 1-1 0 0,1-1 1 0 0,-4 17-1 0 0,0-2-26 0 0,-31 187 984 0 0,-2 17 368 0 0,18-119-666 0 0,3-30-47 0 0,14-55-131 0 0,2-18-3881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5T15:34:58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0 18591 0 0,'-5'3'1042'0'0,"-8"4"219"0"0,0-1-496 0 0,0 1 1 0 0,1 0-1 0 0,0 1 1 0 0,-20 18-1 0 0,30-25-742 0 0,0 0-1 0 0,1 0 0 0 0,0 1 1 0 0,-1-1-1 0 0,1 1 1 0 0,0-1-1 0 0,0 1 0 0 0,-1 0 1 0 0,1-1-1 0 0,1 1 1 0 0,-1 0-1 0 0,0 0 0 0 0,0 0 1 0 0,1 0-1 0 0,-1 0 0 0 0,1 0 1 0 0,-1-1-1 0 0,1 1 1 0 0,0 0-1 0 0,0 0 0 0 0,0 0 1 0 0,0 0-1 0 0,0 0 1 0 0,0 0-1 0 0,1 0 0 0 0,-1 0 1 0 0,1 0-1 0 0,-1 0 0 0 0,1 0 1 0 0,0 0-1 0 0,-1 0 1 0 0,1-1-1 0 0,0 1 0 0 0,0 0 1 0 0,1-1-1 0 0,-1 1 0 0 0,0 0 1 0 0,0-1-1 0 0,1 0 1 0 0,-1 1-1 0 0,1-1 0 0 0,-1 0 1 0 0,1 0-1 0 0,3 2 1 0 0,1 1 18 0 0,0 0 0 0 0,0-1 1 0 0,1 0-1 0 0,-1 0 1 0 0,1 0-1 0 0,0-1 1 0 0,0 0-1 0 0,-1-1 1 0 0,1 1-1 0 0,1-1 0 0 0,-1 0 1 0 0,0-1-1 0 0,0 0 1 0 0,10-1-1 0 0,0-1 58 0 0,-1 0 0 0 0,0-1 0 0 0,0-1 0 0 0,-1 0 0 0 0,21-9 1 0 0,-11 1 93 0 0,47-29 1 0 0,-40 19-3520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ח'/אדר/תשפ"ו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3.png"/><Relationship Id="rId42" Type="http://schemas.openxmlformats.org/officeDocument/2006/relationships/customXml" Target="../ink/ink20.xml"/><Relationship Id="rId47" Type="http://schemas.openxmlformats.org/officeDocument/2006/relationships/image" Target="../media/image26.png"/><Relationship Id="rId63" Type="http://schemas.openxmlformats.org/officeDocument/2006/relationships/image" Target="../media/image34.png"/><Relationship Id="rId68" Type="http://schemas.openxmlformats.org/officeDocument/2006/relationships/customXml" Target="../ink/ink33.xml"/><Relationship Id="rId84" Type="http://schemas.openxmlformats.org/officeDocument/2006/relationships/customXml" Target="../ink/ink41.xml"/><Relationship Id="rId89" Type="http://schemas.openxmlformats.org/officeDocument/2006/relationships/image" Target="../media/image47.png"/><Relationship Id="rId16" Type="http://schemas.openxmlformats.org/officeDocument/2006/relationships/customXml" Target="../ink/ink7.xml"/><Relationship Id="rId11" Type="http://schemas.openxmlformats.org/officeDocument/2006/relationships/image" Target="../media/image8.png"/><Relationship Id="rId32" Type="http://schemas.openxmlformats.org/officeDocument/2006/relationships/customXml" Target="../ink/ink15.xml"/><Relationship Id="rId37" Type="http://schemas.openxmlformats.org/officeDocument/2006/relationships/image" Target="../media/image21.png"/><Relationship Id="rId53" Type="http://schemas.openxmlformats.org/officeDocument/2006/relationships/image" Target="../media/image29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image" Target="../media/image42.png"/><Relationship Id="rId102" Type="http://schemas.openxmlformats.org/officeDocument/2006/relationships/customXml" Target="../ink/ink50.xml"/><Relationship Id="rId5" Type="http://schemas.openxmlformats.org/officeDocument/2006/relationships/image" Target="../media/image5.png"/><Relationship Id="rId90" Type="http://schemas.openxmlformats.org/officeDocument/2006/relationships/customXml" Target="../ink/ink44.xml"/><Relationship Id="rId95" Type="http://schemas.openxmlformats.org/officeDocument/2006/relationships/image" Target="../media/image50.png"/><Relationship Id="rId22" Type="http://schemas.openxmlformats.org/officeDocument/2006/relationships/customXml" Target="../ink/ink10.xml"/><Relationship Id="rId27" Type="http://schemas.openxmlformats.org/officeDocument/2006/relationships/image" Target="../media/image16.png"/><Relationship Id="rId43" Type="http://schemas.openxmlformats.org/officeDocument/2006/relationships/image" Target="../media/image24.png"/><Relationship Id="rId48" Type="http://schemas.openxmlformats.org/officeDocument/2006/relationships/customXml" Target="../ink/ink23.xml"/><Relationship Id="rId64" Type="http://schemas.openxmlformats.org/officeDocument/2006/relationships/customXml" Target="../ink/ink31.xml"/><Relationship Id="rId69" Type="http://schemas.openxmlformats.org/officeDocument/2006/relationships/image" Target="../media/image37.png"/><Relationship Id="rId80" Type="http://schemas.openxmlformats.org/officeDocument/2006/relationships/customXml" Target="../ink/ink39.xml"/><Relationship Id="rId85" Type="http://schemas.openxmlformats.org/officeDocument/2006/relationships/image" Target="../media/image45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5" Type="http://schemas.openxmlformats.org/officeDocument/2006/relationships/image" Target="../media/image15.png"/><Relationship Id="rId33" Type="http://schemas.openxmlformats.org/officeDocument/2006/relationships/image" Target="../media/image19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2.png"/><Relationship Id="rId67" Type="http://schemas.openxmlformats.org/officeDocument/2006/relationships/image" Target="../media/image36.png"/><Relationship Id="rId103" Type="http://schemas.openxmlformats.org/officeDocument/2006/relationships/image" Target="../media/image54.png"/><Relationship Id="rId20" Type="http://schemas.openxmlformats.org/officeDocument/2006/relationships/customXml" Target="../ink/ink9.xml"/><Relationship Id="rId41" Type="http://schemas.openxmlformats.org/officeDocument/2006/relationships/image" Target="../media/image23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40.png"/><Relationship Id="rId83" Type="http://schemas.openxmlformats.org/officeDocument/2006/relationships/image" Target="../media/image44.png"/><Relationship Id="rId88" Type="http://schemas.openxmlformats.org/officeDocument/2006/relationships/customXml" Target="../ink/ink43.xml"/><Relationship Id="rId91" Type="http://schemas.openxmlformats.org/officeDocument/2006/relationships/image" Target="../media/image48.png"/><Relationship Id="rId96" Type="http://schemas.openxmlformats.org/officeDocument/2006/relationships/customXml" Target="../ink/ink4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5" Type="http://schemas.openxmlformats.org/officeDocument/2006/relationships/image" Target="../media/image10.png"/><Relationship Id="rId23" Type="http://schemas.openxmlformats.org/officeDocument/2006/relationships/image" Target="../media/image14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7.png"/><Relationship Id="rId57" Type="http://schemas.openxmlformats.org/officeDocument/2006/relationships/image" Target="../media/image31.png"/><Relationship Id="rId10" Type="http://schemas.openxmlformats.org/officeDocument/2006/relationships/customXml" Target="../ink/ink4.xml"/><Relationship Id="rId31" Type="http://schemas.openxmlformats.org/officeDocument/2006/relationships/image" Target="../media/image18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5.png"/><Relationship Id="rId73" Type="http://schemas.openxmlformats.org/officeDocument/2006/relationships/image" Target="../media/image39.png"/><Relationship Id="rId78" Type="http://schemas.openxmlformats.org/officeDocument/2006/relationships/customXml" Target="../ink/ink38.xml"/><Relationship Id="rId81" Type="http://schemas.openxmlformats.org/officeDocument/2006/relationships/image" Target="../media/image43.png"/><Relationship Id="rId86" Type="http://schemas.openxmlformats.org/officeDocument/2006/relationships/customXml" Target="../ink/ink42.xml"/><Relationship Id="rId94" Type="http://schemas.openxmlformats.org/officeDocument/2006/relationships/customXml" Target="../ink/ink46.xml"/><Relationship Id="rId99" Type="http://schemas.openxmlformats.org/officeDocument/2006/relationships/image" Target="../media/image52.png"/><Relationship Id="rId101" Type="http://schemas.openxmlformats.org/officeDocument/2006/relationships/image" Target="../media/image53.png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3" Type="http://schemas.openxmlformats.org/officeDocument/2006/relationships/image" Target="../media/image9.png"/><Relationship Id="rId18" Type="http://schemas.openxmlformats.org/officeDocument/2006/relationships/customXml" Target="../ink/ink8.xml"/><Relationship Id="rId39" Type="http://schemas.openxmlformats.org/officeDocument/2006/relationships/image" Target="../media/image22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30.png"/><Relationship Id="rId76" Type="http://schemas.openxmlformats.org/officeDocument/2006/relationships/customXml" Target="../ink/ink37.xml"/><Relationship Id="rId97" Type="http://schemas.openxmlformats.org/officeDocument/2006/relationships/image" Target="../media/image51.png"/><Relationship Id="rId7" Type="http://schemas.openxmlformats.org/officeDocument/2006/relationships/image" Target="../media/image6.png"/><Relationship Id="rId71" Type="http://schemas.openxmlformats.org/officeDocument/2006/relationships/image" Target="../media/image38.png"/><Relationship Id="rId92" Type="http://schemas.openxmlformats.org/officeDocument/2006/relationships/customXml" Target="../ink/ink45.xml"/><Relationship Id="rId2" Type="http://schemas.openxmlformats.org/officeDocument/2006/relationships/image" Target="../media/image3.png"/><Relationship Id="rId29" Type="http://schemas.openxmlformats.org/officeDocument/2006/relationships/image" Target="../media/image17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5.png"/><Relationship Id="rId66" Type="http://schemas.openxmlformats.org/officeDocument/2006/relationships/customXml" Target="../ink/ink32.xml"/><Relationship Id="rId87" Type="http://schemas.openxmlformats.org/officeDocument/2006/relationships/image" Target="../media/image46.png"/><Relationship Id="rId61" Type="http://schemas.openxmlformats.org/officeDocument/2006/relationships/image" Target="../media/image33.png"/><Relationship Id="rId82" Type="http://schemas.openxmlformats.org/officeDocument/2006/relationships/customXml" Target="../ink/ink40.xml"/><Relationship Id="rId19" Type="http://schemas.openxmlformats.org/officeDocument/2006/relationships/image" Target="../media/image12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20.png"/><Relationship Id="rId56" Type="http://schemas.openxmlformats.org/officeDocument/2006/relationships/customXml" Target="../ink/ink27.xml"/><Relationship Id="rId77" Type="http://schemas.openxmlformats.org/officeDocument/2006/relationships/image" Target="../media/image41.png"/><Relationship Id="rId100" Type="http://schemas.openxmlformats.org/officeDocument/2006/relationships/customXml" Target="../ink/ink49.xml"/><Relationship Id="rId8" Type="http://schemas.openxmlformats.org/officeDocument/2006/relationships/customXml" Target="../ink/ink3.xml"/><Relationship Id="rId51" Type="http://schemas.openxmlformats.org/officeDocument/2006/relationships/image" Target="../media/image28.png"/><Relationship Id="rId72" Type="http://schemas.openxmlformats.org/officeDocument/2006/relationships/customXml" Target="../ink/ink35.xml"/><Relationship Id="rId93" Type="http://schemas.openxmlformats.org/officeDocument/2006/relationships/image" Target="../media/image49.png"/><Relationship Id="rId98" Type="http://schemas.openxmlformats.org/officeDocument/2006/relationships/customXml" Target="../ink/ink48.xml"/><Relationship Id="rId3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2.xml"/><Relationship Id="rId21" Type="http://schemas.openxmlformats.org/officeDocument/2006/relationships/image" Target="../media/image63.png"/><Relationship Id="rId42" Type="http://schemas.openxmlformats.org/officeDocument/2006/relationships/customXml" Target="../ink/ink70.xml"/><Relationship Id="rId47" Type="http://schemas.openxmlformats.org/officeDocument/2006/relationships/image" Target="../media/image76.png"/><Relationship Id="rId63" Type="http://schemas.openxmlformats.org/officeDocument/2006/relationships/image" Target="../media/image84.png"/><Relationship Id="rId68" Type="http://schemas.openxmlformats.org/officeDocument/2006/relationships/customXml" Target="../ink/ink83.xml"/><Relationship Id="rId2" Type="http://schemas.openxmlformats.org/officeDocument/2006/relationships/image" Target="../media/image3.png"/><Relationship Id="rId16" Type="http://schemas.openxmlformats.org/officeDocument/2006/relationships/customXml" Target="../ink/ink57.xml"/><Relationship Id="rId29" Type="http://schemas.openxmlformats.org/officeDocument/2006/relationships/image" Target="../media/image67.png"/><Relationship Id="rId11" Type="http://schemas.openxmlformats.org/officeDocument/2006/relationships/image" Target="../media/image58.png"/><Relationship Id="rId24" Type="http://schemas.openxmlformats.org/officeDocument/2006/relationships/customXml" Target="../ink/ink61.xml"/><Relationship Id="rId32" Type="http://schemas.openxmlformats.org/officeDocument/2006/relationships/customXml" Target="../ink/ink65.xml"/><Relationship Id="rId37" Type="http://schemas.openxmlformats.org/officeDocument/2006/relationships/image" Target="../media/image71.png"/><Relationship Id="rId40" Type="http://schemas.openxmlformats.org/officeDocument/2006/relationships/customXml" Target="../ink/ink69.xml"/><Relationship Id="rId45" Type="http://schemas.openxmlformats.org/officeDocument/2006/relationships/image" Target="../media/image75.png"/><Relationship Id="rId53" Type="http://schemas.openxmlformats.org/officeDocument/2006/relationships/image" Target="../media/image79.png"/><Relationship Id="rId58" Type="http://schemas.openxmlformats.org/officeDocument/2006/relationships/customXml" Target="../ink/ink78.xml"/><Relationship Id="rId66" Type="http://schemas.openxmlformats.org/officeDocument/2006/relationships/customXml" Target="../ink/ink82.xml"/><Relationship Id="rId74" Type="http://schemas.openxmlformats.org/officeDocument/2006/relationships/customXml" Target="../ink/ink86.xml"/><Relationship Id="rId5" Type="http://schemas.openxmlformats.org/officeDocument/2006/relationships/image" Target="../media/image55.png"/><Relationship Id="rId61" Type="http://schemas.openxmlformats.org/officeDocument/2006/relationships/image" Target="../media/image83.png"/><Relationship Id="rId19" Type="http://schemas.openxmlformats.org/officeDocument/2006/relationships/image" Target="../media/image62.png"/><Relationship Id="rId14" Type="http://schemas.openxmlformats.org/officeDocument/2006/relationships/customXml" Target="../ink/ink56.xml"/><Relationship Id="rId22" Type="http://schemas.openxmlformats.org/officeDocument/2006/relationships/customXml" Target="../ink/ink60.xml"/><Relationship Id="rId27" Type="http://schemas.openxmlformats.org/officeDocument/2006/relationships/image" Target="../media/image66.png"/><Relationship Id="rId30" Type="http://schemas.openxmlformats.org/officeDocument/2006/relationships/customXml" Target="../ink/ink64.xml"/><Relationship Id="rId35" Type="http://schemas.openxmlformats.org/officeDocument/2006/relationships/image" Target="../media/image70.png"/><Relationship Id="rId43" Type="http://schemas.openxmlformats.org/officeDocument/2006/relationships/image" Target="../media/image74.png"/><Relationship Id="rId48" Type="http://schemas.openxmlformats.org/officeDocument/2006/relationships/customXml" Target="../ink/ink73.xml"/><Relationship Id="rId56" Type="http://schemas.openxmlformats.org/officeDocument/2006/relationships/customXml" Target="../ink/ink77.xml"/><Relationship Id="rId64" Type="http://schemas.openxmlformats.org/officeDocument/2006/relationships/customXml" Target="../ink/ink81.xml"/><Relationship Id="rId69" Type="http://schemas.openxmlformats.org/officeDocument/2006/relationships/image" Target="../media/image87.png"/><Relationship Id="rId8" Type="http://schemas.openxmlformats.org/officeDocument/2006/relationships/customXml" Target="../ink/ink53.xml"/><Relationship Id="rId51" Type="http://schemas.openxmlformats.org/officeDocument/2006/relationships/image" Target="../media/image78.png"/><Relationship Id="rId72" Type="http://schemas.openxmlformats.org/officeDocument/2006/relationships/customXml" Target="../ink/ink85.xml"/><Relationship Id="rId3" Type="http://schemas.openxmlformats.org/officeDocument/2006/relationships/image" Target="../media/image4.jpeg"/><Relationship Id="rId12" Type="http://schemas.openxmlformats.org/officeDocument/2006/relationships/customXml" Target="../ink/ink55.xml"/><Relationship Id="rId17" Type="http://schemas.openxmlformats.org/officeDocument/2006/relationships/image" Target="../media/image61.png"/><Relationship Id="rId25" Type="http://schemas.openxmlformats.org/officeDocument/2006/relationships/image" Target="../media/image65.png"/><Relationship Id="rId33" Type="http://schemas.openxmlformats.org/officeDocument/2006/relationships/image" Target="../media/image69.png"/><Relationship Id="rId38" Type="http://schemas.openxmlformats.org/officeDocument/2006/relationships/customXml" Target="../ink/ink68.xml"/><Relationship Id="rId46" Type="http://schemas.openxmlformats.org/officeDocument/2006/relationships/customXml" Target="../ink/ink72.xml"/><Relationship Id="rId59" Type="http://schemas.openxmlformats.org/officeDocument/2006/relationships/image" Target="../media/image82.png"/><Relationship Id="rId67" Type="http://schemas.openxmlformats.org/officeDocument/2006/relationships/image" Target="../media/image86.png"/><Relationship Id="rId20" Type="http://schemas.openxmlformats.org/officeDocument/2006/relationships/customXml" Target="../ink/ink59.xml"/><Relationship Id="rId41" Type="http://schemas.openxmlformats.org/officeDocument/2006/relationships/image" Target="../media/image73.png"/><Relationship Id="rId54" Type="http://schemas.openxmlformats.org/officeDocument/2006/relationships/customXml" Target="../ink/ink76.xml"/><Relationship Id="rId62" Type="http://schemas.openxmlformats.org/officeDocument/2006/relationships/customXml" Target="../ink/ink80.xml"/><Relationship Id="rId70" Type="http://schemas.openxmlformats.org/officeDocument/2006/relationships/customXml" Target="../ink/ink84.xml"/><Relationship Id="rId75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2.xml"/><Relationship Id="rId15" Type="http://schemas.openxmlformats.org/officeDocument/2006/relationships/image" Target="../media/image60.png"/><Relationship Id="rId23" Type="http://schemas.openxmlformats.org/officeDocument/2006/relationships/image" Target="../media/image64.png"/><Relationship Id="rId28" Type="http://schemas.openxmlformats.org/officeDocument/2006/relationships/customXml" Target="../ink/ink63.xml"/><Relationship Id="rId36" Type="http://schemas.openxmlformats.org/officeDocument/2006/relationships/customXml" Target="../ink/ink67.xml"/><Relationship Id="rId49" Type="http://schemas.openxmlformats.org/officeDocument/2006/relationships/image" Target="../media/image77.png"/><Relationship Id="rId57" Type="http://schemas.openxmlformats.org/officeDocument/2006/relationships/image" Target="../media/image81.png"/><Relationship Id="rId10" Type="http://schemas.openxmlformats.org/officeDocument/2006/relationships/customXml" Target="../ink/ink54.xml"/><Relationship Id="rId31" Type="http://schemas.openxmlformats.org/officeDocument/2006/relationships/image" Target="../media/image68.png"/><Relationship Id="rId44" Type="http://schemas.openxmlformats.org/officeDocument/2006/relationships/customXml" Target="../ink/ink71.xml"/><Relationship Id="rId52" Type="http://schemas.openxmlformats.org/officeDocument/2006/relationships/customXml" Target="../ink/ink75.xml"/><Relationship Id="rId60" Type="http://schemas.openxmlformats.org/officeDocument/2006/relationships/customXml" Target="../ink/ink79.xml"/><Relationship Id="rId65" Type="http://schemas.openxmlformats.org/officeDocument/2006/relationships/image" Target="../media/image85.png"/><Relationship Id="rId73" Type="http://schemas.openxmlformats.org/officeDocument/2006/relationships/image" Target="../media/image89.png"/><Relationship Id="rId4" Type="http://schemas.openxmlformats.org/officeDocument/2006/relationships/customXml" Target="../ink/ink51.xml"/><Relationship Id="rId9" Type="http://schemas.openxmlformats.org/officeDocument/2006/relationships/image" Target="../media/image57.png"/><Relationship Id="rId13" Type="http://schemas.openxmlformats.org/officeDocument/2006/relationships/image" Target="../media/image59.png"/><Relationship Id="rId18" Type="http://schemas.openxmlformats.org/officeDocument/2006/relationships/customXml" Target="../ink/ink58.xml"/><Relationship Id="rId39" Type="http://schemas.openxmlformats.org/officeDocument/2006/relationships/image" Target="../media/image72.png"/><Relationship Id="rId34" Type="http://schemas.openxmlformats.org/officeDocument/2006/relationships/customXml" Target="../ink/ink66.xml"/><Relationship Id="rId50" Type="http://schemas.openxmlformats.org/officeDocument/2006/relationships/customXml" Target="../ink/ink74.xml"/><Relationship Id="rId55" Type="http://schemas.openxmlformats.org/officeDocument/2006/relationships/image" Target="../media/image80.png"/><Relationship Id="rId7" Type="http://schemas.openxmlformats.org/officeDocument/2006/relationships/image" Target="../media/image56.png"/><Relationship Id="rId71" Type="http://schemas.openxmlformats.org/officeDocument/2006/relationships/image" Target="../media/image8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0.png"/><Relationship Id="rId21" Type="http://schemas.openxmlformats.org/officeDocument/2006/relationships/image" Target="../media/image78.png"/><Relationship Id="rId42" Type="http://schemas.openxmlformats.org/officeDocument/2006/relationships/customXml" Target="../ink/ink106.xml"/><Relationship Id="rId47" Type="http://schemas.openxmlformats.org/officeDocument/2006/relationships/image" Target="../media/image115.png"/><Relationship Id="rId63" Type="http://schemas.openxmlformats.org/officeDocument/2006/relationships/image" Target="../media/image123.png"/><Relationship Id="rId68" Type="http://schemas.openxmlformats.org/officeDocument/2006/relationships/customXml" Target="../ink/ink119.xml"/><Relationship Id="rId84" Type="http://schemas.openxmlformats.org/officeDocument/2006/relationships/customXml" Target="../ink/ink127.xml"/><Relationship Id="rId89" Type="http://schemas.openxmlformats.org/officeDocument/2006/relationships/image" Target="../media/image136.png"/><Relationship Id="rId112" Type="http://schemas.openxmlformats.org/officeDocument/2006/relationships/customXml" Target="../ink/ink141.xml"/><Relationship Id="rId16" Type="http://schemas.openxmlformats.org/officeDocument/2006/relationships/customXml" Target="../ink/ink93.xml"/><Relationship Id="rId107" Type="http://schemas.openxmlformats.org/officeDocument/2006/relationships/image" Target="../media/image145.png"/><Relationship Id="rId11" Type="http://schemas.openxmlformats.org/officeDocument/2006/relationships/image" Target="../media/image98.png"/><Relationship Id="rId32" Type="http://schemas.openxmlformats.org/officeDocument/2006/relationships/customXml" Target="../ink/ink101.xml"/><Relationship Id="rId37" Type="http://schemas.openxmlformats.org/officeDocument/2006/relationships/image" Target="../media/image110.png"/><Relationship Id="rId53" Type="http://schemas.openxmlformats.org/officeDocument/2006/relationships/image" Target="../media/image118.png"/><Relationship Id="rId58" Type="http://schemas.openxmlformats.org/officeDocument/2006/relationships/customXml" Target="../ink/ink114.xml"/><Relationship Id="rId74" Type="http://schemas.openxmlformats.org/officeDocument/2006/relationships/customXml" Target="../ink/ink122.xml"/><Relationship Id="rId79" Type="http://schemas.openxmlformats.org/officeDocument/2006/relationships/image" Target="../media/image131.png"/><Relationship Id="rId102" Type="http://schemas.openxmlformats.org/officeDocument/2006/relationships/customXml" Target="../ink/ink136.xml"/><Relationship Id="rId123" Type="http://schemas.openxmlformats.org/officeDocument/2006/relationships/image" Target="../media/image153.png"/><Relationship Id="rId128" Type="http://schemas.openxmlformats.org/officeDocument/2006/relationships/customXml" Target="../ink/ink149.xml"/><Relationship Id="rId5" Type="http://schemas.openxmlformats.org/officeDocument/2006/relationships/image" Target="../media/image95.png"/><Relationship Id="rId90" Type="http://schemas.openxmlformats.org/officeDocument/2006/relationships/customXml" Target="../ink/ink130.xml"/><Relationship Id="rId95" Type="http://schemas.openxmlformats.org/officeDocument/2006/relationships/image" Target="../media/image139.png"/><Relationship Id="rId22" Type="http://schemas.openxmlformats.org/officeDocument/2006/relationships/customXml" Target="../ink/ink96.xml"/><Relationship Id="rId27" Type="http://schemas.openxmlformats.org/officeDocument/2006/relationships/image" Target="../media/image105.png"/><Relationship Id="rId43" Type="http://schemas.openxmlformats.org/officeDocument/2006/relationships/image" Target="../media/image113.png"/><Relationship Id="rId48" Type="http://schemas.openxmlformats.org/officeDocument/2006/relationships/customXml" Target="../ink/ink109.xml"/><Relationship Id="rId64" Type="http://schemas.openxmlformats.org/officeDocument/2006/relationships/customXml" Target="../ink/ink117.xml"/><Relationship Id="rId69" Type="http://schemas.openxmlformats.org/officeDocument/2006/relationships/image" Target="../media/image126.png"/><Relationship Id="rId113" Type="http://schemas.openxmlformats.org/officeDocument/2006/relationships/image" Target="../media/image148.png"/><Relationship Id="rId118" Type="http://schemas.openxmlformats.org/officeDocument/2006/relationships/customXml" Target="../ink/ink144.xml"/><Relationship Id="rId80" Type="http://schemas.openxmlformats.org/officeDocument/2006/relationships/customXml" Target="../ink/ink125.xml"/><Relationship Id="rId85" Type="http://schemas.openxmlformats.org/officeDocument/2006/relationships/image" Target="../media/image134.png"/><Relationship Id="rId12" Type="http://schemas.openxmlformats.org/officeDocument/2006/relationships/customXml" Target="../ink/ink91.xml"/><Relationship Id="rId17" Type="http://schemas.openxmlformats.org/officeDocument/2006/relationships/image" Target="../media/image101.png"/><Relationship Id="rId33" Type="http://schemas.openxmlformats.org/officeDocument/2006/relationships/image" Target="../media/image108.png"/><Relationship Id="rId38" Type="http://schemas.openxmlformats.org/officeDocument/2006/relationships/customXml" Target="../ink/ink104.xml"/><Relationship Id="rId59" Type="http://schemas.openxmlformats.org/officeDocument/2006/relationships/image" Target="../media/image121.png"/><Relationship Id="rId103" Type="http://schemas.openxmlformats.org/officeDocument/2006/relationships/image" Target="../media/image143.png"/><Relationship Id="rId108" Type="http://schemas.openxmlformats.org/officeDocument/2006/relationships/customXml" Target="../ink/ink139.xml"/><Relationship Id="rId124" Type="http://schemas.openxmlformats.org/officeDocument/2006/relationships/customXml" Target="../ink/ink147.xml"/><Relationship Id="rId129" Type="http://schemas.openxmlformats.org/officeDocument/2006/relationships/image" Target="../media/image156.png"/><Relationship Id="rId54" Type="http://schemas.openxmlformats.org/officeDocument/2006/relationships/customXml" Target="../ink/ink112.xml"/><Relationship Id="rId70" Type="http://schemas.openxmlformats.org/officeDocument/2006/relationships/customXml" Target="../ink/ink120.xml"/><Relationship Id="rId75" Type="http://schemas.openxmlformats.org/officeDocument/2006/relationships/image" Target="../media/image129.png"/><Relationship Id="rId91" Type="http://schemas.openxmlformats.org/officeDocument/2006/relationships/image" Target="../media/image137.png"/><Relationship Id="rId96" Type="http://schemas.openxmlformats.org/officeDocument/2006/relationships/customXml" Target="../ink/ink13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8.xml"/><Relationship Id="rId23" Type="http://schemas.openxmlformats.org/officeDocument/2006/relationships/image" Target="../media/image103.png"/><Relationship Id="rId28" Type="http://schemas.openxmlformats.org/officeDocument/2006/relationships/customXml" Target="../ink/ink99.xml"/><Relationship Id="rId49" Type="http://schemas.openxmlformats.org/officeDocument/2006/relationships/image" Target="../media/image116.png"/><Relationship Id="rId114" Type="http://schemas.openxmlformats.org/officeDocument/2006/relationships/customXml" Target="../ink/ink142.xml"/><Relationship Id="rId119" Type="http://schemas.openxmlformats.org/officeDocument/2006/relationships/image" Target="../media/image151.png"/><Relationship Id="rId44" Type="http://schemas.openxmlformats.org/officeDocument/2006/relationships/customXml" Target="../ink/ink107.xml"/><Relationship Id="rId60" Type="http://schemas.openxmlformats.org/officeDocument/2006/relationships/customXml" Target="../ink/ink115.xml"/><Relationship Id="rId65" Type="http://schemas.openxmlformats.org/officeDocument/2006/relationships/image" Target="../media/image124.png"/><Relationship Id="rId81" Type="http://schemas.openxmlformats.org/officeDocument/2006/relationships/image" Target="../media/image132.png"/><Relationship Id="rId86" Type="http://schemas.openxmlformats.org/officeDocument/2006/relationships/customXml" Target="../ink/ink128.xml"/><Relationship Id="rId130" Type="http://schemas.openxmlformats.org/officeDocument/2006/relationships/customXml" Target="../ink/ink150.xml"/><Relationship Id="rId13" Type="http://schemas.openxmlformats.org/officeDocument/2006/relationships/image" Target="../media/image99.png"/><Relationship Id="rId18" Type="http://schemas.openxmlformats.org/officeDocument/2006/relationships/customXml" Target="../ink/ink94.xml"/><Relationship Id="rId39" Type="http://schemas.openxmlformats.org/officeDocument/2006/relationships/image" Target="../media/image111.png"/><Relationship Id="rId109" Type="http://schemas.openxmlformats.org/officeDocument/2006/relationships/image" Target="../media/image146.png"/><Relationship Id="rId34" Type="http://schemas.openxmlformats.org/officeDocument/2006/relationships/customXml" Target="../ink/ink102.xml"/><Relationship Id="rId50" Type="http://schemas.openxmlformats.org/officeDocument/2006/relationships/customXml" Target="../ink/ink110.xml"/><Relationship Id="rId55" Type="http://schemas.openxmlformats.org/officeDocument/2006/relationships/image" Target="../media/image119.png"/><Relationship Id="rId76" Type="http://schemas.openxmlformats.org/officeDocument/2006/relationships/customXml" Target="../ink/ink123.xml"/><Relationship Id="rId97" Type="http://schemas.openxmlformats.org/officeDocument/2006/relationships/image" Target="../media/image140.png"/><Relationship Id="rId104" Type="http://schemas.openxmlformats.org/officeDocument/2006/relationships/customXml" Target="../ink/ink137.xml"/><Relationship Id="rId120" Type="http://schemas.openxmlformats.org/officeDocument/2006/relationships/customXml" Target="../ink/ink145.xml"/><Relationship Id="rId125" Type="http://schemas.openxmlformats.org/officeDocument/2006/relationships/image" Target="../media/image154.png"/><Relationship Id="rId7" Type="http://schemas.openxmlformats.org/officeDocument/2006/relationships/image" Target="../media/image96.png"/><Relationship Id="rId71" Type="http://schemas.openxmlformats.org/officeDocument/2006/relationships/image" Target="../media/image127.png"/><Relationship Id="rId92" Type="http://schemas.openxmlformats.org/officeDocument/2006/relationships/customXml" Target="../ink/ink131.xml"/><Relationship Id="rId2" Type="http://schemas.openxmlformats.org/officeDocument/2006/relationships/image" Target="../media/image3.png"/><Relationship Id="rId29" Type="http://schemas.openxmlformats.org/officeDocument/2006/relationships/image" Target="../media/image106.png"/><Relationship Id="rId24" Type="http://schemas.openxmlformats.org/officeDocument/2006/relationships/customXml" Target="../ink/ink97.xml"/><Relationship Id="rId40" Type="http://schemas.openxmlformats.org/officeDocument/2006/relationships/customXml" Target="../ink/ink105.xml"/><Relationship Id="rId45" Type="http://schemas.openxmlformats.org/officeDocument/2006/relationships/image" Target="../media/image114.png"/><Relationship Id="rId66" Type="http://schemas.openxmlformats.org/officeDocument/2006/relationships/customXml" Target="../ink/ink118.xml"/><Relationship Id="rId87" Type="http://schemas.openxmlformats.org/officeDocument/2006/relationships/image" Target="../media/image135.png"/><Relationship Id="rId110" Type="http://schemas.openxmlformats.org/officeDocument/2006/relationships/customXml" Target="../ink/ink140.xml"/><Relationship Id="rId115" Type="http://schemas.openxmlformats.org/officeDocument/2006/relationships/image" Target="../media/image149.png"/><Relationship Id="rId131" Type="http://schemas.openxmlformats.org/officeDocument/2006/relationships/image" Target="../media/image157.png"/><Relationship Id="rId61" Type="http://schemas.openxmlformats.org/officeDocument/2006/relationships/image" Target="../media/image122.png"/><Relationship Id="rId82" Type="http://schemas.openxmlformats.org/officeDocument/2006/relationships/customXml" Target="../ink/ink126.xml"/><Relationship Id="rId19" Type="http://schemas.openxmlformats.org/officeDocument/2006/relationships/image" Target="../media/image102.png"/><Relationship Id="rId14" Type="http://schemas.openxmlformats.org/officeDocument/2006/relationships/customXml" Target="../ink/ink92.xml"/><Relationship Id="rId30" Type="http://schemas.openxmlformats.org/officeDocument/2006/relationships/customXml" Target="../ink/ink100.xml"/><Relationship Id="rId35" Type="http://schemas.openxmlformats.org/officeDocument/2006/relationships/image" Target="../media/image109.png"/><Relationship Id="rId56" Type="http://schemas.openxmlformats.org/officeDocument/2006/relationships/customXml" Target="../ink/ink113.xml"/><Relationship Id="rId77" Type="http://schemas.openxmlformats.org/officeDocument/2006/relationships/image" Target="../media/image130.png"/><Relationship Id="rId100" Type="http://schemas.openxmlformats.org/officeDocument/2006/relationships/customXml" Target="../ink/ink135.xml"/><Relationship Id="rId105" Type="http://schemas.openxmlformats.org/officeDocument/2006/relationships/image" Target="../media/image144.png"/><Relationship Id="rId126" Type="http://schemas.openxmlformats.org/officeDocument/2006/relationships/customXml" Target="../ink/ink148.xml"/><Relationship Id="rId8" Type="http://schemas.openxmlformats.org/officeDocument/2006/relationships/customXml" Target="../ink/ink89.xml"/><Relationship Id="rId51" Type="http://schemas.openxmlformats.org/officeDocument/2006/relationships/image" Target="../media/image117.png"/><Relationship Id="rId72" Type="http://schemas.openxmlformats.org/officeDocument/2006/relationships/customXml" Target="../ink/ink121.xml"/><Relationship Id="rId93" Type="http://schemas.openxmlformats.org/officeDocument/2006/relationships/image" Target="../media/image138.png"/><Relationship Id="rId98" Type="http://schemas.openxmlformats.org/officeDocument/2006/relationships/customXml" Target="../ink/ink134.xml"/><Relationship Id="rId121" Type="http://schemas.openxmlformats.org/officeDocument/2006/relationships/image" Target="../media/image152.png"/><Relationship Id="rId3" Type="http://schemas.openxmlformats.org/officeDocument/2006/relationships/image" Target="../media/image4.jpeg"/><Relationship Id="rId25" Type="http://schemas.openxmlformats.org/officeDocument/2006/relationships/image" Target="../media/image104.png"/><Relationship Id="rId46" Type="http://schemas.openxmlformats.org/officeDocument/2006/relationships/customXml" Target="../ink/ink108.xml"/><Relationship Id="rId67" Type="http://schemas.openxmlformats.org/officeDocument/2006/relationships/image" Target="../media/image125.png"/><Relationship Id="rId116" Type="http://schemas.openxmlformats.org/officeDocument/2006/relationships/customXml" Target="../ink/ink143.xml"/><Relationship Id="rId20" Type="http://schemas.openxmlformats.org/officeDocument/2006/relationships/customXml" Target="../ink/ink95.xml"/><Relationship Id="rId41" Type="http://schemas.openxmlformats.org/officeDocument/2006/relationships/image" Target="../media/image112.png"/><Relationship Id="rId62" Type="http://schemas.openxmlformats.org/officeDocument/2006/relationships/customXml" Target="../ink/ink116.xml"/><Relationship Id="rId83" Type="http://schemas.openxmlformats.org/officeDocument/2006/relationships/image" Target="../media/image133.png"/><Relationship Id="rId88" Type="http://schemas.openxmlformats.org/officeDocument/2006/relationships/customXml" Target="../ink/ink129.xml"/><Relationship Id="rId111" Type="http://schemas.openxmlformats.org/officeDocument/2006/relationships/image" Target="../media/image147.png"/><Relationship Id="rId15" Type="http://schemas.openxmlformats.org/officeDocument/2006/relationships/image" Target="../media/image100.png"/><Relationship Id="rId36" Type="http://schemas.openxmlformats.org/officeDocument/2006/relationships/customXml" Target="../ink/ink103.xml"/><Relationship Id="rId57" Type="http://schemas.openxmlformats.org/officeDocument/2006/relationships/image" Target="../media/image120.png"/><Relationship Id="rId106" Type="http://schemas.openxmlformats.org/officeDocument/2006/relationships/customXml" Target="../ink/ink138.xml"/><Relationship Id="rId127" Type="http://schemas.openxmlformats.org/officeDocument/2006/relationships/image" Target="../media/image155.png"/><Relationship Id="rId10" Type="http://schemas.openxmlformats.org/officeDocument/2006/relationships/customXml" Target="../ink/ink90.xml"/><Relationship Id="rId31" Type="http://schemas.openxmlformats.org/officeDocument/2006/relationships/image" Target="../media/image107.png"/><Relationship Id="rId52" Type="http://schemas.openxmlformats.org/officeDocument/2006/relationships/customXml" Target="../ink/ink111.xml"/><Relationship Id="rId73" Type="http://schemas.openxmlformats.org/officeDocument/2006/relationships/image" Target="../media/image128.png"/><Relationship Id="rId78" Type="http://schemas.openxmlformats.org/officeDocument/2006/relationships/customXml" Target="../ink/ink124.xml"/><Relationship Id="rId94" Type="http://schemas.openxmlformats.org/officeDocument/2006/relationships/customXml" Target="../ink/ink132.xml"/><Relationship Id="rId99" Type="http://schemas.openxmlformats.org/officeDocument/2006/relationships/image" Target="../media/image141.png"/><Relationship Id="rId101" Type="http://schemas.openxmlformats.org/officeDocument/2006/relationships/image" Target="../media/image142.png"/><Relationship Id="rId122" Type="http://schemas.openxmlformats.org/officeDocument/2006/relationships/customXml" Target="../ink/ink146.xml"/><Relationship Id="rId4" Type="http://schemas.openxmlformats.org/officeDocument/2006/relationships/customXml" Target="../ink/ink87.xml"/><Relationship Id="rId9" Type="http://schemas.openxmlformats.org/officeDocument/2006/relationships/image" Target="../media/image97.png"/><Relationship Id="rId26" Type="http://schemas.openxmlformats.org/officeDocument/2006/relationships/customXml" Target="../ink/ink9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14.png"/><Relationship Id="rId299" Type="http://schemas.openxmlformats.org/officeDocument/2006/relationships/customXml" Target="../ink/ink300.xml"/><Relationship Id="rId21" Type="http://schemas.openxmlformats.org/officeDocument/2006/relationships/image" Target="../media/image166.png"/><Relationship Id="rId63" Type="http://schemas.openxmlformats.org/officeDocument/2006/relationships/image" Target="../media/image187.png"/><Relationship Id="rId159" Type="http://schemas.openxmlformats.org/officeDocument/2006/relationships/customXml" Target="../ink/ink230.xml"/><Relationship Id="rId324" Type="http://schemas.openxmlformats.org/officeDocument/2006/relationships/image" Target="../media/image316.png"/><Relationship Id="rId170" Type="http://schemas.openxmlformats.org/officeDocument/2006/relationships/image" Target="../media/image239.png"/><Relationship Id="rId226" Type="http://schemas.openxmlformats.org/officeDocument/2006/relationships/image" Target="../media/image267.png"/><Relationship Id="rId268" Type="http://schemas.openxmlformats.org/officeDocument/2006/relationships/image" Target="../media/image288.png"/><Relationship Id="rId32" Type="http://schemas.openxmlformats.org/officeDocument/2006/relationships/customXml" Target="../ink/ink165.xml"/><Relationship Id="rId74" Type="http://schemas.openxmlformats.org/officeDocument/2006/relationships/customXml" Target="../ink/ink186.xml"/><Relationship Id="rId128" Type="http://schemas.openxmlformats.org/officeDocument/2006/relationships/customXml" Target="../ink/ink213.xml"/><Relationship Id="rId5" Type="http://schemas.openxmlformats.org/officeDocument/2006/relationships/image" Target="../media/image158.png"/><Relationship Id="rId181" Type="http://schemas.openxmlformats.org/officeDocument/2006/relationships/customXml" Target="../ink/ink241.xml"/><Relationship Id="rId237" Type="http://schemas.openxmlformats.org/officeDocument/2006/relationships/customXml" Target="../ink/ink269.xml"/><Relationship Id="rId279" Type="http://schemas.openxmlformats.org/officeDocument/2006/relationships/customXml" Target="../ink/ink290.xml"/><Relationship Id="rId43" Type="http://schemas.openxmlformats.org/officeDocument/2006/relationships/image" Target="../media/image177.png"/><Relationship Id="rId139" Type="http://schemas.openxmlformats.org/officeDocument/2006/relationships/customXml" Target="../ink/ink219.xml"/><Relationship Id="rId290" Type="http://schemas.openxmlformats.org/officeDocument/2006/relationships/image" Target="../media/image299.png"/><Relationship Id="rId304" Type="http://schemas.openxmlformats.org/officeDocument/2006/relationships/image" Target="../media/image306.png"/><Relationship Id="rId85" Type="http://schemas.openxmlformats.org/officeDocument/2006/relationships/image" Target="../media/image198.png"/><Relationship Id="rId150" Type="http://schemas.openxmlformats.org/officeDocument/2006/relationships/image" Target="../media/image229.png"/><Relationship Id="rId192" Type="http://schemas.openxmlformats.org/officeDocument/2006/relationships/image" Target="../media/image250.png"/><Relationship Id="rId206" Type="http://schemas.openxmlformats.org/officeDocument/2006/relationships/image" Target="../media/image257.png"/><Relationship Id="rId248" Type="http://schemas.openxmlformats.org/officeDocument/2006/relationships/image" Target="../media/image278.png"/><Relationship Id="rId12" Type="http://schemas.openxmlformats.org/officeDocument/2006/relationships/customXml" Target="../ink/ink155.xml"/><Relationship Id="rId108" Type="http://schemas.openxmlformats.org/officeDocument/2006/relationships/customXml" Target="../ink/ink203.xml"/><Relationship Id="rId315" Type="http://schemas.openxmlformats.org/officeDocument/2006/relationships/customXml" Target="../ink/ink308.xml"/><Relationship Id="rId54" Type="http://schemas.openxmlformats.org/officeDocument/2006/relationships/customXml" Target="../ink/ink176.xml"/><Relationship Id="rId96" Type="http://schemas.openxmlformats.org/officeDocument/2006/relationships/customXml" Target="../ink/ink197.xml"/><Relationship Id="rId161" Type="http://schemas.openxmlformats.org/officeDocument/2006/relationships/customXml" Target="../ink/ink231.xml"/><Relationship Id="rId217" Type="http://schemas.openxmlformats.org/officeDocument/2006/relationships/customXml" Target="../ink/ink259.xml"/><Relationship Id="rId259" Type="http://schemas.openxmlformats.org/officeDocument/2006/relationships/customXml" Target="../ink/ink280.xml"/><Relationship Id="rId23" Type="http://schemas.openxmlformats.org/officeDocument/2006/relationships/image" Target="../media/image167.png"/><Relationship Id="rId119" Type="http://schemas.openxmlformats.org/officeDocument/2006/relationships/image" Target="../media/image215.png"/><Relationship Id="rId270" Type="http://schemas.openxmlformats.org/officeDocument/2006/relationships/image" Target="../media/image289.png"/><Relationship Id="rId326" Type="http://schemas.openxmlformats.org/officeDocument/2006/relationships/image" Target="../media/image317.png"/><Relationship Id="rId65" Type="http://schemas.openxmlformats.org/officeDocument/2006/relationships/image" Target="../media/image188.png"/><Relationship Id="rId130" Type="http://schemas.openxmlformats.org/officeDocument/2006/relationships/customXml" Target="../ink/ink214.xml"/><Relationship Id="rId172" Type="http://schemas.openxmlformats.org/officeDocument/2006/relationships/image" Target="../media/image240.png"/><Relationship Id="rId228" Type="http://schemas.openxmlformats.org/officeDocument/2006/relationships/image" Target="../media/image268.png"/><Relationship Id="rId281" Type="http://schemas.openxmlformats.org/officeDocument/2006/relationships/customXml" Target="../ink/ink291.xml"/><Relationship Id="rId34" Type="http://schemas.openxmlformats.org/officeDocument/2006/relationships/customXml" Target="../ink/ink166.xml"/><Relationship Id="rId76" Type="http://schemas.openxmlformats.org/officeDocument/2006/relationships/customXml" Target="../ink/ink187.xml"/><Relationship Id="rId141" Type="http://schemas.openxmlformats.org/officeDocument/2006/relationships/customXml" Target="../ink/ink220.xml"/><Relationship Id="rId7" Type="http://schemas.openxmlformats.org/officeDocument/2006/relationships/image" Target="../media/image159.png"/><Relationship Id="rId162" Type="http://schemas.openxmlformats.org/officeDocument/2006/relationships/image" Target="../media/image235.png"/><Relationship Id="rId183" Type="http://schemas.openxmlformats.org/officeDocument/2006/relationships/customXml" Target="../ink/ink242.xml"/><Relationship Id="rId218" Type="http://schemas.openxmlformats.org/officeDocument/2006/relationships/image" Target="../media/image263.png"/><Relationship Id="rId239" Type="http://schemas.openxmlformats.org/officeDocument/2006/relationships/customXml" Target="../ink/ink270.xml"/><Relationship Id="rId250" Type="http://schemas.openxmlformats.org/officeDocument/2006/relationships/image" Target="../media/image279.png"/><Relationship Id="rId271" Type="http://schemas.openxmlformats.org/officeDocument/2006/relationships/customXml" Target="../ink/ink286.xml"/><Relationship Id="rId292" Type="http://schemas.openxmlformats.org/officeDocument/2006/relationships/image" Target="../media/image300.png"/><Relationship Id="rId306" Type="http://schemas.openxmlformats.org/officeDocument/2006/relationships/image" Target="../media/image307.png"/><Relationship Id="rId24" Type="http://schemas.openxmlformats.org/officeDocument/2006/relationships/customXml" Target="../ink/ink161.xml"/><Relationship Id="rId45" Type="http://schemas.openxmlformats.org/officeDocument/2006/relationships/image" Target="../media/image178.png"/><Relationship Id="rId66" Type="http://schemas.openxmlformats.org/officeDocument/2006/relationships/customXml" Target="../ink/ink182.xml"/><Relationship Id="rId87" Type="http://schemas.openxmlformats.org/officeDocument/2006/relationships/image" Target="../media/image199.png"/><Relationship Id="rId110" Type="http://schemas.openxmlformats.org/officeDocument/2006/relationships/customXml" Target="../ink/ink204.xml"/><Relationship Id="rId131" Type="http://schemas.openxmlformats.org/officeDocument/2006/relationships/image" Target="../media/image221.png"/><Relationship Id="rId327" Type="http://schemas.openxmlformats.org/officeDocument/2006/relationships/customXml" Target="../ink/ink314.xml"/><Relationship Id="rId152" Type="http://schemas.openxmlformats.org/officeDocument/2006/relationships/image" Target="../media/image230.png"/><Relationship Id="rId173" Type="http://schemas.openxmlformats.org/officeDocument/2006/relationships/customXml" Target="../ink/ink237.xml"/><Relationship Id="rId194" Type="http://schemas.openxmlformats.org/officeDocument/2006/relationships/image" Target="../media/image251.png"/><Relationship Id="rId208" Type="http://schemas.openxmlformats.org/officeDocument/2006/relationships/image" Target="../media/image258.png"/><Relationship Id="rId229" Type="http://schemas.openxmlformats.org/officeDocument/2006/relationships/customXml" Target="../ink/ink265.xml"/><Relationship Id="rId240" Type="http://schemas.openxmlformats.org/officeDocument/2006/relationships/image" Target="../media/image274.png"/><Relationship Id="rId261" Type="http://schemas.openxmlformats.org/officeDocument/2006/relationships/customXml" Target="../ink/ink281.xml"/><Relationship Id="rId14" Type="http://schemas.openxmlformats.org/officeDocument/2006/relationships/customXml" Target="../ink/ink156.xml"/><Relationship Id="rId35" Type="http://schemas.openxmlformats.org/officeDocument/2006/relationships/image" Target="../media/image173.png"/><Relationship Id="rId56" Type="http://schemas.openxmlformats.org/officeDocument/2006/relationships/customXml" Target="../ink/ink177.xml"/><Relationship Id="rId77" Type="http://schemas.openxmlformats.org/officeDocument/2006/relationships/image" Target="../media/image194.png"/><Relationship Id="rId100" Type="http://schemas.openxmlformats.org/officeDocument/2006/relationships/customXml" Target="../ink/ink199.xml"/><Relationship Id="rId282" Type="http://schemas.openxmlformats.org/officeDocument/2006/relationships/image" Target="../media/image295.png"/><Relationship Id="rId317" Type="http://schemas.openxmlformats.org/officeDocument/2006/relationships/customXml" Target="../ink/ink309.xml"/><Relationship Id="rId8" Type="http://schemas.openxmlformats.org/officeDocument/2006/relationships/customXml" Target="../ink/ink153.xml"/><Relationship Id="rId98" Type="http://schemas.openxmlformats.org/officeDocument/2006/relationships/customXml" Target="../ink/ink198.xml"/><Relationship Id="rId121" Type="http://schemas.openxmlformats.org/officeDocument/2006/relationships/image" Target="../media/image216.png"/><Relationship Id="rId142" Type="http://schemas.openxmlformats.org/officeDocument/2006/relationships/image" Target="../media/image226.png"/><Relationship Id="rId163" Type="http://schemas.openxmlformats.org/officeDocument/2006/relationships/customXml" Target="../ink/ink232.xml"/><Relationship Id="rId184" Type="http://schemas.openxmlformats.org/officeDocument/2006/relationships/image" Target="../media/image246.png"/><Relationship Id="rId219" Type="http://schemas.openxmlformats.org/officeDocument/2006/relationships/customXml" Target="../ink/ink260.xml"/><Relationship Id="rId230" Type="http://schemas.openxmlformats.org/officeDocument/2006/relationships/image" Target="../media/image269.png"/><Relationship Id="rId251" Type="http://schemas.openxmlformats.org/officeDocument/2006/relationships/customXml" Target="../ink/ink276.xml"/><Relationship Id="rId25" Type="http://schemas.openxmlformats.org/officeDocument/2006/relationships/image" Target="../media/image168.png"/><Relationship Id="rId46" Type="http://schemas.openxmlformats.org/officeDocument/2006/relationships/customXml" Target="../ink/ink172.xml"/><Relationship Id="rId67" Type="http://schemas.openxmlformats.org/officeDocument/2006/relationships/image" Target="../media/image189.png"/><Relationship Id="rId272" Type="http://schemas.openxmlformats.org/officeDocument/2006/relationships/image" Target="../media/image290.png"/><Relationship Id="rId293" Type="http://schemas.openxmlformats.org/officeDocument/2006/relationships/customXml" Target="../ink/ink297.xml"/><Relationship Id="rId307" Type="http://schemas.openxmlformats.org/officeDocument/2006/relationships/customXml" Target="../ink/ink304.xml"/><Relationship Id="rId328" Type="http://schemas.openxmlformats.org/officeDocument/2006/relationships/image" Target="../media/image318.png"/><Relationship Id="rId88" Type="http://schemas.openxmlformats.org/officeDocument/2006/relationships/customXml" Target="../ink/ink193.xml"/><Relationship Id="rId111" Type="http://schemas.openxmlformats.org/officeDocument/2006/relationships/image" Target="../media/image211.png"/><Relationship Id="rId132" Type="http://schemas.openxmlformats.org/officeDocument/2006/relationships/customXml" Target="../ink/ink215.xml"/><Relationship Id="rId153" Type="http://schemas.openxmlformats.org/officeDocument/2006/relationships/customXml" Target="../ink/ink227.xml"/><Relationship Id="rId174" Type="http://schemas.openxmlformats.org/officeDocument/2006/relationships/image" Target="../media/image241.png"/><Relationship Id="rId195" Type="http://schemas.openxmlformats.org/officeDocument/2006/relationships/customXml" Target="../ink/ink248.xml"/><Relationship Id="rId209" Type="http://schemas.openxmlformats.org/officeDocument/2006/relationships/customXml" Target="../ink/ink255.xml"/><Relationship Id="rId220" Type="http://schemas.openxmlformats.org/officeDocument/2006/relationships/image" Target="../media/image264.png"/><Relationship Id="rId241" Type="http://schemas.openxmlformats.org/officeDocument/2006/relationships/customXml" Target="../ink/ink271.xml"/><Relationship Id="rId15" Type="http://schemas.openxmlformats.org/officeDocument/2006/relationships/image" Target="../media/image163.png"/><Relationship Id="rId36" Type="http://schemas.openxmlformats.org/officeDocument/2006/relationships/customXml" Target="../ink/ink167.xml"/><Relationship Id="rId57" Type="http://schemas.openxmlformats.org/officeDocument/2006/relationships/image" Target="../media/image184.png"/><Relationship Id="rId262" Type="http://schemas.openxmlformats.org/officeDocument/2006/relationships/image" Target="../media/image285.png"/><Relationship Id="rId283" Type="http://schemas.openxmlformats.org/officeDocument/2006/relationships/customXml" Target="../ink/ink292.xml"/><Relationship Id="rId318" Type="http://schemas.openxmlformats.org/officeDocument/2006/relationships/image" Target="../media/image313.png"/><Relationship Id="rId78" Type="http://schemas.openxmlformats.org/officeDocument/2006/relationships/customXml" Target="../ink/ink188.xml"/><Relationship Id="rId99" Type="http://schemas.openxmlformats.org/officeDocument/2006/relationships/image" Target="../media/image205.png"/><Relationship Id="rId101" Type="http://schemas.openxmlformats.org/officeDocument/2006/relationships/image" Target="../media/image206.png"/><Relationship Id="rId122" Type="http://schemas.openxmlformats.org/officeDocument/2006/relationships/customXml" Target="../ink/ink210.xml"/><Relationship Id="rId143" Type="http://schemas.openxmlformats.org/officeDocument/2006/relationships/customXml" Target="../ink/ink221.xml"/><Relationship Id="rId164" Type="http://schemas.openxmlformats.org/officeDocument/2006/relationships/image" Target="../media/image236.png"/><Relationship Id="rId185" Type="http://schemas.openxmlformats.org/officeDocument/2006/relationships/customXml" Target="../ink/ink243.xml"/><Relationship Id="rId9" Type="http://schemas.openxmlformats.org/officeDocument/2006/relationships/image" Target="../media/image160.png"/><Relationship Id="rId210" Type="http://schemas.openxmlformats.org/officeDocument/2006/relationships/image" Target="../media/image259.png"/><Relationship Id="rId26" Type="http://schemas.openxmlformats.org/officeDocument/2006/relationships/customXml" Target="../ink/ink162.xml"/><Relationship Id="rId231" Type="http://schemas.openxmlformats.org/officeDocument/2006/relationships/customXml" Target="../ink/ink266.xml"/><Relationship Id="rId252" Type="http://schemas.openxmlformats.org/officeDocument/2006/relationships/image" Target="../media/image280.png"/><Relationship Id="rId273" Type="http://schemas.openxmlformats.org/officeDocument/2006/relationships/customXml" Target="../ink/ink287.xml"/><Relationship Id="rId294" Type="http://schemas.openxmlformats.org/officeDocument/2006/relationships/image" Target="../media/image301.png"/><Relationship Id="rId308" Type="http://schemas.openxmlformats.org/officeDocument/2006/relationships/image" Target="../media/image308.png"/><Relationship Id="rId47" Type="http://schemas.openxmlformats.org/officeDocument/2006/relationships/image" Target="../media/image179.png"/><Relationship Id="rId68" Type="http://schemas.openxmlformats.org/officeDocument/2006/relationships/customXml" Target="../ink/ink183.xml"/><Relationship Id="rId89" Type="http://schemas.openxmlformats.org/officeDocument/2006/relationships/image" Target="../media/image200.png"/><Relationship Id="rId112" Type="http://schemas.openxmlformats.org/officeDocument/2006/relationships/customXml" Target="../ink/ink205.xml"/><Relationship Id="rId133" Type="http://schemas.openxmlformats.org/officeDocument/2006/relationships/image" Target="../media/image222.png"/><Relationship Id="rId154" Type="http://schemas.openxmlformats.org/officeDocument/2006/relationships/image" Target="../media/image231.png"/><Relationship Id="rId175" Type="http://schemas.openxmlformats.org/officeDocument/2006/relationships/customXml" Target="../ink/ink238.xml"/><Relationship Id="rId196" Type="http://schemas.openxmlformats.org/officeDocument/2006/relationships/image" Target="../media/image252.png"/><Relationship Id="rId200" Type="http://schemas.openxmlformats.org/officeDocument/2006/relationships/image" Target="../media/image254.png"/><Relationship Id="rId16" Type="http://schemas.openxmlformats.org/officeDocument/2006/relationships/customXml" Target="../ink/ink157.xml"/><Relationship Id="rId221" Type="http://schemas.openxmlformats.org/officeDocument/2006/relationships/customXml" Target="../ink/ink261.xml"/><Relationship Id="rId242" Type="http://schemas.openxmlformats.org/officeDocument/2006/relationships/image" Target="../media/image275.png"/><Relationship Id="rId263" Type="http://schemas.openxmlformats.org/officeDocument/2006/relationships/customXml" Target="../ink/ink282.xml"/><Relationship Id="rId284" Type="http://schemas.openxmlformats.org/officeDocument/2006/relationships/image" Target="../media/image296.png"/><Relationship Id="rId319" Type="http://schemas.openxmlformats.org/officeDocument/2006/relationships/customXml" Target="../ink/ink310.xml"/><Relationship Id="rId37" Type="http://schemas.openxmlformats.org/officeDocument/2006/relationships/image" Target="../media/image174.png"/><Relationship Id="rId58" Type="http://schemas.openxmlformats.org/officeDocument/2006/relationships/customXml" Target="../ink/ink178.xml"/><Relationship Id="rId79" Type="http://schemas.openxmlformats.org/officeDocument/2006/relationships/image" Target="../media/image195.png"/><Relationship Id="rId102" Type="http://schemas.openxmlformats.org/officeDocument/2006/relationships/customXml" Target="../ink/ink200.xml"/><Relationship Id="rId123" Type="http://schemas.openxmlformats.org/officeDocument/2006/relationships/image" Target="../media/image217.png"/><Relationship Id="rId144" Type="http://schemas.openxmlformats.org/officeDocument/2006/relationships/customXml" Target="../ink/ink222.xml"/><Relationship Id="rId90" Type="http://schemas.openxmlformats.org/officeDocument/2006/relationships/customXml" Target="../ink/ink194.xml"/><Relationship Id="rId165" Type="http://schemas.openxmlformats.org/officeDocument/2006/relationships/customXml" Target="../ink/ink233.xml"/><Relationship Id="rId186" Type="http://schemas.openxmlformats.org/officeDocument/2006/relationships/image" Target="../media/image247.png"/><Relationship Id="rId211" Type="http://schemas.openxmlformats.org/officeDocument/2006/relationships/customXml" Target="../ink/ink256.xml"/><Relationship Id="rId232" Type="http://schemas.openxmlformats.org/officeDocument/2006/relationships/image" Target="../media/image270.png"/><Relationship Id="rId253" Type="http://schemas.openxmlformats.org/officeDocument/2006/relationships/customXml" Target="../ink/ink277.xml"/><Relationship Id="rId274" Type="http://schemas.openxmlformats.org/officeDocument/2006/relationships/image" Target="../media/image291.png"/><Relationship Id="rId295" Type="http://schemas.openxmlformats.org/officeDocument/2006/relationships/customXml" Target="../ink/ink298.xml"/><Relationship Id="rId309" Type="http://schemas.openxmlformats.org/officeDocument/2006/relationships/customXml" Target="../ink/ink305.xml"/><Relationship Id="rId27" Type="http://schemas.openxmlformats.org/officeDocument/2006/relationships/image" Target="../media/image169.png"/><Relationship Id="rId48" Type="http://schemas.openxmlformats.org/officeDocument/2006/relationships/customXml" Target="../ink/ink173.xml"/><Relationship Id="rId69" Type="http://schemas.openxmlformats.org/officeDocument/2006/relationships/image" Target="../media/image190.png"/><Relationship Id="rId113" Type="http://schemas.openxmlformats.org/officeDocument/2006/relationships/image" Target="../media/image212.png"/><Relationship Id="rId134" Type="http://schemas.openxmlformats.org/officeDocument/2006/relationships/customXml" Target="../ink/ink216.xml"/><Relationship Id="rId320" Type="http://schemas.openxmlformats.org/officeDocument/2006/relationships/image" Target="../media/image314.png"/><Relationship Id="rId80" Type="http://schemas.openxmlformats.org/officeDocument/2006/relationships/customXml" Target="../ink/ink189.xml"/><Relationship Id="rId155" Type="http://schemas.openxmlformats.org/officeDocument/2006/relationships/customXml" Target="../ink/ink228.xml"/><Relationship Id="rId176" Type="http://schemas.openxmlformats.org/officeDocument/2006/relationships/image" Target="../media/image242.png"/><Relationship Id="rId197" Type="http://schemas.openxmlformats.org/officeDocument/2006/relationships/customXml" Target="../ink/ink249.xml"/><Relationship Id="rId201" Type="http://schemas.openxmlformats.org/officeDocument/2006/relationships/customXml" Target="../ink/ink251.xml"/><Relationship Id="rId222" Type="http://schemas.openxmlformats.org/officeDocument/2006/relationships/image" Target="../media/image265.png"/><Relationship Id="rId243" Type="http://schemas.openxmlformats.org/officeDocument/2006/relationships/customXml" Target="../ink/ink272.xml"/><Relationship Id="rId264" Type="http://schemas.openxmlformats.org/officeDocument/2006/relationships/image" Target="../media/image286.png"/><Relationship Id="rId285" Type="http://schemas.openxmlformats.org/officeDocument/2006/relationships/customXml" Target="../ink/ink293.xml"/><Relationship Id="rId17" Type="http://schemas.openxmlformats.org/officeDocument/2006/relationships/image" Target="../media/image164.png"/><Relationship Id="rId38" Type="http://schemas.openxmlformats.org/officeDocument/2006/relationships/customXml" Target="../ink/ink168.xml"/><Relationship Id="rId59" Type="http://schemas.openxmlformats.org/officeDocument/2006/relationships/image" Target="../media/image185.png"/><Relationship Id="rId103" Type="http://schemas.openxmlformats.org/officeDocument/2006/relationships/image" Target="../media/image207.png"/><Relationship Id="rId124" Type="http://schemas.openxmlformats.org/officeDocument/2006/relationships/customXml" Target="../ink/ink211.xml"/><Relationship Id="rId310" Type="http://schemas.openxmlformats.org/officeDocument/2006/relationships/image" Target="../media/image309.png"/><Relationship Id="rId70" Type="http://schemas.openxmlformats.org/officeDocument/2006/relationships/customXml" Target="../ink/ink184.xml"/><Relationship Id="rId91" Type="http://schemas.openxmlformats.org/officeDocument/2006/relationships/image" Target="../media/image201.png"/><Relationship Id="rId145" Type="http://schemas.openxmlformats.org/officeDocument/2006/relationships/customXml" Target="../ink/ink223.xml"/><Relationship Id="rId166" Type="http://schemas.openxmlformats.org/officeDocument/2006/relationships/image" Target="../media/image237.png"/><Relationship Id="rId187" Type="http://schemas.openxmlformats.org/officeDocument/2006/relationships/customXml" Target="../ink/ink244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260.png"/><Relationship Id="rId233" Type="http://schemas.openxmlformats.org/officeDocument/2006/relationships/customXml" Target="../ink/ink267.xml"/><Relationship Id="rId254" Type="http://schemas.openxmlformats.org/officeDocument/2006/relationships/image" Target="../media/image281.png"/><Relationship Id="rId28" Type="http://schemas.openxmlformats.org/officeDocument/2006/relationships/customXml" Target="../ink/ink163.xml"/><Relationship Id="rId49" Type="http://schemas.openxmlformats.org/officeDocument/2006/relationships/image" Target="../media/image180.png"/><Relationship Id="rId114" Type="http://schemas.openxmlformats.org/officeDocument/2006/relationships/customXml" Target="../ink/ink206.xml"/><Relationship Id="rId275" Type="http://schemas.openxmlformats.org/officeDocument/2006/relationships/customXml" Target="../ink/ink288.xml"/><Relationship Id="rId296" Type="http://schemas.openxmlformats.org/officeDocument/2006/relationships/image" Target="../media/image302.png"/><Relationship Id="rId300" Type="http://schemas.openxmlformats.org/officeDocument/2006/relationships/image" Target="../media/image304.png"/><Relationship Id="rId60" Type="http://schemas.openxmlformats.org/officeDocument/2006/relationships/customXml" Target="../ink/ink179.xml"/><Relationship Id="rId81" Type="http://schemas.openxmlformats.org/officeDocument/2006/relationships/image" Target="../media/image196.png"/><Relationship Id="rId135" Type="http://schemas.openxmlformats.org/officeDocument/2006/relationships/image" Target="../media/image223.png"/><Relationship Id="rId156" Type="http://schemas.openxmlformats.org/officeDocument/2006/relationships/image" Target="../media/image232.png"/><Relationship Id="rId177" Type="http://schemas.openxmlformats.org/officeDocument/2006/relationships/customXml" Target="../ink/ink239.xml"/><Relationship Id="rId198" Type="http://schemas.openxmlformats.org/officeDocument/2006/relationships/image" Target="../media/image253.png"/><Relationship Id="rId321" Type="http://schemas.openxmlformats.org/officeDocument/2006/relationships/customXml" Target="../ink/ink311.xml"/><Relationship Id="rId202" Type="http://schemas.openxmlformats.org/officeDocument/2006/relationships/image" Target="../media/image255.png"/><Relationship Id="rId223" Type="http://schemas.openxmlformats.org/officeDocument/2006/relationships/customXml" Target="../ink/ink262.xml"/><Relationship Id="rId244" Type="http://schemas.openxmlformats.org/officeDocument/2006/relationships/image" Target="../media/image276.png"/><Relationship Id="rId18" Type="http://schemas.openxmlformats.org/officeDocument/2006/relationships/customXml" Target="../ink/ink158.xml"/><Relationship Id="rId39" Type="http://schemas.openxmlformats.org/officeDocument/2006/relationships/image" Target="../media/image175.png"/><Relationship Id="rId265" Type="http://schemas.openxmlformats.org/officeDocument/2006/relationships/customXml" Target="../ink/ink283.xml"/><Relationship Id="rId286" Type="http://schemas.openxmlformats.org/officeDocument/2006/relationships/image" Target="../media/image297.png"/><Relationship Id="rId50" Type="http://schemas.openxmlformats.org/officeDocument/2006/relationships/customXml" Target="../ink/ink174.xml"/><Relationship Id="rId104" Type="http://schemas.openxmlformats.org/officeDocument/2006/relationships/customXml" Target="../ink/ink201.xml"/><Relationship Id="rId125" Type="http://schemas.openxmlformats.org/officeDocument/2006/relationships/image" Target="../media/image218.png"/><Relationship Id="rId146" Type="http://schemas.openxmlformats.org/officeDocument/2006/relationships/image" Target="../media/image227.png"/><Relationship Id="rId167" Type="http://schemas.openxmlformats.org/officeDocument/2006/relationships/customXml" Target="../ink/ink234.xml"/><Relationship Id="rId188" Type="http://schemas.openxmlformats.org/officeDocument/2006/relationships/image" Target="../media/image248.png"/><Relationship Id="rId311" Type="http://schemas.openxmlformats.org/officeDocument/2006/relationships/customXml" Target="../ink/ink306.xml"/><Relationship Id="rId71" Type="http://schemas.openxmlformats.org/officeDocument/2006/relationships/image" Target="../media/image191.png"/><Relationship Id="rId92" Type="http://schemas.openxmlformats.org/officeDocument/2006/relationships/customXml" Target="../ink/ink195.xml"/><Relationship Id="rId213" Type="http://schemas.openxmlformats.org/officeDocument/2006/relationships/customXml" Target="../ink/ink257.xml"/><Relationship Id="rId234" Type="http://schemas.openxmlformats.org/officeDocument/2006/relationships/image" Target="../media/image271.png"/><Relationship Id="rId2" Type="http://schemas.openxmlformats.org/officeDocument/2006/relationships/image" Target="../media/image3.png"/><Relationship Id="rId29" Type="http://schemas.openxmlformats.org/officeDocument/2006/relationships/image" Target="../media/image170.png"/><Relationship Id="rId255" Type="http://schemas.openxmlformats.org/officeDocument/2006/relationships/customXml" Target="../ink/ink278.xml"/><Relationship Id="rId276" Type="http://schemas.openxmlformats.org/officeDocument/2006/relationships/image" Target="../media/image292.png"/><Relationship Id="rId297" Type="http://schemas.openxmlformats.org/officeDocument/2006/relationships/customXml" Target="../ink/ink299.xml"/><Relationship Id="rId40" Type="http://schemas.openxmlformats.org/officeDocument/2006/relationships/customXml" Target="../ink/ink169.xml"/><Relationship Id="rId115" Type="http://schemas.openxmlformats.org/officeDocument/2006/relationships/image" Target="../media/image213.png"/><Relationship Id="rId136" Type="http://schemas.openxmlformats.org/officeDocument/2006/relationships/customXml" Target="../ink/ink217.xml"/><Relationship Id="rId157" Type="http://schemas.openxmlformats.org/officeDocument/2006/relationships/customXml" Target="../ink/ink229.xml"/><Relationship Id="rId178" Type="http://schemas.openxmlformats.org/officeDocument/2006/relationships/image" Target="../media/image243.png"/><Relationship Id="rId301" Type="http://schemas.openxmlformats.org/officeDocument/2006/relationships/customXml" Target="../ink/ink301.xml"/><Relationship Id="rId322" Type="http://schemas.openxmlformats.org/officeDocument/2006/relationships/image" Target="../media/image315.png"/><Relationship Id="rId61" Type="http://schemas.openxmlformats.org/officeDocument/2006/relationships/image" Target="../media/image186.png"/><Relationship Id="rId82" Type="http://schemas.openxmlformats.org/officeDocument/2006/relationships/customXml" Target="../ink/ink190.xml"/><Relationship Id="rId199" Type="http://schemas.openxmlformats.org/officeDocument/2006/relationships/customXml" Target="../ink/ink250.xml"/><Relationship Id="rId203" Type="http://schemas.openxmlformats.org/officeDocument/2006/relationships/customXml" Target="../ink/ink252.xml"/><Relationship Id="rId19" Type="http://schemas.openxmlformats.org/officeDocument/2006/relationships/image" Target="../media/image165.png"/><Relationship Id="rId224" Type="http://schemas.openxmlformats.org/officeDocument/2006/relationships/image" Target="../media/image266.png"/><Relationship Id="rId245" Type="http://schemas.openxmlformats.org/officeDocument/2006/relationships/customXml" Target="../ink/ink273.xml"/><Relationship Id="rId266" Type="http://schemas.openxmlformats.org/officeDocument/2006/relationships/image" Target="../media/image287.png"/><Relationship Id="rId287" Type="http://schemas.openxmlformats.org/officeDocument/2006/relationships/customXml" Target="../ink/ink294.xml"/><Relationship Id="rId30" Type="http://schemas.openxmlformats.org/officeDocument/2006/relationships/customXml" Target="../ink/ink164.xml"/><Relationship Id="rId105" Type="http://schemas.openxmlformats.org/officeDocument/2006/relationships/image" Target="../media/image208.png"/><Relationship Id="rId126" Type="http://schemas.openxmlformats.org/officeDocument/2006/relationships/customXml" Target="../ink/ink212.xml"/><Relationship Id="rId147" Type="http://schemas.openxmlformats.org/officeDocument/2006/relationships/customXml" Target="../ink/ink224.xml"/><Relationship Id="rId168" Type="http://schemas.openxmlformats.org/officeDocument/2006/relationships/image" Target="../media/image238.png"/><Relationship Id="rId312" Type="http://schemas.openxmlformats.org/officeDocument/2006/relationships/image" Target="../media/image310.png"/><Relationship Id="rId51" Type="http://schemas.openxmlformats.org/officeDocument/2006/relationships/image" Target="../media/image181.png"/><Relationship Id="rId72" Type="http://schemas.openxmlformats.org/officeDocument/2006/relationships/customXml" Target="../ink/ink185.xml"/><Relationship Id="rId93" Type="http://schemas.openxmlformats.org/officeDocument/2006/relationships/image" Target="../media/image202.png"/><Relationship Id="rId189" Type="http://schemas.openxmlformats.org/officeDocument/2006/relationships/customXml" Target="../ink/ink245.xml"/><Relationship Id="rId3" Type="http://schemas.openxmlformats.org/officeDocument/2006/relationships/image" Target="../media/image4.jpeg"/><Relationship Id="rId214" Type="http://schemas.openxmlformats.org/officeDocument/2006/relationships/image" Target="../media/image261.png"/><Relationship Id="rId235" Type="http://schemas.openxmlformats.org/officeDocument/2006/relationships/customXml" Target="../ink/ink268.xml"/><Relationship Id="rId256" Type="http://schemas.openxmlformats.org/officeDocument/2006/relationships/image" Target="../media/image282.png"/><Relationship Id="rId277" Type="http://schemas.openxmlformats.org/officeDocument/2006/relationships/customXml" Target="../ink/ink289.xml"/><Relationship Id="rId298" Type="http://schemas.openxmlformats.org/officeDocument/2006/relationships/image" Target="../media/image303.png"/><Relationship Id="rId116" Type="http://schemas.openxmlformats.org/officeDocument/2006/relationships/customXml" Target="../ink/ink207.xml"/><Relationship Id="rId137" Type="http://schemas.openxmlformats.org/officeDocument/2006/relationships/image" Target="../media/image224.png"/><Relationship Id="rId158" Type="http://schemas.openxmlformats.org/officeDocument/2006/relationships/image" Target="../media/image233.png"/><Relationship Id="rId302" Type="http://schemas.openxmlformats.org/officeDocument/2006/relationships/image" Target="../media/image305.png"/><Relationship Id="rId323" Type="http://schemas.openxmlformats.org/officeDocument/2006/relationships/customXml" Target="../ink/ink312.xml"/><Relationship Id="rId20" Type="http://schemas.openxmlformats.org/officeDocument/2006/relationships/customXml" Target="../ink/ink159.xml"/><Relationship Id="rId41" Type="http://schemas.openxmlformats.org/officeDocument/2006/relationships/image" Target="../media/image176.png"/><Relationship Id="rId62" Type="http://schemas.openxmlformats.org/officeDocument/2006/relationships/customXml" Target="../ink/ink180.xml"/><Relationship Id="rId83" Type="http://schemas.openxmlformats.org/officeDocument/2006/relationships/image" Target="../media/image197.png"/><Relationship Id="rId179" Type="http://schemas.openxmlformats.org/officeDocument/2006/relationships/customXml" Target="../ink/ink240.xml"/><Relationship Id="rId190" Type="http://schemas.openxmlformats.org/officeDocument/2006/relationships/image" Target="../media/image249.png"/><Relationship Id="rId204" Type="http://schemas.openxmlformats.org/officeDocument/2006/relationships/image" Target="../media/image256.png"/><Relationship Id="rId225" Type="http://schemas.openxmlformats.org/officeDocument/2006/relationships/customXml" Target="../ink/ink263.xml"/><Relationship Id="rId246" Type="http://schemas.openxmlformats.org/officeDocument/2006/relationships/image" Target="../media/image277.png"/><Relationship Id="rId267" Type="http://schemas.openxmlformats.org/officeDocument/2006/relationships/customXml" Target="../ink/ink284.xml"/><Relationship Id="rId288" Type="http://schemas.openxmlformats.org/officeDocument/2006/relationships/image" Target="../media/image298.png"/><Relationship Id="rId106" Type="http://schemas.openxmlformats.org/officeDocument/2006/relationships/customXml" Target="../ink/ink202.xml"/><Relationship Id="rId127" Type="http://schemas.openxmlformats.org/officeDocument/2006/relationships/image" Target="../media/image219.png"/><Relationship Id="rId313" Type="http://schemas.openxmlformats.org/officeDocument/2006/relationships/customXml" Target="../ink/ink307.xml"/><Relationship Id="rId10" Type="http://schemas.openxmlformats.org/officeDocument/2006/relationships/customXml" Target="../ink/ink154.xml"/><Relationship Id="rId31" Type="http://schemas.openxmlformats.org/officeDocument/2006/relationships/image" Target="../media/image171.png"/><Relationship Id="rId52" Type="http://schemas.openxmlformats.org/officeDocument/2006/relationships/customXml" Target="../ink/ink175.xml"/><Relationship Id="rId73" Type="http://schemas.openxmlformats.org/officeDocument/2006/relationships/image" Target="../media/image192.png"/><Relationship Id="rId94" Type="http://schemas.openxmlformats.org/officeDocument/2006/relationships/customXml" Target="../ink/ink196.xml"/><Relationship Id="rId148" Type="http://schemas.openxmlformats.org/officeDocument/2006/relationships/image" Target="../media/image228.png"/><Relationship Id="rId169" Type="http://schemas.openxmlformats.org/officeDocument/2006/relationships/customXml" Target="../ink/ink235.xml"/><Relationship Id="rId4" Type="http://schemas.openxmlformats.org/officeDocument/2006/relationships/customXml" Target="../ink/ink151.xml"/><Relationship Id="rId180" Type="http://schemas.openxmlformats.org/officeDocument/2006/relationships/image" Target="../media/image244.png"/><Relationship Id="rId215" Type="http://schemas.openxmlformats.org/officeDocument/2006/relationships/customXml" Target="../ink/ink258.xml"/><Relationship Id="rId236" Type="http://schemas.openxmlformats.org/officeDocument/2006/relationships/image" Target="../media/image272.png"/><Relationship Id="rId257" Type="http://schemas.openxmlformats.org/officeDocument/2006/relationships/customXml" Target="../ink/ink279.xml"/><Relationship Id="rId278" Type="http://schemas.openxmlformats.org/officeDocument/2006/relationships/image" Target="../media/image293.png"/><Relationship Id="rId303" Type="http://schemas.openxmlformats.org/officeDocument/2006/relationships/customXml" Target="../ink/ink302.xml"/><Relationship Id="rId42" Type="http://schemas.openxmlformats.org/officeDocument/2006/relationships/customXml" Target="../ink/ink170.xml"/><Relationship Id="rId84" Type="http://schemas.openxmlformats.org/officeDocument/2006/relationships/customXml" Target="../ink/ink191.xml"/><Relationship Id="rId138" Type="http://schemas.openxmlformats.org/officeDocument/2006/relationships/customXml" Target="../ink/ink218.xml"/><Relationship Id="rId191" Type="http://schemas.openxmlformats.org/officeDocument/2006/relationships/customXml" Target="../ink/ink246.xml"/><Relationship Id="rId205" Type="http://schemas.openxmlformats.org/officeDocument/2006/relationships/customXml" Target="../ink/ink253.xml"/><Relationship Id="rId247" Type="http://schemas.openxmlformats.org/officeDocument/2006/relationships/customXml" Target="../ink/ink274.xml"/><Relationship Id="rId107" Type="http://schemas.openxmlformats.org/officeDocument/2006/relationships/image" Target="../media/image209.png"/><Relationship Id="rId289" Type="http://schemas.openxmlformats.org/officeDocument/2006/relationships/customXml" Target="../ink/ink295.xml"/><Relationship Id="rId11" Type="http://schemas.openxmlformats.org/officeDocument/2006/relationships/image" Target="../media/image161.png"/><Relationship Id="rId53" Type="http://schemas.openxmlformats.org/officeDocument/2006/relationships/image" Target="../media/image182.png"/><Relationship Id="rId149" Type="http://schemas.openxmlformats.org/officeDocument/2006/relationships/customXml" Target="../ink/ink225.xml"/><Relationship Id="rId314" Type="http://schemas.openxmlformats.org/officeDocument/2006/relationships/image" Target="../media/image311.png"/><Relationship Id="rId95" Type="http://schemas.openxmlformats.org/officeDocument/2006/relationships/image" Target="../media/image203.png"/><Relationship Id="rId160" Type="http://schemas.openxmlformats.org/officeDocument/2006/relationships/image" Target="../media/image234.png"/><Relationship Id="rId216" Type="http://schemas.openxmlformats.org/officeDocument/2006/relationships/image" Target="../media/image262.png"/><Relationship Id="rId258" Type="http://schemas.openxmlformats.org/officeDocument/2006/relationships/image" Target="../media/image283.png"/><Relationship Id="rId22" Type="http://schemas.openxmlformats.org/officeDocument/2006/relationships/customXml" Target="../ink/ink160.xml"/><Relationship Id="rId64" Type="http://schemas.openxmlformats.org/officeDocument/2006/relationships/customXml" Target="../ink/ink181.xml"/><Relationship Id="rId118" Type="http://schemas.openxmlformats.org/officeDocument/2006/relationships/customXml" Target="../ink/ink208.xml"/><Relationship Id="rId325" Type="http://schemas.openxmlformats.org/officeDocument/2006/relationships/customXml" Target="../ink/ink313.xml"/><Relationship Id="rId171" Type="http://schemas.openxmlformats.org/officeDocument/2006/relationships/customXml" Target="../ink/ink236.xml"/><Relationship Id="rId227" Type="http://schemas.openxmlformats.org/officeDocument/2006/relationships/customXml" Target="../ink/ink264.xml"/><Relationship Id="rId269" Type="http://schemas.openxmlformats.org/officeDocument/2006/relationships/customXml" Target="../ink/ink285.xml"/><Relationship Id="rId33" Type="http://schemas.openxmlformats.org/officeDocument/2006/relationships/image" Target="../media/image172.png"/><Relationship Id="rId129" Type="http://schemas.openxmlformats.org/officeDocument/2006/relationships/image" Target="../media/image220.png"/><Relationship Id="rId280" Type="http://schemas.openxmlformats.org/officeDocument/2006/relationships/image" Target="../media/image294.png"/><Relationship Id="rId75" Type="http://schemas.openxmlformats.org/officeDocument/2006/relationships/image" Target="../media/image193.png"/><Relationship Id="rId140" Type="http://schemas.openxmlformats.org/officeDocument/2006/relationships/image" Target="../media/image225.png"/><Relationship Id="rId182" Type="http://schemas.openxmlformats.org/officeDocument/2006/relationships/image" Target="../media/image245.png"/><Relationship Id="rId6" Type="http://schemas.openxmlformats.org/officeDocument/2006/relationships/customXml" Target="../ink/ink152.xml"/><Relationship Id="rId238" Type="http://schemas.openxmlformats.org/officeDocument/2006/relationships/image" Target="../media/image273.png"/><Relationship Id="rId291" Type="http://schemas.openxmlformats.org/officeDocument/2006/relationships/customXml" Target="../ink/ink296.xml"/><Relationship Id="rId305" Type="http://schemas.openxmlformats.org/officeDocument/2006/relationships/customXml" Target="../ink/ink303.xml"/><Relationship Id="rId44" Type="http://schemas.openxmlformats.org/officeDocument/2006/relationships/customXml" Target="../ink/ink171.xml"/><Relationship Id="rId86" Type="http://schemas.openxmlformats.org/officeDocument/2006/relationships/customXml" Target="../ink/ink192.xml"/><Relationship Id="rId151" Type="http://schemas.openxmlformats.org/officeDocument/2006/relationships/customXml" Target="../ink/ink226.xml"/><Relationship Id="rId193" Type="http://schemas.openxmlformats.org/officeDocument/2006/relationships/customXml" Target="../ink/ink247.xml"/><Relationship Id="rId207" Type="http://schemas.openxmlformats.org/officeDocument/2006/relationships/customXml" Target="../ink/ink254.xml"/><Relationship Id="rId249" Type="http://schemas.openxmlformats.org/officeDocument/2006/relationships/customXml" Target="../ink/ink275.xml"/><Relationship Id="rId13" Type="http://schemas.openxmlformats.org/officeDocument/2006/relationships/image" Target="../media/image162.png"/><Relationship Id="rId109" Type="http://schemas.openxmlformats.org/officeDocument/2006/relationships/image" Target="../media/image210.png"/><Relationship Id="rId260" Type="http://schemas.openxmlformats.org/officeDocument/2006/relationships/image" Target="../media/image284.png"/><Relationship Id="rId316" Type="http://schemas.openxmlformats.org/officeDocument/2006/relationships/image" Target="../media/image312.png"/><Relationship Id="rId55" Type="http://schemas.openxmlformats.org/officeDocument/2006/relationships/image" Target="../media/image183.png"/><Relationship Id="rId97" Type="http://schemas.openxmlformats.org/officeDocument/2006/relationships/image" Target="../media/image204.png"/><Relationship Id="rId120" Type="http://schemas.openxmlformats.org/officeDocument/2006/relationships/customXml" Target="../ink/ink20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5" Type="http://schemas.openxmlformats.org/officeDocument/2006/relationships/customXml" Target="../ink/ink315.xml"/><Relationship Id="rId4" Type="http://schemas.openxmlformats.org/officeDocument/2006/relationships/image" Target="../media/image3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20.xml"/><Relationship Id="rId18" Type="http://schemas.openxmlformats.org/officeDocument/2006/relationships/image" Target="../media/image328.png"/><Relationship Id="rId26" Type="http://schemas.openxmlformats.org/officeDocument/2006/relationships/image" Target="../media/image332.png"/><Relationship Id="rId21" Type="http://schemas.openxmlformats.org/officeDocument/2006/relationships/customXml" Target="../ink/ink324.xml"/><Relationship Id="rId34" Type="http://schemas.openxmlformats.org/officeDocument/2006/relationships/image" Target="../media/image336.png"/><Relationship Id="rId7" Type="http://schemas.openxmlformats.org/officeDocument/2006/relationships/customXml" Target="../ink/ink317.xml"/><Relationship Id="rId12" Type="http://schemas.openxmlformats.org/officeDocument/2006/relationships/image" Target="../media/image325.png"/><Relationship Id="rId17" Type="http://schemas.openxmlformats.org/officeDocument/2006/relationships/customXml" Target="../ink/ink322.xml"/><Relationship Id="rId25" Type="http://schemas.openxmlformats.org/officeDocument/2006/relationships/customXml" Target="../ink/ink326.xml"/><Relationship Id="rId33" Type="http://schemas.openxmlformats.org/officeDocument/2006/relationships/customXml" Target="../ink/ink330.xml"/><Relationship Id="rId38" Type="http://schemas.openxmlformats.org/officeDocument/2006/relationships/image" Target="../media/image338.png"/><Relationship Id="rId2" Type="http://schemas.openxmlformats.org/officeDocument/2006/relationships/image" Target="../media/image3.png"/><Relationship Id="rId16" Type="http://schemas.openxmlformats.org/officeDocument/2006/relationships/image" Target="../media/image327.png"/><Relationship Id="rId20" Type="http://schemas.openxmlformats.org/officeDocument/2006/relationships/image" Target="../media/image329.png"/><Relationship Id="rId29" Type="http://schemas.openxmlformats.org/officeDocument/2006/relationships/customXml" Target="../ink/ink3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2.png"/><Relationship Id="rId11" Type="http://schemas.openxmlformats.org/officeDocument/2006/relationships/customXml" Target="../ink/ink319.xml"/><Relationship Id="rId24" Type="http://schemas.openxmlformats.org/officeDocument/2006/relationships/image" Target="../media/image331.png"/><Relationship Id="rId32" Type="http://schemas.openxmlformats.org/officeDocument/2006/relationships/image" Target="../media/image335.png"/><Relationship Id="rId37" Type="http://schemas.openxmlformats.org/officeDocument/2006/relationships/customXml" Target="../ink/ink332.xml"/><Relationship Id="rId5" Type="http://schemas.openxmlformats.org/officeDocument/2006/relationships/customXml" Target="../ink/ink316.xml"/><Relationship Id="rId15" Type="http://schemas.openxmlformats.org/officeDocument/2006/relationships/customXml" Target="../ink/ink321.xml"/><Relationship Id="rId23" Type="http://schemas.openxmlformats.org/officeDocument/2006/relationships/customXml" Target="../ink/ink325.xml"/><Relationship Id="rId28" Type="http://schemas.openxmlformats.org/officeDocument/2006/relationships/image" Target="../media/image333.png"/><Relationship Id="rId36" Type="http://schemas.openxmlformats.org/officeDocument/2006/relationships/image" Target="../media/image337.png"/><Relationship Id="rId10" Type="http://schemas.openxmlformats.org/officeDocument/2006/relationships/image" Target="../media/image324.png"/><Relationship Id="rId19" Type="http://schemas.openxmlformats.org/officeDocument/2006/relationships/customXml" Target="../ink/ink323.xml"/><Relationship Id="rId31" Type="http://schemas.openxmlformats.org/officeDocument/2006/relationships/customXml" Target="../ink/ink329.xml"/><Relationship Id="rId4" Type="http://schemas.openxmlformats.org/officeDocument/2006/relationships/image" Target="../media/image321.png"/><Relationship Id="rId9" Type="http://schemas.openxmlformats.org/officeDocument/2006/relationships/customXml" Target="../ink/ink318.xml"/><Relationship Id="rId14" Type="http://schemas.openxmlformats.org/officeDocument/2006/relationships/image" Target="../media/image326.png"/><Relationship Id="rId22" Type="http://schemas.openxmlformats.org/officeDocument/2006/relationships/image" Target="../media/image330.png"/><Relationship Id="rId27" Type="http://schemas.openxmlformats.org/officeDocument/2006/relationships/customXml" Target="../ink/ink327.xml"/><Relationship Id="rId30" Type="http://schemas.openxmlformats.org/officeDocument/2006/relationships/image" Target="../media/image334.png"/><Relationship Id="rId35" Type="http://schemas.openxmlformats.org/officeDocument/2006/relationships/customXml" Target="../ink/ink331.xml"/><Relationship Id="rId8" Type="http://schemas.openxmlformats.org/officeDocument/2006/relationships/image" Target="../media/image323.png"/><Relationship Id="rId3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7.xml"/><Relationship Id="rId18" Type="http://schemas.openxmlformats.org/officeDocument/2006/relationships/image" Target="../media/image345.png"/><Relationship Id="rId26" Type="http://schemas.openxmlformats.org/officeDocument/2006/relationships/image" Target="../media/image349.png"/><Relationship Id="rId21" Type="http://schemas.openxmlformats.org/officeDocument/2006/relationships/customXml" Target="../ink/ink341.xml"/><Relationship Id="rId34" Type="http://schemas.openxmlformats.org/officeDocument/2006/relationships/image" Target="../media/image353.png"/><Relationship Id="rId7" Type="http://schemas.openxmlformats.org/officeDocument/2006/relationships/customXml" Target="../ink/ink334.xml"/><Relationship Id="rId12" Type="http://schemas.openxmlformats.org/officeDocument/2006/relationships/image" Target="../media/image342.png"/><Relationship Id="rId17" Type="http://schemas.openxmlformats.org/officeDocument/2006/relationships/customXml" Target="../ink/ink339.xml"/><Relationship Id="rId25" Type="http://schemas.openxmlformats.org/officeDocument/2006/relationships/customXml" Target="../ink/ink343.xml"/><Relationship Id="rId33" Type="http://schemas.openxmlformats.org/officeDocument/2006/relationships/customXml" Target="../ink/ink347.xml"/><Relationship Id="rId38" Type="http://schemas.openxmlformats.org/officeDocument/2006/relationships/image" Target="../media/image355.png"/><Relationship Id="rId2" Type="http://schemas.openxmlformats.org/officeDocument/2006/relationships/image" Target="../media/image3.png"/><Relationship Id="rId16" Type="http://schemas.openxmlformats.org/officeDocument/2006/relationships/image" Target="../media/image344.png"/><Relationship Id="rId20" Type="http://schemas.openxmlformats.org/officeDocument/2006/relationships/image" Target="../media/image346.png"/><Relationship Id="rId29" Type="http://schemas.openxmlformats.org/officeDocument/2006/relationships/customXml" Target="../ink/ink3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9.png"/><Relationship Id="rId11" Type="http://schemas.openxmlformats.org/officeDocument/2006/relationships/customXml" Target="../ink/ink336.xml"/><Relationship Id="rId24" Type="http://schemas.openxmlformats.org/officeDocument/2006/relationships/image" Target="../media/image348.png"/><Relationship Id="rId32" Type="http://schemas.openxmlformats.org/officeDocument/2006/relationships/image" Target="../media/image352.png"/><Relationship Id="rId37" Type="http://schemas.openxmlformats.org/officeDocument/2006/relationships/customXml" Target="../ink/ink349.xml"/><Relationship Id="rId5" Type="http://schemas.openxmlformats.org/officeDocument/2006/relationships/customXml" Target="../ink/ink333.xml"/><Relationship Id="rId15" Type="http://schemas.openxmlformats.org/officeDocument/2006/relationships/customXml" Target="../ink/ink338.xml"/><Relationship Id="rId23" Type="http://schemas.openxmlformats.org/officeDocument/2006/relationships/customXml" Target="../ink/ink342.xml"/><Relationship Id="rId28" Type="http://schemas.openxmlformats.org/officeDocument/2006/relationships/image" Target="../media/image350.png"/><Relationship Id="rId36" Type="http://schemas.openxmlformats.org/officeDocument/2006/relationships/image" Target="../media/image354.png"/><Relationship Id="rId10" Type="http://schemas.openxmlformats.org/officeDocument/2006/relationships/image" Target="../media/image341.png"/><Relationship Id="rId19" Type="http://schemas.openxmlformats.org/officeDocument/2006/relationships/customXml" Target="../ink/ink340.xml"/><Relationship Id="rId31" Type="http://schemas.openxmlformats.org/officeDocument/2006/relationships/customXml" Target="../ink/ink346.xml"/><Relationship Id="rId4" Type="http://schemas.openxmlformats.org/officeDocument/2006/relationships/image" Target="../media/image321.png"/><Relationship Id="rId9" Type="http://schemas.openxmlformats.org/officeDocument/2006/relationships/customXml" Target="../ink/ink335.xml"/><Relationship Id="rId14" Type="http://schemas.openxmlformats.org/officeDocument/2006/relationships/image" Target="../media/image343.png"/><Relationship Id="rId22" Type="http://schemas.openxmlformats.org/officeDocument/2006/relationships/image" Target="../media/image347.png"/><Relationship Id="rId27" Type="http://schemas.openxmlformats.org/officeDocument/2006/relationships/customXml" Target="../ink/ink344.xml"/><Relationship Id="rId30" Type="http://schemas.openxmlformats.org/officeDocument/2006/relationships/image" Target="../media/image351.png"/><Relationship Id="rId35" Type="http://schemas.openxmlformats.org/officeDocument/2006/relationships/customXml" Target="../ink/ink348.xml"/><Relationship Id="rId8" Type="http://schemas.openxmlformats.org/officeDocument/2006/relationships/image" Target="../media/image340.png"/><Relationship Id="rId3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54.xml"/><Relationship Id="rId18" Type="http://schemas.openxmlformats.org/officeDocument/2006/relationships/image" Target="../media/image345.png"/><Relationship Id="rId26" Type="http://schemas.openxmlformats.org/officeDocument/2006/relationships/image" Target="../media/image349.png"/><Relationship Id="rId21" Type="http://schemas.openxmlformats.org/officeDocument/2006/relationships/customXml" Target="../ink/ink358.xml"/><Relationship Id="rId34" Type="http://schemas.openxmlformats.org/officeDocument/2006/relationships/image" Target="../media/image353.png"/><Relationship Id="rId7" Type="http://schemas.openxmlformats.org/officeDocument/2006/relationships/customXml" Target="../ink/ink351.xml"/><Relationship Id="rId12" Type="http://schemas.openxmlformats.org/officeDocument/2006/relationships/image" Target="../media/image342.png"/><Relationship Id="rId17" Type="http://schemas.openxmlformats.org/officeDocument/2006/relationships/customXml" Target="../ink/ink356.xml"/><Relationship Id="rId25" Type="http://schemas.openxmlformats.org/officeDocument/2006/relationships/customXml" Target="../ink/ink360.xml"/><Relationship Id="rId33" Type="http://schemas.openxmlformats.org/officeDocument/2006/relationships/customXml" Target="../ink/ink364.xml"/><Relationship Id="rId38" Type="http://schemas.openxmlformats.org/officeDocument/2006/relationships/image" Target="../media/image355.png"/><Relationship Id="rId2" Type="http://schemas.openxmlformats.org/officeDocument/2006/relationships/image" Target="../media/image3.png"/><Relationship Id="rId16" Type="http://schemas.openxmlformats.org/officeDocument/2006/relationships/image" Target="../media/image344.png"/><Relationship Id="rId20" Type="http://schemas.openxmlformats.org/officeDocument/2006/relationships/image" Target="../media/image346.png"/><Relationship Id="rId29" Type="http://schemas.openxmlformats.org/officeDocument/2006/relationships/customXml" Target="../ink/ink3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9.png"/><Relationship Id="rId11" Type="http://schemas.openxmlformats.org/officeDocument/2006/relationships/customXml" Target="../ink/ink353.xml"/><Relationship Id="rId24" Type="http://schemas.openxmlformats.org/officeDocument/2006/relationships/image" Target="../media/image348.png"/><Relationship Id="rId32" Type="http://schemas.openxmlformats.org/officeDocument/2006/relationships/image" Target="../media/image352.png"/><Relationship Id="rId37" Type="http://schemas.openxmlformats.org/officeDocument/2006/relationships/customXml" Target="../ink/ink366.xml"/><Relationship Id="rId5" Type="http://schemas.openxmlformats.org/officeDocument/2006/relationships/customXml" Target="../ink/ink350.xml"/><Relationship Id="rId15" Type="http://schemas.openxmlformats.org/officeDocument/2006/relationships/customXml" Target="../ink/ink355.xml"/><Relationship Id="rId23" Type="http://schemas.openxmlformats.org/officeDocument/2006/relationships/customXml" Target="../ink/ink359.xml"/><Relationship Id="rId28" Type="http://schemas.openxmlformats.org/officeDocument/2006/relationships/image" Target="../media/image350.png"/><Relationship Id="rId36" Type="http://schemas.openxmlformats.org/officeDocument/2006/relationships/image" Target="../media/image354.png"/><Relationship Id="rId10" Type="http://schemas.openxmlformats.org/officeDocument/2006/relationships/image" Target="../media/image341.png"/><Relationship Id="rId19" Type="http://schemas.openxmlformats.org/officeDocument/2006/relationships/customXml" Target="../ink/ink357.xml"/><Relationship Id="rId31" Type="http://schemas.openxmlformats.org/officeDocument/2006/relationships/customXml" Target="../ink/ink363.xml"/><Relationship Id="rId4" Type="http://schemas.openxmlformats.org/officeDocument/2006/relationships/image" Target="../media/image321.png"/><Relationship Id="rId9" Type="http://schemas.openxmlformats.org/officeDocument/2006/relationships/customXml" Target="../ink/ink352.xml"/><Relationship Id="rId14" Type="http://schemas.openxmlformats.org/officeDocument/2006/relationships/image" Target="../media/image343.png"/><Relationship Id="rId22" Type="http://schemas.openxmlformats.org/officeDocument/2006/relationships/image" Target="../media/image347.png"/><Relationship Id="rId27" Type="http://schemas.openxmlformats.org/officeDocument/2006/relationships/customXml" Target="../ink/ink361.xml"/><Relationship Id="rId30" Type="http://schemas.openxmlformats.org/officeDocument/2006/relationships/image" Target="../media/image351.png"/><Relationship Id="rId35" Type="http://schemas.openxmlformats.org/officeDocument/2006/relationships/customXml" Target="../ink/ink365.xml"/><Relationship Id="rId8" Type="http://schemas.openxmlformats.org/officeDocument/2006/relationships/image" Target="../media/image340.png"/><Relationship Id="rId3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6.png"/><Relationship Id="rId5" Type="http://schemas.openxmlformats.org/officeDocument/2006/relationships/customXml" Target="../ink/ink367.xml"/><Relationship Id="rId4" Type="http://schemas.openxmlformats.org/officeDocument/2006/relationships/image" Target="../media/image3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8.xml"/><Relationship Id="rId21" Type="http://schemas.openxmlformats.org/officeDocument/2006/relationships/image" Target="../media/image367.png"/><Relationship Id="rId42" Type="http://schemas.openxmlformats.org/officeDocument/2006/relationships/customXml" Target="../ink/ink386.xml"/><Relationship Id="rId47" Type="http://schemas.openxmlformats.org/officeDocument/2006/relationships/image" Target="../media/image380.png"/><Relationship Id="rId63" Type="http://schemas.openxmlformats.org/officeDocument/2006/relationships/image" Target="../media/image388.png"/><Relationship Id="rId68" Type="http://schemas.openxmlformats.org/officeDocument/2006/relationships/customXml" Target="../ink/ink399.xml"/><Relationship Id="rId7" Type="http://schemas.openxmlformats.org/officeDocument/2006/relationships/image" Target="../media/image360.png"/><Relationship Id="rId71" Type="http://schemas.openxmlformats.org/officeDocument/2006/relationships/image" Target="../media/image392.png"/><Relationship Id="rId2" Type="http://schemas.openxmlformats.org/officeDocument/2006/relationships/image" Target="../media/image3.png"/><Relationship Id="rId16" Type="http://schemas.openxmlformats.org/officeDocument/2006/relationships/customXml" Target="../ink/ink373.xml"/><Relationship Id="rId29" Type="http://schemas.openxmlformats.org/officeDocument/2006/relationships/image" Target="../media/image371.png"/><Relationship Id="rId11" Type="http://schemas.openxmlformats.org/officeDocument/2006/relationships/image" Target="../media/image362.png"/><Relationship Id="rId24" Type="http://schemas.openxmlformats.org/officeDocument/2006/relationships/customXml" Target="../ink/ink377.xml"/><Relationship Id="rId32" Type="http://schemas.openxmlformats.org/officeDocument/2006/relationships/customXml" Target="../ink/ink381.xml"/><Relationship Id="rId37" Type="http://schemas.openxmlformats.org/officeDocument/2006/relationships/image" Target="../media/image375.png"/><Relationship Id="rId40" Type="http://schemas.openxmlformats.org/officeDocument/2006/relationships/customXml" Target="../ink/ink385.xml"/><Relationship Id="rId45" Type="http://schemas.openxmlformats.org/officeDocument/2006/relationships/image" Target="../media/image379.png"/><Relationship Id="rId53" Type="http://schemas.openxmlformats.org/officeDocument/2006/relationships/image" Target="../media/image383.png"/><Relationship Id="rId58" Type="http://schemas.openxmlformats.org/officeDocument/2006/relationships/customXml" Target="../ink/ink394.xml"/><Relationship Id="rId66" Type="http://schemas.openxmlformats.org/officeDocument/2006/relationships/customXml" Target="../ink/ink398.xml"/><Relationship Id="rId5" Type="http://schemas.openxmlformats.org/officeDocument/2006/relationships/image" Target="../media/image359.png"/><Relationship Id="rId61" Type="http://schemas.openxmlformats.org/officeDocument/2006/relationships/image" Target="../media/image387.png"/><Relationship Id="rId19" Type="http://schemas.openxmlformats.org/officeDocument/2006/relationships/image" Target="../media/image366.png"/><Relationship Id="rId14" Type="http://schemas.openxmlformats.org/officeDocument/2006/relationships/customXml" Target="../ink/ink372.xml"/><Relationship Id="rId22" Type="http://schemas.openxmlformats.org/officeDocument/2006/relationships/customXml" Target="../ink/ink376.xml"/><Relationship Id="rId27" Type="http://schemas.openxmlformats.org/officeDocument/2006/relationships/image" Target="../media/image370.png"/><Relationship Id="rId30" Type="http://schemas.openxmlformats.org/officeDocument/2006/relationships/customXml" Target="../ink/ink380.xml"/><Relationship Id="rId35" Type="http://schemas.openxmlformats.org/officeDocument/2006/relationships/image" Target="../media/image374.png"/><Relationship Id="rId43" Type="http://schemas.openxmlformats.org/officeDocument/2006/relationships/image" Target="../media/image378.png"/><Relationship Id="rId48" Type="http://schemas.openxmlformats.org/officeDocument/2006/relationships/customXml" Target="../ink/ink389.xml"/><Relationship Id="rId56" Type="http://schemas.openxmlformats.org/officeDocument/2006/relationships/customXml" Target="../ink/ink393.xml"/><Relationship Id="rId64" Type="http://schemas.openxmlformats.org/officeDocument/2006/relationships/customXml" Target="../ink/ink397.xml"/><Relationship Id="rId69" Type="http://schemas.openxmlformats.org/officeDocument/2006/relationships/image" Target="../media/image391.png"/><Relationship Id="rId8" Type="http://schemas.openxmlformats.org/officeDocument/2006/relationships/customXml" Target="../ink/ink369.xml"/><Relationship Id="rId51" Type="http://schemas.openxmlformats.org/officeDocument/2006/relationships/image" Target="../media/image382.png"/><Relationship Id="rId3" Type="http://schemas.openxmlformats.org/officeDocument/2006/relationships/image" Target="../media/image4.jpeg"/><Relationship Id="rId12" Type="http://schemas.openxmlformats.org/officeDocument/2006/relationships/customXml" Target="../ink/ink371.xml"/><Relationship Id="rId17" Type="http://schemas.openxmlformats.org/officeDocument/2006/relationships/image" Target="../media/image365.png"/><Relationship Id="rId25" Type="http://schemas.openxmlformats.org/officeDocument/2006/relationships/image" Target="../media/image369.png"/><Relationship Id="rId33" Type="http://schemas.openxmlformats.org/officeDocument/2006/relationships/image" Target="../media/image373.png"/><Relationship Id="rId38" Type="http://schemas.openxmlformats.org/officeDocument/2006/relationships/customXml" Target="../ink/ink384.xml"/><Relationship Id="rId46" Type="http://schemas.openxmlformats.org/officeDocument/2006/relationships/customXml" Target="../ink/ink388.xml"/><Relationship Id="rId59" Type="http://schemas.openxmlformats.org/officeDocument/2006/relationships/image" Target="../media/image386.png"/><Relationship Id="rId67" Type="http://schemas.openxmlformats.org/officeDocument/2006/relationships/image" Target="../media/image390.png"/><Relationship Id="rId20" Type="http://schemas.openxmlformats.org/officeDocument/2006/relationships/customXml" Target="../ink/ink375.xml"/><Relationship Id="rId41" Type="http://schemas.openxmlformats.org/officeDocument/2006/relationships/image" Target="../media/image377.png"/><Relationship Id="rId54" Type="http://schemas.openxmlformats.org/officeDocument/2006/relationships/customXml" Target="../ink/ink392.xml"/><Relationship Id="rId62" Type="http://schemas.openxmlformats.org/officeDocument/2006/relationships/customXml" Target="../ink/ink396.xml"/><Relationship Id="rId70" Type="http://schemas.openxmlformats.org/officeDocument/2006/relationships/customXml" Target="../ink/ink40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68.xml"/><Relationship Id="rId15" Type="http://schemas.openxmlformats.org/officeDocument/2006/relationships/image" Target="../media/image364.png"/><Relationship Id="rId23" Type="http://schemas.openxmlformats.org/officeDocument/2006/relationships/image" Target="../media/image368.png"/><Relationship Id="rId28" Type="http://schemas.openxmlformats.org/officeDocument/2006/relationships/customXml" Target="../ink/ink379.xml"/><Relationship Id="rId36" Type="http://schemas.openxmlformats.org/officeDocument/2006/relationships/customXml" Target="../ink/ink383.xml"/><Relationship Id="rId49" Type="http://schemas.openxmlformats.org/officeDocument/2006/relationships/image" Target="../media/image381.png"/><Relationship Id="rId57" Type="http://schemas.openxmlformats.org/officeDocument/2006/relationships/image" Target="../media/image385.png"/><Relationship Id="rId10" Type="http://schemas.openxmlformats.org/officeDocument/2006/relationships/customXml" Target="../ink/ink370.xml"/><Relationship Id="rId31" Type="http://schemas.openxmlformats.org/officeDocument/2006/relationships/image" Target="../media/image372.png"/><Relationship Id="rId44" Type="http://schemas.openxmlformats.org/officeDocument/2006/relationships/customXml" Target="../ink/ink387.xml"/><Relationship Id="rId52" Type="http://schemas.openxmlformats.org/officeDocument/2006/relationships/customXml" Target="../ink/ink391.xml"/><Relationship Id="rId60" Type="http://schemas.openxmlformats.org/officeDocument/2006/relationships/customXml" Target="../ink/ink395.xml"/><Relationship Id="rId65" Type="http://schemas.openxmlformats.org/officeDocument/2006/relationships/image" Target="../media/image389.png"/><Relationship Id="rId4" Type="http://schemas.openxmlformats.org/officeDocument/2006/relationships/image" Target="../media/image358.png"/><Relationship Id="rId9" Type="http://schemas.openxmlformats.org/officeDocument/2006/relationships/image" Target="../media/image361.png"/><Relationship Id="rId13" Type="http://schemas.openxmlformats.org/officeDocument/2006/relationships/image" Target="../media/image363.png"/><Relationship Id="rId18" Type="http://schemas.openxmlformats.org/officeDocument/2006/relationships/customXml" Target="../ink/ink374.xml"/><Relationship Id="rId39" Type="http://schemas.openxmlformats.org/officeDocument/2006/relationships/image" Target="../media/image376.png"/><Relationship Id="rId34" Type="http://schemas.openxmlformats.org/officeDocument/2006/relationships/customXml" Target="../ink/ink382.xml"/><Relationship Id="rId50" Type="http://schemas.openxmlformats.org/officeDocument/2006/relationships/customXml" Target="../ink/ink390.xml"/><Relationship Id="rId55" Type="http://schemas.openxmlformats.org/officeDocument/2006/relationships/image" Target="../media/image38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/>
          <p:cNvSpPr/>
          <p:nvPr/>
        </p:nvSpPr>
        <p:spPr>
          <a:xfrm>
            <a:off x="1759974" y="1479996"/>
            <a:ext cx="8672051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8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Guttman-Aram" panose="02010401010101010101" pitchFamily="2" charset="-79"/>
                <a:cs typeface="Guttman-Aram" panose="02010401010101010101" pitchFamily="2" charset="-79"/>
              </a:rPr>
              <a:t>יומן ביקורים</a:t>
            </a:r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Guttman-Aram" panose="02010401010101010101" pitchFamily="2" charset="-79"/>
              <a:cs typeface="Guttman-Aram" panose="02010401010101010101" pitchFamily="2" charset="-79"/>
            </a:endParaRPr>
          </a:p>
          <a:p>
            <a:pPr algn="ctr" rtl="1"/>
            <a:endParaRPr lang="he-IL" sz="4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אפליקציה עם כלים מתקדמים יותר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בתחום העיצוב</a:t>
            </a:r>
          </a:p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בתחום התכנות</a:t>
            </a: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E58388F7-135E-F0F4-9DBA-4F94551A8BEE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D6FC62-2234-ACBD-5606-5174262AD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8FCCE0-C96F-9FDD-43BB-ED291B66A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8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261421" y="1404927"/>
            <a:ext cx="8571948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משימה:</a:t>
            </a:r>
          </a:p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לבנות אפליקציה שהיא יומן הביקורים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(של מורה במשפחות התלמידים, 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שלי אישי במסעדות, 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מטפל בבית של מטופל,</a:t>
            </a: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ועוד... ועוד... ועוד)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7E3BB6-E160-6026-43F2-1B550E55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7D897B-7EE7-E637-4A8A-EAB1A73FBD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3" name="מלבן 4">
            <a:extLst>
              <a:ext uri="{FF2B5EF4-FFF2-40B4-BE49-F238E27FC236}">
                <a16:creationId xmlns:a16="http://schemas.microsoft.com/office/drawing/2014/main" id="{69F07314-65A1-2CFD-15FF-A50CD19852C6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</p:spTree>
    <p:extLst>
      <p:ext uri="{BB962C8B-B14F-4D97-AF65-F5344CB8AC3E}">
        <p14:creationId xmlns:p14="http://schemas.microsoft.com/office/powerpoint/2010/main" val="313395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17315-3D5D-BEFC-FEFE-E2165AF1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DDB6837A-B001-81EA-1E96-9CE1CAF0A7A0}"/>
              </a:ext>
            </a:extLst>
          </p:cNvPr>
          <p:cNvSpPr/>
          <p:nvPr/>
        </p:nvSpPr>
        <p:spPr>
          <a:xfrm>
            <a:off x="2182762" y="1522914"/>
            <a:ext cx="85719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קודם כל נבנה "מסך פתיחה" שיכלול גם מעבר למסך קליטת הנתונים.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5BB854-60B8-9A03-5014-B90D0E01D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1847FD-AE97-6654-B2A8-E551D8841B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6241F90B-3AED-187C-284A-503233184EE0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14:cNvPr>
              <p14:cNvContentPartPr/>
              <p14:nvPr/>
            </p14:nvContentPartPr>
            <p14:xfrm>
              <a:off x="6066697" y="3966844"/>
              <a:ext cx="360" cy="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380288DC-2564-B482-2065-748FE93C50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58057" y="3958204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FB5D92E-7CAA-C7C2-2821-2D426EC7875E}"/>
              </a:ext>
            </a:extLst>
          </p:cNvPr>
          <p:cNvGrpSpPr/>
          <p:nvPr/>
        </p:nvGrpSpPr>
        <p:grpSpPr>
          <a:xfrm>
            <a:off x="1612696" y="3286634"/>
            <a:ext cx="9712080" cy="1803240"/>
            <a:chOff x="1626097" y="2765524"/>
            <a:chExt cx="9712080" cy="180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46CC62-9A60-192B-DB1E-95CA95681B5D}"/>
                    </a:ext>
                  </a:extLst>
                </p14:cNvPr>
                <p14:cNvContentPartPr/>
                <p14:nvPr/>
              </p14:nvContentPartPr>
              <p14:xfrm>
                <a:off x="1920577" y="3520084"/>
                <a:ext cx="434520" cy="551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46CC62-9A60-192B-DB1E-95CA95681B5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11577" y="3511444"/>
                  <a:ext cx="45216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530258A-EF08-458F-9C4F-CA6B7554E017}"/>
                    </a:ext>
                  </a:extLst>
                </p14:cNvPr>
                <p14:cNvContentPartPr/>
                <p14:nvPr/>
              </p14:nvContentPartPr>
              <p14:xfrm>
                <a:off x="2481097" y="3522964"/>
                <a:ext cx="58680" cy="581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530258A-EF08-458F-9C4F-CA6B7554E01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72097" y="3514324"/>
                  <a:ext cx="7632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8AD6D88-9303-CDD4-4319-348B6EAD37B4}"/>
                    </a:ext>
                  </a:extLst>
                </p14:cNvPr>
                <p14:cNvContentPartPr/>
                <p14:nvPr/>
              </p14:nvContentPartPr>
              <p14:xfrm>
                <a:off x="2341417" y="3753724"/>
                <a:ext cx="277200" cy="60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8AD6D88-9303-CDD4-4319-348B6EAD37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32417" y="3744724"/>
                  <a:ext cx="2948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207300C-9327-A9D7-872B-45B26875132E}"/>
                    </a:ext>
                  </a:extLst>
                </p14:cNvPr>
                <p14:cNvContentPartPr/>
                <p14:nvPr/>
              </p14:nvContentPartPr>
              <p14:xfrm>
                <a:off x="2529697" y="3826804"/>
                <a:ext cx="415800" cy="264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207300C-9327-A9D7-872B-45B2687513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21057" y="3818164"/>
                  <a:ext cx="4334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7372510-0175-0C44-DDEB-E21E5EE405B9}"/>
                    </a:ext>
                  </a:extLst>
                </p14:cNvPr>
                <p14:cNvContentPartPr/>
                <p14:nvPr/>
              </p14:nvContentPartPr>
              <p14:xfrm>
                <a:off x="3053137" y="3409924"/>
                <a:ext cx="46800" cy="645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7372510-0175-0C44-DDEB-E21E5EE405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44497" y="3401284"/>
                  <a:ext cx="6444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2CCA4F1-1B9D-3888-57F9-ACA6DBC01E38}"/>
                    </a:ext>
                  </a:extLst>
                </p14:cNvPr>
                <p14:cNvContentPartPr/>
                <p14:nvPr/>
              </p14:nvContentPartPr>
              <p14:xfrm>
                <a:off x="2892937" y="3696844"/>
                <a:ext cx="231120" cy="10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2CCA4F1-1B9D-3888-57F9-ACA6DBC01E3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83937" y="3687844"/>
                  <a:ext cx="248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204AF88-9F0B-B764-5EB9-BA654E56F0AA}"/>
                    </a:ext>
                  </a:extLst>
                </p14:cNvPr>
                <p14:cNvContentPartPr/>
                <p14:nvPr/>
              </p14:nvContentPartPr>
              <p14:xfrm>
                <a:off x="3283537" y="3413524"/>
                <a:ext cx="271080" cy="631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204AF88-9F0B-B764-5EB9-BA654E56F0A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74897" y="3404524"/>
                  <a:ext cx="28872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6F6B14-A69C-80C9-862D-B99DFBA10105}"/>
                    </a:ext>
                  </a:extLst>
                </p14:cNvPr>
                <p14:cNvContentPartPr/>
                <p14:nvPr/>
              </p14:nvContentPartPr>
              <p14:xfrm>
                <a:off x="3336097" y="3822484"/>
                <a:ext cx="198000" cy="24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6F6B14-A69C-80C9-862D-B99DFBA101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27457" y="3813484"/>
                  <a:ext cx="215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F86904A-AD30-A98E-12DA-CF9415BF05F8}"/>
                    </a:ext>
                  </a:extLst>
                </p14:cNvPr>
                <p14:cNvContentPartPr/>
                <p14:nvPr/>
              </p14:nvContentPartPr>
              <p14:xfrm>
                <a:off x="3529417" y="3808444"/>
                <a:ext cx="204840" cy="220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F86904A-AD30-A98E-12DA-CF9415BF05F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20777" y="3799804"/>
                  <a:ext cx="2224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C35DC9A-AC47-BE6F-3BC2-B1FF3F3194EF}"/>
                    </a:ext>
                  </a:extLst>
                </p14:cNvPr>
                <p14:cNvContentPartPr/>
                <p14:nvPr/>
              </p14:nvContentPartPr>
              <p14:xfrm>
                <a:off x="3820657" y="3310924"/>
                <a:ext cx="105840" cy="689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C35DC9A-AC47-BE6F-3BC2-B1FF3F3194E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11657" y="3301924"/>
                  <a:ext cx="123480" cy="70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2F7126F-6608-653D-B439-2844EA7A8D10}"/>
                    </a:ext>
                  </a:extLst>
                </p14:cNvPr>
                <p14:cNvContentPartPr/>
                <p14:nvPr/>
              </p14:nvContentPartPr>
              <p14:xfrm>
                <a:off x="3655417" y="3655444"/>
                <a:ext cx="253440" cy="32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2F7126F-6608-653D-B439-2844EA7A8D1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46417" y="3646804"/>
                  <a:ext cx="271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8284A15-A4FE-047F-1652-D4546844DA32}"/>
                    </a:ext>
                  </a:extLst>
                </p14:cNvPr>
                <p14:cNvContentPartPr/>
                <p14:nvPr/>
              </p14:nvContentPartPr>
              <p14:xfrm>
                <a:off x="3956017" y="3814204"/>
                <a:ext cx="17640" cy="129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8284A15-A4FE-047F-1652-D4546844DA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47017" y="3805564"/>
                  <a:ext cx="35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249141F-2E00-AB76-D908-7E55D10CF15B}"/>
                    </a:ext>
                  </a:extLst>
                </p14:cNvPr>
                <p14:cNvContentPartPr/>
                <p14:nvPr/>
              </p14:nvContentPartPr>
              <p14:xfrm>
                <a:off x="3968257" y="3661564"/>
                <a:ext cx="22680" cy="70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249141F-2E00-AB76-D908-7E55D10CF1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59617" y="3652564"/>
                  <a:ext cx="40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5EAC991-DAFA-F1AA-D51E-4AAEFF22BE32}"/>
                    </a:ext>
                  </a:extLst>
                </p14:cNvPr>
                <p14:cNvContentPartPr/>
                <p14:nvPr/>
              </p14:nvContentPartPr>
              <p14:xfrm>
                <a:off x="4111537" y="3797284"/>
                <a:ext cx="101160" cy="198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5EAC991-DAFA-F1AA-D51E-4AAEFF22BE3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02897" y="3788284"/>
                  <a:ext cx="1188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7DC16ED-8578-F6D0-E086-DAD88AEF65C3}"/>
                    </a:ext>
                  </a:extLst>
                </p14:cNvPr>
                <p14:cNvContentPartPr/>
                <p14:nvPr/>
              </p14:nvContentPartPr>
              <p14:xfrm>
                <a:off x="4328977" y="3828604"/>
                <a:ext cx="18360" cy="120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7DC16ED-8578-F6D0-E086-DAD88AEF65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20337" y="3819604"/>
                  <a:ext cx="36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73C823-D36C-B0F6-B72F-AAFD5B20E38E}"/>
                    </a:ext>
                  </a:extLst>
                </p14:cNvPr>
                <p14:cNvContentPartPr/>
                <p14:nvPr/>
              </p14:nvContentPartPr>
              <p14:xfrm>
                <a:off x="4298377" y="3673084"/>
                <a:ext cx="92160" cy="43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73C823-D36C-B0F6-B72F-AAFD5B20E38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89377" y="3664084"/>
                  <a:ext cx="1098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1D83901-1CCC-5895-7D4C-4FB3C5B1B419}"/>
                    </a:ext>
                  </a:extLst>
                </p14:cNvPr>
                <p14:cNvContentPartPr/>
                <p14:nvPr/>
              </p14:nvContentPartPr>
              <p14:xfrm>
                <a:off x="4500697" y="3367444"/>
                <a:ext cx="57600" cy="491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1D83901-1CCC-5895-7D4C-4FB3C5B1B41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91697" y="3358804"/>
                  <a:ext cx="7524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9773E7A-2AD1-CDBE-A397-552335C4E229}"/>
                    </a:ext>
                  </a:extLst>
                </p14:cNvPr>
                <p14:cNvContentPartPr/>
                <p14:nvPr/>
              </p14:nvContentPartPr>
              <p14:xfrm>
                <a:off x="4419697" y="3574444"/>
                <a:ext cx="147600" cy="129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9773E7A-2AD1-CDBE-A397-552335C4E22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11057" y="3565444"/>
                  <a:ext cx="165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8F437F9-4A7F-A2E0-7540-9EA751DB6C6E}"/>
                    </a:ext>
                  </a:extLst>
                </p14:cNvPr>
                <p14:cNvContentPartPr/>
                <p14:nvPr/>
              </p14:nvContentPartPr>
              <p14:xfrm>
                <a:off x="4475137" y="3642484"/>
                <a:ext cx="313920" cy="646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F437F9-4A7F-A2E0-7540-9EA751DB6C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66497" y="3633484"/>
                  <a:ext cx="33156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ACF4314-A6E0-1433-6F5D-C34A7ED108F6}"/>
                    </a:ext>
                  </a:extLst>
                </p14:cNvPr>
                <p14:cNvContentPartPr/>
                <p14:nvPr/>
              </p14:nvContentPartPr>
              <p14:xfrm>
                <a:off x="1626097" y="3091684"/>
                <a:ext cx="3562200" cy="14770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ACF4314-A6E0-1433-6F5D-C34A7ED108F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17457" y="3082684"/>
                  <a:ext cx="3579840" cy="14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8779283-761A-173C-16A8-342EEBC2B88D}"/>
                    </a:ext>
                  </a:extLst>
                </p14:cNvPr>
                <p14:cNvContentPartPr/>
                <p14:nvPr/>
              </p14:nvContentPartPr>
              <p14:xfrm>
                <a:off x="5223937" y="3612244"/>
                <a:ext cx="709560" cy="43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8779283-761A-173C-16A8-342EEBC2B88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15297" y="3603604"/>
                  <a:ext cx="727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746915B-824F-C53B-C1DD-7E818EEBEFC1}"/>
                    </a:ext>
                  </a:extLst>
                </p14:cNvPr>
                <p14:cNvContentPartPr/>
                <p14:nvPr/>
              </p14:nvContentPartPr>
              <p14:xfrm>
                <a:off x="5546137" y="3568324"/>
                <a:ext cx="173160" cy="189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746915B-824F-C53B-C1DD-7E818EEBEFC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37137" y="3559324"/>
                  <a:ext cx="190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A6AB204-9D1E-E0D8-01EC-8AC605855B05}"/>
                    </a:ext>
                  </a:extLst>
                </p14:cNvPr>
                <p14:cNvContentPartPr/>
                <p14:nvPr/>
              </p14:nvContentPartPr>
              <p14:xfrm>
                <a:off x="6036817" y="3334684"/>
                <a:ext cx="486360" cy="731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A6AB204-9D1E-E0D8-01EC-8AC605855B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28177" y="3325684"/>
                  <a:ext cx="50400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1687C32-209E-8F05-7B16-539D9EFF6511}"/>
                    </a:ext>
                  </a:extLst>
                </p14:cNvPr>
                <p14:cNvContentPartPr/>
                <p14:nvPr/>
              </p14:nvContentPartPr>
              <p14:xfrm>
                <a:off x="6584017" y="3804484"/>
                <a:ext cx="418320" cy="282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1687C32-209E-8F05-7B16-539D9EFF65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575017" y="3795484"/>
                  <a:ext cx="4359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14110C4-5A4B-F486-E781-B2C828618822}"/>
                    </a:ext>
                  </a:extLst>
                </p14:cNvPr>
                <p14:cNvContentPartPr/>
                <p14:nvPr/>
              </p14:nvContentPartPr>
              <p14:xfrm>
                <a:off x="6952657" y="3652924"/>
                <a:ext cx="28800" cy="99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14110C4-5A4B-F486-E781-B2C8286188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43657" y="3643924"/>
                  <a:ext cx="464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F6BB0AA-2A13-D050-83B6-95DFEBF06829}"/>
                    </a:ext>
                  </a:extLst>
                </p14:cNvPr>
                <p14:cNvContentPartPr/>
                <p14:nvPr/>
              </p14:nvContentPartPr>
              <p14:xfrm>
                <a:off x="7117897" y="3799444"/>
                <a:ext cx="154440" cy="214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F6BB0AA-2A13-D050-83B6-95DFEBF0682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08897" y="3790444"/>
                  <a:ext cx="1720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ABAC8F8-678C-96FB-9D16-54E3742675CF}"/>
                    </a:ext>
                  </a:extLst>
                </p14:cNvPr>
                <p14:cNvContentPartPr/>
                <p14:nvPr/>
              </p14:nvContentPartPr>
              <p14:xfrm>
                <a:off x="7397257" y="3228484"/>
                <a:ext cx="352800" cy="758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ABAC8F8-678C-96FB-9D16-54E3742675C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88257" y="3219844"/>
                  <a:ext cx="370440" cy="77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1E5ED79-7147-6078-747B-4E85D8B24B40}"/>
                    </a:ext>
                  </a:extLst>
                </p14:cNvPr>
                <p14:cNvContentPartPr/>
                <p14:nvPr/>
              </p14:nvContentPartPr>
              <p14:xfrm>
                <a:off x="7558897" y="3674884"/>
                <a:ext cx="228240" cy="93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1E5ED79-7147-6078-747B-4E85D8B24B4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50257" y="3665884"/>
                  <a:ext cx="245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C4E5038-C283-DFEB-43A7-2125E487E330}"/>
                    </a:ext>
                  </a:extLst>
                </p14:cNvPr>
                <p14:cNvContentPartPr/>
                <p14:nvPr/>
              </p14:nvContentPartPr>
              <p14:xfrm>
                <a:off x="7827457" y="3706564"/>
                <a:ext cx="228960" cy="210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C4E5038-C283-DFEB-43A7-2125E487E33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18817" y="3697924"/>
                  <a:ext cx="246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5BF9AF7-302C-3FE8-B043-4728858DF4CD}"/>
                    </a:ext>
                  </a:extLst>
                </p14:cNvPr>
                <p14:cNvContentPartPr/>
                <p14:nvPr/>
              </p14:nvContentPartPr>
              <p14:xfrm>
                <a:off x="8182417" y="3187084"/>
                <a:ext cx="91080" cy="751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5BF9AF7-302C-3FE8-B043-4728858DF4C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73417" y="3178084"/>
                  <a:ext cx="108720" cy="76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506CC4B-36B5-725C-0D83-9D58A77B2EA2}"/>
                    </a:ext>
                  </a:extLst>
                </p14:cNvPr>
                <p14:cNvContentPartPr/>
                <p14:nvPr/>
              </p14:nvContentPartPr>
              <p14:xfrm>
                <a:off x="8088817" y="3537364"/>
                <a:ext cx="280080" cy="91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506CC4B-36B5-725C-0D83-9D58A77B2EA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79817" y="3528364"/>
                  <a:ext cx="2977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1EBD1DE-EC9E-663D-F83D-55A9E3B93D32}"/>
                    </a:ext>
                  </a:extLst>
                </p14:cNvPr>
                <p14:cNvContentPartPr/>
                <p14:nvPr/>
              </p14:nvContentPartPr>
              <p14:xfrm>
                <a:off x="8389417" y="3730324"/>
                <a:ext cx="15480" cy="187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1EBD1DE-EC9E-663D-F83D-55A9E3B93D3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80777" y="3721684"/>
                  <a:ext cx="33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3D57E18-8626-00B3-65DB-6ED18C358580}"/>
                    </a:ext>
                  </a:extLst>
                </p14:cNvPr>
                <p14:cNvContentPartPr/>
                <p14:nvPr/>
              </p14:nvContentPartPr>
              <p14:xfrm>
                <a:off x="8451697" y="3571924"/>
                <a:ext cx="21240" cy="48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3D57E18-8626-00B3-65DB-6ED18C35858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43057" y="3562924"/>
                  <a:ext cx="38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89E0E07-AA4B-597A-BA30-8D8843920E3C}"/>
                    </a:ext>
                  </a:extLst>
                </p14:cNvPr>
                <p14:cNvContentPartPr/>
                <p14:nvPr/>
              </p14:nvContentPartPr>
              <p14:xfrm>
                <a:off x="8496337" y="3727804"/>
                <a:ext cx="176760" cy="227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89E0E07-AA4B-597A-BA30-8D8843920E3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87337" y="3719164"/>
                  <a:ext cx="194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23C8D35-09C1-9C52-BC74-94EDD9AD3679}"/>
                    </a:ext>
                  </a:extLst>
                </p14:cNvPr>
                <p14:cNvContentPartPr/>
                <p14:nvPr/>
              </p14:nvContentPartPr>
              <p14:xfrm>
                <a:off x="8724937" y="3733924"/>
                <a:ext cx="178200" cy="168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23C8D35-09C1-9C52-BC74-94EDD9AD367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16297" y="3724924"/>
                  <a:ext cx="1958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728D422-A468-CE26-E230-C6D207AB93F7}"/>
                    </a:ext>
                  </a:extLst>
                </p14:cNvPr>
                <p14:cNvContentPartPr/>
                <p14:nvPr/>
              </p14:nvContentPartPr>
              <p14:xfrm>
                <a:off x="9031657" y="3088084"/>
                <a:ext cx="337680" cy="754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728D422-A468-CE26-E230-C6D207AB93F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23017" y="3079444"/>
                  <a:ext cx="35532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B4AD1F6-1A58-3425-BFCE-6C9B3ADC156E}"/>
                    </a:ext>
                  </a:extLst>
                </p14:cNvPr>
                <p14:cNvContentPartPr/>
                <p14:nvPr/>
              </p14:nvContentPartPr>
              <p14:xfrm>
                <a:off x="9154057" y="3586684"/>
                <a:ext cx="241920" cy="48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B4AD1F6-1A58-3425-BFCE-6C9B3ADC15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45417" y="3577684"/>
                  <a:ext cx="2595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685CF2A-F1C1-8D49-D010-B03D1E8A30F5}"/>
                    </a:ext>
                  </a:extLst>
                </p14:cNvPr>
                <p14:cNvContentPartPr/>
                <p14:nvPr/>
              </p14:nvContentPartPr>
              <p14:xfrm>
                <a:off x="9501097" y="3555004"/>
                <a:ext cx="124920" cy="240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685CF2A-F1C1-8D49-D010-B03D1E8A30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92097" y="3546004"/>
                  <a:ext cx="1425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82F1438-112E-9E8E-2CB5-95B1E2488C19}"/>
                    </a:ext>
                  </a:extLst>
                </p14:cNvPr>
                <p14:cNvContentPartPr/>
                <p14:nvPr/>
              </p14:nvContentPartPr>
              <p14:xfrm>
                <a:off x="9823657" y="3121204"/>
                <a:ext cx="52560" cy="669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82F1438-112E-9E8E-2CB5-95B1E2488C1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14657" y="3112564"/>
                  <a:ext cx="7020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7F4BB61-2991-515C-F4EF-FB2A873B755B}"/>
                    </a:ext>
                  </a:extLst>
                </p14:cNvPr>
                <p14:cNvContentPartPr/>
                <p14:nvPr/>
              </p14:nvContentPartPr>
              <p14:xfrm>
                <a:off x="9659137" y="3507124"/>
                <a:ext cx="232200" cy="46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7F4BB61-2991-515C-F4EF-FB2A873B755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50137" y="3498484"/>
                  <a:ext cx="2498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B5D6D2D-ABD2-780B-2189-03CA68430775}"/>
                    </a:ext>
                  </a:extLst>
                </p14:cNvPr>
                <p14:cNvContentPartPr/>
                <p14:nvPr/>
              </p14:nvContentPartPr>
              <p14:xfrm>
                <a:off x="9949297" y="3618364"/>
                <a:ext cx="15840" cy="982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B5D6D2D-ABD2-780B-2189-03CA6843077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40657" y="3609364"/>
                  <a:ext cx="33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1C04BC1-A7CD-9A07-48E8-A070056CA8C5}"/>
                    </a:ext>
                  </a:extLst>
                </p14:cNvPr>
                <p14:cNvContentPartPr/>
                <p14:nvPr/>
              </p14:nvContentPartPr>
              <p14:xfrm>
                <a:off x="9949657" y="3390124"/>
                <a:ext cx="23040" cy="88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1C04BC1-A7CD-9A07-48E8-A070056CA8C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941017" y="3381124"/>
                  <a:ext cx="406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A3EA52D-79F4-E54A-6DAF-FA4F4CF17492}"/>
                    </a:ext>
                  </a:extLst>
                </p14:cNvPr>
                <p14:cNvContentPartPr/>
                <p14:nvPr/>
              </p14:nvContentPartPr>
              <p14:xfrm>
                <a:off x="10066657" y="3491284"/>
                <a:ext cx="133560" cy="244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A3EA52D-79F4-E54A-6DAF-FA4F4CF1749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058017" y="3482284"/>
                  <a:ext cx="1512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819EAFC-3A43-D5D5-238A-B03404CD1751}"/>
                    </a:ext>
                  </a:extLst>
                </p14:cNvPr>
                <p14:cNvContentPartPr/>
                <p14:nvPr/>
              </p14:nvContentPartPr>
              <p14:xfrm>
                <a:off x="10329817" y="3599284"/>
                <a:ext cx="27720" cy="111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819EAFC-3A43-D5D5-238A-B03404CD175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20817" y="3590284"/>
                  <a:ext cx="453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6F1799B-81EE-2F02-02F2-C80E00CA19C9}"/>
                    </a:ext>
                  </a:extLst>
                </p14:cNvPr>
                <p14:cNvContentPartPr/>
                <p14:nvPr/>
              </p14:nvContentPartPr>
              <p14:xfrm>
                <a:off x="10329817" y="3433324"/>
                <a:ext cx="11880" cy="572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6F1799B-81EE-2F02-02F2-C80E00CA19C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320817" y="3424324"/>
                  <a:ext cx="295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8588A41-7E90-B5EB-6710-AF6845C3EBB5}"/>
                    </a:ext>
                  </a:extLst>
                </p14:cNvPr>
                <p14:cNvContentPartPr/>
                <p14:nvPr/>
              </p14:nvContentPartPr>
              <p14:xfrm>
                <a:off x="10555177" y="2982964"/>
                <a:ext cx="71640" cy="691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8588A41-7E90-B5EB-6710-AF6845C3EBB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546537" y="2973964"/>
                  <a:ext cx="8928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696B91A-5CC9-12AD-85FE-98E7736F7D05}"/>
                    </a:ext>
                  </a:extLst>
                </p14:cNvPr>
                <p14:cNvContentPartPr/>
                <p14:nvPr/>
              </p14:nvContentPartPr>
              <p14:xfrm>
                <a:off x="10477777" y="3408124"/>
                <a:ext cx="182520" cy="54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696B91A-5CC9-12AD-85FE-98E7736F7D0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469137" y="3399124"/>
                  <a:ext cx="2001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5DD3970-B212-20B1-A482-68222ACF7020}"/>
                    </a:ext>
                  </a:extLst>
                </p14:cNvPr>
                <p14:cNvContentPartPr/>
                <p14:nvPr/>
              </p14:nvContentPartPr>
              <p14:xfrm>
                <a:off x="10556977" y="3357724"/>
                <a:ext cx="340920" cy="716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5DD3970-B212-20B1-A482-68222ACF702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548337" y="3349084"/>
                  <a:ext cx="358560" cy="73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274CE63-7E91-F382-9024-56BB4EDFE1C7}"/>
                    </a:ext>
                  </a:extLst>
                </p14:cNvPr>
                <p14:cNvContentPartPr/>
                <p14:nvPr/>
              </p14:nvContentPartPr>
              <p14:xfrm>
                <a:off x="5919457" y="2765524"/>
                <a:ext cx="5418720" cy="14479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274CE63-7E91-F382-9024-56BB4EDFE1C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10817" y="2756524"/>
                  <a:ext cx="5436360" cy="1465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7" name="מלבן 4">
            <a:extLst>
              <a:ext uri="{FF2B5EF4-FFF2-40B4-BE49-F238E27FC236}">
                <a16:creationId xmlns:a16="http://schemas.microsoft.com/office/drawing/2014/main" id="{FB318C84-19A2-73A2-7A2D-93D816B60012}"/>
              </a:ext>
            </a:extLst>
          </p:cNvPr>
          <p:cNvSpPr/>
          <p:nvPr/>
        </p:nvSpPr>
        <p:spPr>
          <a:xfrm>
            <a:off x="1810026" y="5141790"/>
            <a:ext cx="857194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החלפת שם הקובץ: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עכבר + </a:t>
            </a: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Rename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en-US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Shift + F6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881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B020-0F49-766B-F45F-6B3361638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3ECD4BF9-D944-C06B-7899-10B0CD819F46}"/>
              </a:ext>
            </a:extLst>
          </p:cNvPr>
          <p:cNvSpPr/>
          <p:nvPr/>
        </p:nvSpPr>
        <p:spPr>
          <a:xfrm>
            <a:off x="2182761" y="1522914"/>
            <a:ext cx="8967019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StartActivity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קודם כל נבנה "מסך פתיחה" שיכלול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כותרת, תמונה ולחצן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ויבצע מעבר למסך קליטת הנתונים.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מעבר יתבצע או אחרי לחיצה על הלחצן, או אוטומטי.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התמונה נפעיל "אנימציה" (מובנת).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CFCD7F-D23F-A8F0-322E-1D08739AD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F5C068-E920-5FB0-8F83-A18BFE2E89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9263183B-0A39-BF50-D98E-9DCC606B958B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</p:spTree>
    <p:extLst>
      <p:ext uri="{BB962C8B-B14F-4D97-AF65-F5344CB8AC3E}">
        <p14:creationId xmlns:p14="http://schemas.microsoft.com/office/powerpoint/2010/main" val="111939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450B0-985B-6ED8-8C63-4C1CD1ED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C5F4C0-EAE8-3D25-6FED-F07CE9789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A0EF87-DE24-D7BF-58F4-E40FF15712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75EB7C1A-C06B-4063-5E90-1362864DA4FE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8D7B24-035B-4519-6924-351265AF377E}"/>
                  </a:ext>
                </a:extLst>
              </p14:cNvPr>
              <p14:cNvContentPartPr/>
              <p14:nvPr/>
            </p14:nvContentPartPr>
            <p14:xfrm>
              <a:off x="4509337" y="1824844"/>
              <a:ext cx="2758320" cy="3936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8D7B24-035B-4519-6924-351265AF37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00697" y="1815844"/>
                <a:ext cx="2775960" cy="39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922F9B2-0E07-29AB-47B2-43B41DA230A5}"/>
                  </a:ext>
                </a:extLst>
              </p14:cNvPr>
              <p14:cNvContentPartPr/>
              <p14:nvPr/>
            </p14:nvContentPartPr>
            <p14:xfrm>
              <a:off x="4576297" y="1886044"/>
              <a:ext cx="2683800" cy="4084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922F9B2-0E07-29AB-47B2-43B41DA230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67657" y="1877044"/>
                <a:ext cx="2701440" cy="41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5C12DA5-17CA-B138-28B9-629D2E56275E}"/>
                  </a:ext>
                </a:extLst>
              </p14:cNvPr>
              <p14:cNvContentPartPr/>
              <p14:nvPr/>
            </p14:nvContentPartPr>
            <p14:xfrm>
              <a:off x="5136097" y="2219764"/>
              <a:ext cx="1569960" cy="599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5C12DA5-17CA-B138-28B9-629D2E56275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27457" y="2211124"/>
                <a:ext cx="1587600" cy="61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B7918F9C-A6E6-AB14-4CB0-68D0C51E63BB}"/>
              </a:ext>
            </a:extLst>
          </p:cNvPr>
          <p:cNvGrpSpPr/>
          <p:nvPr/>
        </p:nvGrpSpPr>
        <p:grpSpPr>
          <a:xfrm>
            <a:off x="5165257" y="3193204"/>
            <a:ext cx="1598400" cy="2367720"/>
            <a:chOff x="5165257" y="3193204"/>
            <a:chExt cx="1598400" cy="236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7010528-5937-AD4D-F2E9-8AAEBA68586D}"/>
                    </a:ext>
                  </a:extLst>
                </p14:cNvPr>
                <p14:cNvContentPartPr/>
                <p14:nvPr/>
              </p14:nvContentPartPr>
              <p14:xfrm>
                <a:off x="5416897" y="3193204"/>
                <a:ext cx="1161360" cy="1262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7010528-5937-AD4D-F2E9-8AAEBA68586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08257" y="3184204"/>
                  <a:ext cx="1179000" cy="12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54E0F7-3454-7521-2107-02B2AA2B3B8D}"/>
                    </a:ext>
                  </a:extLst>
                </p14:cNvPr>
                <p14:cNvContentPartPr/>
                <p14:nvPr/>
              </p14:nvContentPartPr>
              <p14:xfrm>
                <a:off x="5165257" y="5103364"/>
                <a:ext cx="1598400" cy="457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54E0F7-3454-7521-2107-02B2AA2B3B8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56617" y="5094724"/>
                  <a:ext cx="161604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1D4A7F1-AC9B-52EF-684F-2437F6F4FB11}"/>
                    </a:ext>
                  </a:extLst>
                </p14:cNvPr>
                <p14:cNvContentPartPr/>
                <p14:nvPr/>
              </p14:nvContentPartPr>
              <p14:xfrm>
                <a:off x="5190097" y="5112364"/>
                <a:ext cx="421920" cy="118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1D4A7F1-AC9B-52EF-684F-2437F6F4FB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81097" y="5103724"/>
                  <a:ext cx="4395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E195080-0360-51F7-57BF-B35F92333A8F}"/>
                    </a:ext>
                  </a:extLst>
                </p14:cNvPr>
                <p14:cNvContentPartPr/>
                <p14:nvPr/>
              </p14:nvContentPartPr>
              <p14:xfrm>
                <a:off x="5180377" y="5216404"/>
                <a:ext cx="85680" cy="201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E195080-0360-51F7-57BF-B35F92333A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171737" y="5207764"/>
                  <a:ext cx="10332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7FB2D90-AC85-E0E8-E831-FB30EA28DDD2}"/>
              </a:ext>
            </a:extLst>
          </p:cNvPr>
          <p:cNvGrpSpPr/>
          <p:nvPr/>
        </p:nvGrpSpPr>
        <p:grpSpPr>
          <a:xfrm>
            <a:off x="8086445" y="4565755"/>
            <a:ext cx="1761840" cy="935280"/>
            <a:chOff x="8086445" y="4565755"/>
            <a:chExt cx="1761840" cy="93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FA6A088-BCBF-5CE2-7E84-702116572265}"/>
                    </a:ext>
                  </a:extLst>
                </p14:cNvPr>
                <p14:cNvContentPartPr/>
                <p14:nvPr/>
              </p14:nvContentPartPr>
              <p14:xfrm>
                <a:off x="8086445" y="4818115"/>
                <a:ext cx="448560" cy="682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FA6A088-BCBF-5CE2-7E84-70211657226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77805" y="4809475"/>
                  <a:ext cx="46620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7EC465-F948-A944-67B7-C14B3A4D9524}"/>
                    </a:ext>
                  </a:extLst>
                </p14:cNvPr>
                <p14:cNvContentPartPr/>
                <p14:nvPr/>
              </p14:nvContentPartPr>
              <p14:xfrm>
                <a:off x="8675765" y="5139955"/>
                <a:ext cx="321480" cy="256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7EC465-F948-A944-67B7-C14B3A4D952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66765" y="5130955"/>
                  <a:ext cx="339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E8E08BB-1158-38BF-A2C3-1C6F1C061BE1}"/>
                    </a:ext>
                  </a:extLst>
                </p14:cNvPr>
                <p14:cNvContentPartPr/>
                <p14:nvPr/>
              </p14:nvContentPartPr>
              <p14:xfrm>
                <a:off x="8973485" y="4565755"/>
                <a:ext cx="221040" cy="728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E8E08BB-1158-38BF-A2C3-1C6F1C061BE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64485" y="4556755"/>
                  <a:ext cx="238680" cy="74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6FB8B3A-F353-0886-A91D-33BB2A4E8D41}"/>
                    </a:ext>
                  </a:extLst>
                </p14:cNvPr>
                <p14:cNvContentPartPr/>
                <p14:nvPr/>
              </p14:nvContentPartPr>
              <p14:xfrm>
                <a:off x="9227645" y="4572955"/>
                <a:ext cx="196560" cy="701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6FB8B3A-F353-0886-A91D-33BB2A4E8D4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18645" y="4563955"/>
                  <a:ext cx="21420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5BA2DAC-C3D3-AF25-60EC-7C1CB6DACC00}"/>
                    </a:ext>
                  </a:extLst>
                </p14:cNvPr>
                <p14:cNvContentPartPr/>
                <p14:nvPr/>
              </p14:nvContentPartPr>
              <p14:xfrm>
                <a:off x="9379565" y="5002795"/>
                <a:ext cx="468720" cy="196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5BA2DAC-C3D3-AF25-60EC-7C1CB6DACC0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70925" y="4994155"/>
                  <a:ext cx="48636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7BD8FEF-121F-6B99-FA92-B5AE181B8451}"/>
              </a:ext>
            </a:extLst>
          </p:cNvPr>
          <p:cNvGrpSpPr/>
          <p:nvPr/>
        </p:nvGrpSpPr>
        <p:grpSpPr>
          <a:xfrm>
            <a:off x="6312725" y="1094995"/>
            <a:ext cx="4452840" cy="2909520"/>
            <a:chOff x="6312725" y="1094995"/>
            <a:chExt cx="4452840" cy="290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EFC8616-4BB7-F511-BDFD-4AF1A273F689}"/>
                    </a:ext>
                  </a:extLst>
                </p14:cNvPr>
                <p14:cNvContentPartPr/>
                <p14:nvPr/>
              </p14:nvContentPartPr>
              <p14:xfrm>
                <a:off x="7497845" y="1287235"/>
                <a:ext cx="980280" cy="205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EFC8616-4BB7-F511-BDFD-4AF1A273F68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491725" y="1281115"/>
                  <a:ext cx="992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6A5858C-3CE0-495A-0A37-10C1009D2073}"/>
                    </a:ext>
                  </a:extLst>
                </p14:cNvPr>
                <p14:cNvContentPartPr/>
                <p14:nvPr/>
              </p14:nvContentPartPr>
              <p14:xfrm>
                <a:off x="7924445" y="1382275"/>
                <a:ext cx="103680" cy="5641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6A5858C-3CE0-495A-0A37-10C1009D207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18325" y="1376155"/>
                  <a:ext cx="11592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8DD9F1F-67AF-2B41-9D17-B98505581CA5}"/>
                    </a:ext>
                  </a:extLst>
                </p14:cNvPr>
                <p14:cNvContentPartPr/>
                <p14:nvPr/>
              </p14:nvContentPartPr>
              <p14:xfrm>
                <a:off x="8055845" y="1611595"/>
                <a:ext cx="589680" cy="305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8DD9F1F-67AF-2B41-9D17-B98505581CA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49725" y="1605475"/>
                  <a:ext cx="6019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6B268DB-FB66-6307-C90A-C57FF62FD112}"/>
                    </a:ext>
                  </a:extLst>
                </p14:cNvPr>
                <p14:cNvContentPartPr/>
                <p14:nvPr/>
              </p14:nvContentPartPr>
              <p14:xfrm>
                <a:off x="8411885" y="1636075"/>
                <a:ext cx="282960" cy="303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6B268DB-FB66-6307-C90A-C57FF62FD1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405765" y="1629955"/>
                  <a:ext cx="2952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F685E50-9D3D-A095-901C-6129FD4CBD1F}"/>
                    </a:ext>
                  </a:extLst>
                </p14:cNvPr>
                <p14:cNvContentPartPr/>
                <p14:nvPr/>
              </p14:nvContentPartPr>
              <p14:xfrm>
                <a:off x="8751725" y="1160155"/>
                <a:ext cx="178200" cy="717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F685E50-9D3D-A095-901C-6129FD4CBD1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45605" y="1154035"/>
                  <a:ext cx="19044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5FCD136-E051-CA49-B329-28484918CEC4}"/>
                    </a:ext>
                  </a:extLst>
                </p14:cNvPr>
                <p14:cNvContentPartPr/>
                <p14:nvPr/>
              </p14:nvContentPartPr>
              <p14:xfrm>
                <a:off x="8612405" y="1493155"/>
                <a:ext cx="336960" cy="56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5FCD136-E051-CA49-B329-28484918CEC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606285" y="1487035"/>
                  <a:ext cx="3492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9DCEF7-E875-1769-5E58-966866B67BFF}"/>
                    </a:ext>
                  </a:extLst>
                </p14:cNvPr>
                <p14:cNvContentPartPr/>
                <p14:nvPr/>
              </p14:nvContentPartPr>
              <p14:xfrm>
                <a:off x="9077525" y="1094995"/>
                <a:ext cx="340920" cy="723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9DCEF7-E875-1769-5E58-966866B67BF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071405" y="1088875"/>
                  <a:ext cx="353160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821696C-7D00-7C68-1B5C-B8137A3302A0}"/>
                    </a:ext>
                  </a:extLst>
                </p14:cNvPr>
                <p14:cNvContentPartPr/>
                <p14:nvPr/>
              </p14:nvContentPartPr>
              <p14:xfrm>
                <a:off x="9329165" y="1612315"/>
                <a:ext cx="8640" cy="192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821696C-7D00-7C68-1B5C-B8137A3302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23045" y="1606195"/>
                  <a:ext cx="20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CF1BBD7-8519-459F-EA94-C06249F73EB4}"/>
                    </a:ext>
                  </a:extLst>
                </p14:cNvPr>
                <p14:cNvContentPartPr/>
                <p14:nvPr/>
              </p14:nvContentPartPr>
              <p14:xfrm>
                <a:off x="9278765" y="1452835"/>
                <a:ext cx="34200" cy="72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CF1BBD7-8519-459F-EA94-C06249F73EB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72645" y="1446715"/>
                  <a:ext cx="464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DBCE666-51DF-E849-62B4-9A7083D6BF57}"/>
                    </a:ext>
                  </a:extLst>
                </p14:cNvPr>
                <p14:cNvContentPartPr/>
                <p14:nvPr/>
              </p14:nvContentPartPr>
              <p14:xfrm>
                <a:off x="9406565" y="1558675"/>
                <a:ext cx="664200" cy="233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DBCE666-51DF-E849-62B4-9A7083D6BF5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400445" y="1552555"/>
                  <a:ext cx="676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9289F7-B97A-7C78-194B-C9BFAFE09098}"/>
                    </a:ext>
                  </a:extLst>
                </p14:cNvPr>
                <p14:cNvContentPartPr/>
                <p14:nvPr/>
              </p14:nvContentPartPr>
              <p14:xfrm>
                <a:off x="8007605" y="3162475"/>
                <a:ext cx="36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99289F7-B97A-7C78-194B-C9BFAFE090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01485" y="315635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19D5C3C-7DDD-5243-86A2-C7A2D103D4AF}"/>
                    </a:ext>
                  </a:extLst>
                </p14:cNvPr>
                <p14:cNvContentPartPr/>
                <p14:nvPr/>
              </p14:nvContentPartPr>
              <p14:xfrm>
                <a:off x="8017685" y="3272995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19D5C3C-7DDD-5243-86A2-C7A2D103D4A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08685" y="32643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C6D468C-981C-296C-5637-C3CCD620D89F}"/>
                    </a:ext>
                  </a:extLst>
                </p14:cNvPr>
                <p14:cNvContentPartPr/>
                <p14:nvPr/>
              </p14:nvContentPartPr>
              <p14:xfrm>
                <a:off x="8042885" y="3196675"/>
                <a:ext cx="365400" cy="47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C6D468C-981C-296C-5637-C3CCD620D89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34245" y="3187675"/>
                  <a:ext cx="3830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5ECB565-F313-1736-3E7F-32A94029A7E9}"/>
                    </a:ext>
                  </a:extLst>
                </p14:cNvPr>
                <p14:cNvContentPartPr/>
                <p14:nvPr/>
              </p14:nvContentPartPr>
              <p14:xfrm>
                <a:off x="8016965" y="3229795"/>
                <a:ext cx="348840" cy="550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5ECB565-F313-1736-3E7F-32A94029A7E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08325" y="3221155"/>
                  <a:ext cx="3664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1EA3E00-D806-8EF8-BCC3-3BB0DC1456DC}"/>
                    </a:ext>
                  </a:extLst>
                </p14:cNvPr>
                <p14:cNvContentPartPr/>
                <p14:nvPr/>
              </p14:nvContentPartPr>
              <p14:xfrm>
                <a:off x="8420885" y="3512395"/>
                <a:ext cx="407520" cy="192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1EA3E00-D806-8EF8-BCC3-3BB0DC1456D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11885" y="3503755"/>
                  <a:ext cx="425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E4249B-FCE0-AAB6-E459-7E283347F0D9}"/>
                    </a:ext>
                  </a:extLst>
                </p14:cNvPr>
                <p14:cNvContentPartPr/>
                <p14:nvPr/>
              </p14:nvContentPartPr>
              <p14:xfrm>
                <a:off x="8808245" y="3422035"/>
                <a:ext cx="374040" cy="199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E4249B-FCE0-AAB6-E459-7E283347F0D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799605" y="3413395"/>
                  <a:ext cx="3916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BAF4496-8F87-4B0B-B8A9-DBD23CACB97C}"/>
                    </a:ext>
                  </a:extLst>
                </p14:cNvPr>
                <p14:cNvContentPartPr/>
                <p14:nvPr/>
              </p14:nvContentPartPr>
              <p14:xfrm>
                <a:off x="9090845" y="3321595"/>
                <a:ext cx="543600" cy="682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BAF4496-8F87-4B0B-B8A9-DBD23CACB97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81845" y="3312595"/>
                  <a:ext cx="56124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E598D91-7673-A43F-CC11-C92E1F3AA972}"/>
                    </a:ext>
                  </a:extLst>
                </p14:cNvPr>
                <p14:cNvContentPartPr/>
                <p14:nvPr/>
              </p14:nvContentPartPr>
              <p14:xfrm>
                <a:off x="9732365" y="2828035"/>
                <a:ext cx="331560" cy="623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E598D91-7673-A43F-CC11-C92E1F3AA97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723365" y="2819395"/>
                  <a:ext cx="34920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F764471-C329-F04A-CEF3-07626C0C3C45}"/>
                    </a:ext>
                  </a:extLst>
                </p14:cNvPr>
                <p14:cNvContentPartPr/>
                <p14:nvPr/>
              </p14:nvContentPartPr>
              <p14:xfrm>
                <a:off x="10010645" y="3318715"/>
                <a:ext cx="45720" cy="142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F764471-C329-F04A-CEF3-07626C0C3C4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02005" y="3310075"/>
                  <a:ext cx="633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2C41496-9CE8-F6D3-7AB0-4FA6C97976D2}"/>
                    </a:ext>
                  </a:extLst>
                </p14:cNvPr>
                <p14:cNvContentPartPr/>
                <p14:nvPr/>
              </p14:nvContentPartPr>
              <p14:xfrm>
                <a:off x="10050605" y="3162475"/>
                <a:ext cx="12600" cy="63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2C41496-9CE8-F6D3-7AB0-4FA6C97976D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41965" y="3153475"/>
                  <a:ext cx="30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C0D10E3-AD41-4A08-259F-FC7052D31B0B}"/>
                    </a:ext>
                  </a:extLst>
                </p14:cNvPr>
                <p14:cNvContentPartPr/>
                <p14:nvPr/>
              </p14:nvContentPartPr>
              <p14:xfrm>
                <a:off x="10076885" y="3143395"/>
                <a:ext cx="688680" cy="270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C0D10E3-AD41-4A08-259F-FC7052D31B0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67885" y="3134395"/>
                  <a:ext cx="7063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E4920C5-0F6C-D116-327F-60C3A4EE8417}"/>
                    </a:ext>
                  </a:extLst>
                </p14:cNvPr>
                <p14:cNvContentPartPr/>
                <p14:nvPr/>
              </p14:nvContentPartPr>
              <p14:xfrm>
                <a:off x="6397685" y="2026315"/>
                <a:ext cx="1341000" cy="622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E4920C5-0F6C-D116-327F-60C3A4EE841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89045" y="2017675"/>
                  <a:ext cx="135864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BF49392-B415-6F9D-9281-E54C7228E4A6}"/>
                    </a:ext>
                  </a:extLst>
                </p14:cNvPr>
                <p14:cNvContentPartPr/>
                <p14:nvPr/>
              </p14:nvContentPartPr>
              <p14:xfrm>
                <a:off x="6312725" y="3606715"/>
                <a:ext cx="1506240" cy="89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BF49392-B415-6F9D-9281-E54C7228E4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04085" y="3597715"/>
                  <a:ext cx="1523880" cy="10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F909C87-2B35-CCC7-AD6E-9CEE7E79229B}"/>
                  </a:ext>
                </a:extLst>
              </p14:cNvPr>
              <p14:cNvContentPartPr/>
              <p14:nvPr/>
            </p14:nvContentPartPr>
            <p14:xfrm>
              <a:off x="6418925" y="5282155"/>
              <a:ext cx="1378800" cy="964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F909C87-2B35-CCC7-AD6E-9CEE7E79229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409925" y="5273515"/>
                <a:ext cx="1396440" cy="11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0269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56EB-5D39-FC7A-B133-A1D689BDB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86DB25F2-B21E-1C43-8DBA-C52F4828E796}"/>
              </a:ext>
            </a:extLst>
          </p:cNvPr>
          <p:cNvSpPr/>
          <p:nvPr/>
        </p:nvSpPr>
        <p:spPr>
          <a:xfrm>
            <a:off x="2182762" y="1522914"/>
            <a:ext cx="85719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קודם כל נבנה "מסך פתיחה" שיכלול גם מעבר למסך קליטת הנתונים.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3C6EA0-0CF5-2F29-6E12-698554DF0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45DC86-05AA-006A-2439-7197F8FC6C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BF60F65D-EE15-D840-37E7-4CF9A55B7E49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A1A0C5-34E2-55DA-164B-5F8C59AA9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93" y="2483694"/>
            <a:ext cx="2403131" cy="3181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5EE342-281E-584E-55E6-54BF03341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951" y="3429000"/>
            <a:ext cx="5439914" cy="3343800"/>
          </a:xfrm>
          <a:prstGeom prst="rect">
            <a:avLst/>
          </a:prstGeom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C984017C-15FC-958B-A609-106A8DA24EF2}"/>
              </a:ext>
            </a:extLst>
          </p:cNvPr>
          <p:cNvSpPr/>
          <p:nvPr/>
        </p:nvSpPr>
        <p:spPr>
          <a:xfrm>
            <a:off x="3933938" y="2912165"/>
            <a:ext cx="1911919" cy="645498"/>
          </a:xfrm>
          <a:prstGeom prst="wedgeRoundRectCallout">
            <a:avLst>
              <a:gd name="adj1" fmla="val -119222"/>
              <a:gd name="adj2" fmla="val 106753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200" dirty="0"/>
              <a:t>משתנים</a:t>
            </a:r>
            <a:endParaRPr lang="en-US" sz="3200" dirty="0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66510677-D886-2436-BE30-43563806FA6C}"/>
              </a:ext>
            </a:extLst>
          </p:cNvPr>
          <p:cNvSpPr/>
          <p:nvPr/>
        </p:nvSpPr>
        <p:spPr>
          <a:xfrm>
            <a:off x="3309158" y="4431637"/>
            <a:ext cx="1911919" cy="1030553"/>
          </a:xfrm>
          <a:prstGeom prst="wedgeRoundRectCallout">
            <a:avLst>
              <a:gd name="adj1" fmla="val 126148"/>
              <a:gd name="adj2" fmla="val -1265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3200" dirty="0"/>
              <a:t>פעולות עזר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6258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9BBEB-3F13-E9C2-EA02-2F1F333D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D2D696-7B32-5A46-9201-B033EEAA3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78" y="1272353"/>
            <a:ext cx="5919840" cy="53868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9FD617-CC2E-37F9-535E-878D07F75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3650" y="4157237"/>
            <a:ext cx="3286403" cy="1438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BF41B0-03BB-269C-64E5-77C22F3AA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8232A0-7841-1B40-A9D1-B531EE6E2F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3C491E65-768E-C687-5C5A-00A479BDD782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DFE7EC1-6F67-85BB-8D3B-5EA6133FE39B}"/>
              </a:ext>
            </a:extLst>
          </p:cNvPr>
          <p:cNvSpPr/>
          <p:nvPr/>
        </p:nvSpPr>
        <p:spPr>
          <a:xfrm>
            <a:off x="2427040" y="1926320"/>
            <a:ext cx="1911919" cy="919073"/>
          </a:xfrm>
          <a:prstGeom prst="wedgeRoundRectCallout">
            <a:avLst>
              <a:gd name="adj1" fmla="val -70876"/>
              <a:gd name="adj2" fmla="val 214896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"אנימציה" מובנת פשוטה</a:t>
            </a:r>
            <a:endParaRPr lang="en-US" sz="2400" dirty="0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03369A7D-B627-1768-6F17-75A5343A4B7D}"/>
              </a:ext>
            </a:extLst>
          </p:cNvPr>
          <p:cNvSpPr/>
          <p:nvPr/>
        </p:nvSpPr>
        <p:spPr>
          <a:xfrm>
            <a:off x="9631016" y="2514599"/>
            <a:ext cx="2094301" cy="601956"/>
          </a:xfrm>
          <a:prstGeom prst="wedgeRoundRectCallout">
            <a:avLst>
              <a:gd name="adj1" fmla="val -107070"/>
              <a:gd name="adj2" fmla="val 86206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מעבר אוטומטי</a:t>
            </a:r>
            <a:endParaRPr lang="en-US" sz="2400" dirty="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E1D814CF-47C3-402F-EAB2-FD46713ED2DD}"/>
              </a:ext>
            </a:extLst>
          </p:cNvPr>
          <p:cNvSpPr/>
          <p:nvPr/>
        </p:nvSpPr>
        <p:spPr>
          <a:xfrm>
            <a:off x="3279875" y="4064980"/>
            <a:ext cx="2713422" cy="1908437"/>
          </a:xfrm>
          <a:prstGeom prst="wedgeRoundRectCallout">
            <a:avLst>
              <a:gd name="adj1" fmla="val 83037"/>
              <a:gd name="adj2" fmla="val 36730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400" dirty="0"/>
              <a:t>מעבר אחרי לחיצה</a:t>
            </a:r>
          </a:p>
          <a:p>
            <a:pPr algn="ctr"/>
            <a:r>
              <a:rPr lang="he-IL" sz="2400" dirty="0"/>
              <a:t>עם ביטול מעבר  אוטומטי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2200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FF6ED-F1AA-F6AB-5F51-92153DAA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FAB2B01B-C56A-A73B-BB71-E1F30B14A2BA}"/>
              </a:ext>
            </a:extLst>
          </p:cNvPr>
          <p:cNvSpPr/>
          <p:nvPr/>
        </p:nvSpPr>
        <p:spPr>
          <a:xfrm>
            <a:off x="2182762" y="1522914"/>
            <a:ext cx="8571948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MainActionsActivity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נציב סדרת לחצנים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בה לחיצה על כל אחד מהם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תגרום למעבר לאקטיביטי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עם יעוד אחר.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בינתיים נציב כאן רק לחצן אחד: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מעבר לקליטת נתוני ביקור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90BD46-2C61-81C2-F3C5-E9F34ED1A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883220-177C-34EC-72C5-79C8E9C96A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7CE52A2C-7B3D-FBE1-A90F-4BD93F57B3EB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</p:spTree>
    <p:extLst>
      <p:ext uri="{BB962C8B-B14F-4D97-AF65-F5344CB8AC3E}">
        <p14:creationId xmlns:p14="http://schemas.microsoft.com/office/powerpoint/2010/main" val="2581844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110B1-8938-4991-F006-7BF345539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5848F5-FD9B-02C4-7895-1A2926AE3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99640F-432F-319B-3B74-1FB30178C4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8C6FCB57-B551-F245-A31B-1FFBBE49E9AF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689BA7-584D-02DB-BAE7-3AA8B8EE19BB}"/>
                  </a:ext>
                </a:extLst>
              </p14:cNvPr>
              <p14:cNvContentPartPr/>
              <p14:nvPr/>
            </p14:nvContentPartPr>
            <p14:xfrm>
              <a:off x="2478365" y="1303435"/>
              <a:ext cx="2661120" cy="142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6689BA7-584D-02DB-BAE7-3AA8B8EE19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69365" y="1294435"/>
                <a:ext cx="26787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28B4E4B-4C6C-4BC4-E20D-0B4D3B826CE8}"/>
                  </a:ext>
                </a:extLst>
              </p14:cNvPr>
              <p14:cNvContentPartPr/>
              <p14:nvPr/>
            </p14:nvContentPartPr>
            <p14:xfrm>
              <a:off x="2402045" y="1508635"/>
              <a:ext cx="26280" cy="46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8B4E4B-4C6C-4BC4-E20D-0B4D3B826CE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93405" y="1499995"/>
                <a:ext cx="4392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C55A793-953A-7D44-9AAF-13754E1D2E59}"/>
                  </a:ext>
                </a:extLst>
              </p14:cNvPr>
              <p14:cNvContentPartPr/>
              <p14:nvPr/>
            </p14:nvContentPartPr>
            <p14:xfrm>
              <a:off x="2492045" y="1471195"/>
              <a:ext cx="17640" cy="16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C55A793-953A-7D44-9AAF-13754E1D2E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83045" y="1462195"/>
                <a:ext cx="352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02D5492-4CCC-99E6-060A-130420DDCE3F}"/>
                  </a:ext>
                </a:extLst>
              </p14:cNvPr>
              <p14:cNvContentPartPr/>
              <p14:nvPr/>
            </p14:nvContentPartPr>
            <p14:xfrm>
              <a:off x="2442365" y="1317475"/>
              <a:ext cx="2720880" cy="40611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02D5492-4CCC-99E6-060A-130420DDCE3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33725" y="1308475"/>
                <a:ext cx="2738520" cy="40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B8B66A9-2969-AB5B-5777-518F5E5D2395}"/>
                  </a:ext>
                </a:extLst>
              </p14:cNvPr>
              <p14:cNvContentPartPr/>
              <p14:nvPr/>
            </p14:nvContentPartPr>
            <p14:xfrm>
              <a:off x="2983445" y="1593595"/>
              <a:ext cx="1693080" cy="555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B8B66A9-2969-AB5B-5777-518F5E5D23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74445" y="1584595"/>
                <a:ext cx="171072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35A79FE-AA07-887C-6439-4E477B6439FB}"/>
                  </a:ext>
                </a:extLst>
              </p14:cNvPr>
              <p14:cNvContentPartPr/>
              <p14:nvPr/>
            </p14:nvContentPartPr>
            <p14:xfrm>
              <a:off x="3427685" y="2738755"/>
              <a:ext cx="5400" cy="16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35A79FE-AA07-887C-6439-4E477B6439F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19045" y="2729755"/>
                <a:ext cx="230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75749DE-454C-1064-5B9F-86F8C6233C01}"/>
                  </a:ext>
                </a:extLst>
              </p14:cNvPr>
              <p14:cNvContentPartPr/>
              <p14:nvPr/>
            </p14:nvContentPartPr>
            <p14:xfrm>
              <a:off x="2976245" y="2756395"/>
              <a:ext cx="1629000" cy="361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75749DE-454C-1064-5B9F-86F8C6233C0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67605" y="2747395"/>
                <a:ext cx="164664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DBB068D-AC0D-0512-B83B-6C1AD196D65B}"/>
                  </a:ext>
                </a:extLst>
              </p14:cNvPr>
              <p14:cNvContentPartPr/>
              <p14:nvPr/>
            </p14:nvContentPartPr>
            <p14:xfrm>
              <a:off x="5377805" y="1135675"/>
              <a:ext cx="355680" cy="309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DBB068D-AC0D-0512-B83B-6C1AD196D65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68805" y="1126675"/>
                <a:ext cx="373320" cy="4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B008EF56-CFCC-ED56-5DF5-1C408B4E261E}"/>
              </a:ext>
            </a:extLst>
          </p:cNvPr>
          <p:cNvGrpSpPr/>
          <p:nvPr/>
        </p:nvGrpSpPr>
        <p:grpSpPr>
          <a:xfrm>
            <a:off x="4726925" y="949195"/>
            <a:ext cx="2601360" cy="924120"/>
            <a:chOff x="4726925" y="949195"/>
            <a:chExt cx="2601360" cy="92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E06D6C8-D42E-DF09-E3E1-656935E6AC33}"/>
                    </a:ext>
                  </a:extLst>
                </p14:cNvPr>
                <p14:cNvContentPartPr/>
                <p14:nvPr/>
              </p14:nvContentPartPr>
              <p14:xfrm>
                <a:off x="5520005" y="1251955"/>
                <a:ext cx="36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E06D6C8-D42E-DF09-E3E1-656935E6AC3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11365" y="12433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09A4B3-ED6A-9474-4369-0EEFCBA6D1F6}"/>
                    </a:ext>
                  </a:extLst>
                </p14:cNvPr>
                <p14:cNvContentPartPr/>
                <p14:nvPr/>
              </p14:nvContentPartPr>
              <p14:xfrm>
                <a:off x="5563925" y="1166275"/>
                <a:ext cx="11880" cy="3888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09A4B3-ED6A-9474-4369-0EEFCBA6D1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55285" y="1157275"/>
                  <a:ext cx="295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DE28DE6-A0CE-7F0C-A7C6-5D8F2F4C3EC0}"/>
                    </a:ext>
                  </a:extLst>
                </p14:cNvPr>
                <p14:cNvContentPartPr/>
                <p14:nvPr/>
              </p14:nvContentPartPr>
              <p14:xfrm>
                <a:off x="5609285" y="1383355"/>
                <a:ext cx="183240" cy="164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DE28DE6-A0CE-7F0C-A7C6-5D8F2F4C3EC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00285" y="1374715"/>
                  <a:ext cx="200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3950A1-7975-21CA-56CE-4C1A254F2A54}"/>
                    </a:ext>
                  </a:extLst>
                </p14:cNvPr>
                <p14:cNvContentPartPr/>
                <p14:nvPr/>
              </p14:nvContentPartPr>
              <p14:xfrm>
                <a:off x="5912765" y="1352755"/>
                <a:ext cx="34200" cy="201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3950A1-7975-21CA-56CE-4C1A254F2A5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04125" y="1343755"/>
                  <a:ext cx="518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6246204-6815-1923-D03F-C11CEB515F60}"/>
                    </a:ext>
                  </a:extLst>
                </p14:cNvPr>
                <p14:cNvContentPartPr/>
                <p14:nvPr/>
              </p14:nvContentPartPr>
              <p14:xfrm>
                <a:off x="5785685" y="1368595"/>
                <a:ext cx="190440" cy="191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6246204-6815-1923-D03F-C11CEB515F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76685" y="1359955"/>
                  <a:ext cx="2080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88B7F46-72A1-DF54-046B-69CC9311601F}"/>
                    </a:ext>
                  </a:extLst>
                </p14:cNvPr>
                <p14:cNvContentPartPr/>
                <p14:nvPr/>
              </p14:nvContentPartPr>
              <p14:xfrm>
                <a:off x="6002405" y="949195"/>
                <a:ext cx="212400" cy="516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88B7F46-72A1-DF54-046B-69CC9311601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93765" y="940555"/>
                  <a:ext cx="23004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1956F26-B6B4-93F1-AADC-CF9378D73A1F}"/>
                    </a:ext>
                  </a:extLst>
                </p14:cNvPr>
                <p14:cNvContentPartPr/>
                <p14:nvPr/>
              </p14:nvContentPartPr>
              <p14:xfrm>
                <a:off x="5937965" y="1203715"/>
                <a:ext cx="366120" cy="69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1956F26-B6B4-93F1-AADC-CF9378D73A1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28965" y="1194715"/>
                  <a:ext cx="383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2E75FC-1FCC-EB0A-9DC1-A47D132996BA}"/>
                    </a:ext>
                  </a:extLst>
                </p14:cNvPr>
                <p14:cNvContentPartPr/>
                <p14:nvPr/>
              </p14:nvContentPartPr>
              <p14:xfrm>
                <a:off x="6421445" y="969355"/>
                <a:ext cx="317160" cy="531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2E75FC-1FCC-EB0A-9DC1-A47D132996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412805" y="960715"/>
                  <a:ext cx="33480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CF5D117-0A9D-9574-261C-84DA96A53D3A}"/>
                    </a:ext>
                  </a:extLst>
                </p14:cNvPr>
                <p14:cNvContentPartPr/>
                <p14:nvPr/>
              </p14:nvContentPartPr>
              <p14:xfrm>
                <a:off x="6660845" y="1340155"/>
                <a:ext cx="8280" cy="137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CF5D117-0A9D-9574-261C-84DA96A53D3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651845" y="1331515"/>
                  <a:ext cx="259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9886545-DB4C-A818-88E2-4184541C94B2}"/>
                    </a:ext>
                  </a:extLst>
                </p14:cNvPr>
                <p14:cNvContentPartPr/>
                <p14:nvPr/>
              </p14:nvContentPartPr>
              <p14:xfrm>
                <a:off x="6684965" y="1202635"/>
                <a:ext cx="18000" cy="25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9886545-DB4C-A818-88E2-4184541C94B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76325" y="1193995"/>
                  <a:ext cx="35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45B4FFF-876D-1993-9DF5-3D54DFF14B6C}"/>
                    </a:ext>
                  </a:extLst>
                </p14:cNvPr>
                <p14:cNvContentPartPr/>
                <p14:nvPr/>
              </p14:nvContentPartPr>
              <p14:xfrm>
                <a:off x="6674165" y="1232155"/>
                <a:ext cx="502920" cy="222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45B4FFF-876D-1993-9DF5-3D54DFF14B6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65165" y="1223515"/>
                  <a:ext cx="5205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33BF912-0414-6254-7206-C2F29B4ECC06}"/>
                    </a:ext>
                  </a:extLst>
                </p14:cNvPr>
                <p14:cNvContentPartPr/>
                <p14:nvPr/>
              </p14:nvContentPartPr>
              <p14:xfrm>
                <a:off x="7021925" y="1233235"/>
                <a:ext cx="306360" cy="210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33BF912-0414-6254-7206-C2F29B4ECC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12925" y="1224235"/>
                  <a:ext cx="3240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14DB3BE-08A9-EDEF-7A74-E1E53D90E39C}"/>
                    </a:ext>
                  </a:extLst>
                </p14:cNvPr>
                <p14:cNvContentPartPr/>
                <p14:nvPr/>
              </p14:nvContentPartPr>
              <p14:xfrm>
                <a:off x="4726925" y="1560475"/>
                <a:ext cx="765000" cy="312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14DB3BE-08A9-EDEF-7A74-E1E53D90E3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18285" y="1551475"/>
                  <a:ext cx="782640" cy="33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528E2BF-56C7-0BC9-C127-78CE3BFAB1CC}"/>
              </a:ext>
            </a:extLst>
          </p:cNvPr>
          <p:cNvGrpSpPr/>
          <p:nvPr/>
        </p:nvGrpSpPr>
        <p:grpSpPr>
          <a:xfrm>
            <a:off x="4657085" y="2097235"/>
            <a:ext cx="2230560" cy="759600"/>
            <a:chOff x="4657085" y="2097235"/>
            <a:chExt cx="2230560" cy="75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98491C2-C85F-C2D2-38A1-E46CAD271619}"/>
                    </a:ext>
                  </a:extLst>
                </p14:cNvPr>
                <p14:cNvContentPartPr/>
                <p14:nvPr/>
              </p14:nvContentPartPr>
              <p14:xfrm>
                <a:off x="4657085" y="2610235"/>
                <a:ext cx="901440" cy="246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98491C2-C85F-C2D2-38A1-E46CAD27161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648085" y="2601595"/>
                  <a:ext cx="9190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62DDF95-8601-B307-88CC-A78B2EF4595A}"/>
                    </a:ext>
                  </a:extLst>
                </p14:cNvPr>
                <p14:cNvContentPartPr/>
                <p14:nvPr/>
              </p14:nvContentPartPr>
              <p14:xfrm>
                <a:off x="5607845" y="2239795"/>
                <a:ext cx="224280" cy="503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62DDF95-8601-B307-88CC-A78B2EF4595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98845" y="2231155"/>
                  <a:ext cx="24192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79E24B3-AA3E-2F1A-2EC3-17B9FB293275}"/>
                    </a:ext>
                  </a:extLst>
                </p14:cNvPr>
                <p14:cNvContentPartPr/>
                <p14:nvPr/>
              </p14:nvContentPartPr>
              <p14:xfrm>
                <a:off x="5897285" y="2491795"/>
                <a:ext cx="195120" cy="196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79E24B3-AA3E-2F1A-2EC3-17B9FB29327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88645" y="2482795"/>
                  <a:ext cx="212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7E27E33-8CBF-5D3D-D121-10A14282F943}"/>
                    </a:ext>
                  </a:extLst>
                </p14:cNvPr>
                <p14:cNvContentPartPr/>
                <p14:nvPr/>
              </p14:nvContentPartPr>
              <p14:xfrm>
                <a:off x="6165125" y="2097235"/>
                <a:ext cx="32760" cy="537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7E27E33-8CBF-5D3D-D121-10A14282F94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56485" y="2088595"/>
                  <a:ext cx="5040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BE0B5CD-9C08-5295-7FC8-DE331F07A87E}"/>
                    </a:ext>
                  </a:extLst>
                </p14:cNvPr>
                <p14:cNvContentPartPr/>
                <p14:nvPr/>
              </p14:nvContentPartPr>
              <p14:xfrm>
                <a:off x="6113285" y="2340955"/>
                <a:ext cx="121680" cy="51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BE0B5CD-9C08-5295-7FC8-DE331F07A87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04645" y="2331955"/>
                  <a:ext cx="1393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88D98B3-564B-E3BA-7DE8-7E1AF4D7B3B7}"/>
                    </a:ext>
                  </a:extLst>
                </p14:cNvPr>
                <p14:cNvContentPartPr/>
                <p14:nvPr/>
              </p14:nvContentPartPr>
              <p14:xfrm>
                <a:off x="6321365" y="2135035"/>
                <a:ext cx="23760" cy="484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88D98B3-564B-E3BA-7DE8-7E1AF4D7B3B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12365" y="2126035"/>
                  <a:ext cx="4140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00B5A04-1334-7BE9-99E2-1929353564D0}"/>
                    </a:ext>
                  </a:extLst>
                </p14:cNvPr>
                <p14:cNvContentPartPr/>
                <p14:nvPr/>
              </p14:nvContentPartPr>
              <p14:xfrm>
                <a:off x="6217685" y="2416195"/>
                <a:ext cx="100800" cy="25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00B5A04-1334-7BE9-99E2-1929353564D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09045" y="2407195"/>
                  <a:ext cx="1184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DF8F1C-91CE-8B59-B318-A1DDE7F280EA}"/>
                    </a:ext>
                  </a:extLst>
                </p14:cNvPr>
                <p14:cNvContentPartPr/>
                <p14:nvPr/>
              </p14:nvContentPartPr>
              <p14:xfrm>
                <a:off x="6378965" y="2403955"/>
                <a:ext cx="237960" cy="237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DF8F1C-91CE-8B59-B318-A1DDE7F280E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69965" y="2394955"/>
                  <a:ext cx="2556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962B6A8-FDC9-A814-E437-0CB052ACFC1B}"/>
                    </a:ext>
                  </a:extLst>
                </p14:cNvPr>
                <p14:cNvContentPartPr/>
                <p14:nvPr/>
              </p14:nvContentPartPr>
              <p14:xfrm>
                <a:off x="6663365" y="2381995"/>
                <a:ext cx="224280" cy="194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962B6A8-FDC9-A814-E437-0CB052ACFC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54725" y="2373355"/>
                  <a:ext cx="241920" cy="21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25CB2D0-5C80-49FC-C9FF-4828543F16B1}"/>
                  </a:ext>
                </a:extLst>
              </p14:cNvPr>
              <p14:cNvContentPartPr/>
              <p14:nvPr/>
            </p14:nvContentPartPr>
            <p14:xfrm>
              <a:off x="4940045" y="3104515"/>
              <a:ext cx="360" cy="3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25CB2D0-5C80-49FC-C9FF-4828543F16B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922045" y="308651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0B46D13-AEE9-201F-2531-BD900E9AD0D0}"/>
              </a:ext>
            </a:extLst>
          </p:cNvPr>
          <p:cNvGrpSpPr/>
          <p:nvPr/>
        </p:nvGrpSpPr>
        <p:grpSpPr>
          <a:xfrm>
            <a:off x="6941285" y="3248875"/>
            <a:ext cx="4833720" cy="1350000"/>
            <a:chOff x="6941285" y="3248875"/>
            <a:chExt cx="4833720" cy="135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F174BB9-748D-B548-CE1A-7DB25C81A995}"/>
                    </a:ext>
                  </a:extLst>
                </p14:cNvPr>
                <p14:cNvContentPartPr/>
                <p14:nvPr/>
              </p14:nvContentPartPr>
              <p14:xfrm>
                <a:off x="6941285" y="3517795"/>
                <a:ext cx="399600" cy="5688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F174BB9-748D-B548-CE1A-7DB25C81A99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932285" y="3508795"/>
                  <a:ext cx="41724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990E2BB-8345-B315-ABDA-1B8A1789C467}"/>
                    </a:ext>
                  </a:extLst>
                </p14:cNvPr>
                <p14:cNvContentPartPr/>
                <p14:nvPr/>
              </p14:nvContentPartPr>
              <p14:xfrm>
                <a:off x="7215245" y="3871675"/>
                <a:ext cx="147960" cy="189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990E2BB-8345-B315-ABDA-1B8A1789C46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06605" y="3862675"/>
                  <a:ext cx="1656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CA4B8DB-BB46-98AB-087A-9DFCA8E4C375}"/>
                    </a:ext>
                  </a:extLst>
                </p14:cNvPr>
                <p14:cNvContentPartPr/>
                <p14:nvPr/>
              </p14:nvContentPartPr>
              <p14:xfrm>
                <a:off x="7483085" y="3492595"/>
                <a:ext cx="135360" cy="5576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CA4B8DB-BB46-98AB-087A-9DFCA8E4C3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474445" y="3483955"/>
                  <a:ext cx="15300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0D857DE-F52E-D8A3-2A34-1A0A1CE0AC6A}"/>
                    </a:ext>
                  </a:extLst>
                </p14:cNvPr>
                <p14:cNvContentPartPr/>
                <p14:nvPr/>
              </p14:nvContentPartPr>
              <p14:xfrm>
                <a:off x="7381925" y="3783115"/>
                <a:ext cx="344160" cy="51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0D857DE-F52E-D8A3-2A34-1A0A1CE0AC6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72925" y="3774475"/>
                  <a:ext cx="3618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34374D3-AA70-D34F-6A77-397BEB3D0CA6}"/>
                    </a:ext>
                  </a:extLst>
                </p14:cNvPr>
                <p14:cNvContentPartPr/>
                <p14:nvPr/>
              </p14:nvContentPartPr>
              <p14:xfrm>
                <a:off x="7557245" y="3861595"/>
                <a:ext cx="459360" cy="197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34374D3-AA70-D34F-6A77-397BEB3D0C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48245" y="3852955"/>
                  <a:ext cx="4770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4399FCD-863D-84AD-B188-46FFF270E943}"/>
                    </a:ext>
                  </a:extLst>
                </p14:cNvPr>
                <p14:cNvContentPartPr/>
                <p14:nvPr/>
              </p14:nvContentPartPr>
              <p14:xfrm>
                <a:off x="8037485" y="3464875"/>
                <a:ext cx="321120" cy="631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4399FCD-863D-84AD-B188-46FFF270E9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28845" y="3456235"/>
                  <a:ext cx="33876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ABBFFD6-3F38-551E-98F6-C2F5AE609FD3}"/>
                    </a:ext>
                  </a:extLst>
                </p14:cNvPr>
                <p14:cNvContentPartPr/>
                <p14:nvPr/>
              </p14:nvContentPartPr>
              <p14:xfrm>
                <a:off x="8240525" y="3893635"/>
                <a:ext cx="65880" cy="226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ABBFFD6-3F38-551E-98F6-C2F5AE609FD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31885" y="3884995"/>
                  <a:ext cx="83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4C0ACD7-3246-F93E-3339-A47C24601EA4}"/>
                    </a:ext>
                  </a:extLst>
                </p14:cNvPr>
                <p14:cNvContentPartPr/>
                <p14:nvPr/>
              </p14:nvContentPartPr>
              <p14:xfrm>
                <a:off x="8280125" y="3702475"/>
                <a:ext cx="21960" cy="105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4C0ACD7-3246-F93E-3339-A47C24601EA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71125" y="3693475"/>
                  <a:ext cx="39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EE2FC46-1C85-D205-3547-BF85E16D374B}"/>
                    </a:ext>
                  </a:extLst>
                </p14:cNvPr>
                <p14:cNvContentPartPr/>
                <p14:nvPr/>
              </p14:nvContentPartPr>
              <p14:xfrm>
                <a:off x="8337725" y="3845755"/>
                <a:ext cx="280800" cy="2901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EE2FC46-1C85-D205-3547-BF85E16D374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28725" y="3836755"/>
                  <a:ext cx="2984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2D08CFE-78D8-6A42-4CD9-BB03C3EAEDFB}"/>
                    </a:ext>
                  </a:extLst>
                </p14:cNvPr>
                <p14:cNvContentPartPr/>
                <p14:nvPr/>
              </p14:nvContentPartPr>
              <p14:xfrm>
                <a:off x="8599805" y="3753955"/>
                <a:ext cx="20880" cy="38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2D08CFE-78D8-6A42-4CD9-BB03C3EAED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91165" y="3744955"/>
                  <a:ext cx="38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145F436-30C8-0F87-8C10-573E5C437A53}"/>
                    </a:ext>
                  </a:extLst>
                </p14:cNvPr>
                <p14:cNvContentPartPr/>
                <p14:nvPr/>
              </p14:nvContentPartPr>
              <p14:xfrm>
                <a:off x="8695205" y="3429235"/>
                <a:ext cx="168120" cy="632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145F436-30C8-0F87-8C10-573E5C437A5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686205" y="3420235"/>
                  <a:ext cx="18576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0E64934-6475-3B2F-3030-D6C59E710234}"/>
                    </a:ext>
                  </a:extLst>
                </p14:cNvPr>
                <p14:cNvContentPartPr/>
                <p14:nvPr/>
              </p14:nvContentPartPr>
              <p14:xfrm>
                <a:off x="8645885" y="3648835"/>
                <a:ext cx="190080" cy="18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0E64934-6475-3B2F-3030-D6C59E71023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37245" y="3639835"/>
                  <a:ext cx="207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B934761-53D9-CC86-844A-B23157F20B49}"/>
                    </a:ext>
                  </a:extLst>
                </p14:cNvPr>
                <p14:cNvContentPartPr/>
                <p14:nvPr/>
              </p14:nvContentPartPr>
              <p14:xfrm>
                <a:off x="9046565" y="3533635"/>
                <a:ext cx="118440" cy="507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B934761-53D9-CC86-844A-B23157F20B4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37925" y="3524995"/>
                  <a:ext cx="13608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5DB631D-8E10-AF40-F148-9DAA1BD6FBDD}"/>
                    </a:ext>
                  </a:extLst>
                </p14:cNvPr>
                <p14:cNvContentPartPr/>
                <p14:nvPr/>
              </p14:nvContentPartPr>
              <p14:xfrm>
                <a:off x="8807885" y="3524275"/>
                <a:ext cx="570960" cy="5868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5DB631D-8E10-AF40-F148-9DAA1BD6FBD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99245" y="3515275"/>
                  <a:ext cx="58860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013F4BF-FE13-BFFF-E068-2B09F4F478CC}"/>
                    </a:ext>
                  </a:extLst>
                </p14:cNvPr>
                <p14:cNvContentPartPr/>
                <p14:nvPr/>
              </p14:nvContentPartPr>
              <p14:xfrm>
                <a:off x="9357965" y="3861235"/>
                <a:ext cx="259920" cy="159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013F4BF-FE13-BFFF-E068-2B09F4F478C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348965" y="3852235"/>
                  <a:ext cx="277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A6D8B42-8DAC-B53C-2CEE-EDDA62115E66}"/>
                    </a:ext>
                  </a:extLst>
                </p14:cNvPr>
                <p14:cNvContentPartPr/>
                <p14:nvPr/>
              </p14:nvContentPartPr>
              <p14:xfrm>
                <a:off x="9606365" y="3398635"/>
                <a:ext cx="192960" cy="609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A6D8B42-8DAC-B53C-2CEE-EDDA62115E6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97365" y="3389995"/>
                  <a:ext cx="21060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F5CC89C-F3D3-98FF-F507-C30119744E22}"/>
                    </a:ext>
                  </a:extLst>
                </p14:cNvPr>
                <p14:cNvContentPartPr/>
                <p14:nvPr/>
              </p14:nvContentPartPr>
              <p14:xfrm>
                <a:off x="9585845" y="3766555"/>
                <a:ext cx="164520" cy="9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F5CC89C-F3D3-98FF-F507-C30119744E2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77205" y="3757555"/>
                  <a:ext cx="182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2906515-F0EE-FAFD-CC27-F4182865106A}"/>
                    </a:ext>
                  </a:extLst>
                </p14:cNvPr>
                <p14:cNvContentPartPr/>
                <p14:nvPr/>
              </p14:nvContentPartPr>
              <p14:xfrm>
                <a:off x="9620765" y="3792475"/>
                <a:ext cx="269640" cy="233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2906515-F0EE-FAFD-CC27-F4182865106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11765" y="3783835"/>
                  <a:ext cx="2872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BD67B52-A3C1-3865-560E-CC88DC8CF3B3}"/>
                    </a:ext>
                  </a:extLst>
                </p14:cNvPr>
                <p14:cNvContentPartPr/>
                <p14:nvPr/>
              </p14:nvContentPartPr>
              <p14:xfrm>
                <a:off x="10032965" y="3360115"/>
                <a:ext cx="267120" cy="678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BD67B52-A3C1-3865-560E-CC88DC8CF3B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23965" y="3351115"/>
                  <a:ext cx="28476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81DF28F-4F8C-30A6-CE2B-0CFC9C6C4ACD}"/>
                    </a:ext>
                  </a:extLst>
                </p14:cNvPr>
                <p14:cNvContentPartPr/>
                <p14:nvPr/>
              </p14:nvContentPartPr>
              <p14:xfrm>
                <a:off x="10103885" y="3853315"/>
                <a:ext cx="252720" cy="11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81DF28F-4F8C-30A6-CE2B-0CFC9C6C4AC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094885" y="3844675"/>
                  <a:ext cx="270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BB09E42-8816-C3B4-8297-A7EA807683F1}"/>
                    </a:ext>
                  </a:extLst>
                </p14:cNvPr>
                <p14:cNvContentPartPr/>
                <p14:nvPr/>
              </p14:nvContentPartPr>
              <p14:xfrm>
                <a:off x="10345085" y="3806875"/>
                <a:ext cx="224640" cy="183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BB09E42-8816-C3B4-8297-A7EA807683F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336085" y="3797875"/>
                  <a:ext cx="242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968ABCB-3394-AED3-61D6-CD99B86F76D6}"/>
                    </a:ext>
                  </a:extLst>
                </p14:cNvPr>
                <p14:cNvContentPartPr/>
                <p14:nvPr/>
              </p14:nvContentPartPr>
              <p14:xfrm>
                <a:off x="10689245" y="3306475"/>
                <a:ext cx="148680" cy="694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968ABCB-3394-AED3-61D6-CD99B86F76D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680605" y="3297475"/>
                  <a:ext cx="166320" cy="71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607952C-F942-AD92-3314-B29E71A0360D}"/>
                    </a:ext>
                  </a:extLst>
                </p14:cNvPr>
                <p14:cNvContentPartPr/>
                <p14:nvPr/>
              </p14:nvContentPartPr>
              <p14:xfrm>
                <a:off x="10551005" y="3689515"/>
                <a:ext cx="258120" cy="66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607952C-F942-AD92-3314-B29E71A0360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42005" y="3680875"/>
                  <a:ext cx="275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7DA20E0-C596-8E9C-F5B2-B010BAC38EE4}"/>
                    </a:ext>
                  </a:extLst>
                </p14:cNvPr>
                <p14:cNvContentPartPr/>
                <p14:nvPr/>
              </p14:nvContentPartPr>
              <p14:xfrm>
                <a:off x="10843325" y="3803275"/>
                <a:ext cx="89280" cy="15948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7DA20E0-C596-8E9C-F5B2-B010BAC38E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834325" y="3794275"/>
                  <a:ext cx="1069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B735141-07E0-B8E0-A9F4-50B3C0F19B0A}"/>
                    </a:ext>
                  </a:extLst>
                </p14:cNvPr>
                <p14:cNvContentPartPr/>
                <p14:nvPr/>
              </p14:nvContentPartPr>
              <p14:xfrm>
                <a:off x="10873205" y="3621835"/>
                <a:ext cx="56880" cy="1422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B735141-07E0-B8E0-A9F4-50B3C0F19B0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64565" y="3612835"/>
                  <a:ext cx="745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67F2AC8-62B5-DAAF-F465-0E88DD216F88}"/>
                    </a:ext>
                  </a:extLst>
                </p14:cNvPr>
                <p14:cNvContentPartPr/>
                <p14:nvPr/>
              </p14:nvContentPartPr>
              <p14:xfrm>
                <a:off x="11012165" y="3716155"/>
                <a:ext cx="140760" cy="2520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67F2AC8-62B5-DAAF-F465-0E88DD216F8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003525" y="3707515"/>
                  <a:ext cx="1584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93B7237-165B-21A3-FF7F-10AA3BDAC8D1}"/>
                    </a:ext>
                  </a:extLst>
                </p14:cNvPr>
                <p14:cNvContentPartPr/>
                <p14:nvPr/>
              </p14:nvContentPartPr>
              <p14:xfrm>
                <a:off x="11210885" y="3813715"/>
                <a:ext cx="45720" cy="1137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93B7237-165B-21A3-FF7F-10AA3BDAC8D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201885" y="3804715"/>
                  <a:ext cx="633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2CBB63D-F567-1F9B-F244-98AB541C75F1}"/>
                    </a:ext>
                  </a:extLst>
                </p14:cNvPr>
                <p14:cNvContentPartPr/>
                <p14:nvPr/>
              </p14:nvContentPartPr>
              <p14:xfrm>
                <a:off x="11239325" y="3647755"/>
                <a:ext cx="41040" cy="45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2CBB63D-F567-1F9B-F244-98AB541C75F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230685" y="3638755"/>
                  <a:ext cx="58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C9491D2-BBA3-2A4C-9EA1-BBC3891EA1BC}"/>
                    </a:ext>
                  </a:extLst>
                </p14:cNvPr>
                <p14:cNvContentPartPr/>
                <p14:nvPr/>
              </p14:nvContentPartPr>
              <p14:xfrm>
                <a:off x="11438405" y="3248875"/>
                <a:ext cx="141120" cy="6890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C9491D2-BBA3-2A4C-9EA1-BBC3891EA1B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429765" y="3240235"/>
                  <a:ext cx="15876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2AFA17D-5B5E-8BC7-453F-2AF95D5E51C9}"/>
                    </a:ext>
                  </a:extLst>
                </p14:cNvPr>
                <p14:cNvContentPartPr/>
                <p14:nvPr/>
              </p14:nvContentPartPr>
              <p14:xfrm>
                <a:off x="11375405" y="3686995"/>
                <a:ext cx="208440" cy="59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2AFA17D-5B5E-8BC7-453F-2AF95D5E51C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366405" y="3677995"/>
                  <a:ext cx="2260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B370667-0704-E3AD-8D50-915F19F01F7B}"/>
                    </a:ext>
                  </a:extLst>
                </p14:cNvPr>
                <p14:cNvContentPartPr/>
                <p14:nvPr/>
              </p14:nvContentPartPr>
              <p14:xfrm>
                <a:off x="11126285" y="3624715"/>
                <a:ext cx="648720" cy="9741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B370667-0704-E3AD-8D50-915F19F01F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117285" y="3615715"/>
                  <a:ext cx="666360" cy="9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8B5D3B9E-4726-41F2-0648-FE1D00612B4D}"/>
              </a:ext>
            </a:extLst>
          </p:cNvPr>
          <p:cNvGrpSpPr/>
          <p:nvPr/>
        </p:nvGrpSpPr>
        <p:grpSpPr>
          <a:xfrm>
            <a:off x="4168205" y="3194155"/>
            <a:ext cx="2562120" cy="847080"/>
            <a:chOff x="4168205" y="3194155"/>
            <a:chExt cx="2562120" cy="84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91011E7-523B-DCBF-4B8D-F5E47479BA36}"/>
                    </a:ext>
                  </a:extLst>
                </p14:cNvPr>
                <p14:cNvContentPartPr/>
                <p14:nvPr/>
              </p14:nvContentPartPr>
              <p14:xfrm>
                <a:off x="4168205" y="3194155"/>
                <a:ext cx="2482920" cy="6030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91011E7-523B-DCBF-4B8D-F5E47479BA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59565" y="3185155"/>
                  <a:ext cx="250056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61F2931-EF5E-812F-1F35-38E43CABC088}"/>
                    </a:ext>
                  </a:extLst>
                </p14:cNvPr>
                <p14:cNvContentPartPr/>
                <p14:nvPr/>
              </p14:nvContentPartPr>
              <p14:xfrm>
                <a:off x="6098525" y="3535435"/>
                <a:ext cx="631800" cy="505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61F2931-EF5E-812F-1F35-38E43CABC08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89885" y="3526435"/>
                  <a:ext cx="649440" cy="523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76008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B4E4B-BCDA-D5BB-E2B8-260EFF68E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71202AA2-475C-831F-9C7B-93254B8D7370}"/>
              </a:ext>
            </a:extLst>
          </p:cNvPr>
          <p:cNvSpPr/>
          <p:nvPr/>
        </p:nvSpPr>
        <p:spPr>
          <a:xfrm>
            <a:off x="2182762" y="1522914"/>
            <a:ext cx="8571948" cy="48320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EnterVisitDataActivity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נציב רכיבים לקליטת הנתונים הבאים: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אצל מי מתבצע ביקור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כתובת הביקור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תאריך וזמן תחילת הביקור</a:t>
            </a:r>
          </a:p>
          <a:p>
            <a:pPr marL="1485900" lvl="2" indent="-571500" algn="r" rtl="1">
              <a:buFont typeface="Arial" panose="020B0604020202020204" pitchFamily="34" charset="0"/>
              <a:buChar char="•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כמה זמן (דקות) המשך הביקור</a:t>
            </a:r>
          </a:p>
          <a:p>
            <a:pPr algn="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מעבר לקליטת נתונים נוספים על הביקור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5D1534-574B-7C64-B238-051ED7FA4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809C2E-8343-021E-CBF0-895C2C7ABB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F4742229-94C2-5374-22D7-32E4D3A67DF1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</p:spTree>
    <p:extLst>
      <p:ext uri="{BB962C8B-B14F-4D97-AF65-F5344CB8AC3E}">
        <p14:creationId xmlns:p14="http://schemas.microsoft.com/office/powerpoint/2010/main" val="3089359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57773-9C0B-A570-D352-23B10A5C2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D2F16E6C-5B2E-649F-01AD-7C0465830862}"/>
              </a:ext>
            </a:extLst>
          </p:cNvPr>
          <p:cNvSpPr/>
          <p:nvPr/>
        </p:nvSpPr>
        <p:spPr>
          <a:xfrm>
            <a:off x="1655988" y="802973"/>
            <a:ext cx="48938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EnterVisitDataActivity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F3F12C-1CA0-4110-C14A-EF0F0E0B3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8C7354-1D85-D603-471D-D56467EE9D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211C6CB4-C853-2DDC-F087-19601D615C75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5599A2-E121-C603-16C4-E9DD08CAD841}"/>
                  </a:ext>
                </a:extLst>
              </p14:cNvPr>
              <p14:cNvContentPartPr/>
              <p14:nvPr/>
            </p14:nvContentPartPr>
            <p14:xfrm>
              <a:off x="4731245" y="1793035"/>
              <a:ext cx="2835000" cy="104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5599A2-E121-C603-16C4-E9DD08CAD8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22605" y="1784035"/>
                <a:ext cx="28526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AE058D5-2460-0798-2B19-B43923897547}"/>
                  </a:ext>
                </a:extLst>
              </p14:cNvPr>
              <p14:cNvContentPartPr/>
              <p14:nvPr/>
            </p14:nvContentPartPr>
            <p14:xfrm>
              <a:off x="5445485" y="2061595"/>
              <a:ext cx="1563840" cy="475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AE058D5-2460-0798-2B19-B4392389754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36845" y="2052955"/>
                <a:ext cx="158148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8A1E5FF-D1AF-811E-0B45-B4E3BC6C265E}"/>
                  </a:ext>
                </a:extLst>
              </p14:cNvPr>
              <p14:cNvContentPartPr/>
              <p14:nvPr/>
            </p14:nvContentPartPr>
            <p14:xfrm>
              <a:off x="5517485" y="3015595"/>
              <a:ext cx="1556640" cy="3927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8A1E5FF-D1AF-811E-0B45-B4E3BC6C265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08485" y="3006955"/>
                <a:ext cx="157428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FE016B8-E745-D32E-5293-B88FC9016A94}"/>
                  </a:ext>
                </a:extLst>
              </p14:cNvPr>
              <p14:cNvContentPartPr/>
              <p14:nvPr/>
            </p14:nvContentPartPr>
            <p14:xfrm>
              <a:off x="5607845" y="3642715"/>
              <a:ext cx="1367640" cy="3650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FE016B8-E745-D32E-5293-B88FC9016A9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98845" y="3633715"/>
                <a:ext cx="138528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E8A0247-EA2A-D937-FB0E-6F3F5361FC85}"/>
                  </a:ext>
                </a:extLst>
              </p14:cNvPr>
              <p14:cNvContentPartPr/>
              <p14:nvPr/>
            </p14:nvContentPartPr>
            <p14:xfrm>
              <a:off x="5119685" y="4353715"/>
              <a:ext cx="462600" cy="4222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E8A0247-EA2A-D937-FB0E-6F3F5361FC8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10685" y="4344715"/>
                <a:ext cx="48024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B181A11-5FD0-F1FA-02D4-A159A072F78B}"/>
                  </a:ext>
                </a:extLst>
              </p14:cNvPr>
              <p14:cNvContentPartPr/>
              <p14:nvPr/>
            </p14:nvContentPartPr>
            <p14:xfrm>
              <a:off x="6783965" y="4342555"/>
              <a:ext cx="474120" cy="453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B181A11-5FD0-F1FA-02D4-A159A072F78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74965" y="4333915"/>
                <a:ext cx="491760" cy="47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75EE1913-6ACD-387E-F89F-3F2A7224A6A1}"/>
              </a:ext>
            </a:extLst>
          </p:cNvPr>
          <p:cNvGrpSpPr/>
          <p:nvPr/>
        </p:nvGrpSpPr>
        <p:grpSpPr>
          <a:xfrm>
            <a:off x="7992125" y="1441675"/>
            <a:ext cx="2121840" cy="673920"/>
            <a:chOff x="7992125" y="1441675"/>
            <a:chExt cx="2121840" cy="67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9BF378E-A392-B746-0D3D-C80140B7644D}"/>
                    </a:ext>
                  </a:extLst>
                </p14:cNvPr>
                <p14:cNvContentPartPr/>
                <p14:nvPr/>
              </p14:nvContentPartPr>
              <p14:xfrm>
                <a:off x="7992125" y="1600435"/>
                <a:ext cx="505800" cy="95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9BF378E-A392-B746-0D3D-C80140B7644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83125" y="1591795"/>
                  <a:ext cx="523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1370B0B-5235-A662-9462-07389C4E1FC2}"/>
                    </a:ext>
                  </a:extLst>
                </p14:cNvPr>
                <p14:cNvContentPartPr/>
                <p14:nvPr/>
              </p14:nvContentPartPr>
              <p14:xfrm>
                <a:off x="8272565" y="1650475"/>
                <a:ext cx="60120" cy="465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1370B0B-5235-A662-9462-07389C4E1FC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63925" y="1641475"/>
                  <a:ext cx="7776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AFC3AE7-7BBE-326C-F2E9-E2A254016343}"/>
                    </a:ext>
                  </a:extLst>
                </p14:cNvPr>
                <p14:cNvContentPartPr/>
                <p14:nvPr/>
              </p14:nvContentPartPr>
              <p14:xfrm>
                <a:off x="8401805" y="1903915"/>
                <a:ext cx="174240" cy="176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AFC3AE7-7BBE-326C-F2E9-E2A2540163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393165" y="1894915"/>
                  <a:ext cx="1918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B794C9F-CBA6-CE1E-DF8F-9C2F46880D0E}"/>
                    </a:ext>
                  </a:extLst>
                </p14:cNvPr>
                <p14:cNvContentPartPr/>
                <p14:nvPr/>
              </p14:nvContentPartPr>
              <p14:xfrm>
                <a:off x="8662085" y="1877635"/>
                <a:ext cx="73080" cy="153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B794C9F-CBA6-CE1E-DF8F-9C2F46880D0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53085" y="1868995"/>
                  <a:ext cx="907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7350E71-FDF0-209F-556B-A5510305CEE4}"/>
                    </a:ext>
                  </a:extLst>
                </p14:cNvPr>
                <p14:cNvContentPartPr/>
                <p14:nvPr/>
              </p14:nvContentPartPr>
              <p14:xfrm>
                <a:off x="8640485" y="1850995"/>
                <a:ext cx="119880" cy="153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7350E71-FDF0-209F-556B-A5510305CEE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31485" y="1841995"/>
                  <a:ext cx="137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B75431C-B55D-A257-35A7-5151E220FAA9}"/>
                    </a:ext>
                  </a:extLst>
                </p14:cNvPr>
                <p14:cNvContentPartPr/>
                <p14:nvPr/>
              </p14:nvContentPartPr>
              <p14:xfrm>
                <a:off x="8886725" y="1441675"/>
                <a:ext cx="80280" cy="599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B75431C-B55D-A257-35A7-5151E220FA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878085" y="1433035"/>
                  <a:ext cx="9792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873833B-0D72-9A7F-3D5E-E429F97A84F1}"/>
                    </a:ext>
                  </a:extLst>
                </p14:cNvPr>
                <p14:cNvContentPartPr/>
                <p14:nvPr/>
              </p14:nvContentPartPr>
              <p14:xfrm>
                <a:off x="8745965" y="1690075"/>
                <a:ext cx="317880" cy="51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873833B-0D72-9A7F-3D5E-E429F97A84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36965" y="1681075"/>
                  <a:ext cx="3355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DB86700-D2FD-5A03-468A-6F31640D94F3}"/>
                    </a:ext>
                  </a:extLst>
                </p14:cNvPr>
                <p14:cNvContentPartPr/>
                <p14:nvPr/>
              </p14:nvContentPartPr>
              <p14:xfrm>
                <a:off x="9136565" y="1458235"/>
                <a:ext cx="283680" cy="498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DB86700-D2FD-5A03-468A-6F31640D94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27565" y="1449595"/>
                  <a:ext cx="30132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4B7E97C-19C4-F32F-1D6B-D0C1947BA027}"/>
                    </a:ext>
                  </a:extLst>
                </p14:cNvPr>
                <p14:cNvContentPartPr/>
                <p14:nvPr/>
              </p14:nvContentPartPr>
              <p14:xfrm>
                <a:off x="9449405" y="1781155"/>
                <a:ext cx="15480" cy="140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4B7E97C-19C4-F32F-1D6B-D0C1947BA02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40405" y="1772155"/>
                  <a:ext cx="33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807771B-313E-6C9C-9A7C-CACF3C4970F1}"/>
                    </a:ext>
                  </a:extLst>
                </p14:cNvPr>
                <p14:cNvContentPartPr/>
                <p14:nvPr/>
              </p14:nvContentPartPr>
              <p14:xfrm>
                <a:off x="9442565" y="1593235"/>
                <a:ext cx="8640" cy="78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807771B-313E-6C9C-9A7C-CACF3C4970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33925" y="1584595"/>
                  <a:ext cx="26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6425AF6-8915-85D7-B57D-66BF4A463860}"/>
                    </a:ext>
                  </a:extLst>
                </p14:cNvPr>
                <p14:cNvContentPartPr/>
                <p14:nvPr/>
              </p14:nvContentPartPr>
              <p14:xfrm>
                <a:off x="9568565" y="1647595"/>
                <a:ext cx="396360" cy="254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6425AF6-8915-85D7-B57D-66BF4A46386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59565" y="1638595"/>
                  <a:ext cx="414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DA724AB-B493-670F-199B-3EF47D6CC9DD}"/>
                    </a:ext>
                  </a:extLst>
                </p14:cNvPr>
                <p14:cNvContentPartPr/>
                <p14:nvPr/>
              </p14:nvContentPartPr>
              <p14:xfrm>
                <a:off x="9912005" y="1712755"/>
                <a:ext cx="45720" cy="15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DA724AB-B493-670F-199B-3EF47D6CC9D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903005" y="1704115"/>
                  <a:ext cx="63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30F4E13-ADDB-FD59-55C9-E51DD4B24204}"/>
                    </a:ext>
                  </a:extLst>
                </p14:cNvPr>
                <p14:cNvContentPartPr/>
                <p14:nvPr/>
              </p14:nvContentPartPr>
              <p14:xfrm>
                <a:off x="9823805" y="1634635"/>
                <a:ext cx="290160" cy="254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30F4E13-ADDB-FD59-55C9-E51DD4B2420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814805" y="1625635"/>
                  <a:ext cx="307800" cy="27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DECCE15-B24F-D4CA-4069-E6CDDAAA0FE8}"/>
                  </a:ext>
                </a:extLst>
              </p14:cNvPr>
              <p14:cNvContentPartPr/>
              <p14:nvPr/>
            </p14:nvContentPartPr>
            <p14:xfrm>
              <a:off x="7343045" y="2976355"/>
              <a:ext cx="934560" cy="1936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DECCE15-B24F-D4CA-4069-E6CDDAAA0FE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334045" y="2967355"/>
                <a:ext cx="95220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37DD870-0575-E3DC-EC12-CC566263E8A4}"/>
                  </a:ext>
                </a:extLst>
              </p14:cNvPr>
              <p14:cNvContentPartPr/>
              <p14:nvPr/>
            </p14:nvContentPartPr>
            <p14:xfrm>
              <a:off x="3360725" y="4077235"/>
              <a:ext cx="1697040" cy="38664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37DD870-0575-E3DC-EC12-CC566263E8A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51725" y="4068595"/>
                <a:ext cx="1714680" cy="40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108E1A7-2290-A986-AF65-15C3038A7F19}"/>
              </a:ext>
            </a:extLst>
          </p:cNvPr>
          <p:cNvGrpSpPr/>
          <p:nvPr/>
        </p:nvGrpSpPr>
        <p:grpSpPr>
          <a:xfrm>
            <a:off x="2093165" y="2924515"/>
            <a:ext cx="2360160" cy="1689840"/>
            <a:chOff x="2093165" y="2924515"/>
            <a:chExt cx="2360160" cy="168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8CBEFA5-FA5B-2E7C-388A-968E29F943EA}"/>
                    </a:ext>
                  </a:extLst>
                </p14:cNvPr>
                <p14:cNvContentPartPr/>
                <p14:nvPr/>
              </p14:nvContentPartPr>
              <p14:xfrm>
                <a:off x="2358125" y="3630115"/>
                <a:ext cx="45000" cy="236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8CBEFA5-FA5B-2E7C-388A-968E29F943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49485" y="3621115"/>
                  <a:ext cx="62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F4449E8-386D-F6DE-BD0F-A1B22C08A5B6}"/>
                    </a:ext>
                  </a:extLst>
                </p14:cNvPr>
                <p14:cNvContentPartPr/>
                <p14:nvPr/>
              </p14:nvContentPartPr>
              <p14:xfrm>
                <a:off x="2421845" y="3905515"/>
                <a:ext cx="360" cy="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F4449E8-386D-F6DE-BD0F-A1B22C08A5B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413205" y="38965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5AF30A0-9A00-F0F2-5AE0-0EFDE8E0CFE5}"/>
                    </a:ext>
                  </a:extLst>
                </p14:cNvPr>
                <p14:cNvContentPartPr/>
                <p14:nvPr/>
              </p14:nvContentPartPr>
              <p14:xfrm>
                <a:off x="2215205" y="3833515"/>
                <a:ext cx="379080" cy="168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5AF30A0-9A00-F0F2-5AE0-0EFDE8E0CFE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06205" y="3824875"/>
                  <a:ext cx="396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1712980-A520-2E96-9674-F8DC25A45FB8}"/>
                    </a:ext>
                  </a:extLst>
                </p14:cNvPr>
                <p14:cNvContentPartPr/>
                <p14:nvPr/>
              </p14:nvContentPartPr>
              <p14:xfrm>
                <a:off x="2093165" y="3574675"/>
                <a:ext cx="370440" cy="777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1712980-A520-2E96-9674-F8DC25A45FB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84165" y="3565675"/>
                  <a:ext cx="388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EC1B69C-BACA-0CEE-1D87-0E7C276492DE}"/>
                    </a:ext>
                  </a:extLst>
                </p14:cNvPr>
                <p14:cNvContentPartPr/>
                <p14:nvPr/>
              </p14:nvContentPartPr>
              <p14:xfrm>
                <a:off x="2536685" y="3684115"/>
                <a:ext cx="346320" cy="1346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EC1B69C-BACA-0CEE-1D87-0E7C276492D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28045" y="3675475"/>
                  <a:ext cx="3639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A453560-33D2-A377-6926-042292A0F174}"/>
                    </a:ext>
                  </a:extLst>
                </p14:cNvPr>
                <p14:cNvContentPartPr/>
                <p14:nvPr/>
              </p14:nvContentPartPr>
              <p14:xfrm>
                <a:off x="2884445" y="3576835"/>
                <a:ext cx="248040" cy="1558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A453560-33D2-A377-6926-042292A0F17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75805" y="3567835"/>
                  <a:ext cx="2656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6F2CAB6-AD9E-E185-B0B6-A0FB29275794}"/>
                    </a:ext>
                  </a:extLst>
                </p14:cNvPr>
                <p14:cNvContentPartPr/>
                <p14:nvPr/>
              </p14:nvContentPartPr>
              <p14:xfrm>
                <a:off x="3083165" y="3478915"/>
                <a:ext cx="360720" cy="465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6F2CAB6-AD9E-E185-B0B6-A0FB2927579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74165" y="3469915"/>
                  <a:ext cx="37836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A4722FE-10ED-D2EC-B482-E5DA848799A8}"/>
                    </a:ext>
                  </a:extLst>
                </p14:cNvPr>
                <p14:cNvContentPartPr/>
                <p14:nvPr/>
              </p14:nvContentPartPr>
              <p14:xfrm>
                <a:off x="3455045" y="3157075"/>
                <a:ext cx="214920" cy="392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A4722FE-10ED-D2EC-B482-E5DA848799A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46405" y="3148075"/>
                  <a:ext cx="2325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CF68BF9-51E5-EBAD-471B-7EAC1CC63308}"/>
                    </a:ext>
                  </a:extLst>
                </p14:cNvPr>
                <p14:cNvContentPartPr/>
                <p14:nvPr/>
              </p14:nvContentPartPr>
              <p14:xfrm>
                <a:off x="3694445" y="3351835"/>
                <a:ext cx="136080" cy="111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CF68BF9-51E5-EBAD-471B-7EAC1CC633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85805" y="3342835"/>
                  <a:ext cx="153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FDD028B-FA1A-1F9C-0ACD-C09C94614694}"/>
                    </a:ext>
                  </a:extLst>
                </p14:cNvPr>
                <p14:cNvContentPartPr/>
                <p14:nvPr/>
              </p14:nvContentPartPr>
              <p14:xfrm>
                <a:off x="3817205" y="3017035"/>
                <a:ext cx="197640" cy="403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FDD028B-FA1A-1F9C-0ACD-C09C946146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08205" y="3008035"/>
                  <a:ext cx="21528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8BAF216-8FDC-BA9F-5E81-8169B7C71F37}"/>
                    </a:ext>
                  </a:extLst>
                </p14:cNvPr>
                <p14:cNvContentPartPr/>
                <p14:nvPr/>
              </p14:nvContentPartPr>
              <p14:xfrm>
                <a:off x="4061645" y="2924515"/>
                <a:ext cx="66600" cy="472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8BAF216-8FDC-BA9F-5E81-8169B7C71F3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053005" y="2915875"/>
                  <a:ext cx="8424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FB1F728-FADF-29EB-4B7C-B730ED0A8A1D}"/>
                    </a:ext>
                  </a:extLst>
                </p14:cNvPr>
                <p14:cNvContentPartPr/>
                <p14:nvPr/>
              </p14:nvContentPartPr>
              <p14:xfrm>
                <a:off x="4031405" y="3196675"/>
                <a:ext cx="117000" cy="23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FB1F728-FADF-29EB-4B7C-B730ED0A8A1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22405" y="3187675"/>
                  <a:ext cx="134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79D48E6-627A-4197-64B7-3D7550D4B237}"/>
                    </a:ext>
                  </a:extLst>
                </p14:cNvPr>
                <p14:cNvContentPartPr/>
                <p14:nvPr/>
              </p14:nvContentPartPr>
              <p14:xfrm>
                <a:off x="4215725" y="3162835"/>
                <a:ext cx="92520" cy="194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79D48E6-627A-4197-64B7-3D7550D4B23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06725" y="3153835"/>
                  <a:ext cx="1101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E7C5159-AF8B-5E55-B47B-99DF6944685C}"/>
                    </a:ext>
                  </a:extLst>
                </p14:cNvPr>
                <p14:cNvContentPartPr/>
                <p14:nvPr/>
              </p14:nvContentPartPr>
              <p14:xfrm>
                <a:off x="4372325" y="3156355"/>
                <a:ext cx="81000" cy="129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E7C5159-AF8B-5E55-B47B-99DF6944685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63685" y="3147715"/>
                  <a:ext cx="98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42925A2-9FE0-C014-8CCD-839425F20F84}"/>
                    </a:ext>
                  </a:extLst>
                </p14:cNvPr>
                <p14:cNvContentPartPr/>
                <p14:nvPr/>
              </p14:nvContentPartPr>
              <p14:xfrm>
                <a:off x="2357045" y="4188475"/>
                <a:ext cx="145080" cy="4143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42925A2-9FE0-C014-8CCD-839425F20F8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48405" y="4179475"/>
                  <a:ext cx="1627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1FBDCE2-B367-78DF-6892-2E4C0BC3C59A}"/>
                    </a:ext>
                  </a:extLst>
                </p14:cNvPr>
                <p14:cNvContentPartPr/>
                <p14:nvPr/>
              </p14:nvContentPartPr>
              <p14:xfrm>
                <a:off x="2457125" y="4177675"/>
                <a:ext cx="238320" cy="390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1FBDCE2-B367-78DF-6892-2E4C0BC3C59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48125" y="4169035"/>
                  <a:ext cx="2559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5E58F05-6969-7E69-E985-CE58B84513E4}"/>
                    </a:ext>
                  </a:extLst>
                </p14:cNvPr>
                <p14:cNvContentPartPr/>
                <p14:nvPr/>
              </p14:nvContentPartPr>
              <p14:xfrm>
                <a:off x="2723885" y="4310155"/>
                <a:ext cx="214560" cy="173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5E58F05-6969-7E69-E985-CE58B84513E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14885" y="4301155"/>
                  <a:ext cx="2322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023D2FD-9683-A8CF-C2B6-4CD57A9A0FFA}"/>
                    </a:ext>
                  </a:extLst>
                </p14:cNvPr>
                <p14:cNvContentPartPr/>
                <p14:nvPr/>
              </p14:nvContentPartPr>
              <p14:xfrm>
                <a:off x="2988845" y="4012795"/>
                <a:ext cx="33120" cy="437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023D2FD-9683-A8CF-C2B6-4CD57A9A0FF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979845" y="4004155"/>
                  <a:ext cx="507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BD68934-B36C-FD61-9B07-B2A464D3B09A}"/>
                    </a:ext>
                  </a:extLst>
                </p14:cNvPr>
                <p14:cNvContentPartPr/>
                <p14:nvPr/>
              </p14:nvContentPartPr>
              <p14:xfrm>
                <a:off x="2871485" y="4256155"/>
                <a:ext cx="131400" cy="48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BD68934-B36C-FD61-9B07-B2A464D3B0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62845" y="4247515"/>
                  <a:ext cx="149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4C4EF46-7735-8268-F256-078049F3F22F}"/>
                    </a:ext>
                  </a:extLst>
                </p14:cNvPr>
                <p14:cNvContentPartPr/>
                <p14:nvPr/>
              </p14:nvContentPartPr>
              <p14:xfrm>
                <a:off x="3024485" y="4271995"/>
                <a:ext cx="192960" cy="1616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4C4EF46-7735-8268-F256-078049F3F2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015485" y="4263355"/>
                  <a:ext cx="2106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41D8830-AD77-10B7-F74A-526502E99199}"/>
                    </a:ext>
                  </a:extLst>
                </p14:cNvPr>
                <p14:cNvContentPartPr/>
                <p14:nvPr/>
              </p14:nvContentPartPr>
              <p14:xfrm>
                <a:off x="3163805" y="4110355"/>
                <a:ext cx="232560" cy="5040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41D8830-AD77-10B7-F74A-526502E9919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54805" y="4101355"/>
                  <a:ext cx="250200" cy="52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C90C1F64-7CAC-D077-CED1-2FDEFB6B0099}"/>
              </a:ext>
            </a:extLst>
          </p:cNvPr>
          <p:cNvGrpSpPr/>
          <p:nvPr/>
        </p:nvGrpSpPr>
        <p:grpSpPr>
          <a:xfrm>
            <a:off x="7232165" y="2336275"/>
            <a:ext cx="4895280" cy="2961000"/>
            <a:chOff x="7232165" y="2336275"/>
            <a:chExt cx="4895280" cy="296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10A8AD6-5FA1-DF92-D150-5B6E8A918023}"/>
                    </a:ext>
                  </a:extLst>
                </p14:cNvPr>
                <p14:cNvContentPartPr/>
                <p14:nvPr/>
              </p14:nvContentPartPr>
              <p14:xfrm>
                <a:off x="7232165" y="3671515"/>
                <a:ext cx="997920" cy="183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10A8AD6-5FA1-DF92-D150-5B6E8A91802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223165" y="3662875"/>
                  <a:ext cx="10155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460C615-559C-D2CD-6D07-6CADB0ECFC81}"/>
                    </a:ext>
                  </a:extLst>
                </p14:cNvPr>
                <p14:cNvContentPartPr/>
                <p14:nvPr/>
              </p14:nvContentPartPr>
              <p14:xfrm>
                <a:off x="8190485" y="3587995"/>
                <a:ext cx="116280" cy="158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460C615-559C-D2CD-6D07-6CADB0ECFC8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81845" y="3578995"/>
                  <a:ext cx="1339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934BDB8-D7DE-DE5C-EDA1-DB4ED68B3380}"/>
                    </a:ext>
                  </a:extLst>
                </p14:cNvPr>
                <p14:cNvContentPartPr/>
                <p14:nvPr/>
              </p14:nvContentPartPr>
              <p14:xfrm>
                <a:off x="8441045" y="2603755"/>
                <a:ext cx="344160" cy="543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934BDB8-D7DE-DE5C-EDA1-DB4ED68B33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32405" y="2595115"/>
                  <a:ext cx="36180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936CE0D-23A9-C174-5B78-8A5406E3E6E0}"/>
                    </a:ext>
                  </a:extLst>
                </p14:cNvPr>
                <p14:cNvContentPartPr/>
                <p14:nvPr/>
              </p14:nvContentPartPr>
              <p14:xfrm>
                <a:off x="8788085" y="2569195"/>
                <a:ext cx="268200" cy="547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936CE0D-23A9-C174-5B78-8A5406E3E6E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79445" y="2560555"/>
                  <a:ext cx="28584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11F68CA-B635-8DA3-F11D-78678C4E5674}"/>
                    </a:ext>
                  </a:extLst>
                </p14:cNvPr>
                <p14:cNvContentPartPr/>
                <p14:nvPr/>
              </p14:nvContentPartPr>
              <p14:xfrm>
                <a:off x="9107045" y="2956555"/>
                <a:ext cx="33840" cy="138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11F68CA-B635-8DA3-F11D-78678C4E56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98045" y="2947915"/>
                  <a:ext cx="514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A231AC9-FF42-BC2E-55CD-9C97C2C2AF82}"/>
                    </a:ext>
                  </a:extLst>
                </p14:cNvPr>
                <p14:cNvContentPartPr/>
                <p14:nvPr/>
              </p14:nvContentPartPr>
              <p14:xfrm>
                <a:off x="9089405" y="2802835"/>
                <a:ext cx="82440" cy="50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A231AC9-FF42-BC2E-55CD-9C97C2C2AF8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80405" y="2794195"/>
                  <a:ext cx="1000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9D7C21B-CCE5-0216-5A20-525941591723}"/>
                    </a:ext>
                  </a:extLst>
                </p14:cNvPr>
                <p14:cNvContentPartPr/>
                <p14:nvPr/>
              </p14:nvContentPartPr>
              <p14:xfrm>
                <a:off x="9309005" y="2561995"/>
                <a:ext cx="87120" cy="496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9D7C21B-CCE5-0216-5A20-52594159172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00005" y="2553355"/>
                  <a:ext cx="10476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64667F7-E609-83C7-3E3C-9AF8E187C6D2}"/>
                    </a:ext>
                  </a:extLst>
                </p14:cNvPr>
                <p14:cNvContentPartPr/>
                <p14:nvPr/>
              </p14:nvContentPartPr>
              <p14:xfrm>
                <a:off x="9262205" y="2770795"/>
                <a:ext cx="138600" cy="324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64667F7-E609-83C7-3E3C-9AF8E187C6D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53565" y="2761795"/>
                  <a:ext cx="1562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383EF8C-A3BF-BDF7-1CFD-A7CBC4AC13F7}"/>
                    </a:ext>
                  </a:extLst>
                </p14:cNvPr>
                <p14:cNvContentPartPr/>
                <p14:nvPr/>
              </p14:nvContentPartPr>
              <p14:xfrm>
                <a:off x="9519245" y="2533195"/>
                <a:ext cx="378720" cy="37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383EF8C-A3BF-BDF7-1CFD-A7CBC4AC13F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10245" y="2524195"/>
                  <a:ext cx="396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668CFCA-327A-231C-9F24-9777ECEEB7FA}"/>
                    </a:ext>
                  </a:extLst>
                </p14:cNvPr>
                <p14:cNvContentPartPr/>
                <p14:nvPr/>
              </p14:nvContentPartPr>
              <p14:xfrm>
                <a:off x="9692765" y="2572795"/>
                <a:ext cx="45720" cy="500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668CFCA-327A-231C-9F24-9777ECEEB7F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84125" y="2563795"/>
                  <a:ext cx="6336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5048359-FF3E-2D0C-A64B-23C9FBAEAB0B}"/>
                    </a:ext>
                  </a:extLst>
                </p14:cNvPr>
                <p14:cNvContentPartPr/>
                <p14:nvPr/>
              </p14:nvContentPartPr>
              <p14:xfrm>
                <a:off x="9777005" y="2848915"/>
                <a:ext cx="267120" cy="140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5048359-FF3E-2D0C-A64B-23C9FBAEAB0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68365" y="2840275"/>
                  <a:ext cx="284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C30E8B-6F11-2537-C37B-34A52F14C527}"/>
                    </a:ext>
                  </a:extLst>
                </p14:cNvPr>
                <p14:cNvContentPartPr/>
                <p14:nvPr/>
              </p14:nvContentPartPr>
              <p14:xfrm>
                <a:off x="10130885" y="2793475"/>
                <a:ext cx="92160" cy="198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C30E8B-6F11-2537-C37B-34A52F14C5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22245" y="2784475"/>
                  <a:ext cx="109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A20CE5C-2104-631A-6F97-CC4A09E6AB9D}"/>
                    </a:ext>
                  </a:extLst>
                </p14:cNvPr>
                <p14:cNvContentPartPr/>
                <p14:nvPr/>
              </p14:nvContentPartPr>
              <p14:xfrm>
                <a:off x="10079045" y="2810395"/>
                <a:ext cx="178920" cy="198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A20CE5C-2104-631A-6F97-CC4A09E6AB9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70045" y="2801755"/>
                  <a:ext cx="196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9A359D9-3BDE-E360-3BC7-BC576AD336B6}"/>
                    </a:ext>
                  </a:extLst>
                </p14:cNvPr>
                <p14:cNvContentPartPr/>
                <p14:nvPr/>
              </p14:nvContentPartPr>
              <p14:xfrm>
                <a:off x="10323125" y="2416555"/>
                <a:ext cx="91440" cy="5929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9A359D9-3BDE-E360-3BC7-BC576AD336B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314125" y="2407915"/>
                  <a:ext cx="109080" cy="61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CF24A2C-FF36-EB72-F44A-7FBC12E6C52E}"/>
                    </a:ext>
                  </a:extLst>
                </p14:cNvPr>
                <p14:cNvContentPartPr/>
                <p14:nvPr/>
              </p14:nvContentPartPr>
              <p14:xfrm>
                <a:off x="10235285" y="2679355"/>
                <a:ext cx="190800" cy="21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CF24A2C-FF36-EB72-F44A-7FBC12E6C52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226285" y="2670355"/>
                  <a:ext cx="208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9C77CDF-AB24-F9BD-73FB-B597DF791D4A}"/>
                    </a:ext>
                  </a:extLst>
                </p14:cNvPr>
                <p14:cNvContentPartPr/>
                <p14:nvPr/>
              </p14:nvContentPartPr>
              <p14:xfrm>
                <a:off x="10634525" y="2451475"/>
                <a:ext cx="202680" cy="711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9C77CDF-AB24-F9BD-73FB-B597DF791D4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625525" y="2442835"/>
                  <a:ext cx="220320" cy="7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3228F58-8588-0E2D-57A6-76FE038CA934}"/>
                    </a:ext>
                  </a:extLst>
                </p14:cNvPr>
                <p14:cNvContentPartPr/>
                <p14:nvPr/>
              </p14:nvContentPartPr>
              <p14:xfrm>
                <a:off x="10980125" y="2537155"/>
                <a:ext cx="71280" cy="4449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3228F58-8588-0E2D-57A6-76FE038CA9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971485" y="2528515"/>
                  <a:ext cx="8892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00ED79C-5E4C-B1E2-0B19-BA2A293F1C40}"/>
                    </a:ext>
                  </a:extLst>
                </p14:cNvPr>
                <p14:cNvContentPartPr/>
                <p14:nvPr/>
              </p14:nvContentPartPr>
              <p14:xfrm>
                <a:off x="10833245" y="2765755"/>
                <a:ext cx="288720" cy="7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00ED79C-5E4C-B1E2-0B19-BA2A293F1C4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24605" y="2756755"/>
                  <a:ext cx="3063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2BFE972-593C-2022-BD69-B811E324AE33}"/>
                    </a:ext>
                  </a:extLst>
                </p14:cNvPr>
                <p14:cNvContentPartPr/>
                <p14:nvPr/>
              </p14:nvContentPartPr>
              <p14:xfrm>
                <a:off x="11056445" y="2783395"/>
                <a:ext cx="222840" cy="141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2BFE972-593C-2022-BD69-B811E324AE3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047445" y="2774395"/>
                  <a:ext cx="2404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7360E6B-73FE-A85C-451D-CA5EA2A4A387}"/>
                    </a:ext>
                  </a:extLst>
                </p14:cNvPr>
                <p14:cNvContentPartPr/>
                <p14:nvPr/>
              </p14:nvContentPartPr>
              <p14:xfrm>
                <a:off x="11300525" y="2762875"/>
                <a:ext cx="55080" cy="141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7360E6B-73FE-A85C-451D-CA5EA2A4A38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291885" y="2754235"/>
                  <a:ext cx="727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7BF91DB-9B87-CB8C-74A9-820003522128}"/>
                    </a:ext>
                  </a:extLst>
                </p14:cNvPr>
                <p14:cNvContentPartPr/>
                <p14:nvPr/>
              </p14:nvContentPartPr>
              <p14:xfrm>
                <a:off x="11209445" y="2769715"/>
                <a:ext cx="163440" cy="196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7BF91DB-9B87-CB8C-74A9-82000352212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200805" y="2760715"/>
                  <a:ext cx="1810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33F24E5-FB54-77F6-447E-4DA256A43737}"/>
                    </a:ext>
                  </a:extLst>
                </p14:cNvPr>
                <p14:cNvContentPartPr/>
                <p14:nvPr/>
              </p14:nvContentPartPr>
              <p14:xfrm>
                <a:off x="11508605" y="2429875"/>
                <a:ext cx="14040" cy="439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33F24E5-FB54-77F6-447E-4DA256A4373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499965" y="2421235"/>
                  <a:ext cx="316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AA6EFA8-4CF1-6EF5-DA93-3B56F5C196CB}"/>
                    </a:ext>
                  </a:extLst>
                </p14:cNvPr>
                <p14:cNvContentPartPr/>
                <p14:nvPr/>
              </p14:nvContentPartPr>
              <p14:xfrm>
                <a:off x="11321765" y="2623915"/>
                <a:ext cx="215280" cy="63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AA6EFA8-4CF1-6EF5-DA93-3B56F5C196C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313125" y="2614915"/>
                  <a:ext cx="2329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75C992-B2FC-D9CA-FD4E-2407BC1C0BB9}"/>
                    </a:ext>
                  </a:extLst>
                </p14:cNvPr>
                <p14:cNvContentPartPr/>
                <p14:nvPr/>
              </p14:nvContentPartPr>
              <p14:xfrm>
                <a:off x="11582045" y="2336275"/>
                <a:ext cx="349560" cy="722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75C992-B2FC-D9CA-FD4E-2407BC1C0BB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573405" y="2327635"/>
                  <a:ext cx="367200" cy="74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463EF14-E8BD-D505-685A-48E403BC8723}"/>
                    </a:ext>
                  </a:extLst>
                </p14:cNvPr>
                <p14:cNvContentPartPr/>
                <p14:nvPr/>
              </p14:nvContentPartPr>
              <p14:xfrm>
                <a:off x="8456885" y="3444355"/>
                <a:ext cx="214920" cy="38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463EF14-E8BD-D505-685A-48E403BC872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448245" y="3435715"/>
                  <a:ext cx="232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8FC3BBF-2F0B-74AF-CF19-604EFAB6BC62}"/>
                    </a:ext>
                  </a:extLst>
                </p14:cNvPr>
                <p14:cNvContentPartPr/>
                <p14:nvPr/>
              </p14:nvContentPartPr>
              <p14:xfrm>
                <a:off x="8645525" y="3466675"/>
                <a:ext cx="360" cy="3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8FC3BBF-2F0B-74AF-CF19-604EFAB6BC6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36525" y="34580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E84F383-52E0-B6D7-9457-838FC23F89E3}"/>
                    </a:ext>
                  </a:extLst>
                </p14:cNvPr>
                <p14:cNvContentPartPr/>
                <p14:nvPr/>
              </p14:nvContentPartPr>
              <p14:xfrm>
                <a:off x="8554805" y="3491515"/>
                <a:ext cx="43200" cy="358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E84F383-52E0-B6D7-9457-838FC23F89E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546165" y="3482875"/>
                  <a:ext cx="608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5A17BFA-A296-76F4-CC69-BA329F14763F}"/>
                    </a:ext>
                  </a:extLst>
                </p14:cNvPr>
                <p14:cNvContentPartPr/>
                <p14:nvPr/>
              </p14:nvContentPartPr>
              <p14:xfrm>
                <a:off x="8681525" y="3670795"/>
                <a:ext cx="172440" cy="181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5A17BFA-A296-76F4-CC69-BA329F14763F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672885" y="3662155"/>
                  <a:ext cx="190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72806CB-0062-17DE-AC21-80EEC0E0BDDF}"/>
                    </a:ext>
                  </a:extLst>
                </p14:cNvPr>
                <p14:cNvContentPartPr/>
                <p14:nvPr/>
              </p14:nvContentPartPr>
              <p14:xfrm>
                <a:off x="8907965" y="3685195"/>
                <a:ext cx="360" cy="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72806CB-0062-17DE-AC21-80EEC0E0BD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98965" y="36765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5E9F3AD-CD8F-5369-A9F8-FE4A535F4F9B}"/>
                    </a:ext>
                  </a:extLst>
                </p14:cNvPr>
                <p14:cNvContentPartPr/>
                <p14:nvPr/>
              </p14:nvContentPartPr>
              <p14:xfrm>
                <a:off x="8900765" y="3638755"/>
                <a:ext cx="360" cy="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5E9F3AD-CD8F-5369-A9F8-FE4A535F4F9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91765" y="363011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9C813B7-36B9-CF08-3FBC-0F51377BDD2A}"/>
                    </a:ext>
                  </a:extLst>
                </p14:cNvPr>
                <p14:cNvContentPartPr/>
                <p14:nvPr/>
              </p14:nvContentPartPr>
              <p14:xfrm>
                <a:off x="8662805" y="3673315"/>
                <a:ext cx="242640" cy="174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9C813B7-36B9-CF08-3FBC-0F51377BDD2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653805" y="3664675"/>
                  <a:ext cx="260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5630051-F34D-013B-829B-017D9A4F7CDC}"/>
                    </a:ext>
                  </a:extLst>
                </p14:cNvPr>
                <p14:cNvContentPartPr/>
                <p14:nvPr/>
              </p14:nvContentPartPr>
              <p14:xfrm>
                <a:off x="8889605" y="3699955"/>
                <a:ext cx="127800" cy="1108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5630051-F34D-013B-829B-017D9A4F7CD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880605" y="3690955"/>
                  <a:ext cx="1454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41F649-01B2-A6CC-952D-A021C8A09C6E}"/>
                    </a:ext>
                  </a:extLst>
                </p14:cNvPr>
                <p14:cNvContentPartPr/>
                <p14:nvPr/>
              </p14:nvContentPartPr>
              <p14:xfrm>
                <a:off x="8909405" y="3689875"/>
                <a:ext cx="111960" cy="138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41F649-01B2-A6CC-952D-A021C8A09C6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900765" y="3681235"/>
                  <a:ext cx="129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E61BE6F-724D-97D6-7B3E-D756AC510456}"/>
                    </a:ext>
                  </a:extLst>
                </p14:cNvPr>
                <p14:cNvContentPartPr/>
                <p14:nvPr/>
              </p14:nvContentPartPr>
              <p14:xfrm>
                <a:off x="9088325" y="3400435"/>
                <a:ext cx="59400" cy="3985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E61BE6F-724D-97D6-7B3E-D756AC51045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079325" y="3391795"/>
                  <a:ext cx="770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CC4BD83-C631-838F-BE11-12370C546A82}"/>
                    </a:ext>
                  </a:extLst>
                </p14:cNvPr>
                <p14:cNvContentPartPr/>
                <p14:nvPr/>
              </p14:nvContentPartPr>
              <p14:xfrm>
                <a:off x="8908325" y="3566395"/>
                <a:ext cx="297720" cy="716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CC4BD83-C631-838F-BE11-12370C546A82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899685" y="3557395"/>
                  <a:ext cx="315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4C414B0-8AAC-A788-539F-CAC112C23619}"/>
                    </a:ext>
                  </a:extLst>
                </p14:cNvPr>
                <p14:cNvContentPartPr/>
                <p14:nvPr/>
              </p14:nvContentPartPr>
              <p14:xfrm>
                <a:off x="9371285" y="3402595"/>
                <a:ext cx="218520" cy="24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4C414B0-8AAC-A788-539F-CAC112C23619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362285" y="3393595"/>
                  <a:ext cx="236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4A54BB4-CB2B-6C71-77D0-37AE2095B66A}"/>
                    </a:ext>
                  </a:extLst>
                </p14:cNvPr>
                <p14:cNvContentPartPr/>
                <p14:nvPr/>
              </p14:nvContentPartPr>
              <p14:xfrm>
                <a:off x="9443645" y="3446875"/>
                <a:ext cx="46800" cy="354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4A54BB4-CB2B-6C71-77D0-37AE2095B66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435005" y="3437875"/>
                  <a:ext cx="6444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0056B1B-F2E9-C4D2-51AD-7BB58318B01B}"/>
                    </a:ext>
                  </a:extLst>
                </p14:cNvPr>
                <p14:cNvContentPartPr/>
                <p14:nvPr/>
              </p14:nvContentPartPr>
              <p14:xfrm>
                <a:off x="9267965" y="3777715"/>
                <a:ext cx="275040" cy="43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0056B1B-F2E9-C4D2-51AD-7BB58318B01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258965" y="3769075"/>
                  <a:ext cx="2926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245AF14-C716-E207-9532-479D7563F4D0}"/>
                    </a:ext>
                  </a:extLst>
                </p14:cNvPr>
                <p14:cNvContentPartPr/>
                <p14:nvPr/>
              </p14:nvContentPartPr>
              <p14:xfrm>
                <a:off x="9532565" y="3712555"/>
                <a:ext cx="138600" cy="97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245AF14-C716-E207-9532-479D7563F4D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523565" y="3703915"/>
                  <a:ext cx="156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1C08FF7-7C6F-C16D-E002-36F07FEF916E}"/>
                    </a:ext>
                  </a:extLst>
                </p14:cNvPr>
                <p14:cNvContentPartPr/>
                <p14:nvPr/>
              </p14:nvContentPartPr>
              <p14:xfrm>
                <a:off x="9655325" y="3624355"/>
                <a:ext cx="152280" cy="3290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1C08FF7-7C6F-C16D-E002-36F07FEF916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646685" y="3615715"/>
                  <a:ext cx="1699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7CDE73A-B52F-A2EA-070A-2788331EE73E}"/>
                    </a:ext>
                  </a:extLst>
                </p14:cNvPr>
                <p14:cNvContentPartPr/>
                <p14:nvPr/>
              </p14:nvContentPartPr>
              <p14:xfrm>
                <a:off x="9797165" y="3640915"/>
                <a:ext cx="277200" cy="120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7CDE73A-B52F-A2EA-070A-2788331EE73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788525" y="3631915"/>
                  <a:ext cx="294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CB5890D-5712-2F56-C03D-780ADC90FB8C}"/>
                    </a:ext>
                  </a:extLst>
                </p14:cNvPr>
                <p14:cNvContentPartPr/>
                <p14:nvPr/>
              </p14:nvContentPartPr>
              <p14:xfrm>
                <a:off x="10119365" y="3348955"/>
                <a:ext cx="38160" cy="399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CB5890D-5712-2F56-C03D-780ADC90FB8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110725" y="3339955"/>
                  <a:ext cx="5580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53822C4-07C4-919A-A9CD-0F9655BE4F19}"/>
                    </a:ext>
                  </a:extLst>
                </p14:cNvPr>
                <p14:cNvContentPartPr/>
                <p14:nvPr/>
              </p14:nvContentPartPr>
              <p14:xfrm>
                <a:off x="10033325" y="3522475"/>
                <a:ext cx="191160" cy="38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53822C4-07C4-919A-A9CD-0F9655BE4F1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024685" y="3513835"/>
                  <a:ext cx="2088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C9F74A6-AC1A-8896-0439-7E6B97A18698}"/>
                    </a:ext>
                  </a:extLst>
                </p14:cNvPr>
                <p14:cNvContentPartPr/>
                <p14:nvPr/>
              </p14:nvContentPartPr>
              <p14:xfrm>
                <a:off x="10208285" y="3310795"/>
                <a:ext cx="296280" cy="432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C9F74A6-AC1A-8896-0439-7E6B97A1869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199285" y="3302155"/>
                  <a:ext cx="31392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B84DDB8-1107-819E-F849-018950974D3D}"/>
                    </a:ext>
                  </a:extLst>
                </p14:cNvPr>
                <p14:cNvContentPartPr/>
                <p14:nvPr/>
              </p14:nvContentPartPr>
              <p14:xfrm>
                <a:off x="10457765" y="3279835"/>
                <a:ext cx="194760" cy="455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B84DDB8-1107-819E-F849-018950974D3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448765" y="3271195"/>
                  <a:ext cx="21240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CE2D31E-FA16-416C-FEFB-C448C6410661}"/>
                    </a:ext>
                  </a:extLst>
                </p14:cNvPr>
                <p14:cNvContentPartPr/>
                <p14:nvPr/>
              </p14:nvContentPartPr>
              <p14:xfrm>
                <a:off x="10750805" y="3592315"/>
                <a:ext cx="2880" cy="140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CE2D31E-FA16-416C-FEFB-C448C641066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0741805" y="3583675"/>
                  <a:ext cx="205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9C6FF9D-76E0-8C4B-F860-960043283DC1}"/>
                    </a:ext>
                  </a:extLst>
                </p14:cNvPr>
                <p14:cNvContentPartPr/>
                <p14:nvPr/>
              </p14:nvContentPartPr>
              <p14:xfrm>
                <a:off x="10749365" y="3469915"/>
                <a:ext cx="10080" cy="50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9C6FF9D-76E0-8C4B-F860-960043283DC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740725" y="3461275"/>
                  <a:ext cx="27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4B02205-DFCD-247A-1F2D-72F52C269DA0}"/>
                    </a:ext>
                  </a:extLst>
                </p14:cNvPr>
                <p14:cNvContentPartPr/>
                <p14:nvPr/>
              </p14:nvContentPartPr>
              <p14:xfrm>
                <a:off x="10864205" y="3300715"/>
                <a:ext cx="35280" cy="475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4B02205-DFCD-247A-1F2D-72F52C269DA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855565" y="3292075"/>
                  <a:ext cx="5292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967C056-AA9C-1DF5-4291-9D33DE6B989F}"/>
                    </a:ext>
                  </a:extLst>
                </p14:cNvPr>
                <p14:cNvContentPartPr/>
                <p14:nvPr/>
              </p14:nvContentPartPr>
              <p14:xfrm>
                <a:off x="10795445" y="3465595"/>
                <a:ext cx="159120" cy="28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967C056-AA9C-1DF5-4291-9D33DE6B989F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786805" y="3456955"/>
                  <a:ext cx="176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D258689-09A5-B69B-BDD0-57D4CA7F1B44}"/>
                    </a:ext>
                  </a:extLst>
                </p14:cNvPr>
                <p14:cNvContentPartPr/>
                <p14:nvPr/>
              </p14:nvContentPartPr>
              <p14:xfrm>
                <a:off x="10971485" y="3245275"/>
                <a:ext cx="289440" cy="77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D258689-09A5-B69B-BDD0-57D4CA7F1B44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962485" y="3236635"/>
                  <a:ext cx="3070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E08084A-4BF4-07ED-EA3E-5ACA2772CF08}"/>
                    </a:ext>
                  </a:extLst>
                </p14:cNvPr>
                <p14:cNvContentPartPr/>
                <p14:nvPr/>
              </p14:nvContentPartPr>
              <p14:xfrm>
                <a:off x="11045285" y="3324115"/>
                <a:ext cx="69120" cy="3844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E08084A-4BF4-07ED-EA3E-5ACA2772CF0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1036285" y="3315115"/>
                  <a:ext cx="8676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9BC82A3-6209-04CF-EBBC-594D3AC0CA2A}"/>
                    </a:ext>
                  </a:extLst>
                </p14:cNvPr>
                <p14:cNvContentPartPr/>
                <p14:nvPr/>
              </p14:nvContentPartPr>
              <p14:xfrm>
                <a:off x="11199365" y="3545875"/>
                <a:ext cx="235800" cy="127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9BC82A3-6209-04CF-EBBC-594D3AC0CA2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190725" y="3536875"/>
                  <a:ext cx="253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4BFB1C-2F1C-FB67-1769-5ED70BCA5A1F}"/>
                    </a:ext>
                  </a:extLst>
                </p14:cNvPr>
                <p14:cNvContentPartPr/>
                <p14:nvPr/>
              </p14:nvContentPartPr>
              <p14:xfrm>
                <a:off x="11493845" y="3560275"/>
                <a:ext cx="102960" cy="84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4BFB1C-2F1C-FB67-1769-5ED70BCA5A1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485205" y="3551275"/>
                  <a:ext cx="120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1C0A2F5-FF36-7775-7BEE-BEBE8743054E}"/>
                    </a:ext>
                  </a:extLst>
                </p14:cNvPr>
                <p14:cNvContentPartPr/>
                <p14:nvPr/>
              </p14:nvContentPartPr>
              <p14:xfrm>
                <a:off x="11467925" y="3511315"/>
                <a:ext cx="147960" cy="178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1C0A2F5-FF36-7775-7BEE-BEBE8743054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1459285" y="3502675"/>
                  <a:ext cx="165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A6A7513-AB45-7A10-4F23-30E1DF2D1155}"/>
                    </a:ext>
                  </a:extLst>
                </p14:cNvPr>
                <p14:cNvContentPartPr/>
                <p14:nvPr/>
              </p14:nvContentPartPr>
              <p14:xfrm>
                <a:off x="11758085" y="3215035"/>
                <a:ext cx="43560" cy="4456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A6A7513-AB45-7A10-4F23-30E1DF2D115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1749085" y="3206035"/>
                  <a:ext cx="6120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9D259AA-5B0B-5DA0-8947-D2AF92971776}"/>
                    </a:ext>
                  </a:extLst>
                </p14:cNvPr>
                <p14:cNvContentPartPr/>
                <p14:nvPr/>
              </p14:nvContentPartPr>
              <p14:xfrm>
                <a:off x="11655845" y="3455155"/>
                <a:ext cx="239760" cy="237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9D259AA-5B0B-5DA0-8947-D2AF9297177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1647205" y="3446155"/>
                  <a:ext cx="2574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D2D28B2-FF2C-F2FD-39AC-D1E3BEB0C7A5}"/>
                    </a:ext>
                  </a:extLst>
                </p14:cNvPr>
                <p14:cNvContentPartPr/>
                <p14:nvPr/>
              </p14:nvContentPartPr>
              <p14:xfrm>
                <a:off x="10544525" y="3944395"/>
                <a:ext cx="282960" cy="239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D2D28B2-FF2C-F2FD-39AC-D1E3BEB0C7A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535525" y="3935755"/>
                  <a:ext cx="3006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1872A87-7405-7E7D-1930-9EC464506AFD}"/>
                    </a:ext>
                  </a:extLst>
                </p14:cNvPr>
                <p14:cNvContentPartPr/>
                <p14:nvPr/>
              </p14:nvContentPartPr>
              <p14:xfrm>
                <a:off x="10961765" y="3928915"/>
                <a:ext cx="142560" cy="1760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1872A87-7405-7E7D-1930-9EC464506AFD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953125" y="3919915"/>
                  <a:ext cx="1602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047BB36-31EB-58D7-BEBC-AE59BA52F8E4}"/>
                    </a:ext>
                  </a:extLst>
                </p14:cNvPr>
                <p14:cNvContentPartPr/>
                <p14:nvPr/>
              </p14:nvContentPartPr>
              <p14:xfrm>
                <a:off x="10889765" y="4032955"/>
                <a:ext cx="169200" cy="176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047BB36-31EB-58D7-BEBC-AE59BA52F8E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0881125" y="4023955"/>
                  <a:ext cx="186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A8C57F2-A9E1-6E44-2F9D-C4F04BE4B57E}"/>
                    </a:ext>
                  </a:extLst>
                </p14:cNvPr>
                <p14:cNvContentPartPr/>
                <p14:nvPr/>
              </p14:nvContentPartPr>
              <p14:xfrm>
                <a:off x="11125205" y="3995515"/>
                <a:ext cx="150480" cy="964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A8C57F2-A9E1-6E44-2F9D-C4F04BE4B57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116205" y="3986515"/>
                  <a:ext cx="1681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667240D-57CA-A175-DE17-DBA7565EB324}"/>
                    </a:ext>
                  </a:extLst>
                </p14:cNvPr>
                <p14:cNvContentPartPr/>
                <p14:nvPr/>
              </p14:nvContentPartPr>
              <p14:xfrm>
                <a:off x="11326085" y="3989755"/>
                <a:ext cx="31320" cy="601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667240D-57CA-A175-DE17-DBA7565EB324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317085" y="3980755"/>
                  <a:ext cx="48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671548-AD5C-99F7-A793-37ADBB38137E}"/>
                    </a:ext>
                  </a:extLst>
                </p14:cNvPr>
                <p14:cNvContentPartPr/>
                <p14:nvPr/>
              </p14:nvContentPartPr>
              <p14:xfrm>
                <a:off x="11251565" y="3973555"/>
                <a:ext cx="97560" cy="921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671548-AD5C-99F7-A793-37ADBB38137E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242925" y="3964915"/>
                  <a:ext cx="115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1EBA2C6-ED07-1C3E-C8DE-614F48FDAA92}"/>
                    </a:ext>
                  </a:extLst>
                </p14:cNvPr>
                <p14:cNvContentPartPr/>
                <p14:nvPr/>
              </p14:nvContentPartPr>
              <p14:xfrm>
                <a:off x="11466125" y="3791395"/>
                <a:ext cx="59040" cy="2325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1EBA2C6-ED07-1C3E-C8DE-614F48FDAA9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1457485" y="3782755"/>
                  <a:ext cx="766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0688094-CB34-A78E-008E-F16D81A1E31E}"/>
                    </a:ext>
                  </a:extLst>
                </p14:cNvPr>
                <p14:cNvContentPartPr/>
                <p14:nvPr/>
              </p14:nvContentPartPr>
              <p14:xfrm>
                <a:off x="11402405" y="3934675"/>
                <a:ext cx="34920" cy="38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0688094-CB34-A78E-008E-F16D81A1E31E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1393765" y="3926035"/>
                  <a:ext cx="52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1A3C71A-7222-6AD2-BFC7-EE9BE2F2E0D4}"/>
                    </a:ext>
                  </a:extLst>
                </p14:cNvPr>
                <p14:cNvContentPartPr/>
                <p14:nvPr/>
              </p14:nvContentPartPr>
              <p14:xfrm>
                <a:off x="11329685" y="3895435"/>
                <a:ext cx="174960" cy="40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1A3C71A-7222-6AD2-BFC7-EE9BE2F2E0D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1321045" y="3886435"/>
                  <a:ext cx="192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0D76208-97C0-F797-C0F3-29FC8E3C64C0}"/>
                    </a:ext>
                  </a:extLst>
                </p14:cNvPr>
                <p14:cNvContentPartPr/>
                <p14:nvPr/>
              </p14:nvContentPartPr>
              <p14:xfrm>
                <a:off x="11595365" y="3826315"/>
                <a:ext cx="126000" cy="2343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0D76208-97C0-F797-C0F3-29FC8E3C64C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1586725" y="3817675"/>
                  <a:ext cx="1436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D41B2E5-53E9-144E-E511-B55204017689}"/>
                    </a:ext>
                  </a:extLst>
                </p14:cNvPr>
                <p14:cNvContentPartPr/>
                <p14:nvPr/>
              </p14:nvContentPartPr>
              <p14:xfrm>
                <a:off x="7278245" y="4585555"/>
                <a:ext cx="1000440" cy="299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D41B2E5-53E9-144E-E511-B5520401768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269245" y="4576555"/>
                  <a:ext cx="10180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8B77A16-2C61-AB3B-E4C0-51DD4F10F3F7}"/>
                    </a:ext>
                  </a:extLst>
                </p14:cNvPr>
                <p14:cNvContentPartPr/>
                <p14:nvPr/>
              </p14:nvContentPartPr>
              <p14:xfrm>
                <a:off x="8490005" y="4623715"/>
                <a:ext cx="40680" cy="3438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8B77A16-2C61-AB3B-E4C0-51DD4F10F3F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481365" y="4614715"/>
                  <a:ext cx="583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BA3573D-1478-2F33-284B-D30BF56CF930}"/>
                    </a:ext>
                  </a:extLst>
                </p14:cNvPr>
                <p14:cNvContentPartPr/>
                <p14:nvPr/>
              </p14:nvContentPartPr>
              <p14:xfrm>
                <a:off x="8286965" y="4964635"/>
                <a:ext cx="406800" cy="62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BA3573D-1478-2F33-284B-D30BF56CF93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278325" y="4955995"/>
                  <a:ext cx="4244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E7CF941-F570-01E2-7245-08B0499C22C5}"/>
                    </a:ext>
                  </a:extLst>
                </p14:cNvPr>
                <p14:cNvContentPartPr/>
                <p14:nvPr/>
              </p14:nvContentPartPr>
              <p14:xfrm>
                <a:off x="8381285" y="4567555"/>
                <a:ext cx="257040" cy="37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E7CF941-F570-01E2-7245-08B0499C22C5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372645" y="4558915"/>
                  <a:ext cx="274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806A59F-2B33-3F76-40DE-DB98364B437C}"/>
                    </a:ext>
                  </a:extLst>
                </p14:cNvPr>
                <p14:cNvContentPartPr/>
                <p14:nvPr/>
              </p14:nvContentPartPr>
              <p14:xfrm>
                <a:off x="8639765" y="4846195"/>
                <a:ext cx="369360" cy="154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806A59F-2B33-3F76-40DE-DB98364B437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631125" y="4837195"/>
                  <a:ext cx="3870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DF13E79-559F-53B4-83DE-E151625C46F5}"/>
                    </a:ext>
                  </a:extLst>
                </p14:cNvPr>
                <p14:cNvContentPartPr/>
                <p14:nvPr/>
              </p14:nvContentPartPr>
              <p14:xfrm>
                <a:off x="9001565" y="4799395"/>
                <a:ext cx="154440" cy="157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DF13E79-559F-53B4-83DE-E151625C46F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992925" y="4790755"/>
                  <a:ext cx="172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7A99876-8DE1-6E7D-E9AD-5FD3EDCC594F}"/>
                    </a:ext>
                  </a:extLst>
                </p14:cNvPr>
                <p14:cNvContentPartPr/>
                <p14:nvPr/>
              </p14:nvContentPartPr>
              <p14:xfrm>
                <a:off x="9172565" y="4723075"/>
                <a:ext cx="403560" cy="574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7A99876-8DE1-6E7D-E9AD-5FD3EDCC594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163565" y="4714075"/>
                  <a:ext cx="42120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7A683A7-32E8-1A5A-B5EA-F2B7B3DC6C00}"/>
                    </a:ext>
                  </a:extLst>
                </p14:cNvPr>
                <p14:cNvContentPartPr/>
                <p14:nvPr/>
              </p14:nvContentPartPr>
              <p14:xfrm>
                <a:off x="9613565" y="4435795"/>
                <a:ext cx="245520" cy="520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7A683A7-32E8-1A5A-B5EA-F2B7B3DC6C0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604565" y="4426795"/>
                  <a:ext cx="2631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5F12583-A30B-CD72-3C73-FCBFF2162142}"/>
                    </a:ext>
                  </a:extLst>
                </p14:cNvPr>
                <p14:cNvContentPartPr/>
                <p14:nvPr/>
              </p14:nvContentPartPr>
              <p14:xfrm>
                <a:off x="9928565" y="4692835"/>
                <a:ext cx="253080" cy="202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5F12583-A30B-CD72-3C73-FCBFF216214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919925" y="4684195"/>
                  <a:ext cx="270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F11DE85-58B5-D54A-8F6F-4E07A2ACF115}"/>
                    </a:ext>
                  </a:extLst>
                </p14:cNvPr>
                <p14:cNvContentPartPr/>
                <p14:nvPr/>
              </p14:nvContentPartPr>
              <p14:xfrm>
                <a:off x="10123685" y="4373155"/>
                <a:ext cx="104400" cy="4809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F11DE85-58B5-D54A-8F6F-4E07A2ACF115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115045" y="4364515"/>
                  <a:ext cx="1220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50CED83-46EA-69B8-CEBB-B9846F750259}"/>
                    </a:ext>
                  </a:extLst>
                </p14:cNvPr>
                <p14:cNvContentPartPr/>
                <p14:nvPr/>
              </p14:nvContentPartPr>
              <p14:xfrm>
                <a:off x="10086605" y="4549555"/>
                <a:ext cx="216000" cy="252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50CED83-46EA-69B8-CEBB-B9846F750259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077965" y="4540555"/>
                  <a:ext cx="233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2B16D72-DF9E-5102-B84C-C442E702CD7B}"/>
                    </a:ext>
                  </a:extLst>
                </p14:cNvPr>
                <p14:cNvContentPartPr/>
                <p14:nvPr/>
              </p14:nvContentPartPr>
              <p14:xfrm>
                <a:off x="10341845" y="4331035"/>
                <a:ext cx="87840" cy="4824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2B16D72-DF9E-5102-B84C-C442E702CD7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332845" y="4322035"/>
                  <a:ext cx="10548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44BC8DF0-C8ED-FC97-60E1-CDE3CA0CFF4D}"/>
                    </a:ext>
                  </a:extLst>
                </p14:cNvPr>
                <p14:cNvContentPartPr/>
                <p14:nvPr/>
              </p14:nvContentPartPr>
              <p14:xfrm>
                <a:off x="10282085" y="4595995"/>
                <a:ext cx="244800" cy="80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44BC8DF0-C8ED-FC97-60E1-CDE3CA0CFF4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273085" y="4587355"/>
                  <a:ext cx="262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D62AD90-6361-CFB2-81EF-15B3BC4D6F0F}"/>
                    </a:ext>
                  </a:extLst>
                </p14:cNvPr>
                <p14:cNvContentPartPr/>
                <p14:nvPr/>
              </p14:nvContentPartPr>
              <p14:xfrm>
                <a:off x="10532645" y="4583755"/>
                <a:ext cx="159480" cy="1918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D62AD90-6361-CFB2-81EF-15B3BC4D6F0F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523645" y="4574755"/>
                  <a:ext cx="1771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E97F3DD-4D20-EBB8-31AA-BC8A8F4FD8EF}"/>
                    </a:ext>
                  </a:extLst>
                </p14:cNvPr>
                <p14:cNvContentPartPr/>
                <p14:nvPr/>
              </p14:nvContentPartPr>
              <p14:xfrm>
                <a:off x="10776725" y="4570435"/>
                <a:ext cx="200880" cy="159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E97F3DD-4D20-EBB8-31AA-BC8A8F4FD8E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768085" y="4561795"/>
                  <a:ext cx="218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A65B425-BDC4-FD2A-47E7-A146851DB721}"/>
                    </a:ext>
                  </a:extLst>
                </p14:cNvPr>
                <p14:cNvContentPartPr/>
                <p14:nvPr/>
              </p14:nvContentPartPr>
              <p14:xfrm>
                <a:off x="11132045" y="4351555"/>
                <a:ext cx="211680" cy="5184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A65B425-BDC4-FD2A-47E7-A146851DB72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123405" y="4342555"/>
                  <a:ext cx="2293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F70FED2-F084-37E4-7511-D32464C1152D}"/>
                    </a:ext>
                  </a:extLst>
                </p14:cNvPr>
                <p14:cNvContentPartPr/>
                <p14:nvPr/>
              </p14:nvContentPartPr>
              <p14:xfrm>
                <a:off x="11425805" y="4380355"/>
                <a:ext cx="16920" cy="298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F70FED2-F084-37E4-7511-D32464C1152D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416805" y="4371355"/>
                  <a:ext cx="345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CF1B66F-699C-C434-6040-9E20A1FBF58D}"/>
                    </a:ext>
                  </a:extLst>
                </p14:cNvPr>
                <p14:cNvContentPartPr/>
                <p14:nvPr/>
              </p14:nvContentPartPr>
              <p14:xfrm>
                <a:off x="11263085" y="4555675"/>
                <a:ext cx="273600" cy="403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CF1B66F-699C-C434-6040-9E20A1FBF58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254445" y="4546675"/>
                  <a:ext cx="291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28ED0F6-DD31-F6F0-32A2-3B073896A14C}"/>
                    </a:ext>
                  </a:extLst>
                </p14:cNvPr>
                <p14:cNvContentPartPr/>
                <p14:nvPr/>
              </p14:nvContentPartPr>
              <p14:xfrm>
                <a:off x="11585645" y="4595275"/>
                <a:ext cx="43560" cy="1260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28ED0F6-DD31-F6F0-32A2-3B073896A14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1576645" y="4586275"/>
                  <a:ext cx="61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8FD5390-1431-4A6E-4492-E7153B7B6ED7}"/>
                    </a:ext>
                  </a:extLst>
                </p14:cNvPr>
                <p14:cNvContentPartPr/>
                <p14:nvPr/>
              </p14:nvContentPartPr>
              <p14:xfrm>
                <a:off x="11607245" y="4473595"/>
                <a:ext cx="29520" cy="658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8FD5390-1431-4A6E-4492-E7153B7B6ED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598245" y="4464955"/>
                  <a:ext cx="471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CB62C66-5BD9-798B-6E60-66B2108B62BF}"/>
                    </a:ext>
                  </a:extLst>
                </p14:cNvPr>
                <p14:cNvContentPartPr/>
                <p14:nvPr/>
              </p14:nvContentPartPr>
              <p14:xfrm>
                <a:off x="11708765" y="4417435"/>
                <a:ext cx="404640" cy="2984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CB62C66-5BD9-798B-6E60-66B2108B62BF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699765" y="4408435"/>
                  <a:ext cx="422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A6545CE-B631-A960-468F-40E4346376A4}"/>
                    </a:ext>
                  </a:extLst>
                </p14:cNvPr>
                <p14:cNvContentPartPr/>
                <p14:nvPr/>
              </p14:nvContentPartPr>
              <p14:xfrm>
                <a:off x="11952125" y="4164355"/>
                <a:ext cx="175320" cy="533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A6545CE-B631-A960-468F-40E4346376A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943125" y="4155715"/>
                  <a:ext cx="192960" cy="55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89EDE29C-AC45-B54E-B135-39407E84CB36}"/>
                  </a:ext>
                </a:extLst>
              </p14:cNvPr>
              <p14:cNvContentPartPr/>
              <p14:nvPr/>
            </p14:nvContentPartPr>
            <p14:xfrm>
              <a:off x="7074485" y="5323555"/>
              <a:ext cx="1001160" cy="2232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89EDE29C-AC45-B54E-B135-39407E84CB36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7065845" y="5314555"/>
                <a:ext cx="101880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A288975-686E-47C4-50CC-ABD649D645CC}"/>
              </a:ext>
            </a:extLst>
          </p:cNvPr>
          <p:cNvGrpSpPr/>
          <p:nvPr/>
        </p:nvGrpSpPr>
        <p:grpSpPr>
          <a:xfrm>
            <a:off x="8236925" y="5307355"/>
            <a:ext cx="613440" cy="520200"/>
            <a:chOff x="8236925" y="5307355"/>
            <a:chExt cx="613440" cy="5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3600EA0-DFD7-44C0-2081-81BEE7ED85A4}"/>
                    </a:ext>
                  </a:extLst>
                </p14:cNvPr>
                <p14:cNvContentPartPr/>
                <p14:nvPr/>
              </p14:nvContentPartPr>
              <p14:xfrm>
                <a:off x="8236925" y="5307355"/>
                <a:ext cx="318960" cy="5202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3600EA0-DFD7-44C0-2081-81BEE7ED85A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28285" y="5298715"/>
                  <a:ext cx="3366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6ED5583-1EF3-A9F4-EAE1-4872FA9776AC}"/>
                    </a:ext>
                  </a:extLst>
                </p14:cNvPr>
                <p14:cNvContentPartPr/>
                <p14:nvPr/>
              </p14:nvContentPartPr>
              <p14:xfrm>
                <a:off x="8541125" y="5313475"/>
                <a:ext cx="235440" cy="4816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6ED5583-1EF3-A9F4-EAE1-4872FA9776A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532485" y="5304835"/>
                  <a:ext cx="25308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CFFF5C0-F5AD-7690-52F3-3275BC4C8FCA}"/>
                    </a:ext>
                  </a:extLst>
                </p14:cNvPr>
                <p14:cNvContentPartPr/>
                <p14:nvPr/>
              </p14:nvContentPartPr>
              <p14:xfrm>
                <a:off x="8833085" y="5653315"/>
                <a:ext cx="17280" cy="1094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CFFF5C0-F5AD-7690-52F3-3275BC4C8FCA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824085" y="5644675"/>
                  <a:ext cx="34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A283DB2-AD37-6128-756B-0315998EBD23}"/>
                    </a:ext>
                  </a:extLst>
                </p14:cNvPr>
                <p14:cNvContentPartPr/>
                <p14:nvPr/>
              </p14:nvContentPartPr>
              <p14:xfrm>
                <a:off x="8799605" y="5560435"/>
                <a:ext cx="49680" cy="10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A283DB2-AD37-6128-756B-0315998EBD2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790965" y="5551435"/>
                  <a:ext cx="6732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E210AF8D-FD31-6307-98B4-C0FC2D775EA0}"/>
                  </a:ext>
                </a:extLst>
              </p14:cNvPr>
              <p14:cNvContentPartPr/>
              <p14:nvPr/>
            </p14:nvContentPartPr>
            <p14:xfrm>
              <a:off x="9014885" y="5298355"/>
              <a:ext cx="24840" cy="45468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E210AF8D-FD31-6307-98B4-C0FC2D775EA0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9006245" y="5289715"/>
                <a:ext cx="4248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B85C2823-F821-0913-4228-0A8267380668}"/>
                  </a:ext>
                </a:extLst>
              </p14:cNvPr>
              <p14:cNvContentPartPr/>
              <p14:nvPr/>
            </p14:nvContentPartPr>
            <p14:xfrm>
              <a:off x="8935685" y="5504995"/>
              <a:ext cx="121680" cy="345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B85C2823-F821-0913-4228-0A8267380668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8927045" y="5496355"/>
                <a:ext cx="1393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E20BDE40-9085-3A99-CE2A-0FA02AD96F9D}"/>
                  </a:ext>
                </a:extLst>
              </p14:cNvPr>
              <p14:cNvContentPartPr/>
              <p14:nvPr/>
            </p14:nvContentPartPr>
            <p14:xfrm>
              <a:off x="9235205" y="5371075"/>
              <a:ext cx="262080" cy="13248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E20BDE40-9085-3A99-CE2A-0FA02AD96F9D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9226565" y="5362435"/>
                <a:ext cx="279720" cy="15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676DDF68-8890-D41A-7297-F019F7CA1419}"/>
              </a:ext>
            </a:extLst>
          </p:cNvPr>
          <p:cNvGrpSpPr/>
          <p:nvPr/>
        </p:nvGrpSpPr>
        <p:grpSpPr>
          <a:xfrm>
            <a:off x="9363725" y="5106115"/>
            <a:ext cx="2379240" cy="832320"/>
            <a:chOff x="9363725" y="5106115"/>
            <a:chExt cx="2379240" cy="83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F0E6E7A-A3F3-6B6D-059C-42A9A8D8EF09}"/>
                    </a:ext>
                  </a:extLst>
                </p14:cNvPr>
                <p14:cNvContentPartPr/>
                <p14:nvPr/>
              </p14:nvContentPartPr>
              <p14:xfrm>
                <a:off x="9363725" y="5427235"/>
                <a:ext cx="77040" cy="2908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F0E6E7A-A3F3-6B6D-059C-42A9A8D8EF09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355085" y="5418235"/>
                  <a:ext cx="9468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0EB54AA-B1C4-F23E-7377-CED09FE6DD26}"/>
                    </a:ext>
                  </a:extLst>
                </p14:cNvPr>
                <p14:cNvContentPartPr/>
                <p14:nvPr/>
              </p14:nvContentPartPr>
              <p14:xfrm>
                <a:off x="9468845" y="5568715"/>
                <a:ext cx="195120" cy="2293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0EB54AA-B1C4-F23E-7377-CED09FE6DD2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459845" y="5559715"/>
                  <a:ext cx="212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DD31D9B-069B-E8F4-0E00-F2E755DCD515}"/>
                    </a:ext>
                  </a:extLst>
                </p14:cNvPr>
                <p14:cNvContentPartPr/>
                <p14:nvPr/>
              </p14:nvContentPartPr>
              <p14:xfrm>
                <a:off x="9767285" y="5600755"/>
                <a:ext cx="57600" cy="1540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DD31D9B-069B-E8F4-0E00-F2E755DCD51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758285" y="5592115"/>
                  <a:ext cx="75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402378D-C513-FFCF-ACAC-A4814D127E1D}"/>
                    </a:ext>
                  </a:extLst>
                </p14:cNvPr>
                <p14:cNvContentPartPr/>
                <p14:nvPr/>
              </p14:nvContentPartPr>
              <p14:xfrm>
                <a:off x="9669005" y="5560435"/>
                <a:ext cx="162720" cy="2548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402378D-C513-FFCF-ACAC-A4814D127E1D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660005" y="5551435"/>
                  <a:ext cx="1803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3D1FA01-49C1-A6A3-F980-2CDC949823DA}"/>
                    </a:ext>
                  </a:extLst>
                </p14:cNvPr>
                <p14:cNvContentPartPr/>
                <p14:nvPr/>
              </p14:nvContentPartPr>
              <p14:xfrm>
                <a:off x="9963845" y="5296555"/>
                <a:ext cx="27000" cy="516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3D1FA01-49C1-A6A3-F980-2CDC949823D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954845" y="5287555"/>
                  <a:ext cx="4464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C001F5A-F77E-734E-7982-B34ED5F81F9A}"/>
                    </a:ext>
                  </a:extLst>
                </p14:cNvPr>
                <p14:cNvContentPartPr/>
                <p14:nvPr/>
              </p14:nvContentPartPr>
              <p14:xfrm>
                <a:off x="9815525" y="5487355"/>
                <a:ext cx="238320" cy="103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C001F5A-F77E-734E-7982-B34ED5F81F9A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806525" y="5478355"/>
                  <a:ext cx="255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0FAFBC6-9E49-F507-4F6B-06310A66A53C}"/>
                    </a:ext>
                  </a:extLst>
                </p14:cNvPr>
                <p14:cNvContentPartPr/>
                <p14:nvPr/>
              </p14:nvContentPartPr>
              <p14:xfrm>
                <a:off x="10198565" y="5200795"/>
                <a:ext cx="259560" cy="7376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0FAFBC6-9E49-F507-4F6B-06310A66A53C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189925" y="5191795"/>
                  <a:ext cx="27720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086EA93-6667-FEC9-1142-863E98BA9396}"/>
                    </a:ext>
                  </a:extLst>
                </p14:cNvPr>
                <p14:cNvContentPartPr/>
                <p14:nvPr/>
              </p14:nvContentPartPr>
              <p14:xfrm>
                <a:off x="10420685" y="5601475"/>
                <a:ext cx="221040" cy="1778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086EA93-6667-FEC9-1142-863E98BA939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411685" y="5592475"/>
                  <a:ext cx="238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D72FCA7-D895-CAF3-EBB5-1413E7923DA1}"/>
                    </a:ext>
                  </a:extLst>
                </p14:cNvPr>
                <p14:cNvContentPartPr/>
                <p14:nvPr/>
              </p14:nvContentPartPr>
              <p14:xfrm>
                <a:off x="10649285" y="5546035"/>
                <a:ext cx="202680" cy="139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D72FCA7-D895-CAF3-EBB5-1413E7923DA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640285" y="5537395"/>
                  <a:ext cx="220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90BAEA9-838B-560F-A45E-0664BF4CF3FC}"/>
                    </a:ext>
                  </a:extLst>
                </p14:cNvPr>
                <p14:cNvContentPartPr/>
                <p14:nvPr/>
              </p14:nvContentPartPr>
              <p14:xfrm>
                <a:off x="10867085" y="5481955"/>
                <a:ext cx="262800" cy="1440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90BAEA9-838B-560F-A45E-0664BF4CF3FC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0858445" y="5472955"/>
                  <a:ext cx="280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1BADB594-BE39-D6C1-2B20-B3622621F8FC}"/>
                    </a:ext>
                  </a:extLst>
                </p14:cNvPr>
                <p14:cNvContentPartPr/>
                <p14:nvPr/>
              </p14:nvContentPartPr>
              <p14:xfrm>
                <a:off x="11183525" y="5127715"/>
                <a:ext cx="363960" cy="4510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1BADB594-BE39-D6C1-2B20-B3622621F8F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1174525" y="5119075"/>
                  <a:ext cx="38160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B13D96F-5BB6-7913-4461-897588B35B67}"/>
                    </a:ext>
                  </a:extLst>
                </p14:cNvPr>
                <p14:cNvContentPartPr/>
                <p14:nvPr/>
              </p14:nvContentPartPr>
              <p14:xfrm>
                <a:off x="11525525" y="5106115"/>
                <a:ext cx="217440" cy="5796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B13D96F-5BB6-7913-4461-897588B35B6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516885" y="5097475"/>
                  <a:ext cx="235080" cy="59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D25AF61-A0F3-E209-B5EF-B64712DF52A5}"/>
              </a:ext>
            </a:extLst>
          </p:cNvPr>
          <p:cNvGrpSpPr/>
          <p:nvPr/>
        </p:nvGrpSpPr>
        <p:grpSpPr>
          <a:xfrm>
            <a:off x="2519405" y="5780755"/>
            <a:ext cx="2707560" cy="779400"/>
            <a:chOff x="2519405" y="5780755"/>
            <a:chExt cx="2707560" cy="77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5E43045-D56A-84BA-068B-C7D5087B39F0}"/>
                    </a:ext>
                  </a:extLst>
                </p14:cNvPr>
                <p14:cNvContentPartPr/>
                <p14:nvPr/>
              </p14:nvContentPartPr>
              <p14:xfrm>
                <a:off x="4098725" y="6052915"/>
                <a:ext cx="1128240" cy="2080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5E43045-D56A-84BA-068B-C7D5087B39F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090085" y="6044275"/>
                  <a:ext cx="11458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9256B29-10A8-F426-AFCC-B55CB8892F10}"/>
                    </a:ext>
                  </a:extLst>
                </p14:cNvPr>
                <p14:cNvContentPartPr/>
                <p14:nvPr/>
              </p14:nvContentPartPr>
              <p14:xfrm>
                <a:off x="2519405" y="5937355"/>
                <a:ext cx="238320" cy="6084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9256B29-10A8-F426-AFCC-B55CB8892F1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510765" y="5928715"/>
                  <a:ext cx="25596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1BDDA01-50D0-F31D-5AF1-610A92B60150}"/>
                    </a:ext>
                  </a:extLst>
                </p14:cNvPr>
                <p14:cNvContentPartPr/>
                <p14:nvPr/>
              </p14:nvContentPartPr>
              <p14:xfrm>
                <a:off x="2813525" y="6296275"/>
                <a:ext cx="182880" cy="206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1BDDA01-50D0-F31D-5AF1-610A92B6015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804885" y="6287275"/>
                  <a:ext cx="200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60BB4E7-100E-3E9B-81B4-12B4EA02A149}"/>
                    </a:ext>
                  </a:extLst>
                </p14:cNvPr>
                <p14:cNvContentPartPr/>
                <p14:nvPr/>
              </p14:nvContentPartPr>
              <p14:xfrm>
                <a:off x="3051845" y="5780755"/>
                <a:ext cx="63720" cy="687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60BB4E7-100E-3E9B-81B4-12B4EA02A14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042845" y="5771755"/>
                  <a:ext cx="81360" cy="70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9580BB0-89D8-EA4F-427E-A4357639B5F1}"/>
                    </a:ext>
                  </a:extLst>
                </p14:cNvPr>
                <p14:cNvContentPartPr/>
                <p14:nvPr/>
              </p14:nvContentPartPr>
              <p14:xfrm>
                <a:off x="2956805" y="6174595"/>
                <a:ext cx="197280" cy="558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9580BB0-89D8-EA4F-427E-A4357639B5F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947805" y="6165955"/>
                  <a:ext cx="214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22F6136-C7DC-87BB-F1E5-08E67A514985}"/>
                    </a:ext>
                  </a:extLst>
                </p14:cNvPr>
                <p14:cNvContentPartPr/>
                <p14:nvPr/>
              </p14:nvContentPartPr>
              <p14:xfrm>
                <a:off x="3214205" y="5814955"/>
                <a:ext cx="64800" cy="7452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22F6136-C7DC-87BB-F1E5-08E67A51498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205205" y="5805955"/>
                  <a:ext cx="8244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1B06CA1-2720-6989-065F-2BCADCEA7C61}"/>
                    </a:ext>
                  </a:extLst>
                </p14:cNvPr>
                <p14:cNvContentPartPr/>
                <p14:nvPr/>
              </p14:nvContentPartPr>
              <p14:xfrm>
                <a:off x="3177845" y="6250915"/>
                <a:ext cx="128520" cy="882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1B06CA1-2720-6989-065F-2BCADCEA7C6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168845" y="6241915"/>
                  <a:ext cx="146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9171B1A-78CB-6089-7D5C-30B7271A728E}"/>
                    </a:ext>
                  </a:extLst>
                </p14:cNvPr>
                <p14:cNvContentPartPr/>
                <p14:nvPr/>
              </p14:nvContentPartPr>
              <p14:xfrm>
                <a:off x="3396365" y="6264235"/>
                <a:ext cx="110160" cy="20808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9171B1A-78CB-6089-7D5C-30B7271A728E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387725" y="6255595"/>
                  <a:ext cx="127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2ED845E-DD2B-93D8-AF98-72FD63E6D217}"/>
                    </a:ext>
                  </a:extLst>
                </p14:cNvPr>
                <p14:cNvContentPartPr/>
                <p14:nvPr/>
              </p14:nvContentPartPr>
              <p14:xfrm>
                <a:off x="3612365" y="6203395"/>
                <a:ext cx="200160" cy="2538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2ED845E-DD2B-93D8-AF98-72FD63E6D21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603725" y="6194395"/>
                  <a:ext cx="21780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75FE0A47-8720-D477-18E3-D101F1B3DC55}"/>
              </a:ext>
            </a:extLst>
          </p:cNvPr>
          <p:cNvGrpSpPr/>
          <p:nvPr/>
        </p:nvGrpSpPr>
        <p:grpSpPr>
          <a:xfrm>
            <a:off x="4685165" y="1821835"/>
            <a:ext cx="3216600" cy="4572000"/>
            <a:chOff x="4685165" y="1821835"/>
            <a:chExt cx="3216600" cy="45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6669B43-C7CC-5E80-95F1-0E2578FD3669}"/>
                    </a:ext>
                  </a:extLst>
                </p14:cNvPr>
                <p14:cNvContentPartPr/>
                <p14:nvPr/>
              </p14:nvContentPartPr>
              <p14:xfrm>
                <a:off x="4685165" y="1888075"/>
                <a:ext cx="2948760" cy="4505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6669B43-C7CC-5E80-95F1-0E2578FD366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676165" y="1879075"/>
                  <a:ext cx="2966400" cy="45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8715D5-3C98-A8F1-58A5-5D58C165AF75}"/>
                    </a:ext>
                  </a:extLst>
                </p14:cNvPr>
                <p14:cNvContentPartPr/>
                <p14:nvPr/>
              </p14:nvContentPartPr>
              <p14:xfrm>
                <a:off x="7510805" y="1821835"/>
                <a:ext cx="242280" cy="45187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8715D5-3C98-A8F1-58A5-5D58C165AF75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502165" y="1813195"/>
                  <a:ext cx="259920" cy="45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14F5885-B7F4-7FAA-6C00-541AD01904B7}"/>
                    </a:ext>
                  </a:extLst>
                </p14:cNvPr>
                <p14:cNvContentPartPr/>
                <p14:nvPr/>
              </p14:nvContentPartPr>
              <p14:xfrm>
                <a:off x="5820245" y="5121595"/>
                <a:ext cx="984240" cy="3819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14F5885-B7F4-7FAA-6C00-541AD01904B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811605" y="5112595"/>
                  <a:ext cx="100188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240E408-4756-72ED-95E7-5D2130738B2C}"/>
                    </a:ext>
                  </a:extLst>
                </p14:cNvPr>
                <p14:cNvContentPartPr/>
                <p14:nvPr/>
              </p14:nvContentPartPr>
              <p14:xfrm>
                <a:off x="5305445" y="5716315"/>
                <a:ext cx="1974600" cy="4680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240E408-4756-72ED-95E7-5D2130738B2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296445" y="5707675"/>
                  <a:ext cx="199224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FCCEE01-9978-7D84-F091-E77F39F29D31}"/>
                    </a:ext>
                  </a:extLst>
                </p14:cNvPr>
                <p14:cNvContentPartPr/>
                <p14:nvPr/>
              </p14:nvContentPartPr>
              <p14:xfrm>
                <a:off x="7158725" y="2027755"/>
                <a:ext cx="743040" cy="1965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FCCEE01-9978-7D84-F091-E77F39F29D31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150085" y="2019115"/>
                  <a:ext cx="760680" cy="214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19480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8AC2-3633-9196-37FB-63671396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F73B5108-ED8E-3642-2903-E3719A360068}"/>
              </a:ext>
            </a:extLst>
          </p:cNvPr>
          <p:cNvSpPr/>
          <p:nvPr/>
        </p:nvSpPr>
        <p:spPr>
          <a:xfrm>
            <a:off x="4627788" y="1631266"/>
            <a:ext cx="8571948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F6DC3E-3C96-CE74-D8A3-4A7720515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D8074E-0B99-CEB1-623C-9030AC6555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2AD3F6C-394B-1F13-8066-D6E94716A983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6B7187B3-8717-D3BC-5624-817BD4E78BF2}"/>
              </a:ext>
            </a:extLst>
          </p:cNvPr>
          <p:cNvSpPr/>
          <p:nvPr/>
        </p:nvSpPr>
        <p:spPr>
          <a:xfrm>
            <a:off x="1655988" y="802973"/>
            <a:ext cx="48938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EnterVisitDataActivity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3E6CC-C356-516F-8509-DD1EEB056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638" y="1369791"/>
            <a:ext cx="3581364" cy="5303698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64C457B8-B2F5-4139-2E94-CA901975A00C}"/>
              </a:ext>
            </a:extLst>
          </p:cNvPr>
          <p:cNvSpPr/>
          <p:nvPr/>
        </p:nvSpPr>
        <p:spPr>
          <a:xfrm>
            <a:off x="207492" y="1932161"/>
            <a:ext cx="3688647" cy="1202242"/>
          </a:xfrm>
          <a:prstGeom prst="wedgeRoundRectCallout">
            <a:avLst>
              <a:gd name="adj1" fmla="val 91660"/>
              <a:gd name="adj2" fmla="val -12046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400" dirty="0"/>
              <a:t>קבוצת רכיבים קליטת נתונים</a:t>
            </a:r>
          </a:p>
          <a:p>
            <a:pPr algn="ctr" rtl="1"/>
            <a:r>
              <a:rPr lang="he-IL" sz="2400" dirty="0"/>
              <a:t>(כתיבת נתונים חופשית)</a:t>
            </a:r>
            <a:endParaRPr lang="en-US" sz="2400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E36A5107-A6AA-E0B0-E920-F1785F9593F2}"/>
              </a:ext>
            </a:extLst>
          </p:cNvPr>
          <p:cNvSpPr/>
          <p:nvPr/>
        </p:nvSpPr>
        <p:spPr>
          <a:xfrm>
            <a:off x="8527774" y="1631266"/>
            <a:ext cx="3500657" cy="1503137"/>
          </a:xfrm>
          <a:prstGeom prst="wedgeRoundRectCallout">
            <a:avLst>
              <a:gd name="adj1" fmla="val -88940"/>
              <a:gd name="adj2" fmla="val -20214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2400" dirty="0" err="1"/>
              <a:t>TextView</a:t>
            </a:r>
            <a:endParaRPr lang="he-IL" sz="2400" dirty="0"/>
          </a:p>
          <a:p>
            <a:pPr algn="ctr" rtl="1"/>
            <a:r>
              <a:rPr lang="he-IL" sz="2400" dirty="0"/>
              <a:t>גם מאפשר קליטת נתונים,</a:t>
            </a:r>
          </a:p>
          <a:p>
            <a:pPr algn="ctr" rtl="1"/>
            <a:r>
              <a:rPr lang="he-IL" sz="2400" dirty="0"/>
              <a:t>אבל זה ממש לא מקובל</a:t>
            </a:r>
            <a:endParaRPr lang="en-US" sz="2400" dirty="0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72A16CD3-3E6E-C96B-8A91-FF22516FB66D}"/>
              </a:ext>
            </a:extLst>
          </p:cNvPr>
          <p:cNvSpPr/>
          <p:nvPr/>
        </p:nvSpPr>
        <p:spPr>
          <a:xfrm>
            <a:off x="340014" y="4380500"/>
            <a:ext cx="3688647" cy="1202242"/>
          </a:xfrm>
          <a:prstGeom prst="wedgeRoundRectCallout">
            <a:avLst>
              <a:gd name="adj1" fmla="val 99744"/>
              <a:gd name="adj2" fmla="val -13699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2400" dirty="0"/>
              <a:t>רכיבים לקליטת נתונים מסוגים שונים</a:t>
            </a:r>
          </a:p>
          <a:p>
            <a:pPr algn="ctr" rtl="1"/>
            <a:r>
              <a:rPr lang="he-IL" sz="2400" dirty="0"/>
              <a:t>(התאמת מקלדת)</a:t>
            </a: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89DF70C-B3F5-932C-D6F8-272DC9EBD916}"/>
                  </a:ext>
                </a:extLst>
              </p14:cNvPr>
              <p14:cNvContentPartPr/>
              <p14:nvPr/>
            </p14:nvContentPartPr>
            <p14:xfrm>
              <a:off x="5783885" y="2151595"/>
              <a:ext cx="2677680" cy="48445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89DF70C-B3F5-932C-D6F8-272DC9EBD9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66245" y="2133955"/>
                <a:ext cx="2713320" cy="488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3226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366A6-D2F6-A490-3A1D-D73949D48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E247631D-A4FA-2898-B8C6-EA34600E3993}"/>
              </a:ext>
            </a:extLst>
          </p:cNvPr>
          <p:cNvSpPr/>
          <p:nvPr/>
        </p:nvSpPr>
        <p:spPr>
          <a:xfrm>
            <a:off x="1391478" y="1920993"/>
            <a:ext cx="9728325" cy="39703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רכיבים מסוג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("חלון לכתיבת נתון")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מאפשרים כתיבת נתונים שונים בתוכם באופן די חופשי.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ריבוי תת-סוגים של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קשור להצגת מקלדת המתאימה לסוג הנתון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אותו מעוניינים לכתוב: 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טקסט, מספר שלם, מספר עשרוני, דוא"ל, סיסמה ואחרים.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6C124E-8036-4E73-223D-B205107AF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18A3F8-202E-9B2C-59D7-EE582AF48D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67050F5C-4833-2FD1-042F-AA5231F57287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D0398655-3482-CA8B-0526-24B346690193}"/>
              </a:ext>
            </a:extLst>
          </p:cNvPr>
          <p:cNvSpPr/>
          <p:nvPr/>
        </p:nvSpPr>
        <p:spPr>
          <a:xfrm>
            <a:off x="1655988" y="802973"/>
            <a:ext cx="48938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EnterVisitDataActivity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43062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84CA-3D13-F9D8-D113-A16ED87F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B131D4-311B-9E9B-C35D-4678DD2A8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DB68CE-6AA7-958C-3500-99138F1645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DE2EB81D-E214-15E8-BB34-7D268FC8409B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517E9590-E848-9B71-7FAE-689E44668513}"/>
              </a:ext>
            </a:extLst>
          </p:cNvPr>
          <p:cNvSpPr/>
          <p:nvPr/>
        </p:nvSpPr>
        <p:spPr>
          <a:xfrm>
            <a:off x="1111954" y="918317"/>
            <a:ext cx="48938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3708F41-D317-5C77-C8C3-CC70BC8A7ED2}"/>
              </a:ext>
            </a:extLst>
          </p:cNvPr>
          <p:cNvGrpSpPr/>
          <p:nvPr/>
        </p:nvGrpSpPr>
        <p:grpSpPr>
          <a:xfrm>
            <a:off x="3216486" y="2111995"/>
            <a:ext cx="8445479" cy="4595760"/>
            <a:chOff x="3216486" y="2111995"/>
            <a:chExt cx="8445479" cy="459576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032C8FF-39CA-6288-451B-5E289747E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6486" y="2437770"/>
              <a:ext cx="5759028" cy="3531852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9D929A9-C0E3-7879-7163-2AB469657F3E}"/>
                </a:ext>
              </a:extLst>
            </p:cNvPr>
            <p:cNvGrpSpPr/>
            <p:nvPr/>
          </p:nvGrpSpPr>
          <p:grpSpPr>
            <a:xfrm>
              <a:off x="7977725" y="2111995"/>
              <a:ext cx="3342240" cy="1766160"/>
              <a:chOff x="7977725" y="2111995"/>
              <a:chExt cx="3342240" cy="17661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B302DA40-423D-03FC-40FA-83DF51F12202}"/>
                      </a:ext>
                    </a:extLst>
                  </p14:cNvPr>
                  <p14:cNvContentPartPr/>
                  <p14:nvPr/>
                </p14:nvContentPartPr>
                <p14:xfrm>
                  <a:off x="8509805" y="2456875"/>
                  <a:ext cx="1051560" cy="63108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B302DA40-423D-03FC-40FA-83DF51F12202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8491805" y="2439235"/>
                    <a:ext cx="1087200" cy="66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20148DAF-71ED-24F4-997A-9B865FED62EE}"/>
                      </a:ext>
                    </a:extLst>
                  </p14:cNvPr>
                  <p14:cNvContentPartPr/>
                  <p14:nvPr/>
                </p14:nvContentPartPr>
                <p14:xfrm>
                  <a:off x="9521405" y="2111995"/>
                  <a:ext cx="630720" cy="51120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20148DAF-71ED-24F4-997A-9B865FED62EE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9503405" y="2093995"/>
                    <a:ext cx="666360" cy="54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BC2076B2-066D-E568-50FE-7033FF465AB4}"/>
                      </a:ext>
                    </a:extLst>
                  </p14:cNvPr>
                  <p14:cNvContentPartPr/>
                  <p14:nvPr/>
                </p14:nvContentPartPr>
                <p14:xfrm>
                  <a:off x="9717605" y="2232955"/>
                  <a:ext cx="248760" cy="267840"/>
                </p14:xfrm>
              </p:contentPart>
            </mc:Choice>
            <mc:Fallback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BC2076B2-066D-E568-50FE-7033FF465AB4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699965" y="2214955"/>
                    <a:ext cx="284400" cy="303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F803E02F-CC46-4169-2A94-8695734697F8}"/>
                      </a:ext>
                    </a:extLst>
                  </p14:cNvPr>
                  <p14:cNvContentPartPr/>
                  <p14:nvPr/>
                </p14:nvContentPartPr>
                <p14:xfrm>
                  <a:off x="7977725" y="2475595"/>
                  <a:ext cx="3342240" cy="1402560"/>
                </p14:xfrm>
              </p:contentPart>
            </mc:Choice>
            <mc:Fallback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F803E02F-CC46-4169-2A94-8695734697F8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7959725" y="2457595"/>
                    <a:ext cx="3377880" cy="1438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FA5317F0-BC93-0B09-D3E7-6F6FE2644C5A}"/>
                      </a:ext>
                    </a:extLst>
                  </p14:cNvPr>
                  <p14:cNvContentPartPr/>
                  <p14:nvPr/>
                </p14:nvContentPartPr>
                <p14:xfrm>
                  <a:off x="10820645" y="2633635"/>
                  <a:ext cx="271800" cy="261360"/>
                </p14:xfrm>
              </p:contentPart>
            </mc:Choice>
            <mc:Fallback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FA5317F0-BC93-0B09-D3E7-6F6FE2644C5A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0803005" y="2615635"/>
                    <a:ext cx="307440" cy="297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904F2BE-7C70-BF13-6E4F-9E689670161A}"/>
                </a:ext>
              </a:extLst>
            </p:cNvPr>
            <p:cNvGrpSpPr/>
            <p:nvPr/>
          </p:nvGrpSpPr>
          <p:grpSpPr>
            <a:xfrm>
              <a:off x="6904925" y="3285235"/>
              <a:ext cx="4205160" cy="1323720"/>
              <a:chOff x="6904925" y="3285235"/>
              <a:chExt cx="4205160" cy="13237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FA23CD18-7680-2F8C-94E5-14F228E71A23}"/>
                      </a:ext>
                    </a:extLst>
                  </p14:cNvPr>
                  <p14:cNvContentPartPr/>
                  <p14:nvPr/>
                </p14:nvContentPartPr>
                <p14:xfrm>
                  <a:off x="7741925" y="3285235"/>
                  <a:ext cx="3368160" cy="987480"/>
                </p14:xfrm>
              </p:contentPart>
            </mc:Choice>
            <mc:Fallback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FA23CD18-7680-2F8C-94E5-14F228E71A23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7723925" y="3267595"/>
                    <a:ext cx="3403800" cy="102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9AEF650F-E1AE-2BEE-E037-727DAF9EB0A5}"/>
                      </a:ext>
                    </a:extLst>
                  </p14:cNvPr>
                  <p14:cNvContentPartPr/>
                  <p14:nvPr/>
                </p14:nvContentPartPr>
                <p14:xfrm>
                  <a:off x="10685645" y="3450475"/>
                  <a:ext cx="287640" cy="296280"/>
                </p14:xfrm>
              </p:contentPart>
            </mc:Choice>
            <mc:Fallback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9AEF650F-E1AE-2BEE-E037-727DAF9EB0A5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0668005" y="3432835"/>
                    <a:ext cx="323280" cy="331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596AC927-FCE1-6CEA-6B6A-64DA4D640BD9}"/>
                      </a:ext>
                    </a:extLst>
                  </p14:cNvPr>
                  <p14:cNvContentPartPr/>
                  <p14:nvPr/>
                </p14:nvContentPartPr>
                <p14:xfrm>
                  <a:off x="6904925" y="3917395"/>
                  <a:ext cx="3448800" cy="691560"/>
                </p14:xfrm>
              </p:contentPart>
            </mc:Choice>
            <mc:Fallback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596AC927-FCE1-6CEA-6B6A-64DA4D640BD9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886925" y="3899395"/>
                    <a:ext cx="3484440" cy="727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314BE607-AB5D-5E63-B01D-4C2ADD7EF3A6}"/>
                      </a:ext>
                    </a:extLst>
                  </p14:cNvPr>
                  <p14:cNvContentPartPr/>
                  <p14:nvPr/>
                </p14:nvContentPartPr>
                <p14:xfrm>
                  <a:off x="10004165" y="4064275"/>
                  <a:ext cx="154080" cy="306360"/>
                </p14:xfrm>
              </p:contentPart>
            </mc:Choice>
            <mc:Fallback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314BE607-AB5D-5E63-B01D-4C2ADD7EF3A6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9986165" y="4046635"/>
                    <a:ext cx="189720" cy="342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9637188-58EC-6F52-DACD-4F69BA548221}"/>
                </a:ext>
              </a:extLst>
            </p:cNvPr>
            <p:cNvGrpSpPr/>
            <p:nvPr/>
          </p:nvGrpSpPr>
          <p:grpSpPr>
            <a:xfrm>
              <a:off x="7026965" y="4890115"/>
              <a:ext cx="4635000" cy="1817640"/>
              <a:chOff x="7026965" y="4890115"/>
              <a:chExt cx="4635000" cy="18176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3E086639-EAA7-013F-41A8-B574EB2E91EA}"/>
                      </a:ext>
                    </a:extLst>
                  </p14:cNvPr>
                  <p14:cNvContentPartPr/>
                  <p14:nvPr/>
                </p14:nvContentPartPr>
                <p14:xfrm>
                  <a:off x="7026965" y="4890115"/>
                  <a:ext cx="4635000" cy="645480"/>
                </p14:xfrm>
              </p:contentPart>
            </mc:Choice>
            <mc:Fallback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3E086639-EAA7-013F-41A8-B574EB2E91EA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7008965" y="4872475"/>
                    <a:ext cx="4670640" cy="681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2629311F-28B1-AECC-1B66-C8186CA22E8D}"/>
                      </a:ext>
                    </a:extLst>
                  </p14:cNvPr>
                  <p14:cNvContentPartPr/>
                  <p14:nvPr/>
                </p14:nvContentPartPr>
                <p14:xfrm>
                  <a:off x="11342645" y="5125915"/>
                  <a:ext cx="145440" cy="305640"/>
                </p14:xfrm>
              </p:contentPart>
            </mc:Choice>
            <mc:Fallback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2629311F-28B1-AECC-1B66-C8186CA22E8D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11324645" y="5108275"/>
                    <a:ext cx="181080" cy="341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8EEF44B6-B4C5-3DED-070D-290C11D4E4B4}"/>
                      </a:ext>
                    </a:extLst>
                  </p14:cNvPr>
                  <p14:cNvContentPartPr/>
                  <p14:nvPr/>
                </p14:nvContentPartPr>
                <p14:xfrm>
                  <a:off x="11318885" y="5092795"/>
                  <a:ext cx="158400" cy="29160"/>
                </p14:xfrm>
              </p:contentPart>
            </mc:Choice>
            <mc:Fallback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8EEF44B6-B4C5-3DED-070D-290C11D4E4B4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11300885" y="5075155"/>
                    <a:ext cx="194040" cy="64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C90CAB45-AD92-C6C4-3603-E6796484548F}"/>
                      </a:ext>
                    </a:extLst>
                  </p14:cNvPr>
                  <p14:cNvContentPartPr/>
                  <p14:nvPr/>
                </p14:nvContentPartPr>
                <p14:xfrm>
                  <a:off x="7402445" y="5348035"/>
                  <a:ext cx="2697840" cy="804960"/>
                </p14:xfrm>
              </p:contentPart>
            </mc:Choice>
            <mc:Fallback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C90CAB45-AD92-C6C4-3603-E6796484548F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7384445" y="5330035"/>
                    <a:ext cx="2733480" cy="840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1777CB9C-FB25-74D2-ADA9-FB9A91B79FC8}"/>
                      </a:ext>
                    </a:extLst>
                  </p14:cNvPr>
                  <p14:cNvContentPartPr/>
                  <p14:nvPr/>
                </p14:nvContentPartPr>
                <p14:xfrm>
                  <a:off x="9491525" y="5700475"/>
                  <a:ext cx="287640" cy="311400"/>
                </p14:xfrm>
              </p:contentPart>
            </mc:Choice>
            <mc:Fallback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1777CB9C-FB25-74D2-ADA9-FB9A91B79FC8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9473525" y="5682475"/>
                    <a:ext cx="323280" cy="347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EC28E7FF-3BBB-3981-747E-FB143038A1C0}"/>
                      </a:ext>
                    </a:extLst>
                  </p14:cNvPr>
                  <p14:cNvContentPartPr/>
                  <p14:nvPr/>
                </p14:nvContentPartPr>
                <p14:xfrm>
                  <a:off x="7421885" y="5843035"/>
                  <a:ext cx="1533960" cy="864720"/>
                </p14:xfrm>
              </p:contentPart>
            </mc:Choice>
            <mc:Fallback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EC28E7FF-3BBB-3981-747E-FB143038A1C0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7403885" y="5825395"/>
                    <a:ext cx="1569600" cy="900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C57A03FD-E0FB-0B9F-85F6-25DE77500119}"/>
                      </a:ext>
                    </a:extLst>
                  </p14:cNvPr>
                  <p14:cNvContentPartPr/>
                  <p14:nvPr/>
                </p14:nvContentPartPr>
                <p14:xfrm>
                  <a:off x="8379845" y="6201235"/>
                  <a:ext cx="381600" cy="366480"/>
                </p14:xfrm>
              </p:contentPart>
            </mc:Choice>
            <mc:Fallback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C57A03FD-E0FB-0B9F-85F6-25DE77500119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361845" y="6183595"/>
                    <a:ext cx="417240" cy="402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3E55755F-E66D-405F-8B69-5B4A993888FA}"/>
                      </a:ext>
                    </a:extLst>
                  </p14:cNvPr>
                  <p14:cNvContentPartPr/>
                  <p14:nvPr/>
                </p14:nvContentPartPr>
                <p14:xfrm>
                  <a:off x="8456885" y="6363235"/>
                  <a:ext cx="255600" cy="105840"/>
                </p14:xfrm>
              </p:contentPart>
            </mc:Choice>
            <mc:Fallback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3E55755F-E66D-405F-8B69-5B4A993888FA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8438885" y="6345235"/>
                    <a:ext cx="291240" cy="1414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717703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D9E51-39E5-1914-D3B8-7866F364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CD3B55-928F-D91A-CE1C-7C9BD3054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06E839-06BF-4CBB-BF87-0A0FFAED50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854F2FAE-1A33-0A4F-AA2D-CE337273EDF9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D7C11717-CBCF-5183-A470-1739DA5330C5}"/>
              </a:ext>
            </a:extLst>
          </p:cNvPr>
          <p:cNvSpPr/>
          <p:nvPr/>
        </p:nvSpPr>
        <p:spPr>
          <a:xfrm>
            <a:off x="1442623" y="900513"/>
            <a:ext cx="48938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- המלצות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2843ACE-02AD-9DCD-90BD-5947CC5E9427}"/>
              </a:ext>
            </a:extLst>
          </p:cNvPr>
          <p:cNvGrpSpPr/>
          <p:nvPr/>
        </p:nvGrpSpPr>
        <p:grpSpPr>
          <a:xfrm>
            <a:off x="0" y="2278202"/>
            <a:ext cx="5052870" cy="2711242"/>
            <a:chOff x="3216486" y="2111995"/>
            <a:chExt cx="8445479" cy="459576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F7ECE50-6E2B-BA49-9FAF-87B137A91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6486" y="2437770"/>
              <a:ext cx="5759028" cy="3531852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54D956A-89F4-69F9-4D83-17B94A845596}"/>
                </a:ext>
              </a:extLst>
            </p:cNvPr>
            <p:cNvGrpSpPr/>
            <p:nvPr/>
          </p:nvGrpSpPr>
          <p:grpSpPr>
            <a:xfrm>
              <a:off x="7977725" y="2111995"/>
              <a:ext cx="3342240" cy="1766160"/>
              <a:chOff x="7977725" y="2111995"/>
              <a:chExt cx="3342240" cy="17661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34C3FFF6-955A-4E92-A91C-C42937E82242}"/>
                      </a:ext>
                    </a:extLst>
                  </p14:cNvPr>
                  <p14:cNvContentPartPr/>
                  <p14:nvPr/>
                </p14:nvContentPartPr>
                <p14:xfrm>
                  <a:off x="8509805" y="2456875"/>
                  <a:ext cx="1051560" cy="63108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34C3FFF6-955A-4E92-A91C-C42937E82242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8479726" y="2426998"/>
                    <a:ext cx="1111116" cy="6914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89D6E539-7EFC-A294-4BE8-B79C3D779A47}"/>
                      </a:ext>
                    </a:extLst>
                  </p14:cNvPr>
                  <p14:cNvContentPartPr/>
                  <p14:nvPr/>
                </p14:nvContentPartPr>
                <p14:xfrm>
                  <a:off x="9521405" y="2111995"/>
                  <a:ext cx="630720" cy="51120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89D6E539-7EFC-A294-4BE8-B79C3D779A47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9491313" y="2081494"/>
                    <a:ext cx="690301" cy="5715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0A5C5AB5-6530-9EC8-45C2-C12A71243F91}"/>
                      </a:ext>
                    </a:extLst>
                  </p14:cNvPr>
                  <p14:cNvContentPartPr/>
                  <p14:nvPr/>
                </p14:nvContentPartPr>
                <p14:xfrm>
                  <a:off x="9717605" y="2232955"/>
                  <a:ext cx="248760" cy="267840"/>
                </p14:xfrm>
              </p:contentPart>
            </mc:Choice>
            <mc:Fallback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0A5C5AB5-6530-9EC8-45C2-C12A71243F91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688162" y="2202449"/>
                    <a:ext cx="308246" cy="32824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03E083A5-1569-E673-FC3E-554164B85F68}"/>
                      </a:ext>
                    </a:extLst>
                  </p14:cNvPr>
                  <p14:cNvContentPartPr/>
                  <p14:nvPr/>
                </p14:nvContentPartPr>
                <p14:xfrm>
                  <a:off x="7977725" y="2475595"/>
                  <a:ext cx="3342240" cy="1402560"/>
                </p14:xfrm>
              </p:contentPart>
            </mc:Choice>
            <mc:Fallback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03E083A5-1569-E673-FC3E-554164B85F68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7947642" y="2445091"/>
                    <a:ext cx="3401805" cy="1462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957CA216-07BA-189B-C61E-01E1B1BC082E}"/>
                      </a:ext>
                    </a:extLst>
                  </p14:cNvPr>
                  <p14:cNvContentPartPr/>
                  <p14:nvPr/>
                </p14:nvContentPartPr>
                <p14:xfrm>
                  <a:off x="10820645" y="2633635"/>
                  <a:ext cx="271800" cy="261360"/>
                </p14:xfrm>
              </p:contentPart>
            </mc:Choice>
            <mc:Fallback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957CA216-07BA-189B-C61E-01E1B1BC082E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0790579" y="2603173"/>
                    <a:ext cx="331331" cy="321674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31D4EAB-8256-C3C0-620C-4F69038F4506}"/>
                </a:ext>
              </a:extLst>
            </p:cNvPr>
            <p:cNvGrpSpPr/>
            <p:nvPr/>
          </p:nvGrpSpPr>
          <p:grpSpPr>
            <a:xfrm>
              <a:off x="6904925" y="3285235"/>
              <a:ext cx="4205160" cy="1323720"/>
              <a:chOff x="6904925" y="3285235"/>
              <a:chExt cx="4205160" cy="13237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BA8F07B8-584E-00FB-DB34-AA463C949312}"/>
                      </a:ext>
                    </a:extLst>
                  </p14:cNvPr>
                  <p14:cNvContentPartPr/>
                  <p14:nvPr/>
                </p14:nvContentPartPr>
                <p14:xfrm>
                  <a:off x="7741925" y="3285235"/>
                  <a:ext cx="3368160" cy="987480"/>
                </p14:xfrm>
              </p:contentPart>
            </mc:Choice>
            <mc:Fallback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BA8F07B8-584E-00FB-DB34-AA463C949312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7711841" y="3254720"/>
                    <a:ext cx="3427726" cy="10479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C80FFC57-183C-A325-7A87-FF716A6EB82C}"/>
                      </a:ext>
                    </a:extLst>
                  </p14:cNvPr>
                  <p14:cNvContentPartPr/>
                  <p14:nvPr/>
                </p14:nvContentPartPr>
                <p14:xfrm>
                  <a:off x="10685645" y="3450475"/>
                  <a:ext cx="287640" cy="296280"/>
                </p14:xfrm>
              </p:contentPart>
            </mc:Choice>
            <mc:Fallback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C80FFC57-183C-A325-7A87-FF716A6EB82C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0656159" y="3420603"/>
                    <a:ext cx="347214" cy="3566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32C60176-697F-3D2D-FFA1-4F57984E9093}"/>
                      </a:ext>
                    </a:extLst>
                  </p14:cNvPr>
                  <p14:cNvContentPartPr/>
                  <p14:nvPr/>
                </p14:nvContentPartPr>
                <p14:xfrm>
                  <a:off x="6904925" y="3917395"/>
                  <a:ext cx="3448800" cy="691560"/>
                </p14:xfrm>
              </p:contentPart>
            </mc:Choice>
            <mc:Fallback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32C60176-697F-3D2D-FFA1-4F57984E9093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874841" y="3886903"/>
                    <a:ext cx="3508366" cy="7519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F1C26070-0A60-D999-0AEE-56D77E473EE2}"/>
                      </a:ext>
                    </a:extLst>
                  </p14:cNvPr>
                  <p14:cNvContentPartPr/>
                  <p14:nvPr/>
                </p14:nvContentPartPr>
                <p14:xfrm>
                  <a:off x="10004165" y="4064275"/>
                  <a:ext cx="154080" cy="306360"/>
                </p14:xfrm>
              </p:contentPart>
            </mc:Choice>
            <mc:Fallback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F1C26070-0A60-D999-0AEE-56D77E473EE2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9974188" y="4033761"/>
                    <a:ext cx="213434" cy="36677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C1B8AFB-3F18-0CE4-DAB7-E7C99BF8898A}"/>
                </a:ext>
              </a:extLst>
            </p:cNvPr>
            <p:cNvGrpSpPr/>
            <p:nvPr/>
          </p:nvGrpSpPr>
          <p:grpSpPr>
            <a:xfrm>
              <a:off x="7026965" y="4890115"/>
              <a:ext cx="4635000" cy="1817640"/>
              <a:chOff x="7026965" y="4890115"/>
              <a:chExt cx="4635000" cy="18176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362399B1-35E3-B124-4996-E8628A96668A}"/>
                      </a:ext>
                    </a:extLst>
                  </p14:cNvPr>
                  <p14:cNvContentPartPr/>
                  <p14:nvPr/>
                </p14:nvContentPartPr>
                <p14:xfrm>
                  <a:off x="7026965" y="4890115"/>
                  <a:ext cx="4635000" cy="645480"/>
                </p14:xfrm>
              </p:contentPart>
            </mc:Choice>
            <mc:Fallback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362399B1-35E3-B124-4996-E8628A96668A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6996879" y="4859610"/>
                    <a:ext cx="4694570" cy="7058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D721E8BD-AEC0-D63F-1D57-F29206CFCAC6}"/>
                      </a:ext>
                    </a:extLst>
                  </p14:cNvPr>
                  <p14:cNvContentPartPr/>
                  <p14:nvPr/>
                </p14:nvContentPartPr>
                <p14:xfrm>
                  <a:off x="11342645" y="5125915"/>
                  <a:ext cx="145440" cy="305640"/>
                </p14:xfrm>
              </p:contentPart>
            </mc:Choice>
            <mc:Fallback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D721E8BD-AEC0-D63F-1D57-F29206CFCAC6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11312595" y="5096022"/>
                    <a:ext cx="204938" cy="3660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A8495E43-0F46-8F3D-D6C1-51305FABEF5E}"/>
                      </a:ext>
                    </a:extLst>
                  </p14:cNvPr>
                  <p14:cNvContentPartPr/>
                  <p14:nvPr/>
                </p14:nvContentPartPr>
                <p14:xfrm>
                  <a:off x="11318885" y="5092795"/>
                  <a:ext cx="158400" cy="29160"/>
                </p14:xfrm>
              </p:contentPart>
            </mc:Choice>
            <mc:Fallback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A8495E43-0F46-8F3D-D6C1-51305FABEF5E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11288885" y="5062420"/>
                    <a:ext cx="217800" cy="893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C93221A2-AED5-AD52-BE58-24ADEAF75B4A}"/>
                      </a:ext>
                    </a:extLst>
                  </p14:cNvPr>
                  <p14:cNvContentPartPr/>
                  <p14:nvPr/>
                </p14:nvContentPartPr>
                <p14:xfrm>
                  <a:off x="7402445" y="5348035"/>
                  <a:ext cx="2697840" cy="804960"/>
                </p14:xfrm>
              </p:contentPart>
            </mc:Choice>
            <mc:Fallback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C93221A2-AED5-AD52-BE58-24ADEAF75B4A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7372362" y="5317544"/>
                    <a:ext cx="2757404" cy="8653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D8C1EDA4-EFDE-4024-513F-FE11ECC4CE8A}"/>
                      </a:ext>
                    </a:extLst>
                  </p14:cNvPr>
                  <p14:cNvContentPartPr/>
                  <p14:nvPr/>
                </p14:nvContentPartPr>
                <p14:xfrm>
                  <a:off x="9491525" y="5700475"/>
                  <a:ext cx="287640" cy="311400"/>
                </p14:xfrm>
              </p:contentPart>
            </mc:Choice>
            <mc:Fallback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D8C1EDA4-EFDE-4024-513F-FE11ECC4CE8A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9461437" y="5670005"/>
                    <a:ext cx="347214" cy="3717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7B7E7FBE-4658-0D7C-C4EB-19FBB97B5199}"/>
                      </a:ext>
                    </a:extLst>
                  </p14:cNvPr>
                  <p14:cNvContentPartPr/>
                  <p14:nvPr/>
                </p14:nvContentPartPr>
                <p14:xfrm>
                  <a:off x="7421885" y="5843035"/>
                  <a:ext cx="1533960" cy="864720"/>
                </p14:xfrm>
              </p:contentPart>
            </mc:Choice>
            <mc:Fallback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7B7E7FBE-4658-0D7C-C4EB-19FBB97B519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7391796" y="5812544"/>
                    <a:ext cx="1593537" cy="9250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2049375E-AEEE-A5AD-76C2-F09A36A100F4}"/>
                      </a:ext>
                    </a:extLst>
                  </p14:cNvPr>
                  <p14:cNvContentPartPr/>
                  <p14:nvPr/>
                </p14:nvContentPartPr>
                <p14:xfrm>
                  <a:off x="8379845" y="6201235"/>
                  <a:ext cx="381600" cy="366480"/>
                </p14:xfrm>
              </p:contentPart>
            </mc:Choice>
            <mc:Fallback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2049375E-AEEE-A5AD-76C2-F09A36A100F4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349750" y="6170746"/>
                    <a:ext cx="441187" cy="4268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355B2A9B-3163-BFAE-6BBE-51072DBCF572}"/>
                      </a:ext>
                    </a:extLst>
                  </p14:cNvPr>
                  <p14:cNvContentPartPr/>
                  <p14:nvPr/>
                </p14:nvContentPartPr>
                <p14:xfrm>
                  <a:off x="8456885" y="6363235"/>
                  <a:ext cx="255600" cy="105840"/>
                </p14:xfrm>
              </p:contentPart>
            </mc:Choice>
            <mc:Fallback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355B2A9B-3163-BFAE-6BBE-51072DBCF572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8426814" y="6332821"/>
                    <a:ext cx="315140" cy="16605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" name="מלבן 4">
            <a:extLst>
              <a:ext uri="{FF2B5EF4-FFF2-40B4-BE49-F238E27FC236}">
                <a16:creationId xmlns:a16="http://schemas.microsoft.com/office/drawing/2014/main" id="{8F8EBFE2-2748-4B05-D578-07F4FC7EEAA7}"/>
              </a:ext>
            </a:extLst>
          </p:cNvPr>
          <p:cNvSpPr/>
          <p:nvPr/>
        </p:nvSpPr>
        <p:spPr>
          <a:xfrm>
            <a:off x="4791821" y="1308100"/>
            <a:ext cx="6564212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742950" indent="-742950" algn="just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רוחב צריך להיות או כערך מסוים, או מקסימום (), אבל לא "בהתאם לתוכן"</a:t>
            </a:r>
          </a:p>
          <a:p>
            <a:pPr marL="742950" indent="-742950" algn="just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שני רכיבים מסוג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שלא יהיו צמודים אחד לשני</a:t>
            </a:r>
          </a:p>
          <a:p>
            <a:pPr marL="742950" indent="-742950" algn="just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לקבוע צבע רקע כי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EdirText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הוא רכיב שקוף</a:t>
            </a:r>
          </a:p>
          <a:p>
            <a:pPr marL="742950" indent="-742950" algn="just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נתון שמזינים בתוך 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שלא יהיה צמוד לגבולות (מסגרת) הרכיב</a:t>
            </a:r>
          </a:p>
          <a:p>
            <a:pPr marL="742950" indent="-742950" algn="just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גודל מספיק כדי משתמש יראה מה הוא רושם בתוך רכיב</a:t>
            </a:r>
          </a:p>
        </p:txBody>
      </p:sp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493C7DE1-FD8A-5462-E31A-E832BCDA5C6D}"/>
              </a:ext>
            </a:extLst>
          </p:cNvPr>
          <p:cNvSpPr/>
          <p:nvPr/>
        </p:nvSpPr>
        <p:spPr>
          <a:xfrm>
            <a:off x="4353339" y="5957487"/>
            <a:ext cx="1983183" cy="845013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391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74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3D317-F5CB-416C-C3AB-010F693A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24BFA7-BA16-CEEB-9A2E-2FAB480CE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2D6D8D-497A-1D62-A10B-9FF2DF649B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198B8DC8-C8DB-CAEA-5E0F-B9DB1D5E8F65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34D9BF16-1840-EDF0-BCF7-92CE86F667BF}"/>
              </a:ext>
            </a:extLst>
          </p:cNvPr>
          <p:cNvSpPr/>
          <p:nvPr/>
        </p:nvSpPr>
        <p:spPr>
          <a:xfrm>
            <a:off x="1442623" y="900513"/>
            <a:ext cx="48938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- המלצות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E322994-CA4D-97D5-48C4-E6FBE63501A3}"/>
              </a:ext>
            </a:extLst>
          </p:cNvPr>
          <p:cNvGrpSpPr/>
          <p:nvPr/>
        </p:nvGrpSpPr>
        <p:grpSpPr>
          <a:xfrm>
            <a:off x="0" y="2278202"/>
            <a:ext cx="5052870" cy="2711242"/>
            <a:chOff x="3216486" y="2111995"/>
            <a:chExt cx="8445479" cy="459576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D68E281-020A-1484-EE71-901D91015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6486" y="2437770"/>
              <a:ext cx="5759028" cy="3531852"/>
            </a:xfrm>
            <a:prstGeom prst="rect">
              <a:avLst/>
            </a:prstGeom>
          </p:spPr>
        </p:pic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CEB09E1-B468-5C0D-3D0D-5E640C1A4364}"/>
                </a:ext>
              </a:extLst>
            </p:cNvPr>
            <p:cNvGrpSpPr/>
            <p:nvPr/>
          </p:nvGrpSpPr>
          <p:grpSpPr>
            <a:xfrm>
              <a:off x="7977725" y="2111995"/>
              <a:ext cx="3342240" cy="1766160"/>
              <a:chOff x="7977725" y="2111995"/>
              <a:chExt cx="3342240" cy="176616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996CE9B1-826C-A019-A117-A203A040FFA8}"/>
                      </a:ext>
                    </a:extLst>
                  </p14:cNvPr>
                  <p14:cNvContentPartPr/>
                  <p14:nvPr/>
                </p14:nvContentPartPr>
                <p14:xfrm>
                  <a:off x="8509805" y="2456875"/>
                  <a:ext cx="1051560" cy="631080"/>
                </p14:xfrm>
              </p:contentPart>
            </mc:Choice>
            <mc:Fallback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996CE9B1-826C-A019-A117-A203A040FFA8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8479726" y="2426998"/>
                    <a:ext cx="1111116" cy="6914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7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16860967-55FB-D0A5-7C63-ECCED0797227}"/>
                      </a:ext>
                    </a:extLst>
                  </p14:cNvPr>
                  <p14:cNvContentPartPr/>
                  <p14:nvPr/>
                </p14:nvContentPartPr>
                <p14:xfrm>
                  <a:off x="9521405" y="2111995"/>
                  <a:ext cx="630720" cy="511200"/>
                </p14:xfrm>
              </p:contentPart>
            </mc:Choice>
            <mc:Fallback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16860967-55FB-D0A5-7C63-ECCED0797227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9491313" y="2081494"/>
                    <a:ext cx="690301" cy="5715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9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15B61428-FFBA-610F-661C-9D351771B3F4}"/>
                      </a:ext>
                    </a:extLst>
                  </p14:cNvPr>
                  <p14:cNvContentPartPr/>
                  <p14:nvPr/>
                </p14:nvContentPartPr>
                <p14:xfrm>
                  <a:off x="9717605" y="2232955"/>
                  <a:ext cx="248760" cy="267840"/>
                </p14:xfrm>
              </p:contentPart>
            </mc:Choice>
            <mc:Fallback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15B61428-FFBA-610F-661C-9D351771B3F4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688162" y="2202449"/>
                    <a:ext cx="308246" cy="32824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133004B8-2FB6-49C3-74DA-00971D2ED701}"/>
                      </a:ext>
                    </a:extLst>
                  </p14:cNvPr>
                  <p14:cNvContentPartPr/>
                  <p14:nvPr/>
                </p14:nvContentPartPr>
                <p14:xfrm>
                  <a:off x="7977725" y="2475595"/>
                  <a:ext cx="3342240" cy="1402560"/>
                </p14:xfrm>
              </p:contentPart>
            </mc:Choice>
            <mc:Fallback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133004B8-2FB6-49C3-74DA-00971D2ED701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7947642" y="2445091"/>
                    <a:ext cx="3401805" cy="146295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4591DF78-DE27-B582-42FF-D473A308706E}"/>
                      </a:ext>
                    </a:extLst>
                  </p14:cNvPr>
                  <p14:cNvContentPartPr/>
                  <p14:nvPr/>
                </p14:nvContentPartPr>
                <p14:xfrm>
                  <a:off x="10820645" y="2633635"/>
                  <a:ext cx="271800" cy="261360"/>
                </p14:xfrm>
              </p:contentPart>
            </mc:Choice>
            <mc:Fallback>
              <p:pic>
                <p:nvPicPr>
                  <p:cNvPr id="31" name="Ink 30">
                    <a:extLst>
                      <a:ext uri="{FF2B5EF4-FFF2-40B4-BE49-F238E27FC236}">
                        <a16:creationId xmlns:a16="http://schemas.microsoft.com/office/drawing/2014/main" id="{4591DF78-DE27-B582-42FF-D473A308706E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0790579" y="2603173"/>
                    <a:ext cx="331331" cy="321674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3E04AFB-5C1F-ED2A-5533-1FFB9428A2A9}"/>
                </a:ext>
              </a:extLst>
            </p:cNvPr>
            <p:cNvGrpSpPr/>
            <p:nvPr/>
          </p:nvGrpSpPr>
          <p:grpSpPr>
            <a:xfrm>
              <a:off x="6904925" y="3285235"/>
              <a:ext cx="4205160" cy="1323720"/>
              <a:chOff x="6904925" y="3285235"/>
              <a:chExt cx="4205160" cy="132372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5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9F6EC0AC-BC29-7981-B575-B1CD9855E3CF}"/>
                      </a:ext>
                    </a:extLst>
                  </p14:cNvPr>
                  <p14:cNvContentPartPr/>
                  <p14:nvPr/>
                </p14:nvContentPartPr>
                <p14:xfrm>
                  <a:off x="7741925" y="3285235"/>
                  <a:ext cx="3368160" cy="987480"/>
                </p14:xfrm>
              </p:contentPart>
            </mc:Choice>
            <mc:Fallback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9F6EC0AC-BC29-7981-B575-B1CD9855E3CF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7711841" y="3254720"/>
                    <a:ext cx="3427726" cy="104790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7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2601FC48-4ABD-F15C-32B6-1DB99E9F68F3}"/>
                      </a:ext>
                    </a:extLst>
                  </p14:cNvPr>
                  <p14:cNvContentPartPr/>
                  <p14:nvPr/>
                </p14:nvContentPartPr>
                <p14:xfrm>
                  <a:off x="10685645" y="3450475"/>
                  <a:ext cx="287640" cy="296280"/>
                </p14:xfrm>
              </p:contentPart>
            </mc:Choice>
            <mc:Fallback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2601FC48-4ABD-F15C-32B6-1DB99E9F68F3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0656159" y="3420603"/>
                    <a:ext cx="347214" cy="35663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9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BEB5A756-2DCE-F792-B0F0-4FFB3035F3AC}"/>
                      </a:ext>
                    </a:extLst>
                  </p14:cNvPr>
                  <p14:cNvContentPartPr/>
                  <p14:nvPr/>
                </p14:nvContentPartPr>
                <p14:xfrm>
                  <a:off x="6904925" y="3917395"/>
                  <a:ext cx="3448800" cy="691560"/>
                </p14:xfrm>
              </p:contentPart>
            </mc:Choice>
            <mc:Fallback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BEB5A756-2DCE-F792-B0F0-4FFB3035F3AC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874841" y="3886903"/>
                    <a:ext cx="3508366" cy="75193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1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E59B0F3B-DFF1-B153-6DA8-332EA73C99F8}"/>
                      </a:ext>
                    </a:extLst>
                  </p14:cNvPr>
                  <p14:cNvContentPartPr/>
                  <p14:nvPr/>
                </p14:nvContentPartPr>
                <p14:xfrm>
                  <a:off x="10004165" y="4064275"/>
                  <a:ext cx="154080" cy="306360"/>
                </p14:xfrm>
              </p:contentPart>
            </mc:Choice>
            <mc:Fallback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E59B0F3B-DFF1-B153-6DA8-332EA73C99F8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9974188" y="4033761"/>
                    <a:ext cx="213434" cy="366778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270C34D-FF2E-D406-74CB-0A8487EBBF6A}"/>
                </a:ext>
              </a:extLst>
            </p:cNvPr>
            <p:cNvGrpSpPr/>
            <p:nvPr/>
          </p:nvGrpSpPr>
          <p:grpSpPr>
            <a:xfrm>
              <a:off x="7026965" y="4890115"/>
              <a:ext cx="4635000" cy="1817640"/>
              <a:chOff x="7026965" y="4890115"/>
              <a:chExt cx="4635000" cy="181764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23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3B380805-26CE-7CDD-5195-0007B50B9276}"/>
                      </a:ext>
                    </a:extLst>
                  </p14:cNvPr>
                  <p14:cNvContentPartPr/>
                  <p14:nvPr/>
                </p14:nvContentPartPr>
                <p14:xfrm>
                  <a:off x="7026965" y="4890115"/>
                  <a:ext cx="4635000" cy="645480"/>
                </p14:xfrm>
              </p:contentPart>
            </mc:Choice>
            <mc:Fallback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3B380805-26CE-7CDD-5195-0007B50B9276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6996879" y="4859610"/>
                    <a:ext cx="4694570" cy="7058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5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437CCC4A-09FA-1E96-922A-50EFE957DA2E}"/>
                      </a:ext>
                    </a:extLst>
                  </p14:cNvPr>
                  <p14:cNvContentPartPr/>
                  <p14:nvPr/>
                </p14:nvContentPartPr>
                <p14:xfrm>
                  <a:off x="11342645" y="5125915"/>
                  <a:ext cx="145440" cy="305640"/>
                </p14:xfrm>
              </p:contentPart>
            </mc:Choice>
            <mc:Fallback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437CCC4A-09FA-1E96-922A-50EFE957DA2E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11312595" y="5096022"/>
                    <a:ext cx="204938" cy="36603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7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B5A53209-159B-12F7-9FC7-522EFC8FB688}"/>
                      </a:ext>
                    </a:extLst>
                  </p14:cNvPr>
                  <p14:cNvContentPartPr/>
                  <p14:nvPr/>
                </p14:nvContentPartPr>
                <p14:xfrm>
                  <a:off x="11318885" y="5092795"/>
                  <a:ext cx="158400" cy="29160"/>
                </p14:xfrm>
              </p:contentPart>
            </mc:Choice>
            <mc:Fallback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B5A53209-159B-12F7-9FC7-522EFC8FB688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11288885" y="5062420"/>
                    <a:ext cx="217800" cy="8930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29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5030136A-9960-709E-1C2E-527937EAEE44}"/>
                      </a:ext>
                    </a:extLst>
                  </p14:cNvPr>
                  <p14:cNvContentPartPr/>
                  <p14:nvPr/>
                </p14:nvContentPartPr>
                <p14:xfrm>
                  <a:off x="7402445" y="5348035"/>
                  <a:ext cx="2697840" cy="804960"/>
                </p14:xfrm>
              </p:contentPart>
            </mc:Choice>
            <mc:Fallback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5030136A-9960-709E-1C2E-527937EAEE44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7372362" y="5317544"/>
                    <a:ext cx="2757404" cy="8653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1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DDA1847C-D4E7-D8EB-966C-1C90CA218559}"/>
                      </a:ext>
                    </a:extLst>
                  </p14:cNvPr>
                  <p14:cNvContentPartPr/>
                  <p14:nvPr/>
                </p14:nvContentPartPr>
                <p14:xfrm>
                  <a:off x="9491525" y="5700475"/>
                  <a:ext cx="287640" cy="311400"/>
                </p14:xfrm>
              </p:contentPart>
            </mc:Choice>
            <mc:Fallback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DDA1847C-D4E7-D8EB-966C-1C90CA218559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9461437" y="5670005"/>
                    <a:ext cx="347214" cy="37173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3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5938B5EF-9464-88B5-0FB5-80AC35C49119}"/>
                      </a:ext>
                    </a:extLst>
                  </p14:cNvPr>
                  <p14:cNvContentPartPr/>
                  <p14:nvPr/>
                </p14:nvContentPartPr>
                <p14:xfrm>
                  <a:off x="7421885" y="5843035"/>
                  <a:ext cx="1533960" cy="864720"/>
                </p14:xfrm>
              </p:contentPart>
            </mc:Choice>
            <mc:Fallback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5938B5EF-9464-88B5-0FB5-80AC35C4911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7391796" y="5812544"/>
                    <a:ext cx="1593537" cy="92509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5">
                <p14:nvContentPartPr>
                  <p14:cNvPr id="47" name="Ink 46">
                    <a:extLst>
                      <a:ext uri="{FF2B5EF4-FFF2-40B4-BE49-F238E27FC236}">
                        <a16:creationId xmlns:a16="http://schemas.microsoft.com/office/drawing/2014/main" id="{F33774E6-0D20-EB65-BB62-C4504D0A70D6}"/>
                      </a:ext>
                    </a:extLst>
                  </p14:cNvPr>
                  <p14:cNvContentPartPr/>
                  <p14:nvPr/>
                </p14:nvContentPartPr>
                <p14:xfrm>
                  <a:off x="8379845" y="6201235"/>
                  <a:ext cx="381600" cy="366480"/>
                </p14:xfrm>
              </p:contentPart>
            </mc:Choice>
            <mc:Fallback>
              <p:pic>
                <p:nvPicPr>
                  <p:cNvPr id="47" name="Ink 46">
                    <a:extLst>
                      <a:ext uri="{FF2B5EF4-FFF2-40B4-BE49-F238E27FC236}">
                        <a16:creationId xmlns:a16="http://schemas.microsoft.com/office/drawing/2014/main" id="{F33774E6-0D20-EB65-BB62-C4504D0A70D6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8349750" y="6170746"/>
                    <a:ext cx="441187" cy="42684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37">
                <p14:nvContentPartPr>
                  <p14:cNvPr id="48" name="Ink 47">
                    <a:extLst>
                      <a:ext uri="{FF2B5EF4-FFF2-40B4-BE49-F238E27FC236}">
                        <a16:creationId xmlns:a16="http://schemas.microsoft.com/office/drawing/2014/main" id="{CC10BDEC-3061-2264-56AA-87E8C6A27E4B}"/>
                      </a:ext>
                    </a:extLst>
                  </p14:cNvPr>
                  <p14:cNvContentPartPr/>
                  <p14:nvPr/>
                </p14:nvContentPartPr>
                <p14:xfrm>
                  <a:off x="8456885" y="6363235"/>
                  <a:ext cx="255600" cy="105840"/>
                </p14:xfrm>
              </p:contentPart>
            </mc:Choice>
            <mc:Fallback>
              <p:pic>
                <p:nvPicPr>
                  <p:cNvPr id="48" name="Ink 47">
                    <a:extLst>
                      <a:ext uri="{FF2B5EF4-FFF2-40B4-BE49-F238E27FC236}">
                        <a16:creationId xmlns:a16="http://schemas.microsoft.com/office/drawing/2014/main" id="{CC10BDEC-3061-2264-56AA-87E8C6A27E4B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8426814" y="6332821"/>
                    <a:ext cx="315140" cy="16605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" name="מלבן 4">
            <a:extLst>
              <a:ext uri="{FF2B5EF4-FFF2-40B4-BE49-F238E27FC236}">
                <a16:creationId xmlns:a16="http://schemas.microsoft.com/office/drawing/2014/main" id="{43F59B6E-BC35-C9EF-6238-AC3BF35D95A0}"/>
              </a:ext>
            </a:extLst>
          </p:cNvPr>
          <p:cNvSpPr/>
          <p:nvPr/>
        </p:nvSpPr>
        <p:spPr>
          <a:xfrm>
            <a:off x="5156979" y="2349562"/>
            <a:ext cx="6564212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514350" indent="-514350" algn="just" rtl="1">
              <a:buFont typeface="+mj-lt"/>
              <a:buAutoNum type="arabicPeriod" startAt="6"/>
            </a:pPr>
            <a:r>
              <a:rPr lang="he-IL" sz="32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חובה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לציין איזו סוג נתונים אמורים לרשום על מנת שבזמן הזנת הנתון יופיע מקלדת מתאימה</a:t>
            </a:r>
          </a:p>
          <a:p>
            <a:pPr marL="514350" indent="-514350" algn="just" rtl="1">
              <a:buFont typeface="+mj-lt"/>
              <a:buAutoNum type="arabicPeriod" startAt="6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רמז על הנתון שמשתמש אמור לרשום ברכיב עוזרת למשתמש לא להכניס את הנתון הלא מתאים</a:t>
            </a:r>
          </a:p>
        </p:txBody>
      </p:sp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B6B2C78A-9941-83C8-A3DC-FFF00BB4E296}"/>
              </a:ext>
            </a:extLst>
          </p:cNvPr>
          <p:cNvSpPr/>
          <p:nvPr/>
        </p:nvSpPr>
        <p:spPr>
          <a:xfrm>
            <a:off x="4353339" y="5957487"/>
            <a:ext cx="1983183" cy="845013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391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22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B1945-78FB-6FF7-6599-483DF59E5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28947EF-B9E9-B54C-4A59-A26795383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E7E039-12A9-0AF3-2A5A-700E0AC427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9709C196-F62B-23CE-7C93-83C81FABF2F5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8545712D-3BCC-C6D4-D359-741B3C407BA9}"/>
              </a:ext>
            </a:extLst>
          </p:cNvPr>
          <p:cNvSpPr/>
          <p:nvPr/>
        </p:nvSpPr>
        <p:spPr>
          <a:xfrm>
            <a:off x="1442623" y="900513"/>
            <a:ext cx="48938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- המלצות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A4E7DFC3-7474-2393-575A-51A4E788C7E5}"/>
              </a:ext>
            </a:extLst>
          </p:cNvPr>
          <p:cNvSpPr/>
          <p:nvPr/>
        </p:nvSpPr>
        <p:spPr>
          <a:xfrm>
            <a:off x="5185103" y="2021571"/>
            <a:ext cx="6564212" cy="46474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הוספת רמז למשתמש – נושא חשוב.</a:t>
            </a:r>
          </a:p>
          <a:p>
            <a:pPr algn="just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קיים מספר אפשרויות והמצות לגביו.</a:t>
            </a:r>
          </a:p>
          <a:p>
            <a:pPr algn="just" rtl="1"/>
            <a:endParaRPr lang="he-IL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14350" indent="-514350" algn="just" rtl="1">
              <a:buFont typeface="+mj-lt"/>
              <a:buAutoNum type="arabicPeriod"/>
            </a:pP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להשתמש בתוויות קבועות: לכל שדה קלט צריכה להיות תווית ברורה שתישאר גלויה גם לאחר תחילת הזנת הטקסט. מומלץ למקם את התווית מעל השדה (</a:t>
            </a:r>
            <a:r>
              <a:rPr lang="en-US" sz="2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TextView</a:t>
            </a: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מעל </a:t>
            </a:r>
            <a:r>
              <a:rPr lang="en-US" sz="2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EditText</a:t>
            </a: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).</a:t>
            </a:r>
          </a:p>
          <a:p>
            <a:pPr marL="514350" indent="-514350" algn="just" rtl="1">
              <a:buFont typeface="+mj-lt"/>
              <a:buAutoNum type="arabicPeriod"/>
            </a:pPr>
            <a:endParaRPr lang="en-US" sz="2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514350" indent="-514350" algn="just" rtl="1">
              <a:buFont typeface="+mj-lt"/>
              <a:buAutoNum type="arabicPeriod"/>
            </a:pP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רמזים לדוגמאות: השתמש בתכונה </a:t>
            </a:r>
            <a:r>
              <a:rPr 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hint</a:t>
            </a:r>
            <a:r>
              <a:rPr 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רק כדי להדגים דוגמה לנתונים צפויים (למשל, "שם פרטי שם משפחה"), ולא כתווית הראשית.</a:t>
            </a:r>
          </a:p>
          <a:p>
            <a:pPr algn="just" rtl="1"/>
            <a:endParaRPr lang="en-US" sz="2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963070-211A-F7CF-F1BF-9E9F25272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693" y="1930049"/>
            <a:ext cx="4968410" cy="304698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CE2775C-6EB9-F6F8-2F6D-4F43F3065A7B}"/>
                  </a:ext>
                </a:extLst>
              </p14:cNvPr>
              <p14:cNvContentPartPr/>
              <p14:nvPr/>
            </p14:nvContentPartPr>
            <p14:xfrm>
              <a:off x="677645" y="4413115"/>
              <a:ext cx="4196160" cy="761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CE2775C-6EB9-F6F8-2F6D-4F43F3065A7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0005" y="4395475"/>
                <a:ext cx="4231800" cy="79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3794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70D7B-2CD1-5F4D-3822-6AD11AB4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A1971C-9E79-6D94-9C7E-470F2789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20" y="2812774"/>
            <a:ext cx="7269728" cy="4045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31D6F8-6930-89BC-624F-629F3E77A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78865C-12DA-BC5C-973A-085EFFF2F5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6F0C14ED-83E0-5CDB-7EA2-8DF0ACD6EDF8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FDE13DC8-2925-F1DC-472B-7D8B4790A741}"/>
              </a:ext>
            </a:extLst>
          </p:cNvPr>
          <p:cNvSpPr/>
          <p:nvPr/>
        </p:nvSpPr>
        <p:spPr>
          <a:xfrm>
            <a:off x="1442623" y="900513"/>
            <a:ext cx="48938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TextInputLayout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4" name="מלבן 4">
            <a:extLst>
              <a:ext uri="{FF2B5EF4-FFF2-40B4-BE49-F238E27FC236}">
                <a16:creationId xmlns:a16="http://schemas.microsoft.com/office/drawing/2014/main" id="{1D641E25-834A-78CF-1AFB-87E5A3B94CC6}"/>
              </a:ext>
            </a:extLst>
          </p:cNvPr>
          <p:cNvSpPr/>
          <p:nvPr/>
        </p:nvSpPr>
        <p:spPr>
          <a:xfrm>
            <a:off x="2345635" y="1546844"/>
            <a:ext cx="966174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רכיב זה נחשב להרבה יותר נוח מבחינת המשתמש כי "הסבר מה צריך להזין" לא נעלם עם תחילת רישום הנתון – אלה עולה מעל חלון הרישום.</a:t>
            </a:r>
          </a:p>
        </p:txBody>
      </p:sp>
    </p:spTree>
    <p:extLst>
      <p:ext uri="{BB962C8B-B14F-4D97-AF65-F5344CB8AC3E}">
        <p14:creationId xmlns:p14="http://schemas.microsoft.com/office/powerpoint/2010/main" val="870106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672FA-DCB1-C257-8E26-221FA3B6F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CBB8D8-EA0F-898F-E4C1-914128BA8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C0F2CF-0CE3-977B-4C1D-1BA308400D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523B0262-7A6C-B1AE-5AB2-B23E1AE4D50A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sp>
        <p:nvSpPr>
          <p:cNvPr id="2" name="מלבן 4">
            <a:extLst>
              <a:ext uri="{FF2B5EF4-FFF2-40B4-BE49-F238E27FC236}">
                <a16:creationId xmlns:a16="http://schemas.microsoft.com/office/drawing/2014/main" id="{C89A5AF3-FDDC-3AC5-8895-E69CC9A394DC}"/>
              </a:ext>
            </a:extLst>
          </p:cNvPr>
          <p:cNvSpPr/>
          <p:nvPr/>
        </p:nvSpPr>
        <p:spPr>
          <a:xfrm>
            <a:off x="1442623" y="900513"/>
            <a:ext cx="489389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TextInputLayout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485AC3-4A09-590F-3428-A17B806AC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83" y="1411356"/>
            <a:ext cx="3351935" cy="53630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EDAD47-04C8-9D42-AE02-A17FA06AF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1031" y="1168782"/>
            <a:ext cx="3503544" cy="560567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B37A5D-4A58-9EB1-95B7-90D737397C47}"/>
              </a:ext>
            </a:extLst>
          </p:cNvPr>
          <p:cNvCxnSpPr>
            <a:cxnSpLocks/>
          </p:cNvCxnSpPr>
          <p:nvPr/>
        </p:nvCxnSpPr>
        <p:spPr>
          <a:xfrm flipV="1">
            <a:off x="3438444" y="2136911"/>
            <a:ext cx="5069452" cy="274320"/>
          </a:xfrm>
          <a:prstGeom prst="straightConnector1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623D33B-019D-650E-27CD-D652948C8627}"/>
              </a:ext>
            </a:extLst>
          </p:cNvPr>
          <p:cNvCxnSpPr>
            <a:cxnSpLocks/>
          </p:cNvCxnSpPr>
          <p:nvPr/>
        </p:nvCxnSpPr>
        <p:spPr>
          <a:xfrm flipV="1">
            <a:off x="2766094" y="2606423"/>
            <a:ext cx="5069452" cy="274320"/>
          </a:xfrm>
          <a:prstGeom prst="straightConnector1">
            <a:avLst/>
          </a:prstGeom>
          <a:ln w="412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AB14FFC-744E-4E1C-F398-027F295E9511}"/>
              </a:ext>
            </a:extLst>
          </p:cNvPr>
          <p:cNvGrpSpPr/>
          <p:nvPr/>
        </p:nvGrpSpPr>
        <p:grpSpPr>
          <a:xfrm>
            <a:off x="4998365" y="1494235"/>
            <a:ext cx="2283120" cy="706320"/>
            <a:chOff x="4998365" y="1494235"/>
            <a:chExt cx="2283120" cy="70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3B04BDD-7684-245F-9456-AF3866A77D00}"/>
                    </a:ext>
                  </a:extLst>
                </p14:cNvPr>
                <p14:cNvContentPartPr/>
                <p14:nvPr/>
              </p14:nvContentPartPr>
              <p14:xfrm>
                <a:off x="4998365" y="1714195"/>
                <a:ext cx="386280" cy="486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3B04BDD-7684-245F-9456-AF3866A77D0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89725" y="1705195"/>
                  <a:ext cx="40392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3E4692-7BB8-16B7-0B14-9BC12F71F28E}"/>
                    </a:ext>
                  </a:extLst>
                </p14:cNvPr>
                <p14:cNvContentPartPr/>
                <p14:nvPr/>
              </p14:nvContentPartPr>
              <p14:xfrm>
                <a:off x="5403005" y="1634635"/>
                <a:ext cx="354600" cy="510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3E4692-7BB8-16B7-0B14-9BC12F71F28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94365" y="1625635"/>
                  <a:ext cx="37224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10E6373-A1A4-6BE7-2885-1CD91AB73C5C}"/>
                    </a:ext>
                  </a:extLst>
                </p14:cNvPr>
                <p14:cNvContentPartPr/>
                <p14:nvPr/>
              </p14:nvContentPartPr>
              <p14:xfrm>
                <a:off x="5831045" y="2001475"/>
                <a:ext cx="35280" cy="138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10E6373-A1A4-6BE7-2885-1CD91AB73C5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22405" y="1992835"/>
                  <a:ext cx="529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D3D1DC1-9698-6913-6E64-75F33AB48052}"/>
                    </a:ext>
                  </a:extLst>
                </p14:cNvPr>
                <p14:cNvContentPartPr/>
                <p14:nvPr/>
              </p14:nvContentPartPr>
              <p14:xfrm>
                <a:off x="5827445" y="1875835"/>
                <a:ext cx="70560" cy="41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D3D1DC1-9698-6913-6E64-75F33AB480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18805" y="1867195"/>
                  <a:ext cx="88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4E43381-59C2-2371-CDAF-DDB203822E5A}"/>
                    </a:ext>
                  </a:extLst>
                </p14:cNvPr>
                <p14:cNvContentPartPr/>
                <p14:nvPr/>
              </p14:nvContentPartPr>
              <p14:xfrm>
                <a:off x="6127325" y="1569115"/>
                <a:ext cx="58680" cy="514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4E43381-59C2-2371-CDAF-DDB203822E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18685" y="1560115"/>
                  <a:ext cx="7632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D56037-569A-F638-BDD2-CA0DC8934773}"/>
                    </a:ext>
                  </a:extLst>
                </p14:cNvPr>
                <p14:cNvContentPartPr/>
                <p14:nvPr/>
              </p14:nvContentPartPr>
              <p14:xfrm>
                <a:off x="5977205" y="1746595"/>
                <a:ext cx="235440" cy="522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D56037-569A-F638-BDD2-CA0DC89347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68565" y="1737955"/>
                  <a:ext cx="253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5E941CA-6A5F-CE55-CF8E-44E7A40097DC}"/>
                    </a:ext>
                  </a:extLst>
                </p14:cNvPr>
                <p14:cNvContentPartPr/>
                <p14:nvPr/>
              </p14:nvContentPartPr>
              <p14:xfrm>
                <a:off x="6412085" y="1588915"/>
                <a:ext cx="346680" cy="13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5E941CA-6A5F-CE55-CF8E-44E7A40097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03445" y="1579915"/>
                  <a:ext cx="364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0C43E77-5820-87C1-A363-E419C18CA939}"/>
                    </a:ext>
                  </a:extLst>
                </p14:cNvPr>
                <p14:cNvContentPartPr/>
                <p14:nvPr/>
              </p14:nvContentPartPr>
              <p14:xfrm>
                <a:off x="6555365" y="1634995"/>
                <a:ext cx="110160" cy="411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0C43E77-5820-87C1-A363-E419C18CA9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46365" y="1626355"/>
                  <a:ext cx="12780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720186-3CE9-5498-F453-50A0CB4ABBB8}"/>
                    </a:ext>
                  </a:extLst>
                </p14:cNvPr>
                <p14:cNvContentPartPr/>
                <p14:nvPr/>
              </p14:nvContentPartPr>
              <p14:xfrm>
                <a:off x="6699365" y="1903195"/>
                <a:ext cx="377280" cy="136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720186-3CE9-5498-F453-50A0CB4ABBB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90725" y="1894555"/>
                  <a:ext cx="394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FF9B737-5A96-2795-6F3A-699293F05BB1}"/>
                    </a:ext>
                  </a:extLst>
                </p14:cNvPr>
                <p14:cNvContentPartPr/>
                <p14:nvPr/>
              </p14:nvContentPartPr>
              <p14:xfrm>
                <a:off x="6874325" y="1893835"/>
                <a:ext cx="174600" cy="189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FF9B737-5A96-2795-6F3A-699293F05B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65325" y="1884835"/>
                  <a:ext cx="1922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B850537-34AF-EA17-7E50-C0043E836181}"/>
                    </a:ext>
                  </a:extLst>
                </p14:cNvPr>
                <p14:cNvContentPartPr/>
                <p14:nvPr/>
              </p14:nvContentPartPr>
              <p14:xfrm>
                <a:off x="7186085" y="1494235"/>
                <a:ext cx="64800" cy="502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B850537-34AF-EA17-7E50-C0043E8361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77445" y="1485595"/>
                  <a:ext cx="8244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2819372-334D-0EE3-58B7-C02BF5C9FA9B}"/>
                    </a:ext>
                  </a:extLst>
                </p14:cNvPr>
                <p14:cNvContentPartPr/>
                <p14:nvPr/>
              </p14:nvContentPartPr>
              <p14:xfrm>
                <a:off x="7062965" y="1777915"/>
                <a:ext cx="218520" cy="21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2819372-334D-0EE3-58B7-C02BF5C9FA9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53965" y="1768915"/>
                  <a:ext cx="23616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AD77F08-61A8-12F9-7213-3E003CCEA494}"/>
              </a:ext>
            </a:extLst>
          </p:cNvPr>
          <p:cNvGrpSpPr/>
          <p:nvPr/>
        </p:nvGrpSpPr>
        <p:grpSpPr>
          <a:xfrm>
            <a:off x="4318325" y="2751355"/>
            <a:ext cx="3363840" cy="746280"/>
            <a:chOff x="4318325" y="2751355"/>
            <a:chExt cx="3363840" cy="74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195AD55-3DC0-B42D-090F-88D7EDC074D3}"/>
                    </a:ext>
                  </a:extLst>
                </p14:cNvPr>
                <p14:cNvContentPartPr/>
                <p14:nvPr/>
              </p14:nvContentPartPr>
              <p14:xfrm>
                <a:off x="4501565" y="3042595"/>
                <a:ext cx="70560" cy="352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195AD55-3DC0-B42D-090F-88D7EDC074D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92925" y="3033595"/>
                  <a:ext cx="882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A7EC026-28B7-A6EF-9B22-028FE2D5D630}"/>
                    </a:ext>
                  </a:extLst>
                </p14:cNvPr>
                <p14:cNvContentPartPr/>
                <p14:nvPr/>
              </p14:nvContentPartPr>
              <p14:xfrm>
                <a:off x="4318325" y="2926315"/>
                <a:ext cx="477360" cy="182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A7EC026-28B7-A6EF-9B22-028FE2D5D63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09325" y="2917315"/>
                  <a:ext cx="4950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88BAA21-1ADF-1600-9CE0-FD0F3FE657B8}"/>
                    </a:ext>
                  </a:extLst>
                </p14:cNvPr>
                <p14:cNvContentPartPr/>
                <p14:nvPr/>
              </p14:nvContentPartPr>
              <p14:xfrm>
                <a:off x="4568525" y="3226555"/>
                <a:ext cx="175680" cy="132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88BAA21-1ADF-1600-9CE0-FD0F3FE657B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59525" y="3217555"/>
                  <a:ext cx="193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D60C75-8BA6-A2E2-DF9D-48AEF0F385F2}"/>
                    </a:ext>
                  </a:extLst>
                </p14:cNvPr>
                <p14:cNvContentPartPr/>
                <p14:nvPr/>
              </p14:nvContentPartPr>
              <p14:xfrm>
                <a:off x="4839605" y="3187315"/>
                <a:ext cx="64080" cy="136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FD60C75-8BA6-A2E2-DF9D-48AEF0F385F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30605" y="3178675"/>
                  <a:ext cx="81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DD4386-1BE1-8E98-EE16-ED516B317BCE}"/>
                    </a:ext>
                  </a:extLst>
                </p14:cNvPr>
                <p14:cNvContentPartPr/>
                <p14:nvPr/>
              </p14:nvContentPartPr>
              <p14:xfrm>
                <a:off x="4804325" y="3154555"/>
                <a:ext cx="179280" cy="193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DD4386-1BE1-8E98-EE16-ED516B317BC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95325" y="3145915"/>
                  <a:ext cx="196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7F950F8-11A7-D540-752F-ABD5074373C8}"/>
                    </a:ext>
                  </a:extLst>
                </p14:cNvPr>
                <p14:cNvContentPartPr/>
                <p14:nvPr/>
              </p14:nvContentPartPr>
              <p14:xfrm>
                <a:off x="5120045" y="2901835"/>
                <a:ext cx="4320" cy="17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7F950F8-11A7-D540-752F-ABD5074373C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11405" y="2893195"/>
                  <a:ext cx="21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F993B30-9966-312C-A94D-3A1AEB5A67B4}"/>
                    </a:ext>
                  </a:extLst>
                </p14:cNvPr>
                <p14:cNvContentPartPr/>
                <p14:nvPr/>
              </p14:nvContentPartPr>
              <p14:xfrm>
                <a:off x="5058485" y="2872675"/>
                <a:ext cx="55800" cy="367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F993B30-9966-312C-A94D-3A1AEB5A67B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49845" y="2863675"/>
                  <a:ext cx="734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CDF4BC3-E1CA-18F0-A972-C76ABEABEAB5}"/>
                    </a:ext>
                  </a:extLst>
                </p14:cNvPr>
                <p14:cNvContentPartPr/>
                <p14:nvPr/>
              </p14:nvContentPartPr>
              <p14:xfrm>
                <a:off x="4924205" y="3066355"/>
                <a:ext cx="195840" cy="338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CDF4BC3-E1CA-18F0-A972-C76ABEABEAB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15565" y="3057355"/>
                  <a:ext cx="2134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DFCFD68-57D3-8133-32C2-4628EAE5A779}"/>
                    </a:ext>
                  </a:extLst>
                </p14:cNvPr>
                <p14:cNvContentPartPr/>
                <p14:nvPr/>
              </p14:nvContentPartPr>
              <p14:xfrm>
                <a:off x="5193845" y="2903635"/>
                <a:ext cx="297000" cy="480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DFCFD68-57D3-8133-32C2-4628EAE5A77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85205" y="2894995"/>
                  <a:ext cx="314640" cy="4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C125634-9434-CC44-69F8-36582B535E96}"/>
                    </a:ext>
                  </a:extLst>
                </p14:cNvPr>
                <p14:cNvContentPartPr/>
                <p14:nvPr/>
              </p14:nvContentPartPr>
              <p14:xfrm>
                <a:off x="5450885" y="3166075"/>
                <a:ext cx="205200" cy="1288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C125634-9434-CC44-69F8-36582B535E9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41885" y="3157075"/>
                  <a:ext cx="22284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683821-C558-2920-167A-F1254C91AE32}"/>
                    </a:ext>
                  </a:extLst>
                </p14:cNvPr>
                <p14:cNvContentPartPr/>
                <p14:nvPr/>
              </p14:nvContentPartPr>
              <p14:xfrm>
                <a:off x="5718005" y="3051955"/>
                <a:ext cx="194040" cy="445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683821-C558-2920-167A-F1254C91AE3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09005" y="3042955"/>
                  <a:ext cx="2116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085539-EBB4-6343-7F88-1CB9022325C4}"/>
                    </a:ext>
                  </a:extLst>
                </p14:cNvPr>
                <p14:cNvContentPartPr/>
                <p14:nvPr/>
              </p14:nvContentPartPr>
              <p14:xfrm>
                <a:off x="5961725" y="3106675"/>
                <a:ext cx="198360" cy="104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085539-EBB4-6343-7F88-1CB9022325C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52725" y="3097675"/>
                  <a:ext cx="216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0771631-1505-5A7D-6781-38BACAA3120E}"/>
                    </a:ext>
                  </a:extLst>
                </p14:cNvPr>
                <p14:cNvContentPartPr/>
                <p14:nvPr/>
              </p14:nvContentPartPr>
              <p14:xfrm>
                <a:off x="6246845" y="2763595"/>
                <a:ext cx="42480" cy="402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0771631-1505-5A7D-6781-38BACAA3120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38205" y="2754595"/>
                  <a:ext cx="601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60EFA6F-1C47-EC28-E36C-2F6E171DBF6D}"/>
                    </a:ext>
                  </a:extLst>
                </p14:cNvPr>
                <p14:cNvContentPartPr/>
                <p14:nvPr/>
              </p14:nvContentPartPr>
              <p14:xfrm>
                <a:off x="6129845" y="2955475"/>
                <a:ext cx="231120" cy="7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60EFA6F-1C47-EC28-E36C-2F6E171DBF6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120845" y="2946835"/>
                  <a:ext cx="248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C912820-E3AB-E211-1D69-5159B58DD6B9}"/>
                    </a:ext>
                  </a:extLst>
                </p14:cNvPr>
                <p14:cNvContentPartPr/>
                <p14:nvPr/>
              </p14:nvContentPartPr>
              <p14:xfrm>
                <a:off x="6413885" y="2774755"/>
                <a:ext cx="307440" cy="375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C912820-E3AB-E211-1D69-5159B58DD6B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405245" y="2765755"/>
                  <a:ext cx="3250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63D24EA-B27D-0E74-479C-DAE881CC8A17}"/>
                    </a:ext>
                  </a:extLst>
                </p14:cNvPr>
                <p14:cNvContentPartPr/>
                <p14:nvPr/>
              </p14:nvContentPartPr>
              <p14:xfrm>
                <a:off x="6671645" y="2942515"/>
                <a:ext cx="155520" cy="171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63D24EA-B27D-0E74-479C-DAE881CC8A1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62645" y="2933515"/>
                  <a:ext cx="173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4529ACB-B55C-1A97-0FDA-0819E0A45CBA}"/>
                    </a:ext>
                  </a:extLst>
                </p14:cNvPr>
                <p14:cNvContentPartPr/>
                <p14:nvPr/>
              </p14:nvContentPartPr>
              <p14:xfrm>
                <a:off x="6619805" y="2937835"/>
                <a:ext cx="382320" cy="548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4529ACB-B55C-1A97-0FDA-0819E0A45CB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611165" y="2929195"/>
                  <a:ext cx="39996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F6D9C1D-B6D1-EFCC-FD91-9B278B5F8EA3}"/>
                    </a:ext>
                  </a:extLst>
                </p14:cNvPr>
                <p14:cNvContentPartPr/>
                <p14:nvPr/>
              </p14:nvContentPartPr>
              <p14:xfrm>
                <a:off x="7042085" y="2934235"/>
                <a:ext cx="131040" cy="178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F6D9C1D-B6D1-EFCC-FD91-9B278B5F8EA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33085" y="2925235"/>
                  <a:ext cx="148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85ED52E-7B15-6462-D8A5-31DDCF4FB565}"/>
                    </a:ext>
                  </a:extLst>
                </p14:cNvPr>
                <p14:cNvContentPartPr/>
                <p14:nvPr/>
              </p14:nvContentPartPr>
              <p14:xfrm>
                <a:off x="7233605" y="2952595"/>
                <a:ext cx="310320" cy="121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85ED52E-7B15-6462-D8A5-31DDCF4FB56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24965" y="2943955"/>
                  <a:ext cx="3279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14C37DD-1B0D-644F-BBA7-34106335F757}"/>
                    </a:ext>
                  </a:extLst>
                </p14:cNvPr>
                <p14:cNvContentPartPr/>
                <p14:nvPr/>
              </p14:nvContentPartPr>
              <p14:xfrm>
                <a:off x="7601885" y="2751355"/>
                <a:ext cx="42840" cy="2847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14C37DD-1B0D-644F-BBA7-34106335F75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93245" y="2742355"/>
                  <a:ext cx="604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E864F2A-23A1-A1E1-FB79-3DC9708BB59E}"/>
                    </a:ext>
                  </a:extLst>
                </p14:cNvPr>
                <p14:cNvContentPartPr/>
                <p14:nvPr/>
              </p14:nvContentPartPr>
              <p14:xfrm>
                <a:off x="7544645" y="2831635"/>
                <a:ext cx="137520" cy="61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E864F2A-23A1-A1E1-FB79-3DC9708BB59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36005" y="2822635"/>
                  <a:ext cx="155160" cy="79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6691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E41BF-5243-7999-B908-AA362825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16016B21-A27E-0E3F-41DF-BB9449E30F58}"/>
              </a:ext>
            </a:extLst>
          </p:cNvPr>
          <p:cNvSpPr/>
          <p:nvPr/>
        </p:nvSpPr>
        <p:spPr>
          <a:xfrm>
            <a:off x="2182762" y="1522914"/>
            <a:ext cx="8571948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קליטת נתונים מ"חלון לרישום"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מתבצעת לתוך משתנה מסוג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String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דרך ממשק מיוחד,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Editable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E0E76C-9E26-FFB9-668A-3589176CE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B82CF2-6A2F-1C7B-B1A2-7197611A6E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B42E401A-DC6F-E168-D381-3DF09642BF2B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B54D49-D5AE-ECCE-025B-6894BA275C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412" y="3429000"/>
            <a:ext cx="7189549" cy="281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95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6501-AE50-E611-77F5-95912EA85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C6941DA9-97CC-AB4C-D5E2-DE1A2B5ACE88}"/>
              </a:ext>
            </a:extLst>
          </p:cNvPr>
          <p:cNvSpPr/>
          <p:nvPr/>
        </p:nvSpPr>
        <p:spPr>
          <a:xfrm>
            <a:off x="2182762" y="1522914"/>
            <a:ext cx="8571948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אבל לא מספיק לקלוט נתונים,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חובה לבדוק אותם מיד אחרי הקליטה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להגיב לבדיקה!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וזה – סיפור בפני עצמו...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5E0F4A-2DE9-89AA-6472-B4D5C5C4B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20586D-54D4-E7AB-A801-7D8061DED5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319"/>
            <a:ext cx="1111954" cy="1656585"/>
          </a:xfrm>
          <a:prstGeom prst="rect">
            <a:avLst/>
          </a:prstGeom>
        </p:spPr>
      </p:pic>
      <p:sp>
        <p:nvSpPr>
          <p:cNvPr id="9" name="מלבן 4">
            <a:extLst>
              <a:ext uri="{FF2B5EF4-FFF2-40B4-BE49-F238E27FC236}">
                <a16:creationId xmlns:a16="http://schemas.microsoft.com/office/drawing/2014/main" id="{9E146596-C2FE-0232-D073-BF628DEFF8E3}"/>
              </a:ext>
            </a:extLst>
          </p:cNvPr>
          <p:cNvSpPr/>
          <p:nvPr/>
        </p:nvSpPr>
        <p:spPr>
          <a:xfrm>
            <a:off x="4265118" y="-84358"/>
            <a:ext cx="61943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אפליקציה</a:t>
            </a:r>
            <a:r>
              <a:rPr lang="en-US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</a:t>
            </a:r>
            <a:r>
              <a:rPr lang="he-IL" sz="3600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latin typeface="Guttman Vilna" panose="02010401010101010101" pitchFamily="2" charset="-79"/>
                <a:cs typeface="Guttman Vilna" panose="02010401010101010101" pitchFamily="2" charset="-79"/>
              </a:rPr>
              <a:t> גדולה וגם "מתגלגלת"</a:t>
            </a:r>
          </a:p>
        </p:txBody>
      </p:sp>
    </p:spTree>
    <p:extLst>
      <p:ext uri="{BB962C8B-B14F-4D97-AF65-F5344CB8AC3E}">
        <p14:creationId xmlns:p14="http://schemas.microsoft.com/office/powerpoint/2010/main" val="30093806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2256</TotalTime>
  <Words>632</Words>
  <Application>Microsoft Office PowerPoint</Application>
  <PresentationFormat>Widescreen</PresentationFormat>
  <Paragraphs>113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Assistant</vt:lpstr>
      <vt:lpstr>David</vt:lpstr>
      <vt:lpstr>Guttman Vilna</vt:lpstr>
      <vt:lpstr>Guttman-Aram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183</cp:revision>
  <dcterms:created xsi:type="dcterms:W3CDTF">2019-01-05T16:01:25Z</dcterms:created>
  <dcterms:modified xsi:type="dcterms:W3CDTF">2026-02-25T20:02:41Z</dcterms:modified>
</cp:coreProperties>
</file>