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478" r:id="rId2"/>
    <p:sldId id="479" r:id="rId3"/>
    <p:sldId id="466" r:id="rId4"/>
    <p:sldId id="467" r:id="rId5"/>
    <p:sldId id="468" r:id="rId6"/>
    <p:sldId id="469" r:id="rId7"/>
    <p:sldId id="472" r:id="rId8"/>
    <p:sldId id="473" r:id="rId9"/>
    <p:sldId id="474" r:id="rId10"/>
    <p:sldId id="470" r:id="rId11"/>
    <p:sldId id="475" r:id="rId12"/>
    <p:sldId id="476" r:id="rId13"/>
    <p:sldId id="47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25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1173 1400 0 0,'0'0'26278'0'0,"4"0"-26266"0"0,5 1-5 0 0,0 0 1 0 0,0 1-1 0 0,0 0 1 0 0,0 0-1 0 0,0 1 0 0 0,0 0 1 0 0,9 6-1 0 0,37 11 35 0 0,149 18 73 0 0,-86-19-62 0 0,-70-13-18 0 0,1-2 0 0 0,-1-3 0 0 0,86-7 0 0 0,-29 0 25 0 0,74-9 0 0 0,37 0-31 0 0,-5 10-11 0 0,111 2 11 0 0,-166 14-29 0 0,123 0 0 0 0,139-33 7 0 0,-32 1 68 0 0,-261 16-36 0 0,20-7 57 0 0,1-7 0 0 0,173-44-1 0 0,-65-17 27 0 0,-228 71-115 0 0,52-20 37 0 0,117-61 0 0 0,-176 79-36 0 0,0 0 0 0 0,-1-2 0 0 0,0 0 0 0 0,-1-1 0 0 0,0-1 0 0 0,-1 0 0 0 0,-1-1 0 0 0,-1-1 0 0 0,22-33 0 0 0,-29 39-6 0 0,0-1 0 0 0,-1 0 0 0 0,-1 0 0 0 0,0 0 0 0 0,0-1 1 0 0,-1 1-1 0 0,-1-1 0 0 0,0 0 0 0 0,-1 0 0 0 0,-1-1 0 0 0,0 1 0 0 0,0 0 0 0 0,-1 0 0 0 0,-1-1 0 0 0,0 1 1 0 0,-1 0-1 0 0,-5-17 0 0 0,3 12 0 0 0,-1 0-1 0 0,-2 1 1 0 0,1-1 0 0 0,-2 1 0 0 0,0 1-1 0 0,-1-1 1 0 0,-1 2 0 0 0,0-1 0 0 0,-1 1 0 0 0,-1 1-1 0 0,0 0 1 0 0,-1 0 0 0 0,-1 2 0 0 0,-21-17-1 0 0,-4 4 7 0 0,-1 1 0 0 0,-2 3 0 0 0,0 1 0 0 0,-1 2 0 0 0,0 2 0 0 0,-2 2-1 0 0,-63-11 1 0 0,-329-27 25 0 0,384 48-29 0 0,-187-9 5 0 0,0 11 0 0 0,0 10 0 0 0,-297 48 0 0 0,250-21 59 0 0,-452-3-1 0 0,670-32-44 0 0,1 3-1 0 0,0 3 0 0 0,0 3 1 0 0,0 3-1 0 0,-123 39 1 0 0,137-31-11 0 0,-82 45 0 0 0,50-24-11 0 0,59-30-1 0 0,1 1 0 0 0,1 1 0 0 0,-46 32 0 0 0,12-3 4 0 0,25-19 8 0 0,1 2 0 0 0,-42 41 0 0 0,59-52-12 0 0,10-9 0 0 0,0 0 0 0 0,0 1 0 0 0,0 0 0 0 0,1 1 0 0 0,0-1 0 0 0,0 1 0 0 0,1 0 0 0 0,-1 0 0 0 0,2 0 0 0 0,-1 0 0 0 0,1 1 0 0 0,-4 10 0 0 0,6-12 0 0 0,-3 5 0 0 0,2 0 0 0 0,0 1 0 0 0,0-1 0 0 0,1 1 0 0 0,0 0 0 0 0,1-1 0 0 0,0 1 0 0 0,1 0 0 0 0,1-1 0 0 0,0 1 0 0 0,0-1 0 0 0,4 12 0 0 0,5 7 0 0 0,0 0 0 0 0,2-1 0 0 0,20 32 0 0 0,-26-48 4 0 0,1-1 0 0 0,1-1 0 0 0,0 0 0 0 0,0 0-1 0 0,1 0 1 0 0,1-1 0 0 0,0-1 0 0 0,0 0 0 0 0,0 0 0 0 0,1-1 0 0 0,1-1-1 0 0,-1 0 1 0 0,1-1 0 0 0,0 0 0 0 0,26 7 0 0 0,-28-10-543 0 0,1 0 1 0 0,0-1 0 0 0,-1-1 0 0 0,1 0-1 0 0,0-1 1 0 0,20-1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30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992 92 1704 0 0,'0'0'480'0'0,"1"-4"-245"0"0,3-28 458 0 0,-4 30-477 0 0,0 1 452 0 0,0-1 1 0 0,1 1-1 0 0,-1-1 0 0 0,0 1 0 0 0,0-1 1 0 0,-1 1-1 0 0,1-1 0 0 0,0 1 1 0 0,0-1-1 0 0,-1 1 0 0 0,0-3 1 0 0,-44 1 4587 0 0,-28 5-1838 0 0,13-1-1897 0 0,39 1-908 0 0,0 0-1 0 0,-42 10 1 0 0,43-7-289 0 0,0 1-62 0 0,0 1 0 0 0,0 1 1 0 0,-23 12-1 0 0,23-10-101 0 0,4-1 34 0 0,1 0-1 0 0,0 1 1 0 0,1 1-1 0 0,-19 17 0 0 0,-22 18 64 0 0,41-35-168 0 0,2 0 0 0 0,-1 1 0 0 0,2 1 0 0 0,-20 25 0 0 0,-20 22 214 0 0,28-35-211 0 0,2 0 0 0 0,0 2 1 0 0,2 0-1 0 0,-20 38 0 0 0,-54 124 98 0 0,79-157-172 0 0,1-1 3 0 0,3 2 0 0 0,0-1 0 0 0,2 1 0 0 0,2 1 0 0 0,1-1 0 0 0,-1 50-1 0 0,6-65-1 0 0,0 0-1 0 0,2 0 1 0 0,0-1-1 0 0,9 32 1 0 0,27 69 81 0 0,-32-101-84 0 0,6 12 18 0 0,1 0-1 0 0,1-1 0 0 0,2 0 1 0 0,1-1-1 0 0,1-1 0 0 0,1-1 0 0 0,1-1 1 0 0,2 0-1 0 0,0-1 0 0 0,1-2 1 0 0,1 0-1 0 0,2-2 0 0 0,46 28 0 0 0,-51-34-10 0 0,11 8 23 0 0,42 18 0 0 0,69 30 41 0 0,97 40 17 0 0,-133-67-77 0 0,51 17 23 0 0,-82-35-29 0 0,-16-3 9 0 0,1-3 1 0 0,72 11-1 0 0,-26-11 14 0 0,77 8 18 0 0,313-14-19 0 0,-171-18-31 0 0,237 4-30 0 0,189 2 3 0 0,-318-3 4 0 0,-15-12-5 0 0,-3 1 0 0 0,-199 14 2 0 0,421-5-7 0 0,-365-4 20 0 0,385-6 0 0 0,-233 3 0 0 0,-82-13 10 0 0,-2-26 14 0 0,-297 44-18 0 0,677-142 45 0 0,-533 90-34 0 0,-45 13-13 0 0,106-39-4 0 0,-155 51 0 0 0,-19 5 4 0 0,-2-3 0 0 0,-1-4 0 0 0,84-55 0 0 0,-68 32 28 0 0,154-138 1 0 0,-227 183-29 0 0,-1-1 0 0 0,-1 0 0 0 0,-1 0 0 0 0,0-1 0 0 0,-1-1-1 0 0,0 0 1 0 0,-1 0 0 0 0,-1-1 0 0 0,7-22 0 0 0,-11 27-3 0 0,-2 0 1 0 0,1 0 0 0 0,-2 0-1 0 0,0 0 1 0 0,0 0-1 0 0,-1-1 1 0 0,-1 1 0 0 0,0 0-1 0 0,-1-1 1 0 0,0 1 0 0 0,-1 0-1 0 0,-1 0 1 0 0,0 0-1 0 0,-8-22 1 0 0,5 23-1 0 0,-1-1-1 0 0,0 1 1 0 0,-1 1-1 0 0,0-1 0 0 0,0 1 1 0 0,-2 1-1 0 0,1-1 1 0 0,-1 2-1 0 0,-1-1 1 0 0,-11-8-1 0 0,-4 0 3 0 0,0 1 0 0 0,-2 1 0 0 0,-40-17 0 0 0,-13 3 1 0 0,-1 3-1 0 0,-122-22 1 0 0,3 1 16 0 0,28-5 0 0 0,-213-96 0 0 0,21 10-20 0 0,295 120 0 0 0,0 3 0 0 0,0 3 0 0 0,-1 3 0 0 0,-1 4 0 0 0,-129 4-1 0 0,-358 62 10 0 0,-86-8-9 0 0,344-37 0 0 0,-191 14 16 0 0,-334-18-8 0 0,313-47-8 0 0,304 18 0 0 0,11 11 0 0 0,-211 19 0 0 0,23 2 0 0 0,-223-37 0 0 0,-299-37 41 0 0,755 53-29 0 0,-311-3-9 0 0,352 20-72 0 0,-8 0 380 0 0,107-9-866 0 0,-1-2 0 0 0,1 0 0 0 0,-1 0 0 0 0,1-2-1 0 0,0 1 1 0 0,-18-7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40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1179 1600 0 0,'-5'2'11'0'0,"-13"4"9"0"0,14-5 36 0 0,0 0 266 0 0,1-1 1 0 0,0-1 0 0 0,-1 1-1 0 0,1 0 1 0 0,0-1 0 0 0,0 1-1 0 0,-1-1 1 0 0,1 0 0 0 0,0 0-1 0 0,0-1 1 0 0,0 1-1 0 0,0-1 1 0 0,0 1 0 0 0,0-1-1 0 0,1 0 1 0 0,-1 0 0 0 0,-4-4-1 0 0,6 4 504 0 0,0 2-717 0 0,1 0 0 0 0,-1 0 0 0 0,0 0-1 0 0,1 0 1 0 0,-1 0 0 0 0,1 0 0 0 0,-1 0 0 0 0,1-1 0 0 0,-1 1 0 0 0,1 0 0 0 0,-1 0 0 0 0,1 0 0 0 0,-1-1 0 0 0,1 1 0 0 0,-1 0 0 0 0,1-1 0 0 0,0 1-1 0 0,-1 0 1 0 0,1-1 0 0 0,-1 1 0 0 0,1-1 0 0 0,0 1 0 0 0,-1 0 0 0 0,1-1 0 0 0,0 1 0 0 0,0-1 0 0 0,-1 1 0 0 0,1-1 0 0 0,0 1 0 0 0,0-1 0 0 0,0 1-1 0 0,0-1 1 0 0,0 0 0 0 0,0 1 0 0 0,-1-1 0 0 0,1 0 0 0 0,-2-21 4799 0 0,2 21-3885 0 0,38-31 2895 0 0,-14 20-3534 0 0,-2-2 0 0 0,0-1 0 0 0,-1-1 0 0 0,-1-1 0 0 0,0 0 0 0 0,20-25 0 0 0,-17 8-81 0 0,-8 9-128 0 0,-9 15-124 0 0,-1-2 0 0 0,0 1 0 0 0,0 0 1 0 0,-1-1-1 0 0,-1 0 0 0 0,0 0 0 0 0,0 0 1 0 0,-1-1-1 0 0,0-16 0 0 0,1 9 24 0 0,0 0 0 0 0,7-26 0 0 0,-1 16 3 0 0,-3 9 23 0 0,15-36-1 0 0,-17 51-88 0 0,-1-1 1 0 0,1 1-1 0 0,0-1 1 0 0,0 1-1 0 0,1 1 1 0 0,0-1-1 0 0,0 0 1 0 0,0 1-1 0 0,7-5 1 0 0,18-14 16 0 0,1 2-1 0 0,1 1 1 0 0,1 1 0 0 0,1 2-1 0 0,41-16 1 0 0,-35 21 47 0 0,0 2-1 0 0,1 1 1 0 0,77-7 0 0 0,88-6 78 0 0,-169 19-127 0 0,89-6 71 0 0,83-4-52 0 0,-148 8-31 0 0,289-37 40 0 0,-29 22-48 0 0,-162 17-7 0 0,-26 1 0 0 0,174-26 0 0 0,54-10 4 0 0,3 28 24 0 0,-148 6-12 0 0,-58 1-3 0 0,411-19 19 0 0,-523 19-29 0 0,612-25 20 0 0,298 24 11 0 0,-270-17 10 0 0,109 0 24 0 0,-61 56-12 0 0,-14 19 87 0 0,-591-43-78 0 0,476 50 173 0 0,-34-4-87 0 0,6-31-51 0 0,-104-6-49 0 0,243-10-33 0 0,0-35 7 0 0,-358 12 0 0 0,54 1 7 0 0,387-19 23 0 0,-16-17 1 0 0,-184 12-32 0 0,-283 17-1 0 0,201-5 18 0 0,-310 20-26 0 0,38 1 2 0 0,92 0 15 0 0,-4 0-8 0 0,-51 5-11 0 0,182 6 14 0 0,-250-1-26 0 0,-65-4 23 0 0,215 32-1 0 0,-108 20 50 0 0,-194-38-5 0 0,-1 3 0 0 0,-1 2 0 0 0,107 56 0 0 0,-145-64-43 0 0,-1 1-1 0 0,0 1 1 0 0,-1 1-1 0 0,0 1 0 0 0,-2 0 1 0 0,31 38-1 0 0,-41-44-16 0 0,0-1 0 0 0,-1 1-1 0 0,-1 1 1 0 0,0-1 0 0 0,0 1 0 0 0,-2 0-1 0 0,1 1 1 0 0,-1-1 0 0 0,-1 1 0 0 0,0 0-1 0 0,-1-1 1 0 0,-1 1 0 0 0,1 0 0 0 0,-2 0-1 0 0,-1 22 1 0 0,-5-2 5 0 0,0 0 0 0 0,-2-1-1 0 0,-1 0 1 0 0,-15 33 0 0 0,-64 126 50 0 0,78-172-63 0 0,-2 0 1 0 0,0 0 0 0 0,-1-1 0 0 0,-1-1-1 0 0,-1 0 1 0 0,-1-1 0 0 0,0-1 0 0 0,0 0-1 0 0,-2-1 1 0 0,0-1 0 0 0,0 0 0 0 0,-1-2-1 0 0,-33 15 1 0 0,-17 3-2 0 0,-2-4 1 0 0,-126 27-1 0 0,115-32 2 0 0,-540 91-1 0 0,-59-27 8 0 0,26-22-9 0 0,85-29-37 0 0,131-29 6 0 0,-451-13 15 0 0,443 46 21 0 0,3 38 2 0 0,168-26-8 0 0,-288 16 2 0 0,288-39 0 0 0,83-14 19 0 0,-270-19 1 0 0,387 4-16 0 0,-798-75 17 0 0,-113 0 51 0 0,105 97 1 0 0,522 17-49 0 0,-136 9 16 0 0,77-7-32 0 0,77-5-9 0 0,-62-26 1 0 0,138-7 0 0 0,-528 12 0 0 0,374-19 0 0 0,86-1 0 0 0,-93 1 0 0 0,242 3 0 0 0,-432 24-8 0 0,265 13-5 0 0,-24 1 2 0 0,-204-18 11 0 0,-122-1 6 0 0,-82-4 20 0 0,465-38-19 0 0,121 8 9 0 0,-219-46 14 0 0,199 25-27 0 0,154 29-3 0 0,0-3 0 0 0,1-2 0 0 0,1-4 0 0 0,-99-44 0 0 0,116 42-8 0 0,-67-45 0 0 0,96 56 5 0 0,0-1-1 0 0,1-1 1 0 0,0-1 0 0 0,1 0 0 0 0,1-1 0 0 0,-22-31-1 0 0,25 31 3 0 0,0-1 0 0 0,1-1 0 0 0,0 1 0 0 0,2-1 0 0 0,0-1 0 0 0,0 1 0 0 0,-4-23 0 0 0,6 13-18 0 0,3 15 5 0 0,-1 0-1 0 0,0 0 0 0 0,-7-15 1 0 0,0 5-4 0 0,-2 1 1 0 0,-19-26 0 0 0,22 33 9 0 0,5 8-74 0 0,0 0-1 0 0,1 0 0 0 0,0 0 1 0 0,0-1-1 0 0,0 1 1 0 0,1-1-1 0 0,0 0 0 0 0,1 1 1 0 0,-1-1-1 0 0,1 0 1 0 0,0 0-1 0 0,1 0 0 0 0,0 0 1 0 0,1-11-1 0 0,-1 5-2468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47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1036 8336 0 0,'0'0'9705'0'0,"5"2"-9244"0"0,4 2-215 0 0,0 0 0 0 0,1-1 1 0 0,0 0-1 0 0,0-1 0 0 0,-1 0 0 0 0,18 1 0 0 0,68-2 818 0 0,-63-2-569 0 0,42 4 0 0 0,28 4 384 0 0,-1-5-1 0 0,174-19 0 0 0,48-36 108 0 0,-321 53-981 0 0,177-44 361 0 0,13-2-76 0 0,-148 41-225 0 0,1 1 1 0 0,0 3-1 0 0,59 6 1 0 0,-103-5-66 0 0,262 28 386 0 0,22-28-78 0 0,-45-2-179 0 0,399 52-95 0 0,-282 29 145 0 0,-147-26-66 0 0,-149-40-87 0 0,0-2 0 0 0,1-3 0 0 0,0-3 0 0 0,91-3 0 0 0,331-48-1 0 0,-137 22-25 0 0,-148 14 3 0 0,70 7 38 0 0,-133 5-21 0 0,149-10 49 0 0,154 4-11 0 0,477 42 3 0 0,-806-35-56 0 0,708 22 10 0 0,-155-37 2 0 0,-209-2 53 0 0,-432 14-66 0 0,244 3 54 0 0,359-12-48 0 0,430-43-153 0 0,-474 28 238 0 0,-539 22-75 0 0,365-20 67 0 0,0 32-104 0 0,664 83-1 0 0,-817-69 56 0 0,87 6 36 0 0,-138-13-37 0 0,-102-6-27 0 0,0-4 0 0 0,128-8-1 0 0,359-34 78 0 0,-588 35-87 0 0,622-14 103 0 0,-334 12-64 0 0,194 1 42 0 0,-28 1 18 0 0,101 3 3 0 0,-239 22-29 0 0,-31-1-39 0 0,179-20 4 0 0,73 4 60 0 0,-117 33 126 0 0,-353-32-153 0 0,186 20 182 0 0,-211-30-225 0 0,0-1-1 0 0,0-1 1 0 0,51-12 0 0 0,-58 9 10 0 0,-9 0-23 0 0,1-1-1 0 0,-2-1 1 0 0,1-1-1 0 0,40-20 1 0 0,-15 2 13 0 0,54-39 0 0 0,-93 58-25 0 0,6-5 2 0 0,1 0 0 0 0,23-23 0 0 0,-36 30-5 0 0,-1 1 0 0 0,0-1 0 0 0,-1 0 0 0 0,0-1 0 0 0,1 1 0 0 0,-2-1 0 0 0,1 1 1 0 0,-1-1-1 0 0,0 0 0 0 0,-1 0 0 0 0,3-12 0 0 0,-3 8 0 0 0,0 0 0 0 0,-1-1 0 0 0,0 1 0 0 0,-1 0 0 0 0,0-1 0 0 0,-1 1-1 0 0,0-1 1 0 0,-1 1 0 0 0,0 0 0 0 0,-1 0 0 0 0,-7-20 0 0 0,3 17 0 0 0,0 0 1 0 0,-1 0-1 0 0,0 1 0 0 0,-1 0 1 0 0,-1 0-1 0 0,0 1 0 0 0,-20-19 1 0 0,2 7 2 0 0,0 2 0 0 0,-2 1 1 0 0,0 2-1 0 0,-1 1 1 0 0,-1 1-1 0 0,-60-22 0 0 0,-434-126 53 0 0,346 127-55 0 0,-235-19-1 0 0,98 18-17 0 0,-46-11-7 0 0,-521-31 15 0 0,222 56-6 0 0,381 6 0 0 0,-176-6 13 0 0,358 25 2 0 0,0 5 0 0 0,-160 27 0 0 0,-99 44 9 0 0,217-50 7 0 0,-313 42 72 0 0,151-53-22 0 0,-117 9-61 0 0,249-12-4 0 0,-672 77 5 0 0,-1 14 42 0 0,725-97-42 0 0,-366 12 16 0 0,396-16-14 0 0,-219-2 14 0 0,-84-15-6 0 0,-4 6-9 0 0,-232-5-7 0 0,304 16 0 0 0,69 2 0 0 0,147-3 0 0 0,-166-2 0 0 0,48-9 0 0 0,-449-4 0 0 0,160 39-15 0 0,-156 58-11 0 0,610-73 27 0 0,-53 8 0 0 0,-217 31-3 0 0,224-38 7 0 0,-124-4 0 0 0,-259-25 22 0 0,105 2-23 0 0,165 7-4 0 0,-128-2-8 0 0,-122-5 8 0 0,217 6 0 0 0,-46-9-2 0 0,-204 1-68 0 0,264 19 26 0 0,122-3 38 0 0,-122 15 0 0 0,102 4 6 0 0,-279 25 0 0 0,335-39 0 0 0,0-3 0 0 0,0-3 0 0 0,-91-17 0 0 0,17-5 0 0 0,-122-23 0 0 0,56-7-8 0 0,-23-5 8 0 0,186 49 0 0 0,0 3 0 0 0,-75-2 0 0 0,-1 9 3 0 0,0 6-1 0 0,-245 42 1 0 0,377-47-3 0 0,-19 4 0 0 0,0 0 0 0 0,0 2 0 0 0,0 0 0 0 0,-32 15 0 0 0,48-18 0 0 0,-1 0 0 0 0,1 0 0 0 0,0 1 0 0 0,0 0 0 0 0,0 0 0 0 0,1 0 0 0 0,-1 0 0 0 0,1 1 0 0 0,0 0 0 0 0,0 0 0 0 0,1 0 0 0 0,-1 0 0 0 0,1 1 0 0 0,1-1 0 0 0,-1 1 0 0 0,1 0 0 0 0,-1 0 0 0 0,2-1 0 0 0,-1 2 0 0 0,-1 9 0 0 0,1-2 0 0 0,1 0 0 0 0,1 1 1 0 0,0-1-1 0 0,1 0 0 0 0,1 0 0 0 0,0 0 0 0 0,1 0 1 0 0,8 25-1 0 0,-3-16 6 0 0,2-1 0 0 0,1 0 0 0 0,0 0 0 0 0,20 26 0 0 0,-15-28-4 0 0,1-2 0 0 0,1 0 0 0 0,0-1 0 0 0,2-1 0 0 0,0 0 0 0 0,0-2 0 0 0,2 0 1 0 0,-1-1-1 0 0,2-2 0 0 0,38 16 0 0 0,-29-18 5 0 0,-18-6-3853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53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0 547 1400 0 0,'0'0'459'0'0,"0"-5"33"0"0,5-56 5335 0 0,-3 40 10514 0 0,19 11-16162 0 0,0-1 1 0 0,-1-1-1 0 0,0-1 0 0 0,-1-1 0 0 0,0-1 0 0 0,-1-1 0 0 0,-1 0 1 0 0,0-1-1 0 0,-2-1 0 0 0,0 0 0 0 0,-1-1 0 0 0,22-39 1 0 0,64-134 603 0 0,-83 163-275 0 0,-16 28-210 0 0,0 3-289 0 0,-1 0 0 0 0,1 0 0 0 0,0 0 0 0 0,0 0 0 0 0,-1 0 1 0 0,1 0-1 0 0,-1 0 0 0 0,0 1 0 0 0,0 2 0 0 0,0-4-2 0 0,6 53 57 0 0,-3 1-1 0 0,-8 95 0 0 0,-12-63-12 0 0,12-67-30 0 0,0 1 1 0 0,2 0 0 0 0,-2 35-1 0 0,4-15 16 0 0,0-21-6 0 0,0 0 0 0 0,5 30-1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54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256 357 11760 0 0,'0'0'5105'0'0,"-5"0"-4695"0"0,-6 2-253 0 0,1 1 0 0 0,-1 0 0 0 0,1 0 0 0 0,0 1-1 0 0,-17 9 1 0 0,16-7 55 0 0,0-1 0 0 0,-1 0 1 0 0,0-1-1 0 0,0 0 0 0 0,-16 3 0 0 0,25-7-165 0 0,0 0 0 0 0,0 0 1 0 0,0 0-1 0 0,0 0 0 0 0,0-1 0 0 0,0 1 1 0 0,0-1-1 0 0,0 0 0 0 0,0 0 0 0 0,0 0 1 0 0,1 0-1 0 0,-1 0 0 0 0,0-1 0 0 0,1 1 1 0 0,-1-1-1 0 0,1 1 0 0 0,0-1 0 0 0,-1 0 1 0 0,1 0-1 0 0,0 0 0 0 0,0-1 0 0 0,0 1 1 0 0,0 0-1 0 0,1-1 0 0 0,-1 1 1 0 0,1-1-1 0 0,-1 1 0 0 0,1-1 0 0 0,0 0 1 0 0,0 0-1 0 0,0 1 0 0 0,-1-4 0 0 0,0-4 51 0 0,-1 0-1 0 0,1 0 0 0 0,1-1 1 0 0,0 1-1 0 0,0 0 1 0 0,1-1-1 0 0,2-18 0 0 0,0 17-6 0 0,0-1-1 0 0,2 1 0 0 0,-1 0 0 0 0,2 0 0 0 0,0 1 1 0 0,0-1-1 0 0,1 1 0 0 0,0 0 0 0 0,1 1 1 0 0,0 0-1 0 0,9-11 0 0 0,-3 7 63 0 0,0 1 1 0 0,1 0-1 0 0,1 1 0 0 0,0 0 1 0 0,1 1-1 0 0,26-14 0 0 0,-39 23-122 0 0,0 0 0 0 0,1 1-1 0 0,-1 0 1 0 0,0-1-1 0 0,1 1 1 0 0,-1 0 0 0 0,1 1-1 0 0,-1-1 1 0 0,1 0-1 0 0,-1 1 1 0 0,1 0 0 0 0,0 0-1 0 0,-1 0 1 0 0,1 0 0 0 0,-1 1-1 0 0,1 0 1 0 0,0-1-1 0 0,-1 1 1 0 0,0 0 0 0 0,1 1-1 0 0,-1-1 1 0 0,1 0 0 0 0,-1 1-1 0 0,0 0 1 0 0,0 0-1 0 0,0 0 1 0 0,0 0 0 0 0,-1 0-1 0 0,1 1 1 0 0,0-1-1 0 0,-1 1 1 0 0,0 0 0 0 0,1 0-1 0 0,-1 0 1 0 0,2 4 0 0 0,3 5 31 0 0,-1-1-1 0 0,0 1 1 0 0,-1 0 0 0 0,0 0 0 0 0,-1 1 0 0 0,0 0 0 0 0,-1-1 0 0 0,2 20 0 0 0,-1 2 100 0 0,-2 0-1 0 0,-1 0 1 0 0,-7 60 0 0 0,4-76-91 0 0,-2 0 0 0 0,0 1 0 0 0,-1-2 0 0 0,-1 1 0 0 0,-1 0 0 0 0,0-1 1 0 0,-2-1-1 0 0,-15 26 0 0 0,-5-2 123 0 0,-34 38 0 0 0,58-73-170 0 0,-1 0 0 0 0,0 0 0 0 0,0-1 0 0 0,0 0 1 0 0,-1 0-1 0 0,1 0 0 0 0,-1-1 0 0 0,-8 4 0 0 0,12-6-1 0 0,-12-18 26 0 0,14 15-47 0 0,1-1 0 0 0,-1 1 0 0 0,1-1 0 0 0,0 1-1 0 0,0 0 1 0 0,0-1 0 0 0,0 1 0 0 0,0-1 0 0 0,1 1 0 0 0,-1 0-1 0 0,1-1 1 0 0,-1 1 0 0 0,1 0 0 0 0,0-1 0 0 0,0 1 0 0 0,0 0-1 0 0,0 0 1 0 0,0 0 0 0 0,1 0 0 0 0,-1 0 0 0 0,3-3 0 0 0,-3 4-2 0 0,0 0 1 0 0,0 0-1 0 0,0 0 1 0 0,1 0 0 0 0,-1 1-1 0 0,0-1 1 0 0,0 0 0 0 0,1 0-1 0 0,-1 1 1 0 0,1-1-1 0 0,-1 1 1 0 0,1-1 0 0 0,-1 1-1 0 0,1 0 1 0 0,-1-1-1 0 0,1 1 1 0 0,-1 0 0 0 0,1 0-1 0 0,-1 0 1 0 0,1 0 0 0 0,-1 0-1 0 0,1 1 1 0 0,-1-1-1 0 0,1 0 1 0 0,-1 1 0 0 0,1-1-1 0 0,-1 1 1 0 0,1-1 0 0 0,-1 1-1 0 0,0 0 1 0 0,1 0-1 0 0,-1 0 1 0 0,0-1 0 0 0,0 1-1 0 0,2 2 1 0 0,71 69 11 0 0,-49-46 7 0 0,1-1 0 0 0,50 37 0 0 0,-68-56-11 0 0,0-1 0 0 0,1 0 0 0 0,-1 0 1 0 0,1-1-1 0 0,0-1 0 0 0,1 1 0 0 0,-1-1 0 0 0,0-1 1 0 0,1 1-1 0 0,-1-2 0 0 0,1 1 0 0 0,0-2 0 0 0,0 1 1 0 0,17-2-1 0 0,-20 0 3 0 0,1-1 1 0 0,-1 0-1 0 0,1 0 0 0 0,-1-1 1 0 0,1 0-1 0 0,-1 0 0 0 0,0-1 1 0 0,-1 0-1 0 0,1 0 1 0 0,-1-1-1 0 0,1 1 0 0 0,5-8 1 0 0,9-9 52 0 0,36-46 0 0 0,-40 45 14 0 0,28-28 0 0 0,-43 48-80 0 0,0 0 1 0 0,1 1-1 0 0,-1-1 1 0 0,1 1-1 0 0,-1-1 1 0 0,1 1-1 0 0,0 0 1 0 0,-1 0-1 0 0,1 0 1 0 0,4 0-1 0 0,5-1-3418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56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1 280 7328 0 0,'5'-2'64'0'0,"52"-25"3105"0"0,-50 19 3639 0 0,-8 8-6717 0 0,0 0 1 0 0,0 0-1 0 0,0-1 0 0 0,1 1 1 0 0,-1 0-1 0 0,0 0 1 0 0,0-1-1 0 0,0 1 1 0 0,1-1-1 0 0,-1 1 0 0 0,0-1 1 0 0,1 1-1 0 0,-1-1 1 0 0,0 1-1 0 0,1-1 0 0 0,-1 1 1 0 0,1-1-1 0 0,-1 0 1 0 0,1 1-1 0 0,-1-1 1 0 0,1 0-1 0 0,-1 1 0 0 0,1-1 1 0 0,0 0-1 0 0,-1 0 1 0 0,1 0-1 0 0,-1 0 0 0 0,2-2 5 0 0,-1 1-1 0 0,1-1 0 0 0,-1 1 1 0 0,1 0-1 0 0,0 0 0 0 0,-1-1 1 0 0,1 1-1 0 0,1 0 0 0 0,-1 0 0 0 0,0 0 1 0 0,0 0-1 0 0,2-2 0 0 0,10-12 55 0 0,0 1 0 0 0,0 0 0 0 0,2 0 0 0 0,0 2 0 0 0,0 0 0 0 0,1 0 0 0 0,1 2 0 0 0,0 0 0 0 0,1 1 0 0 0,-1 1 0 0 0,2 0-1 0 0,32-10 1 0 0,-31 12-39 0 0,0 2 1 0 0,0 0-1 0 0,0 1 0 0 0,1 1 0 0 0,-1 1 0 0 0,1 0 0 0 0,0 2 0 0 0,-1 1 0 0 0,1 0 0 0 0,-1 1 0 0 0,1 2 0 0 0,30 8 1 0 0,-43-10-63 0 0,0 1 1 0 0,-1 1-1 0 0,0-1 1 0 0,0 1-1 0 0,0 0 1 0 0,0 1-1 0 0,0-1 1 0 0,-1 2-1 0 0,0-1 1 0 0,0 1-1 0 0,0-1 1 0 0,-1 1-1 0 0,0 1 1 0 0,0-1-1 0 0,-1 1 1 0 0,1 0-1 0 0,-1 0 1 0 0,-1 0-1 0 0,0 1 1 0 0,0-1 0 0 0,0 1-1 0 0,3 15 1 0 0,-4-10 10 0 0,-1-1 0 0 0,0 1 1 0 0,-1 0-1 0 0,0 0 0 0 0,-1 0 1 0 0,-1 0-1 0 0,0 0 0 0 0,0-1 1 0 0,-1 1-1 0 0,-1-1 0 0 0,0 1 1 0 0,-1-1-1 0 0,-11 20 1 0 0,8-19-10 0 0,-1 0 0 0 0,-1 0 0 0 0,0-1 0 0 0,0 0 1 0 0,-1-1-1 0 0,-1 0 0 0 0,0-1 0 0 0,-1 0 0 0 0,0-1 1 0 0,0-1-1 0 0,-1 0 0 0 0,0 0 0 0 0,0-1 0 0 0,-1-1 1 0 0,1-1-1 0 0,-1 0 0 0 0,-1-1 0 0 0,1 0 1 0 0,-1-1-1 0 0,0-1 0 0 0,-29 0 0 0 0,43-2 105 0 0,16-5-113 0 0,22-2-39 0 0,0 1-1 0 0,1 2 1 0 0,-1 1 0 0 0,1 2 0 0 0,0 1 0 0 0,-1 3-1 0 0,1 0 1 0 0,-1 3 0 0 0,0 0 0 0 0,0 3 0 0 0,-1 1-1 0 0,46 19 1 0 0,-68-23-6 0 0,0 0 1 0 0,0 1-1 0 0,-1 1 0 0 0,0 0 1 0 0,0 0-1 0 0,-1 1 0 0 0,0 1 1 0 0,-1 0-1 0 0,0 0 0 0 0,0 1 0 0 0,-1 0 1 0 0,11 18-1 0 0,-16-21 2 0 0,0 0 0 0 0,0 0 0 0 0,-1 0 0 0 0,0 0 0 0 0,0 1 0 0 0,-1 0-1 0 0,0-1 1 0 0,0 1 0 0 0,-1 0 0 0 0,-1 0 0 0 0,1 0 0 0 0,-1 0 0 0 0,-1 0 0 0 0,0-1 0 0 0,0 1 0 0 0,-1 0 0 0 0,0 0 0 0 0,0-1-1 0 0,-1 1 1 0 0,0-1 0 0 0,-5 9 0 0 0,2-6 2 0 0,-1 0 0 0 0,-1 0 1 0 0,1 0-1 0 0,-2-1 0 0 0,0-1 0 0 0,0 0 0 0 0,0 0 0 0 0,-1 0 0 0 0,-1-1 0 0 0,1-1 1 0 0,-1 0-1 0 0,-1 0 0 0 0,1-1 0 0 0,-23 8 0 0 0,7-4 10 0 0,0-1 0 0 0,-1-2 0 0 0,0 0 0 0 0,-1-2 0 0 0,-46 2 0 0 0,65-6-1 0 0,0 0 0 0 0,0-1 0 0 0,0 0 0 0 0,0-1 0 0 0,0 0 0 0 0,0-1 0 0 0,0 0-1 0 0,1 0 1 0 0,-1-1 0 0 0,-9-4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5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81 12056 0 0,'0'0'1544'0'0,"-1"-4"-878"0"0,1-4-356 0 0,0 1-1 0 0,1 0 1 0 0,0 0-1 0 0,0 0 1 0 0,1 0-1 0 0,4-13 1 0 0,-4 13 16 0 0,-2 5 121 0 0,4-2-24 0 0,-4 4-370 0 0,0 0 0 0 0,0 0 0 0 0,0 0 0 0 0,0 0 0 0 0,0 0 0 0 0,0 0 0 0 0,0 1 0 0 0,0-1 0 0 0,0 0 0 0 0,0 0 0 0 0,0 0 0 0 0,0 0 0 0 0,0 0 0 0 0,1 0 160 0 0,-1 0-160 0 0,0 0 0 0 0,0 0 0 0 0,0 0 0 0 0,0 0 0 0 0,0 0 0 0 0,0 1 0 0 0,0-1 0 0 0,0 0 0 0 0,0 0 0 0 0,0 0 0 0 0,0 0 0 0 0,0 0 0 0 0,1 0 0 0 0,-1 0 0 0 0,0 0 0 0 0,0 0 0 0 0,0 0 0 0 0,0 0 0 0 0,0 0 0 0 0,0 0 0 0 0,0 0 0 0 0,0 0 0 0 0,0 0 0 0 0,0 0 0 0 0,1 0 1 0 0,-1 0-1 0 0,0-1 0 0 0,0 1 0 0 0,0 0 0 0 0,0 0 0 0 0,0 0 0 0 0,0 0 159 0 0,0 0-159 0 0,0 0 0 0 0,0 0 0 0 0,0 0 0 0 0,0 0 0 0 0,1 0 0 0 0,-1 0 0 0 0,0 0 0 0 0,0-1 0 0 0,0 1 0 0 0,0 0 0 0 0,0 0 0 0 0,0 0 0 0 0,0 0 0 0 0,-2 22 240 0 0,-1 0-1 0 0,-1 0 1 0 0,-1 0-1 0 0,-1-1 1 0 0,-1 1-1 0 0,-17 37 1 0 0,-2 6 158 0 0,-10 26 238 0 0,-4-1 1 0 0,-4-2-1 0 0,-56 83 0 0 0,53-104-302 0 0,42-61-328 0 0,0 0 1 0 0,0-1 0 0 0,0 1-1 0 0,-1-1 1 0 0,0 0 0 0 0,0-1 0 0 0,0 0-1 0 0,-10 6 1 0 0,4-9 386 0 0,20-9-288 0 0,1 4-139 0 0,0 1-1 0 0,0-1 1 0 0,0 1-1 0 0,1 1 1 0 0,-1 0 0 0 0,17-2-1 0 0,61 0 50 0 0,-84 4-65 0 0,304 13 141 0 0,-69-1-53 0 0,-219-11-70 0 0,-1-2 1 0 0,27-4-1 0 0,-44 5-13 0 0,1 0 0 0 0,5 0-3569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8:58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421 1 8432 0 0,'0'0'1214'0'0,"-4"2"-72"0"0,-15 6-274 0 0,15-6-116 0 0,-14 15 1425 0 0,14-7-1958 0 0,0-1-1 0 0,1 1 1 0 0,0 0 0 0 0,1 0 0 0 0,0 0 0 0 0,0 1-1 0 0,1-1 1 0 0,0 20 0 0 0,-2 17 476 0 0,-14 44 558 0 0,-4-1 1 0 0,-4-1 0 0 0,-37 88-1 0 0,-59 86 887 0 0,33-80-728 0 0,85-175-1322 0 0,0-1 0 0 0,1 0 0 0 0,-1 1-1 0 0,1 0 1 0 0,1-1 0 0 0,0 1 0 0 0,0 0-1 0 0,0 0 1 0 0,1 0 0 0 0,0-1 0 0 0,2 11-1 0 0,-2-15-58 0 0,1 0 0 0 0,0 0-1 0 0,0 1 1 0 0,0-1 0 0 0,0 0-1 0 0,1 0 1 0 0,-1 0 0 0 0,1 0-1 0 0,0-1 1 0 0,0 1 0 0 0,0 0-1 0 0,0-1 1 0 0,0 1 0 0 0,0-1-1 0 0,1 0 1 0 0,-1 1 0 0 0,1-1-1 0 0,0 0 1 0 0,-1-1 0 0 0,1 1 0 0 0,0 0-1 0 0,0-1 1 0 0,0 0 0 0 0,0 0-1 0 0,0 0 1 0 0,1 0 0 0 0,5 1-1 0 0,54 8-714 0 0,-52-8-1958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9:12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473 575 16184 0 0,'0'0'26'0'0,"-5"-3"48"0"0,-13-7 148 0 0,13 8 97 0 0,-22-26 1155 0 0,-8-28-212 0 0,33 55-784 0 0,-6 0 7006 0 0,10 3-7418 0 0,0 0 0 0 0,0 0 0 0 0,0 0 0 0 0,0 0 0 0 0,1 0 0 0 0,-1 0 1 0 0,1 0-1 0 0,-1-1 0 0 0,1 1 0 0 0,0-1 0 0 0,-1 0 0 0 0,1 0 0 0 0,0 0 0 0 0,0 0 0 0 0,4 0 0 0 0,1 0 25 0 0,0-1 1 0 0,1-1-1 0 0,-1 1 0 0 0,13-4 1 0 0,-14 3-57 0 0,133-11 522 0 0,-44 5-376 0 0,-70 4-141 0 0,12 0 33 0 0,1-2 0 0 0,72-20 1 0 0,-33 2 7 0 0,0 4 0 0 0,90-11-1 0 0,414-75 180 0 0,-501 89-211 0 0,152-9-1 0 0,12-1 34 0 0,426-103-26 0 0,-379 89-41 0 0,-173 28-7 0 0,-23 3 19 0 0,0 4 0 0 0,150 12 0 0 0,-221-6-25 0 0,-1 2 0 0 0,0 1 1 0 0,0 1-1 0 0,0 1 0 0 0,-1 1 0 0 0,1 1 0 0 0,-2 1 1 0 0,1 2-1 0 0,-1 0 0 0 0,22 15 0 0 0,-36-21-2 0 0,117 88 0 0 0,-105-76 0 0 0,0 1 0 0 0,-2 1 0 0 0,32 41 0 0 0,-12-8 2 0 0,-1-1 5 0 0,38 67 0 0 0,-65-100-4 0 0,-1 1 0 0 0,-1 0 0 0 0,-1 1 1 0 0,0 0-1 0 0,-1 0 0 0 0,-2 0 0 0 0,5 38 0 0 0,-9-51-1 0 0,0 0-1 0 0,0 0 1 0 0,0 0-1 0 0,-1 0 0 0 0,0 0 1 0 0,-1 0-1 0 0,0-1 1 0 0,0 1-1 0 0,0-1 0 0 0,-1 1 1 0 0,0-1-1 0 0,-7 12 1 0 0,3-8 0 0 0,0-1 0 0 0,0 0 0 0 0,-1 0 0 0 0,-1-1 1 0 0,0 0-1 0 0,0 0 0 0 0,-10 5 0 0 0,-12 7 3 0 0,-2-3 0 0 0,0-1-1 0 0,-64 22 1 0 0,-225 65 14 0 0,135-46 9 0 0,174-54-26 0 0,-143 48 26 0 0,-233 42 0 0 0,272-73-7 0 0,-174 20 22 0 0,-41-35 19 0 0,256-9-56 0 0,0-4-1 0 0,-100-22 1 0 0,96 13 3 0 0,-2 4-1 0 0,-83-2 1 0 0,-165 9 47 0 0,86 4-17 0 0,51-15-24 0 0,57 3-15 0 0,-270 3 0 0 0,396 11 0 0 0,-35 1 0 0 0,0-1 0 0 0,-70-11 0 0 0,100 8 0 0 0,1 0 0 0 0,0-1 0 0 0,0-1 0 0 0,1 0 0 0 0,-1-1 0 0 0,1 0 0 0 0,0-1 0 0 0,1 0 0 0 0,0-1 0 0 0,0 0 0 0 0,0-1 0 0 0,-10-12 0 0 0,6 4 0 0 0,2 0 0 0 0,0-2 0 0 0,1 1 0 0 0,1-2 0 0 0,-17-35 0 0 0,-37-109 0 0 0,65 159 0 0 0,-3-6 0 0 0,1 0 0 0 0,0 0 0 0 0,1 0 0 0 0,0-1 0 0 0,0-17 0 0 0,1 25 0 0 0,1 0 0 0 0,0 0 0 0 0,1 0 0 0 0,-1 0 0 0 0,1 0 0 0 0,0-1 0 0 0,0 1 0 0 0,0 0 0 0 0,0 1 0 0 0,1-1 0 0 0,0 0 0 0 0,-1 0 0 0 0,1 1 0 0 0,1-1 0 0 0,-1 1 0 0 0,1-1 0 0 0,-1 1 0 0 0,1 0 0 0 0,3-3 0 0 0,13-7 0 0 0,1 2 0 0 0,0 0 0 0 0,1 1 0 0 0,0 1 0 0 0,0 1 0 0 0,1 0 0 0 0,41-7 0 0 0,162-18-4 0 0,-213 32 3 0 0,187-15-1866 0 0,-180 15-245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9:13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19 8432 0 0,'0'0'920'0'0,"5"-3"-62"0"0,16-7-246 0 0,-16 7-102 0 0,4 0 6336 0 0,-10 17-6344 0 0,-1 0 0 0 0,-5 23 1 0 0,-3 13 83 0 0,8-34-435 0 0,-1 20 334 0 0,-1-1-1 0 0,-3-1 1 0 0,0 1-1 0 0,-22 57 1 0 0,22-76-347 0 0,-15 40 933 0 0,-53 90 1 0 0,75-145-968 0 0,-1 0 1 0 0,0 1-1 0 0,0-1 0 0 0,0 0 1 0 0,0 1-1 0 0,0-1 0 0 0,0 0 1 0 0,0 0-1 0 0,-1 0 0 0 0,1 0 1 0 0,0 0-1 0 0,-1 0 0 0 0,-2 1 1 0 0,0-6 741 0 0,8-11-589 0 0,-1 10-208 0 0,0-1 0 0 0,1 1 1 0 0,-1-1-1 0 0,1 1 0 0 0,1 0 1 0 0,-1 1-1 0 0,1-1 0 0 0,-1 1 0 0 0,1 0 1 0 0,0 0-1 0 0,10-5 0 0 0,9-5 65 0 0,32-14 0 0 0,-51 26-96 0 0,5-2 3 0 0,-1 0 0 0 0,1 1 1 0 0,0 1-1 0 0,0 0 0 0 0,0 0 0 0 0,0 1 0 0 0,0 0 1 0 0,0 1-1 0 0,0 0 0 0 0,0 0 0 0 0,0 1 0 0 0,0 1 0 0 0,0-1 1 0 0,0 2-1 0 0,11 3 0 0 0,-9-2-3 0 0,0 1-1 0 0,0 0 1 0 0,-1 1 0 0 0,1 1-1 0 0,-2-1 1 0 0,1 2 0 0 0,-1 0-1 0 0,0 0 1 0 0,0 0-1 0 0,-1 1 1 0 0,13 16 0 0 0,-12-12-8 0 0,-1 1 1 0 0,-1 0 0 0 0,0 0 0 0 0,-1 1-1 0 0,0-1 1 0 0,-1 2 0 0 0,-1-1-1 0 0,0 1 1 0 0,-1-1 0 0 0,2 20 0 0 0,-5-26-4 0 0,0 0 0 0 0,-1 0 1 0 0,0 0-1 0 0,-1 0 1 0 0,0 0-1 0 0,0 0 0 0 0,0 0 1 0 0,-1-1-1 0 0,-1 1 1 0 0,0 0-1 0 0,0-1 0 0 0,0 0 1 0 0,-1 1-1 0 0,0-1 1 0 0,-1-1-1 0 0,0 1 0 0 0,0-1 1 0 0,-1 0-1 0 0,0 0 1 0 0,-7 7-1 0 0,5-8 2 0 0,0 0-1 0 0,-1 0 1 0 0,0-1-1 0 0,0 0 1 0 0,0 0-1 0 0,0-1 1 0 0,-1-1-1 0 0,1 1 1 0 0,-1-2-1 0 0,0 1 1 0 0,0-1-1 0 0,0-1 1 0 0,0 0-1 0 0,-13 0 0 0 0,0-1 10 0 0,0-1-1 0 0,0-1 1 0 0,0-1-1 0 0,0-1 1 0 0,-26-9-1 0 0,1-3 35 0 0,-55-26 0 0 0,-17-8 76 0 0,120 50-128 0 0,-1-1 1 0 0,1 1-1 0 0,0 0 1 0 0,0-1-1 0 0,0 1 0 0 0,-1 0 1 0 0,1-1-1 0 0,0 1 1 0 0,0 0-1 0 0,0-1 0 0 0,0 1 1 0 0,0 0-1 0 0,0-1 0 0 0,0 1 1 0 0,0-1-1 0 0,0 1 1 0 0,0 0-1 0 0,0-1 0 0 0,0 1 1 0 0,0 0-1 0 0,0-1 0 0 0,0 1 1 0 0,0 0-1 0 0,0-1 1 0 0,1 1-1 0 0,-1 0 0 0 0,0-1 1 0 0,0 1-1 0 0,0 0 1 0 0,0-1-1 0 0,1 1 0 0 0,-1 0 1 0 0,0-1-1 0 0,1 1 0 0 0,3-3-139 0 0,-1 0-1 0 0,1 1 1 0 0,0-1-1 0 0,1 1 1 0 0,-1 0-1 0 0,0 0 1 0 0,8-2-1 0 0,-4 1-2485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2T05:19:14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41 180 3712 0 0,'0'0'3106'0'0,"-2"-4"-2655"0"0,-18-34 425 0 0,19 36-781 0 0,1 2-91 0 0,0-1 1 0 0,-1 0-1 0 0,1 1 1 0 0,0-1-1 0 0,0 1 1 0 0,-1-1 0 0 0,1 1-1 0 0,0-1 1 0 0,-1 1-1 0 0,1-1 1 0 0,-1 1-1 0 0,1-1 1 0 0,-1 1-1 0 0,1 0 1 0 0,-1-1-1 0 0,1 1 1 0 0,-1-1 0 0 0,1 1-1 0 0,-1 0 1 0 0,1 0-1 0 0,-1-1 1 0 0,1 1-1 0 0,-1 0 1 0 0,0 0-1 0 0,1 0 1 0 0,-1 0-1 0 0,0 0 1 0 0,0 0 0 0 0,-2-2 49 0 0,14 2-47 0 0,41 4 32 0 0,-10-1-31 0 0,59-3 1 0 0,178-43-4 0 0,-49 5-3 0 0,27-3-2 0 0,-246 40 0 0 0,3 1 0 0 0,1-2 0 0 0,27-4-1039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כ"א/אלול/תשפ"ג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7.png"/><Relationship Id="rId21" Type="http://schemas.openxmlformats.org/officeDocument/2006/relationships/image" Target="../media/image15.png"/><Relationship Id="rId7" Type="http://schemas.openxmlformats.org/officeDocument/2006/relationships/image" Target="../media/image8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24" Type="http://schemas.openxmlformats.org/officeDocument/2006/relationships/customXml" Target="../ink/ink11.xml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972107" y="2136338"/>
            <a:ext cx="8574783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השתלמות בהנדסת התכנה</a:t>
            </a:r>
          </a:p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(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Android, part II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)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ctr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Fragments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8054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17290" y="1126363"/>
            <a:ext cx="941442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לשימוש ב-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יש כלים "מקביליים" לא פחות טובים ממנו: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במספר אקטיביטי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ב-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AlertDialog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מעוצבים בהתאים לצורך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באקטיביטי אחת עם הסתרה ותצוגה של נתונים לפי הצורך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01649E0-1444-4137-2329-7D1C8266E4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679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880557"/>
            <a:ext cx="1085523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ב-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יכול להיות מחליף די נוח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לשימוש במספר אקטיביטי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מלבן 8">
            <a:extLst>
              <a:ext uri="{FF2B5EF4-FFF2-40B4-BE49-F238E27FC236}">
                <a16:creationId xmlns:a16="http://schemas.microsoft.com/office/drawing/2014/main" id="{E4FF5C57-9DB2-3610-3BFA-7FC167132598}"/>
              </a:ext>
            </a:extLst>
          </p:cNvPr>
          <p:cNvSpPr/>
          <p:nvPr/>
        </p:nvSpPr>
        <p:spPr>
          <a:xfrm>
            <a:off x="828855" y="3930445"/>
            <a:ext cx="10855236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הבדל בין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לבין אקטיביטי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הוא ש-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 יכול להופיע לבד,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אלא אך ורק כחלק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01649E0-1444-4137-2329-7D1C8266E4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18010" y="1765460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אחד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להשתמש במספר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הם מתחלפים אחד-אחד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בחלק מסוים של אקטיביטי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</p:spTree>
    <p:extLst>
      <p:ext uri="{BB962C8B-B14F-4D97-AF65-F5344CB8AC3E}">
        <p14:creationId xmlns:p14="http://schemas.microsoft.com/office/powerpoint/2010/main" val="2139040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811731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C4552B-B4E8-E371-06A4-6826F43DA084}"/>
              </a:ext>
            </a:extLst>
          </p:cNvPr>
          <p:cNvSpPr/>
          <p:nvPr/>
        </p:nvSpPr>
        <p:spPr>
          <a:xfrm>
            <a:off x="5476568" y="3500284"/>
            <a:ext cx="2477729" cy="30578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3240D-5C02-812B-C032-C9C6EFF00894}"/>
              </a:ext>
            </a:extLst>
          </p:cNvPr>
          <p:cNvSpPr/>
          <p:nvPr/>
        </p:nvSpPr>
        <p:spPr>
          <a:xfrm>
            <a:off x="5710083" y="5596157"/>
            <a:ext cx="2010697" cy="6642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חלק קבוע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A3717-2D91-3D8D-6289-FE5DC144A67C}"/>
              </a:ext>
            </a:extLst>
          </p:cNvPr>
          <p:cNvSpPr/>
          <p:nvPr/>
        </p:nvSpPr>
        <p:spPr>
          <a:xfrm>
            <a:off x="5710083" y="3677045"/>
            <a:ext cx="2010697" cy="16913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שטח לפרגמנטים</a:t>
            </a:r>
          </a:p>
          <a:p>
            <a:pPr algn="ctr"/>
            <a:r>
              <a:rPr lang="he-IL" dirty="0"/>
              <a:t>מתחלפים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A14B6-6143-9A2F-D2D6-48BF660A4879}"/>
              </a:ext>
            </a:extLst>
          </p:cNvPr>
          <p:cNvSpPr/>
          <p:nvPr/>
        </p:nvSpPr>
        <p:spPr>
          <a:xfrm>
            <a:off x="8595851" y="2344092"/>
            <a:ext cx="2010697" cy="16913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062D36-9D2C-4904-AD6B-AA322955BC4B}"/>
              </a:ext>
            </a:extLst>
          </p:cNvPr>
          <p:cNvSpPr/>
          <p:nvPr/>
        </p:nvSpPr>
        <p:spPr>
          <a:xfrm>
            <a:off x="5716227" y="1581172"/>
            <a:ext cx="2010697" cy="169136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23EFFB-A077-EAFD-E667-954D6ECF0F2E}"/>
              </a:ext>
            </a:extLst>
          </p:cNvPr>
          <p:cNvSpPr/>
          <p:nvPr/>
        </p:nvSpPr>
        <p:spPr>
          <a:xfrm>
            <a:off x="2673143" y="2347756"/>
            <a:ext cx="2010697" cy="16913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#3</a:t>
            </a: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DCA5C466-5E67-698D-ACD3-1729D3703CE6}"/>
              </a:ext>
            </a:extLst>
          </p:cNvPr>
          <p:cNvSpPr/>
          <p:nvPr/>
        </p:nvSpPr>
        <p:spPr>
          <a:xfrm flipH="1" flipV="1">
            <a:off x="7561006" y="4098713"/>
            <a:ext cx="1283108" cy="76944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1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5730B9EB-31EC-493E-49BF-E4A63C330F6A}"/>
              </a:ext>
            </a:extLst>
          </p:cNvPr>
          <p:cNvSpPr/>
          <p:nvPr/>
        </p:nvSpPr>
        <p:spPr>
          <a:xfrm flipV="1">
            <a:off x="4517920" y="4098711"/>
            <a:ext cx="1283108" cy="84691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1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EC321D6-0482-9A9E-B7CB-9254F9142092}"/>
              </a:ext>
            </a:extLst>
          </p:cNvPr>
          <p:cNvSpPr/>
          <p:nvPr/>
        </p:nvSpPr>
        <p:spPr>
          <a:xfrm>
            <a:off x="6513869" y="3379333"/>
            <a:ext cx="403123" cy="5358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4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3618271" y="508158"/>
            <a:ext cx="57896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1: יצירת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5F388-C1F7-C9C8-D761-A0798F9A4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5224"/>
            <a:ext cx="7458776" cy="4012454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11C10F2A-9958-9D87-CB80-95B36AA3A3B5}"/>
              </a:ext>
            </a:extLst>
          </p:cNvPr>
          <p:cNvSpPr/>
          <p:nvPr/>
        </p:nvSpPr>
        <p:spPr>
          <a:xfrm>
            <a:off x="7181103" y="2355421"/>
            <a:ext cx="5004620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עושים זאת ממש דומה ליצירת אקטיביטי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מקבלים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אותו זוג קבצים: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xml+java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7255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3618271" y="508158"/>
            <a:ext cx="57896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2: עיצוב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11C10F2A-9958-9D87-CB80-95B36AA3A3B5}"/>
              </a:ext>
            </a:extLst>
          </p:cNvPr>
          <p:cNvSpPr/>
          <p:nvPr/>
        </p:nvSpPr>
        <p:spPr>
          <a:xfrm>
            <a:off x="5794818" y="2658418"/>
            <a:ext cx="5789652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בשלב זה עושים דברים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 שעושים אותם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בעיצוב אקטיביטי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EAF3A3-243B-B5BF-E7E0-C3398D111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569" y="1410111"/>
            <a:ext cx="2943895" cy="514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5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104103" y="508158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3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פעילויות ב-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451D1-EEC7-3554-1C11-7B4D34A44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54" y="1277599"/>
            <a:ext cx="8443692" cy="54640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23489D8-FA5A-E913-EA1C-DEE21FA5F586}"/>
                  </a:ext>
                </a:extLst>
              </p14:cNvPr>
              <p14:cNvContentPartPr/>
              <p14:nvPr/>
            </p14:nvContentPartPr>
            <p14:xfrm>
              <a:off x="4143937" y="1131461"/>
              <a:ext cx="1657080" cy="462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23489D8-FA5A-E913-EA1C-DEE21FA5F5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4937" y="1122821"/>
                <a:ext cx="167472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07479E9-076A-902A-9635-B6478C6CBA1C}"/>
                  </a:ext>
                </a:extLst>
              </p14:cNvPr>
              <p14:cNvContentPartPr/>
              <p14:nvPr/>
            </p14:nvContentPartPr>
            <p14:xfrm>
              <a:off x="2022097" y="1634021"/>
              <a:ext cx="3731040" cy="777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07479E9-076A-902A-9635-B6478C6CBA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3457" y="1625381"/>
                <a:ext cx="3748680" cy="7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7BB9C5B-81FE-D1AC-4814-E56ED54A3EF7}"/>
                  </a:ext>
                </a:extLst>
              </p14:cNvPr>
              <p14:cNvContentPartPr/>
              <p14:nvPr/>
            </p14:nvContentPartPr>
            <p14:xfrm>
              <a:off x="2062057" y="2538701"/>
              <a:ext cx="7214760" cy="739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7BB9C5B-81FE-D1AC-4814-E56ED54A3EF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53057" y="2530061"/>
                <a:ext cx="7232400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F1E8304-0759-26A0-C25B-9735989B93F5}"/>
                  </a:ext>
                </a:extLst>
              </p14:cNvPr>
              <p14:cNvContentPartPr/>
              <p14:nvPr/>
            </p14:nvContentPartPr>
            <p14:xfrm>
              <a:off x="2418457" y="3290381"/>
              <a:ext cx="7671240" cy="459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F1E8304-0759-26A0-C25B-9735989B93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09457" y="3281381"/>
                <a:ext cx="768888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D9CB9C-0990-1730-DB69-A75B4526DEA9}"/>
                  </a:ext>
                </a:extLst>
              </p14:cNvPr>
              <p14:cNvContentPartPr/>
              <p14:nvPr/>
            </p14:nvContentPartPr>
            <p14:xfrm>
              <a:off x="5957257" y="1163861"/>
              <a:ext cx="141120" cy="223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D9CB9C-0990-1730-DB69-A75B4526DE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48257" y="1155221"/>
                <a:ext cx="1587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4518B0E-8CB0-E44E-CB5B-832594E52B41}"/>
                  </a:ext>
                </a:extLst>
              </p14:cNvPr>
              <p14:cNvContentPartPr/>
              <p14:nvPr/>
            </p14:nvContentPartPr>
            <p14:xfrm>
              <a:off x="5892457" y="1827701"/>
              <a:ext cx="295200" cy="313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4518B0E-8CB0-E44E-CB5B-832594E52B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83817" y="1819061"/>
                <a:ext cx="31284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2F6AB01-39C7-E570-718C-CDF92267B09B}"/>
                  </a:ext>
                </a:extLst>
              </p14:cNvPr>
              <p14:cNvContentPartPr/>
              <p14:nvPr/>
            </p14:nvContentPartPr>
            <p14:xfrm>
              <a:off x="9408217" y="2309021"/>
              <a:ext cx="392760" cy="393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2F6AB01-39C7-E570-718C-CDF92267B0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9577" y="2300021"/>
                <a:ext cx="410400" cy="41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A7C07CB-55A7-C6BA-B4E9-1F13428DE9EE}"/>
              </a:ext>
            </a:extLst>
          </p:cNvPr>
          <p:cNvGrpSpPr/>
          <p:nvPr/>
        </p:nvGrpSpPr>
        <p:grpSpPr>
          <a:xfrm>
            <a:off x="10218577" y="3206501"/>
            <a:ext cx="376560" cy="589680"/>
            <a:chOff x="10218577" y="3206501"/>
            <a:chExt cx="37656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40EAA8-EEF8-E45D-AAC7-896185549F0A}"/>
                    </a:ext>
                  </a:extLst>
                </p14:cNvPr>
                <p14:cNvContentPartPr/>
                <p14:nvPr/>
              </p14:nvContentPartPr>
              <p14:xfrm>
                <a:off x="10218577" y="3206501"/>
                <a:ext cx="294120" cy="293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40EAA8-EEF8-E45D-AAC7-896185549F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09577" y="3197861"/>
                  <a:ext cx="3117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CBD7D2-23C2-B2A3-23AD-60374B53E6F7}"/>
                    </a:ext>
                  </a:extLst>
                </p14:cNvPr>
                <p14:cNvContentPartPr/>
                <p14:nvPr/>
              </p14:nvContentPartPr>
              <p14:xfrm>
                <a:off x="10443217" y="3343301"/>
                <a:ext cx="151920" cy="452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CBD7D2-23C2-B2A3-23AD-60374B53E6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434217" y="3334661"/>
                  <a:ext cx="169560" cy="47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67E634-424C-AFDF-C70A-029426E3B11C}"/>
              </a:ext>
            </a:extLst>
          </p:cNvPr>
          <p:cNvGrpSpPr/>
          <p:nvPr/>
        </p:nvGrpSpPr>
        <p:grpSpPr>
          <a:xfrm>
            <a:off x="2389657" y="5942861"/>
            <a:ext cx="2497680" cy="490320"/>
            <a:chOff x="2389657" y="5942861"/>
            <a:chExt cx="249768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DFFAEB-04EF-58ED-4D5E-39054A6654A2}"/>
                    </a:ext>
                  </a:extLst>
                </p14:cNvPr>
                <p14:cNvContentPartPr/>
                <p14:nvPr/>
              </p14:nvContentPartPr>
              <p14:xfrm>
                <a:off x="2389657" y="5942861"/>
                <a:ext cx="1671840" cy="49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DFFAEB-04EF-58ED-4D5E-39054A6654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80657" y="5933861"/>
                  <a:ext cx="168948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699CF3-FD95-169E-FF72-61282FAA66BF}"/>
                    </a:ext>
                  </a:extLst>
                </p14:cNvPr>
                <p14:cNvContentPartPr/>
                <p14:nvPr/>
              </p14:nvContentPartPr>
              <p14:xfrm>
                <a:off x="4395217" y="6024941"/>
                <a:ext cx="236520" cy="353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699CF3-FD95-169E-FF72-61282FAA66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86577" y="6015941"/>
                  <a:ext cx="2541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6A9F48-1B2D-F7AB-2CFB-43C8025C1987}"/>
                    </a:ext>
                  </a:extLst>
                </p14:cNvPr>
                <p14:cNvContentPartPr/>
                <p14:nvPr/>
              </p14:nvContentPartPr>
              <p14:xfrm>
                <a:off x="4507537" y="5973821"/>
                <a:ext cx="379800" cy="65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6A9F48-1B2D-F7AB-2CFB-43C8025C198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98897" y="5964821"/>
                  <a:ext cx="397440" cy="8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01814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104103" y="508158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3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פעילויות ב-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451D1-EEC7-3554-1C11-7B4D34A44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52" y="1393987"/>
            <a:ext cx="8443692" cy="5464013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C7694FF-3747-E012-2705-8EEDD57C19F5}"/>
              </a:ext>
            </a:extLst>
          </p:cNvPr>
          <p:cNvSpPr/>
          <p:nvPr/>
        </p:nvSpPr>
        <p:spPr>
          <a:xfrm>
            <a:off x="7098889" y="1594028"/>
            <a:ext cx="1120877" cy="383458"/>
          </a:xfrm>
          <a:prstGeom prst="wedgeRoundRectCallout">
            <a:avLst>
              <a:gd name="adj1" fmla="val -308985"/>
              <a:gd name="adj2" fmla="val -5144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ירושה</a:t>
            </a:r>
            <a:endParaRPr lang="en-US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EEDC143-285D-45C1-F442-7A33F94213F4}"/>
              </a:ext>
            </a:extLst>
          </p:cNvPr>
          <p:cNvSpPr/>
          <p:nvPr/>
        </p:nvSpPr>
        <p:spPr>
          <a:xfrm>
            <a:off x="324465" y="1477243"/>
            <a:ext cx="1120877" cy="383458"/>
          </a:xfrm>
          <a:prstGeom prst="wedgeRoundRectCallout">
            <a:avLst>
              <a:gd name="adj1" fmla="val 90138"/>
              <a:gd name="adj2" fmla="val 13573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משתנים</a:t>
            </a:r>
            <a:endParaRPr lang="en-US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4FC3AA39-9981-A7CF-9ECB-A8B7114B7F03}"/>
              </a:ext>
            </a:extLst>
          </p:cNvPr>
          <p:cNvSpPr/>
          <p:nvPr/>
        </p:nvSpPr>
        <p:spPr>
          <a:xfrm>
            <a:off x="324465" y="2332650"/>
            <a:ext cx="1120877" cy="705518"/>
          </a:xfrm>
          <a:prstGeom prst="wedgeRoundRectCallout">
            <a:avLst>
              <a:gd name="adj1" fmla="val 102418"/>
              <a:gd name="adj2" fmla="val 5769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פעולה ראשית</a:t>
            </a:r>
            <a:endParaRPr lang="en-US" dirty="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5981DD66-7E8F-0CFD-CD91-548E5F2E851D}"/>
              </a:ext>
            </a:extLst>
          </p:cNvPr>
          <p:cNvSpPr/>
          <p:nvPr/>
        </p:nvSpPr>
        <p:spPr>
          <a:xfrm>
            <a:off x="324465" y="3483077"/>
            <a:ext cx="1120877" cy="1897679"/>
          </a:xfrm>
          <a:prstGeom prst="wedgeRoundRectCallout">
            <a:avLst>
              <a:gd name="adj1" fmla="val 137506"/>
              <a:gd name="adj2" fmla="val -3851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טיפוס-אב</a:t>
            </a:r>
          </a:p>
          <a:p>
            <a:pPr algn="ctr" rtl="1"/>
            <a:r>
              <a:rPr lang="he-IL" dirty="0"/>
              <a:t>(מכל)</a:t>
            </a:r>
          </a:p>
          <a:p>
            <a:pPr algn="ctr" rtl="1"/>
            <a:r>
              <a:rPr lang="he-IL" dirty="0"/>
              <a:t>שיכיל את </a:t>
            </a:r>
          </a:p>
          <a:p>
            <a:pPr algn="ctr" rtl="1"/>
            <a:r>
              <a:rPr lang="he-IL" dirty="0"/>
              <a:t>כל הרכיבים</a:t>
            </a:r>
            <a:endParaRPr lang="en-US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660E327B-8955-23F0-6944-B0190D10D53A}"/>
              </a:ext>
            </a:extLst>
          </p:cNvPr>
          <p:cNvSpPr/>
          <p:nvPr/>
        </p:nvSpPr>
        <p:spPr>
          <a:xfrm>
            <a:off x="6577777" y="6082453"/>
            <a:ext cx="2005784" cy="593649"/>
          </a:xfrm>
          <a:prstGeom prst="wedgeRoundRectCallout">
            <a:avLst>
              <a:gd name="adj1" fmla="val -194279"/>
              <a:gd name="adj2" fmla="val -1334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מחזירים טיפוס-אב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1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517057" y="4903292"/>
            <a:ext cx="858356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מקצים מקום לפרגמנטים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בשטח של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40A44-2E2F-DABA-4D73-9C8F9868B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729" y="2415452"/>
            <a:ext cx="4099915" cy="2027096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2104103" y="508158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4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הוספת מקום ל-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07585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04218" y="4578827"/>
            <a:ext cx="8583561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מגדירים משתנים עבור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"שטח לפרגמנט"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משתנים עבור כל פרגמנט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2104103" y="508158"/>
            <a:ext cx="730382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5: הוספת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F2249-1D24-2DA8-FE1E-811AE547B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599" y="2381592"/>
            <a:ext cx="6066801" cy="194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1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04219" y="5001615"/>
            <a:ext cx="858356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מבצעים "הופעת פרגמנט"</a:t>
            </a:r>
          </a:p>
          <a:p>
            <a:pPr algn="ctr" rtl="1"/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2104103" y="508158"/>
            <a:ext cx="730382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5: הוספת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22509-40A6-2DB9-043E-00F63351A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991" y="2166102"/>
            <a:ext cx="9473839" cy="26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10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04219" y="5306415"/>
            <a:ext cx="858356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מבצעים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קבלת ערכים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מתוך פרגמנט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59402-4FCD-16E4-F517-791B8D5C68F9}"/>
              </a:ext>
            </a:extLst>
          </p:cNvPr>
          <p:cNvSpPr/>
          <p:nvPr/>
        </p:nvSpPr>
        <p:spPr>
          <a:xfrm>
            <a:off x="8689644" y="0"/>
            <a:ext cx="26420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Fragments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2104103" y="508158"/>
            <a:ext cx="730382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5: הוספת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Fragment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1D72D-0799-AB37-18F7-5A2741DC5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03" y="1954708"/>
            <a:ext cx="8791488" cy="294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814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2335</TotalTime>
  <Words>229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Assistant</vt:lpstr>
      <vt:lpstr>Levenim MT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380</cp:revision>
  <dcterms:created xsi:type="dcterms:W3CDTF">2019-01-05T16:01:25Z</dcterms:created>
  <dcterms:modified xsi:type="dcterms:W3CDTF">2023-09-07T04:47:28Z</dcterms:modified>
</cp:coreProperties>
</file>