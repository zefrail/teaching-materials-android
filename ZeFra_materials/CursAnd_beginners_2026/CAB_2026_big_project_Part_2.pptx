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275" r:id="rId4"/>
    <p:sldId id="276" r:id="rId5"/>
    <p:sldId id="278" r:id="rId6"/>
    <p:sldId id="280" r:id="rId7"/>
    <p:sldId id="281" r:id="rId8"/>
    <p:sldId id="282" r:id="rId9"/>
    <p:sldId id="277" r:id="rId10"/>
    <p:sldId id="283" r:id="rId11"/>
    <p:sldId id="279" r:id="rId12"/>
    <p:sldId id="284" r:id="rId13"/>
    <p:sldId id="285" r:id="rId14"/>
    <p:sldId id="292" r:id="rId15"/>
    <p:sldId id="286" r:id="rId16"/>
    <p:sldId id="287" r:id="rId17"/>
    <p:sldId id="293" r:id="rId18"/>
    <p:sldId id="288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19:32.75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107 1 6553,'0'16'3130,"-2"31"-3132,-3-1 0,-14 67 0,9-66 13,3 1 0,-3 64 1,10-77 144,0 30 687,-14 117 1,-3-75 417,-5 191 1,23 1331 7598,1-1573-8860,2 0 0,3 0 0,2-1 0,3 0 0,2-1 0,2 0 0,3-1 0,42 84 0,257 448 0,-303-562 0,1-2 0,1 0 0,0 0 0,2-2 0,0 0 0,2-1 0,34 23 0,13 2 0,88 40 0,-92-51 0,35 15 0,133 44 0,112 16 0,-283-88 0,256 68 0,-214-64 0,117 11 0,557 16 0,515-63 0,-1072 20 0,87-2 0,-284-7 0,-4-1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19:34.79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239 182 6553,'-63'-73'179,"46"52"-183,-1 1 0,0 0 1,-35-28-1,95 114 4,-27-44 117,1-1 0,0 0 0,2-1 0,1-1 0,0 0 0,24 17 0,150 116 1488,32-12 30,-164-106-1287,-3 1 352,74 57 0,-11 1 571,-111-87-1179,0 1 0,0-1 1,21 9-1,-27-14-67,1 1 0,-1 0 0,1-1 0,0 0 1,-1 0-1,1 0 0,0-1 0,0 0 0,0 0 1,0 0-1,0 0 0,5-2 0,-38 51 573,-5-15-27,-1-1-1,-49 35 1,36-29-118,-60 41 767,-125 72 1,15-12 133,-130 72 534,343-210-1888,0 0 0,0 1 0,0-1 0,0 0 0,0-1 0,0 1 0,-1-1 0,-6 2 0,7-3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27:46.4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648 41 6553,'2'-10'3206,"-3"-12"-3446,0 14 426,-2 72-195,-12 74 0,-24 94 269,18-113 377,-188 869 5535,113-567-3738,40-64-191,38-222-1603,-57 311 81,40-256-578,29-154-143,-46 283 0,40-213 0,2 111 0,9-135 0,5 0 0,3-1 0,24 115 0,44 197 0,-73-379 0,1-2 0,0 0 0,1-1 0,0 1 0,1-1 0,0 0 0,1 0 0,0 0 0,1-1 0,10 13 0,9 8 0,44 39 0,-36-38 0,2-2 0,1-2 0,2-1 0,0-2 0,2-2 0,1-2 0,0-1 0,1-3 0,1-1 0,1-2 0,0-2 0,1-2 0,70 6 0,145-7 0,-168-9 0,0 4 0,150 26 0,-215-24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27:47.3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6553,'0'0'0,"0"0"0,0 0 0,0 0 0,0 0 0,0 0 0,0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27:50.9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 6553,'0'0'0,"0"0"0,0-2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27:52.73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268 1 6553,'0'0'164,"0"0"-164,0 0 0,0 0 0,0 0 0,0 0 0,0 0 0,0 0 0,0 0 0,0 0 0,0 0 0,0 0 0,0 0 0,0 0 0,0 0 0,0 0 0,8 18 1366,-2-5-1288,75 131 106,-65-119-18,1-1 1,1-1-1,36 35 1,-26-31 161,1 2 115,2-2 1,0 0-1,36 21 1,-36-29-137,-1 2 0,0 1 0,-1 2 0,-2 0 0,40 47 0,-64-69-286,14 20 221,1 0 1,1-2-1,1 0 0,0-2 0,34 24 0,-46-35-110,5 2 64,-45 17 549,-42 17 226,-85 36-1,98-52-516,2 3 1,1 3-1,-60 44 0,52-25 171,-1 1 350,-136 84 1,180-122-766,0 0 0,1 2 0,1 0 1,-33 36-1,55-41-160,-1-6-50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27:56.7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190 1798 6553,'0'0'0,"0"0"0,0 0 0,-1-2 0,0-1 0,-1 1 0,1-1 0,0 1 0,-1-1 0,0 1 0,1 0 0,-4-3 0,0-2 0,-10-13 0,1-2 0,2 0 0,0 0 0,1-1 0,2-1 0,0 0 0,1 0 0,-6-40 0,-8-119 0,-3-15 0,16 139 0,3 0 0,3-107 0,5 123 0,3 1 0,1 0 0,2 0 0,22-68 0,-23 94 0,0 0 0,1 0 0,1 1 0,1 0 0,0 1 0,1 0 0,0 1 0,20-18 0,2 1 0,2 2 0,42-28 0,-21 21 235,1 1-1,111-46 1,-128 65-84,1 1 0,1 3 0,-1 1 1,2 2-1,60-4 0,278 8 2073,4 0 160,472-16 2422,-690 22-3822,240-6 1477,-279-6-1870,132-4 732,44-6-1323,4-1 0,117 23 0,-414-2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27:58.4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103 1 6553,'0'0'2687,"0"0"-2687,0 0 0,0 0 0,0 0 0,0 0 0,0 0 0,11 16 0,11 3 0,36 20 0,9 8 0,9 16 193,72 55 792,-120-99-798,0-1-1,1-2 1,53 23-1,45 6 605,70 30 209,-189-73-955,-1 1 0,1-1 0,-1 0 0,11 0 0,19 6 123,-27-2-67,-1 0-1,0 1 1,0-1-1,-1 2 1,0-1 0,0 1-1,12 16 1,-11-14 51,-6-7-128,0 0-1,0 0 0,-1 0 1,0 0-1,1 1 1,-1-1-1,0 1 0,-1-1 1,1 1-1,-1 0 1,1 0-1,-1-1 0,0 1 1,-1 0-1,1 0 1,0 0-1,-1 0 0,0 0 1,0 0-1,-1 5 1,0 0 67,0 0 0,-1 0 1,0 0-1,0-1 0,-1 1 1,0-1-1,-1 1 0,1-1 0,-2 0 1,1 0-1,-1-1 0,0 0 1,-1 0-1,1 0 0,-1 0 1,-1-1-1,-13 11 0,-10 5 356,0-1 1,-66 33-1,74-42-326,-67 35 425,-279 165 2017,221-120-1992,-14 11 322,128-79-739,0 1-1,-46 47 1,72-64-154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3:10.7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579 409 6553,'0'0'2642,"0"0"-2642,0 0 0,0 0 0,0 0 0,0 0 0,-16 1 0,1 0 0,0 1 0,0 1 0,0 0 0,1 1 0,-1 1 0,1 0 0,0 1 0,-26 15 0,15-7 131,0 1 0,1 2 1,0 0-1,2 1 0,0 2 0,1 0 0,-33 41 0,25-21 152,1 1 0,1 2 0,-34 78-1,53-100-99,1 0 0,1 0 0,0 1 0,2-1 0,-4 42 0,7 115 970,2-109-907,-3-20-5,1-34-140,0 0 0,1 0 1,0 0-1,1 0 0,1 0 0,1 0 0,4 16 0,-4-24-28,1-1-1,-1 0 0,1 0 0,1 0 1,-1-1-1,1 1 0,0-1 1,0 0-1,1 0 0,-1-1 0,1 0 1,0 0-1,1 0 0,10 4 0,12 5 213,1-1 0,31 8 0,-23-9-49,13 6 237,1-3 0,1-2 0,0-2 1,81 4-1,1135-1 2449,-810-15-2370,898-39-552,-410 18 0,-862 22 0,915 41 0,-72-25 0,-600-17 0,725-11 0,-738-1 0,78 0 0,-364 14 0,1-2 0,-1-1 0,1-1 0,-1-1 0,0-2 0,-1-1 0,38-15 0,28-12-130,36-15-279,-111 41 345,-2 0 0,1-2 0,-1 1 0,29-26 0,-28 19-116,-2-1 0,0 0 0,0-1 0,-2-1 0,-1 0 0,0 0 0,-1-2 0,-2 0 0,0 0 0,-1 0 0,-1-1 0,-2-1 0,0 1 1,-1-1-1,2-35 0,-2-1-313,-2 0-1,-7-79 1,0 105 283,-1 1 0,-1-1 0,-2 1 1,-1 1-1,-22-52 0,22 67 36,0 1 0,-1 0 1,-1 0-1,-1 1 1,0 1-1,-1 0 0,0 0 1,-1 2-1,-23-18 1,-19-7-561,-79-42 0,81 50 328,-17-8 165,-2 2 0,-1 5-1,-2 2 1,-1 4 0,-1 3 0,-1 3 0,-133-12-1,-348 7 3017,-4 36-180,358-7-1616,-679 45 1839,2 29-1,797-72-2784,-14 2-33,-1215 85 0,125-53 0,687-32 0,-93 6 0,157 48 0,4 1 0,301-65 0,132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3:16.8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653 121 6553,'-2'-1'217,"-1"1"-1,1 0 0,-1 0 0,0 0 0,1 0 0,-1 0 0,0 1 0,1-1 1,-1 1-1,1 0 0,-1 0 0,1 0 0,-4 1 0,4-1-194,-27 9-22,1 1 0,0 2 0,1 0 0,0 2 0,1 1 0,1 1 0,0 1 0,-32 31 0,23-12 364,2 2 0,1 1 0,-47 79 1,39-46 424,-48 122 1,78-168-527,1 0 1,1 0-1,1 1 0,-3 51 0,9 115 687,3-172-791,0-1-1,1 1 0,1-1 0,0 0 0,2 0 1,1-1-1,1 1 0,11 18 0,5 6 294,3-2-1,42 51 1,-29-47 42,2-2 1,2-3 0,2-1 0,1-2 0,97 58-1,-110-77-172,1-2 0,62 23 1,81 14 868,-117-36-1062,52 15-129,255 69 0,-137-70 0,-41-9 0,28 8 0,346 8 0,-59-57 0,1-35 0,-296 29 0,255-39-1530,-9-40-285,-393 81 1264,-2-3-1,-1-3 0,105-61 0,156-129-1574,-275 183 1849,25-17-412,-3-3-1,-3-3 0,97-105 0,-131 121 348,-3-2 0,-1 0 0,-2-2 0,-2-1 1,-3 0-1,21-62 0,-38 90 201,0 0 1,0 0-1,-2-1 1,0 1 0,-1-1-1,-1 1 1,-1-1-1,0 1 1,-2-1-1,0 1 1,-6-20-1,-5-10-320,-2 2 0,-43-87 0,26 76 409,-2 3 0,-2 0 0,-55-58 0,83 101 118,-1 2 0,0-1 0,0 1 0,-1 1 0,-1 0 0,1 1-1,-1 0 1,0 0 0,-23-7 0,-2 1 205,0 2 1,-44-6-1,1 6 585,-133-2 1,57 6 263,-469-18 2307,501 29-2073,-211 37 0,15 0 437,-284-33 1539,354-10-2508,-15-8-822,148 2 0,-206 14 0,-253 8 0,362-16 0,136 2 0,-250 7 0,268-2 0,0 3 0,1 2 0,-86 27 0,110-25 0,3-1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5:19.3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777 97 6553,'0'0'0,"0"0"0,0 0 0,0 0 0,0 0 0,0 0 0,0 0 0,0 0 0,0 0 0,0 0 0,0 0 0,0 0 0,0 0 0,-16-8 0,7 1 6,-14-9 202,-34-19 0,47 30-123,0 1 0,0 0-1,0 1 1,0 0 0,0 0 0,-1 1 0,-11-1 0,-4 1 11,-1 1-1,1 1 1,0 1 0,0 1-1,-1 2 1,2 0 0,-1 2-1,1 1 1,-1 0 0,2 2-1,-41 21 1,31-12-49,18-11 152,0 2 0,1-1 1,0 2-1,0 0 0,-20 20 0,27-21-94,0 0 0,0 1 0,1 0 0,0 0-1,1 1 1,0 0 0,1 0 0,0 1 0,1-1 0,0 1 0,1 0 0,-4 23 0,3 7 274,2-1 1,5 64-1,-1-22-1,-2-74-315,1 0 0,0 0 0,0 1 0,0-1 0,1 0-1,1 0 1,0 0 0,7 15 0,-2-9 100,1 0-1,1-1 1,21 23-1,40 49 677,-27-32-192,1-1 0,76 66-1,-104-107-457,0 0-1,1-1 0,0-1 0,32 13 0,82 24 747,-94-34-672,8 1 197,1-1-1,1-2 1,-1-2 0,94 4-1,781-30 1122,-449-34-2665,-3-31-978,67-9 797,-441 77 1455,385-43 581,-108 66-148,-139 2-286,-87-5 78,146 26-1,141 44 337,-72-11-133,-58-41-394,-138-15-156,450-7-68,-527-4 0,-22 1-32,-35 2-35,-1-1-1,1-2 1,48-9 0,-71 8 52,0 1 0,0-1-1,0 0 1,0-1 0,-1 0 0,1-1 0,-1 1-1,0-1 1,-1-1 0,1 0 0,-1 0 0,0 0-1,0-1 1,-1 0 0,0 0 0,7-11 0,1-4-177,0 0 1,-2-1 0,0-1 0,-2 1 0,0-2 0,-2 1 0,-1-1 0,-1-1 0,-1 1 0,-1-1 0,1-31 0,-5 24-77,-1-1 0,-2 1 1,-1 0-1,-2 0 0,-12-40 0,14 58 132,-2 0-1,0 0 1,-1 1-1,0-1 1,-1 2-1,-1-1 1,0 1-1,-1 1 1,0-1-1,-1 2 0,0-1 1,-1 2-1,-15-12 1,-17-6-276,-2 2-1,0 2 1,-2 3 0,0 1 0,-1 2-1,-62-13 1,-10 5 160,-183-15 1,-75 14 2821,-578 35-1,7 15-150,3 0-218,-169-3-2201,-27-27 0,698 8 0,438-1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8:49.70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1623 30 6553,'0'0'0,"0"0"0,0 0 0,0 0 0,0 0 0,0 0 0,0 0 0,0 0 0,0 0 0,0 0 0,0 0 0,0 0 0,0 0 0,0 0 0,0 0 0,0 0 0,0 0 0,0 0 0,0 0 0,-26-3 0,22 3 1,-30-8 162,-1 1 1,-65-2 0,42 7 336,1 3 0,0 2 1,-1 3-1,-105 25 0,-71 53 878,154-53-909,-129 39 1146,152-48-1263,14-7-2,0 2 0,1 2 0,-49 30 0,74-37-170,1 0 0,1 1-1,0 0 1,1 2 0,1 0-1,0 0 1,1 1 0,0 1 0,1 0-1,1 0 1,1 1 0,-13 37 0,8-11 115,2 1 0,3 0 1,1 1-1,2 0 0,3 0 1,2 67-1,3-85-57,0-1-1,2 0 0,1-1 0,2 1 1,0-1-1,2 0 0,20 44 1,-18-45-104,1 0-1,1-1 1,1 0 0,2-1 0,0 0 0,1-2 0,1 0 0,1-1 0,1 0-1,0-2 1,2 0 0,0-2 0,39 23 0,-11-15-134,0-3 0,2-1 0,1-3 0,0-1 0,86 11 0,280 10 0,-326-33 0,407 12 0,-319-12 0,364-7 0,-172-3 0,-365 6 0,624-13 0,-214 5 0,-179 7 0,262 4 0,226-9 0,41-67 0,-454 43 0,150-24 0,-432 47-178,1-2 0,-2-1 0,1-2-1,-2-1 1,1-1 0,-2-2 0,0-1 0,-1-1 0,34-29 0,-39 28 9,-1-2-1,-1 0 1,-1-2 0,-1 0 0,-1-1-1,0-1 1,-2-1 0,-1 0 0,-2-1-1,16-42 1,-25 54 61,0 0 0,-2 0 0,0 0 0,0-1 0,-2 1 0,0 0 0,0-1 0,-2 1 0,0 0 0,0-1 0,-2 1 0,1 1 0,-8-16 0,0 0-144,-1 1 0,-2 1 0,-1 0 0,-1 1-1,-27-33 1,5 16-237,-2 3-1,-2 1 0,-1 2 1,-52-34-1,85 64 521,-16-10 64,0 1 0,-1 1 0,-1 1-1,0 2 1,-1 0 0,-32-8-1,-182-34-349,178 43-121,-228-38 1374,-581-22 0,-25 119 2266,311-5-1166,-225-34-403,-610-26-1695,1316 18 0,107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9:02.14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951 1897 6553,'0'0'0,"-21"-14"0,10 5 0,1 0 0,-1 0 0,1-1 0,1-1 0,0 1 0,1-2 0,0 1 0,0-1 0,-6-14 0,48 26 836,211 13 456,-70-2-127,320-8 1747,-80-3-570,-221 6-1014,133 2 814,163-28 861,-305 12-2549,182-18 456,-67-1-910,73-11 0,-172 3 0,224-32 0,-315 54-14,168-23-111,-196 21 43,109-33-1,-141 32-71,76-26 61,-106 34 55,-1 0 0,0-2 0,0 0 0,18-15 0,-30 19-35,0 0 0,-1 0-1,0 0 1,0-1-1,-1 0 1,0-1 0,0 1-1,-1-1 1,0 0 0,0 0-1,-1 0 1,0-1-1,0 1 1,-1-1 0,0 1-1,0-1 1,-1 0-1,0 0 1,-1 0 0,0 0-1,-2-14 1,-1-4-173,-2 1 1,0-1 0,-2 1-1,-1 0 1,-21-47-1,14 43-12,-1 1 0,-1 1-1,-40-50 1,-76-69-896,68 78 489,8 8-81,-4 3 1,-1 2 0,-103-69-1,120 95 505,-1 3 1,-1 2-1,-2 2 0,0 2 0,-1 3 0,-84-21 1,13 17 1202,-192-11 1,-125 23 850,403 9-1672,-467-16 2141,-254 4 1011,267 32-2545,-313 18 397,712-29-1145,1 3 0,0 4 0,-114 36 0,140-31 0,2 3 0,1 3 0,0 3 0,3 1 0,-69 50 0,-256 223 0,359-283 0,2 2 0,1 0 0,0 1 0,2 1 0,1 0 0,-25 48 0,31-50 0,2 1 0,0 0 0,1 0 0,2 1 0,0 0 0,2 0 0,1 0 0,-1 42 0,4-29 0,1-1 0,10 51 0,-8-71 0,1-1 0,1 0 0,0 0 0,1 0 0,0-1 0,1 0 0,1 0 0,10 14 0,4 0 0,0-1 0,2-1 0,1 0 0,1-2 0,30 22 0,-34-31 0,1 0 0,0-1 0,1-1 0,1-2 0,0 0 0,0-1 0,33 7 0,393 80 0,-387-77 0,-41-11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9:11.6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853 131 6553,'0'0'2642,"-27"0"-2642,-160-12 0,174 11 32,0 0 0,0 2 0,-1-1 1,1 2-1,0 0 0,0 0 0,-20 7 0,-2 4 202,-44 22 1,18-6-58,28-15 87,0 2 0,1 1 0,1 2 0,0 1 0,-38 32 0,59-43-176,1 0 1,-1 1-1,2 0 0,-1 0 1,1 1-1,1 0 1,0 0-1,1 1 0,0 0 1,0 0-1,1 1 0,1-1 1,0 1-1,1 0 1,1 0-1,-1 0 0,1 27 1,2-23 80,0 1 1,2 0 0,0 0-1,5 18 1,-5-28-109,1-1 0,0 0 0,0 0 0,0-1-1,1 1 1,0-1 0,0 1 0,1-1 0,0 0 0,0-1-1,0 1 1,8 5 0,12 6 206,-1-1 0,2-1 0,0-2 0,1 0 0,45 13 0,47 24 621,80 39 622,-165-77-1206,1-1 0,0-2 0,71 9-1,36-10 1086,202-16 1,192-44-1357,-415 38-35,113-15 2,246-25 0,3 30 0,82 42 0,-511-15 0,1012 17 0,-638-18 0,224 46 0,-384-21 0,361 1 0,2-36 0,-87-1 0,-25-1 0,27-1 0,-162 19 0,206-4 0,-466-10 0,0-6 0,211-47 0,-278 46-39,135-41-429,-172 47 415,0-1-1,0-1 0,-1-1 0,0-1 0,-1 0 0,0-2 1,16-14-1,-26 18-31,0 1 0,0-2 1,-1 1-1,0-1 0,-1 0 1,0 0-1,0-1 0,-1 1 0,-1-1 1,0-1-1,0 1 0,-1 0 1,-1-1-1,3-21 0,-5 23 6,1 0-1,-1-1 1,-1 1-1,0-1 1,0 1-1,-1-1 1,0 1-1,-1 0 1,0 0-1,-1 0 1,0 1 0,0-1-1,-1 1 1,0 0-1,-1 0 1,-13-16-1,-10-4-324,-2 1 0,-1 2-1,-1 1 1,-1 1 0,-72-36-1,34 25-315,-2 4-1,-88-24 1,52 26 788,-1 5 0,-1 6 0,-1 3 0,-139 2 0,-458 41 2742,498-15-2241,-958 20 3254,614-33-3523,-315 3 4,476 24-304,-18 0 0,-288-54 0,141-16 0,-2 26 0,447 15 0,-477 7 0,382-1 0,-459 45 0,480-26 0,-106 15 0,113-17 0,150-19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39:11.76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401 1 6553,'0'0'2622,"-2"0"-2622,-4 0 0,-6 0 0,-11 0 0,-11 0 0,-6 0 0,-3 0 0,-3 0 0,-3 2 0,-5 1 0,3 0 0,10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49:24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1297 9830,'2'1'342,"-1"1"-1,1-1 0,-1 1 1,1-1-1,-1 0 1,1 0-1,0 0 1,0 0-1,0 0 1,-1 0-1,1 0 1,0 0-1,3 0 1,1 1-140,13 6-206,-1-1 0,2-1 0,-1-1 0,27 3 0,84 5 32,-62-8 55,361 19 3702,-180-5-1103,0 1-414,-161-19-1351,23 0-88,134 20 0,-121-9-829,235-6 0,-218-8 0,94 4 0,243 34 0,180 8 0,1-50 0,-303-4 0,320-5 0,-675 15 0,139 1 0,220-27 0,-255 7-1200,0-6 1,197-72 0,180-124-3373,-463 212 4362,0-1 0,-1-1 0,-1-1 0,22-17 0,-35 25 120,1-1 1,-1 1-1,0-1 1,0 0-1,0 0 1,-1-1-1,0 1 1,0-1-1,0 1 1,-1-1-1,0 0 0,0 0 1,0 0-1,-1 0 1,1 0-1,-1 0 1,-1-1-1,0-9 1,-2-15-384,-2 0-1,-2 0 1,-1 1 0,-1 0 0,-21-52 0,20 65 348,0 0 0,-1 0 0,-1 1 1,0 1-1,-1-1 0,-1 2 1,0 0-1,-1 0 0,-25-18 1,-15-6-540,-82-45 1,102 63 613,-29-16 357,0 3 0,-3 2 0,0 3 0,-128-34 0,-2 13 128,-194-39 39,179 56 3076,-385-8-1,-337 88 3384,626-25-7025,-106-7 92,7 0 0,-160 14 0,434-24 0,-376 47 0,95-5 0,86-36 0,-58 5 0,344-13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49:24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629 1 9830,'-2'1'451,"0"1"0,0-1 1,0 1-1,0-1 0,0 0 0,-1 1 0,1-1 1,-1 0-1,1-1 0,-5 2 0,2 0-284,-67 25 269,-115 62 0,160-73-292,0 1 0,1 1 1,1 2-1,1 0 0,0 2 0,-39 47 0,43-43 213,2 0 1,0 1-1,-17 37 1,30-54-223,1 0 1,0 0-1,1 0 0,0 0 0,0 0 1,1 1-1,0-1 0,1 1 1,0 0-1,1 0 0,0-1 0,1 1 1,3 18-1,-1-20 22,1-1 0,0 0 0,0 0-1,0-1 1,1 1 0,0-1 0,1 0 0,0-1 0,0 1 0,0-1 0,1 0 0,0 0-1,7 4 1,16 10 909,57 28-1,49 17-133,152 48 0,152 23-1074,-334-108 142,-20-6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49:27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414 1260 9830,'60'23'4683,"4"-8"-3325,65 1-2313,-76-11 1535,990 150 9291,-941-137-9739,-1-4 0,2-4-1,0-6 1,197-15 0,759-162-4176,-1002 158 3359,0-2-1,-2-2 1,80-40 0,-97 39 229,-1-2-1,-1-1 1,-1-2 0,-2-1-1,46-46 1,-69 62 313,0-1-1,-1 1 1,-1-1-1,0-1 1,0 0-1,-2 0 1,8-16-1,-12 22 52,0 0 0,0-1 1,0 1-1,-1 0 0,0-1 0,-1 1 0,1-1 0,-1 1 0,0-1 0,-1 1 0,1-1 0,-2 1 0,1-1 0,0 1 0,-1 0 0,0 0 0,-5-10 0,-5-4-260,0 0 0,-1 0 0,-1 1-1,-1 1 1,-18-18 0,-94-78-1238,92 84 1472,-43-35 98,-3 3-1,-158-89 1,174 116 22,-2 3 1,-1 3-1,-2 4 1,-113-28-1,19 23 2513,-307-18 0,-168 54 3135,484 4-3171,-307 62-1,372-50-2329,1 4 1,2 4-1,1 4 0,-140 77 1,121-51-150,-152 117 0,239-162 0,0 1 0,2 1 0,0 1 0,1 0 0,0 1 0,-11 21 0,7-5 0,1 1 0,-22 62 0,23-49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49:27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9830,'0'0'5569,"2"2"-5569,12 6 0,20 5 0,24 4 0,32 0 0,16 0 0,-9-3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8T18:49:30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 1034 9830,'1'0'5286,"9"0"-5377,6 0 94,601 16 2190,-505-3-458,111 29 0,88 11 1848,-102-37-1672,146 17-1882,358 41-29,-680-72 0,776 25 0,-718-27 0,452-2 0,-1-33 0,-473 28 100,214-32-548,-246 31 45,0-2 1,-1-2-1,0 0 0,0-3 0,48-28 1,-48 22-104,-2-1 0,0-2 0,30-29 1,-52 41 326,0 0 0,-1 0 0,0-1 0,-1 0 1,0-1-1,-1 0 0,-1-1 0,0 0 0,-1 0 0,6-21 1,-12 31 92,0 0 1,0 0 0,-1 0 0,0 0-1,0 0 1,0 0 0,0 0 0,-1 0 0,0 0-1,0 0 1,0 0 0,0 0 0,-1 0-1,0 1 1,0-1 0,-5-7 0,-4-5-448,-1 0 0,-25-27 0,25 30 269,-52-57-593,-3 3 1,-3 3-1,-111-80 0,133 112 496,-1 2-1,-1 2 1,-2 2 0,0 3-1,-2 2 1,0 2-1,-59-12 1,-42 3 2793,-264-16 0,-164 34 3114,169 11-1279,-421 3-2560,180 15-1707,68 47 0,497-50 0,0 4 0,2 4 0,-136 53 0,118-30 0,3 4 0,-140 91 0,228-131 0,0 1 0,0 0 0,1 1 0,1 0 0,0 2 0,-12 15 0,17-18 0,1 0 0,0 1 0,1-1 0,0 1 0,1 1 0,0-1 0,1 1 0,1-1 0,-3 18 0,2 4 0,1 0 0,2 1 0,2-1 0,6 43 0,1-14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07:08.0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48,'100'-14,"672"12,-379 5,-218-2,224-5,-133-13,-184 11,6-1,108 5,76 32,-150-13,125-1,-152-16,160 21,-145-9,0-5,125-8,-96-1,658-9,-246 27,113-5,-415-13,324-31,-55 0,-155 25,559 5,-267 13,-277-8,79 31,-39 0,-145-22,168 3,58-2,172-3,-383-19,664 4,-702 29,86 3,367-27,-702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07:17.023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07:19.942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1 120,'236'-14,"68"-12,-24 0,-163 25,173-13,85-1,-54 7,330-7,-442 17,279 10,-436-12,1110-10,49 5,-671 7,-523-2,-13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07:34.164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07:36.41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0 107,'559'-21,"-179"13,-226 10,75-10,-158 5,443 0,-275 5,1948-2,-1721-14,-271 15,298-4,-264-21,7-1,294 23,-377 3,-153-1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07:58.449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41,'26'11,"-19"-8,-1-1,1 1,0-1,0 0,1-1,-1 0,14 1,6-1,-1 1,26 6,22 2,408-4,-278-8,565-19,-684 16,121-10,563-10,-264 20,276-14,-749 19,1281-3,-698 5,-283 18,12 0,-217-21,-120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21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24575,'0'0'0,"0"0"0,0 0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24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4355 24575,'0'0'0,"0"0"0,0 0 0,0 0 0,0 0 0,0 0 0,0 0 0,0 0 0,0 0 0,11 3 0,34 12 0,2-1 0,68 10 0,100 2 0,-107-14 0,52-1 0,0-7 0,185-18 0,-121-9 0,-49 4 0,-65 10 0,230-25 0,-186 18 0,162 3 0,-185 11 0,559-2 0,290-12 0,-61-59 0,-585 38 0,486-46 0,2 43 0,-18 28 0,125 0 0,316 25 0,98 0 0,-5-51 0,-1155 31 0,377-38 0,-3-27 0,-461 58 0,690-70 0,3 26 0,-235 20 0,-261 10 0,331-73 0,-201-18 0,-9-31 0,-215 76 0,103-49 0,-246 95 0,0-3 0,-2-2 0,57-46 0,302-292 0,-352 306 0,77-107 0,35-85 0,-120 172 0,-4-3 0,-4-2 0,50-144 0,-69 157 0,-5-1 0,-2-1 0,-5 0 0,10-150 0,-24 191 0,-1-1 0,-2 1 0,-2-1 0,-1 1 0,-2 1 0,-20-60 0,18 72 0,0 1 0,-1 0 0,-1 0 0,-2 1 0,0 1 0,-2 0 0,0 1 0,-1 1 0,-1 0 0,-30-24 0,-13-4 0,-114-67 0,131 91 0,-1 2 0,0 2 0,-86-24 0,-525-71 0,438 85 0,182 25 0,-63-11 0,-1 5 0,-110 2 0,25 14 0,-536 7 0,-132-13-1365,792 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27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15862 28 24575,'-986'-8'0,"681"0"0,-261-3 0,118 29 0,241-5 0,-162 23 0,37-3 0,10 1 0,-77 3 0,-351-23 0,510-1 0,47-1 0,-110 21 0,-8 0 0,-198-26 0,-452-1 0,568-8 0,-85-10 0,327 12 0,-571 18 0,-245 16 0,574-13 0,74-1 0,107-8 0,-35 1 0,103-14 0,36-1 0,-216 25 0,138 7 0,-366 12 0,313-42 0,-136-2 0,23-34 0,272 21 0,-117-40 0,125 33 0,-2 2 0,-76-10 0,73 22 0,0 3 0,-1 4 0,-120 13 0,-5 6 0,83-10 0,-169 35 0,-30 47 0,288-81 0,-4 4 20,-1 1 0,2 2 0,0 1 0,0 2 0,-56 43 0,20-6-763,-80 84 1,100-89-6084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28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 1 24575,'-1'2'0,"-1"0"0,1 0 0,-1 0 0,1 1 0,0-1 0,0 0 0,0 1 0,0-1 0,0 1 0,1-1 0,-1 1 0,0 3 0,-1 2 0,-34 127 0,-96 316 0,99-356 0,-20 102 0,45-155 0,2-1 0,2 1 0,1 0 0,2 0 0,6 53 0,48 237 0,-3-29 0,-18-96 0,-22-161 0,2-1 0,25 64 0,-28-92 0,1 0 0,0 0 0,1-1 0,22 25 0,-18-22 0,0 0 0,16 27 0,-8-3 0,86 145 0,-102-179 0,1 0 0,-1 0 0,2 0 0,0-1 0,0 0 0,0-1 0,1 0 0,17 10 0,11 3 0,42 15 0,-55-25 0,2 0-1365,-4-1-5461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28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24575,'0'0'0,"0"0"0,0 0 0,3 0 0,4 0 0,6 0 0,8 2 0,6 3 0,6 1 0,4 1 0,0 0 0,-4-1 0,-5 0 0,-5-1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30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562 132 24575,'0'-131'0,"-3"131"0,0 0 0,0 1 0,1 0 0,-1-1 0,1 1 0,-1 0 0,0 0 0,-2 2 0,-10 7 0,0 1 0,0 0 0,1 1 0,-18 20 0,-47 61 0,55-63 0,-68 102 0,47-62 0,9-13-273,3 3 0,2 1 0,3 1 0,-38 123 0,57-154-6553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31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24575,'0'0'0,"0"0"0,0 0 0,0 0 0,0 0 0,0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31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24575,'0'0'0,"7"0"0,51 2 0,16 2-8191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56.5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2042 621 24575,'-6'0'0,"-119"5"0,108-3 0,1 1 0,-1 1 0,1 0 0,0 1 0,-22 10 0,-293 120 0,256-106 0,0 4 0,3 2 0,1 4 0,-96 70 0,55-24 0,-173 170 0,200-165 0,3 4 0,5 4 0,-91 152 0,143-205 0,1 1 0,2 2 0,3 0 0,1 1 0,3 1 0,-14 84 0,12-24 0,-4 166 0,22 110 0,-1-369 0,3 43 0,3 0 0,2 0 0,3 0 0,2-1 0,3-1 0,3 0 0,2-2 0,2 0 0,34 56 0,-31-70 0,2-1 0,61 69 0,80 63 0,-115-123 0,1-3 0,3-2 0,2-2 0,2-3 0,132 63 0,-116-65 0,-50-22 0,1-2 0,0-1 0,47 14 0,-37-21 0,0-1 0,75 0 0,-61-3 0,-16-1 0,26 1 0,80 12 0,-20 11 0,-109-24 0,-1 0 0,1 0 0,24-4 0,4 2 0,72 2 0,-10 1 0,195-21 0,-30-16 0,44-6 0,148-15 0,-349 47 0,273-17 0,182-25 0,-4-37 0,-250 36 0,567-41 0,-36 46 0,3 42 0,554-12 0,-483-36 0,-146 21 0,475-28 0,58-47 0,-657 20 0,-5-34 0,-449 82 0,526-88 0,227 37 0,-447 47 0,372-74 0,230-152 0,-579 134 0,-500 129 0,405-109 0,-304 75 0,165-76 0,-218 83 0,53-24 0,209-132 0,-290 157 0,-1-3 0,-2-1 0,-1-2 0,50-63 0,111-186 0,-167 234 0,-3-2 0,-2-1 0,-3-1 0,-2-1 0,-3-2 0,-2 0 0,15-92 0,-32 146 0,30-253 0,-30 222 0,-1 1 0,-1-1 0,-2 1 0,-2 0 0,-11-44 0,7 44 0,-29-69 0,33 93 0,-2 1 0,1-1 0,-1 1 0,-1 0 0,0 1 0,-1 0 0,0 0 0,0 0 0,-13-9 0,-14-5 0,0 2 0,-1 2 0,-1 1 0,-1 2 0,-48-15 0,34 12 0,-18-4 0,-1 3 0,-122-20 0,-149 1 0,242 31 0,-242-21 0,-365 17 0,632 16 0,-811 5 0,459-39 0,-7 0 0,-1 37 0,-883 110 0,807-92 0,10-1 0,-140 21 0,553-39 0,-550 18-1365,597-23-5461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56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1326 3 24575,'-6'-1'0,"0"0"0,0 1 0,0-1 0,0 1 0,-8 2 0,-6-1 0,-292 5 0,-115 0 0,-60-19-1365,451 13-5461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57.3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3305 43 24575,'-6'-1'0,"0"0"0,0 1 0,0 0 0,1 0 0,-9 1 0,-5 0 0,-92-1 0,-558-10 0,-211-19 0,703 25 0,-508 8 0,4 24-1365,642-29-5461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09:58.4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5688 3 24575,'-3'0'0,"-1"-1"0,1 0 0,0 1 0,-1 0 0,1 0 0,-1 0 0,1 0 0,-5 1 0,-7 0 0,-338 13 0,-20-1 0,-637-14 0,788 1 0,-488 8 0,-1 11 0,482-7 0,-13 1 0,151-12 0,-220 11 0,116 1 0,-7 0 0,155-7 0,1 1 0,-62 20 0,-33 14 0,-144 50 0,133-18 100,108-48-833,-87 33 1,97-47-6094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10:30.93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1344 1015 24575,'0'0'0,"0"-16"0,1 9 0,0-1 0,0 1 0,0 0 0,1 0 0,0 0 0,1 0 0,0 0 0,0 0 0,0 1 0,5-8 0,-3 5 0,0-1 0,0 0 0,5-16 0,-10 24 0,1 1 0,-1-1 0,0 1 0,1-1 0,-1 0 0,0 1 0,0-1 0,0 0 0,0 1 0,-1-1 0,1 0 0,0 1 0,-1-1 0,1 1 0,-1-1 0,1 1 0,-1-1 0,0 1 0,0-1 0,1 1 0,-1-1 0,-2 0 0,1-1 0,-1 1 0,1 0 0,-1 0 0,0 0 0,0 0 0,0 1 0,0-1 0,0 1 0,0 0 0,-5-1 0,-10-2 0,1 1 0,-1 1 0,-25 0 0,32 2 0,-19 0 0,1 1 0,0 2 0,0 0 0,0 2 0,1 1 0,0 2 0,-40 15 0,24-4 0,1 2 0,1 2 0,-68 50 0,-31 15 0,91-60 0,-68 52 0,105-68 0,0 0 0,1 1 0,0 1 0,1 0 0,1 0 0,0 1 0,-10 21 0,-48 122 0,34-73 0,7-24 0,-46 115 0,40-100 0,24-59 0,1 1 0,1 0 0,0 1 0,1 0 0,1 0 0,1 0 0,1 0 0,-2 26 0,5-13 0,1 22 0,-3 0 0,-11 76 0,2-63 0,4 1 0,3 0 0,2 1 0,4-1 0,13 91 0,10 233 0,-20-337 0,2 0 0,3-1 0,18 59 0,-8-35 0,30 154 0,-27-141 0,32 107 0,-46-172 0,1-1 0,1 0 0,1-1 0,1 0 0,24 30 0,-10-19 0,64 90 0,-80-111 0,0 1 0,0-2 0,2 1 0,-1-2 0,2 1 0,-1-2 0,31 20 0,117 56 0,-135-75 0,6 6 0,0-3 0,2-1 0,0-1 0,0-2 0,69 14 0,38-9 0,-1-5 0,206-12 0,-40-12 0,-157 7 0,-114 3 0,52-11 0,19-3 0,125 9 0,49-5 0,641-72 0,-450 43 0,364-3 0,-301 21 0,161-24 0,-193 11 0,522 19 0,-184 10 0,908-66 0,518-81 0,-1202 104 0,-492 34 0,681-107 0,-853 64 0,969-162 0,-722 63 0,-11-41 0,-24 7 0,-120 33 0,-370 112 0,221-121 0,-221 98 0,318-206 0,-392 238 0,-2-1 0,-3-3 0,-1-1 0,-2-2 0,-2-2 0,-2-1 0,-2-2 0,-3-1 0,-1-2 0,-4-1 0,-1-1 0,16-60 0,46-199 0,-78 265 0,-1-1 0,-3 0 0,-2 0 0,-5-71 0,-5 36 0,-5 0 0,-3 0 0,-4 1 0,-42-117 0,53 180 0,-2 2 0,0 0 0,-1 0 0,-1 1 0,0 0 0,-2 1 0,0 0 0,-22-20 0,15 19 0,-2 1 0,0 0 0,-1 2 0,-1 1 0,-1 1 0,-27-12 0,-31-7 0,-1 4 0,-1 3 0,-148-25 0,-270-7 0,464 54 0,-77-4 0,-1 5 0,0 5 0,-132 20 0,-915 57 0,1041-78 0,-407 11 0,-358 58 0,636-46 0,-42 4 0,-564 42 0,588-60 0,-318-30 0,346-3 0,-352-22 0,396 37 0,-216 1 0,-223 49 0,-454 12 0,83 4 0,186-2 0,534-64 0,40-1 0,-228 34 0,2 26 0,-341 23 0,517-65 0,-371 20 0,-378 12 0,766-29 0,-27 1 0,-79 7 0,-15 1 0,-123-23 0,-207 3 0,657 4 0,-89 17 0,1 1 0,135-20 0,0 0 0,0 2 0,0 1 0,1 2 0,0 1 0,-52 23 0,37-10 0,-1-3 0,-1-1 0,-75 18 0,-220 61-1365,295-83-5461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1T08:10:49.174"/>
    </inkml:context>
    <inkml:brush xml:id="br0">
      <inkml:brushProperty name="width" value="0.3" units="cm"/>
      <inkml:brushProperty name="height" value="0.6" units="cm"/>
      <inkml:brushProperty name="color" value="#969696"/>
      <inkml:brushProperty name="tip" value="rectangle"/>
      <inkml:brushProperty name="rasterOp" value="maskPen"/>
      <inkml:brushProperty name="ignorePressure" value="1"/>
    </inkml:brush>
  </inkml:definitions>
  <inkml:trace contextRef="#ctx0" brushRef="#br0">207 264,'0'0,"0"0,0 0,-9-1,-1 0,0-1,1 0,0-1,0 0,0-1,-15-7,-33-12,54 22,0 0,0 0,0-1,-1 1,1-1,1 0,-1 0,0 0,0 0,1 0,-3-3,-14-12,14 13,10 5,11 1,514 9,123 15,-545-23,0-5,129-19,175-33,-314 44,134 4,-148 7,-1-3,132-22,292-42,4 42,372 20,-486 6,313-2,-700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11:18.57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1 421 24575,'19'-16'0,"137"-86"0,-83 57 0,79-63 0,-133 92 0,51-45 0,-63 54 0,0 0 0,-1-1 0,0 1 0,0-1 0,-1 0 0,0-1 0,5-9 0,-20 45 0,-8 42 0,7-21 0,-3 7 0,-2-1 0,-3-1 0,-50 100 0,56-130 0,-50 97 0,57-105 0,0 1 0,1-1 0,1 1 0,1 0 0,0 0 0,-1 23 0,-10 42-1365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11:20.67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24575,'465'0'-1365,"-448"0"-5461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11:37.9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274 170 24575,'-1'0'0,"-1"0"0,1-1 0,0 1 0,-1-1 0,1 1 0,0-1 0,0 1 0,0-1 0,0 0 0,0 1 0,0-1 0,0 0 0,0 0 0,0 0 0,0 0 0,0 0 0,0 0 0,0 0 0,1 0 0,-1 0 0,0-1 0,1 1 0,-1 0 0,1 0 0,0-1 0,-1 1 0,1 0 0,0 0 0,0-1 0,-1 1 0,1-2 0,-1-48 0,1 43 0,1-60 0,-1 67 0,1 0 0,0 1 0,-1-1 0,1 0 0,0 0 0,-1 1 0,1-1 0,0 0 0,0 1 0,-1-1 0,1 1 0,0-1 0,0 1 0,0-1 0,0 1 0,0 0 0,0-1 0,0 1 0,0 0 0,0 0 0,0 0 0,0-1 0,0 1 0,0 0 0,0 0 0,1 1 0,28-1 0,-22 2 0,-1-1 0,0 1 0,0 1 0,-1-1 0,1 1 0,0 0 0,-1 1 0,0-1 0,1 1 0,-2 1 0,10 7 0,8 9 0,28 34 0,-29-31 0,-20-20 0,1-1 0,-1 1 0,1-1 0,-1 1 0,0 0 0,0 0 0,-1 0 0,1 0 0,-1 0 0,0 0 0,0 1 0,0-1 0,0 0 0,-1 1 0,0-1 0,0 0 0,0 1 0,-1-1 0,1 0 0,-1 1 0,0-1 0,0 0 0,0 0 0,-1 0 0,0 0 0,-2 5 0,-6 9 0,0 0 0,-1-1 0,-1 0 0,-17 19 0,17-23 0,-1 0 0,0-1 0,-1 0 0,0-1 0,-21 12 0,-87 42 0,38-22 0,-24 25 0,101-63 0,5-4 0,8 1 0,3 0 0,39 7 0,84 3 0,-60-7 0,-37-4 0,-1-2 0,1-1 0,-1-2 0,57-13 0,-53 9 0,0 1 0,0 3 0,51-1 0,-40 6-1365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14.33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51 24575,'0'0'0,"0"0"0,0 0 0,0 0 0,0 0 0,0 0 0,0 0 0,0 0 0,0 0 0,0 0 0,0 0 0,0 0 0,0 0 0,0 0 0,0 0 0,0 0 0,0 0 0,18-6 0,23-8-682,71-14-1,-96 26-6143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15.93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379 2 24575,'38'-2'0,"46"3"0,-78-1 0,0 1 0,0 0 0,0 0 0,0 1 0,0 0 0,0 0 0,0 0 0,0 1 0,-1 0 0,9 5 0,-13-7 0,0 0 0,0 1 0,1-1 0,-1 1 0,0-1 0,0 1 0,-1-1 0,1 1 0,0 0 0,-1 0 0,1-1 0,0 1 0,-1 0 0,0 0 0,0-1 0,1 1 0,-1 0 0,0 0 0,0 0 0,-1 0 0,1-1 0,0 1 0,0 0 0,-1 0 0,1 0 0,-1-1 0,0 1 0,0 0 0,1-1 0,-1 1 0,0-1 0,-2 3 0,-3 6 0,0-1 0,-1 0 0,-13 15 0,-5-1 0,-1-2 0,-1 0 0,-1-2 0,-1-1 0,-40 19 0,-19 13 0,48-31 0,38-18 0,-1 0 0,1 0 0,-1 0 0,1-1 0,-1 1 0,1-1 0,-1 1 0,1-1 0,-1 0 0,0 0 0,1 0 0,-1-1 0,1 1 0,-6-2 0,13 3 0,0-1 0,-1 1 0,1-1 0,0 0 0,0 0 0,6-2 0,3 1 0,23-2 0,0-2 0,45-13 0,-54 11 0,1 1 0,-1 1 0,1 1 0,0 2 0,30 1 0,-55 1 0,-1 1 0,0-1 0,1 1 0,-1 0 0,0 1 0,0-1 0,0 0 0,0 1 0,0 0 0,0 0 0,0 0 0,3 3 0,32 34 0,-31-31 0,0 0 0,0-1 0,13 10 0,-19-16 0,0 0 0,0 1 0,0-1 0,0 0 0,0 1 0,0-1 0,0 1 0,0-1 0,-1 1 0,1-1 0,-1 1 0,1 0 0,-1-1 0,1 1 0,-1 0 0,0-1 0,0 1 0,0 0 0,0-1 0,0 1 0,0 0 0,0 0 0,-1-1 0,1 1 0,-1-1 0,1 1 0,-1 0 0,1-1 0,-2 3 0,0 1 0,-1 0 0,1-1 0,-1 1 0,0 0 0,0-1 0,0 0 0,0 0 0,-6 5 0,-4 2 0,0-2 0,-1 0 0,0-1 0,0 0 0,-1-1 0,0 0 0,0-2 0,-1 1 0,-17 2 0,-1-2 0,-2-2 0,1-1 0,-40-2 0,-256-1-1365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18.29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422 10 24575,'-1'-6'0,"2"2"0,-8 9 0,-97 87 0,64-60 0,-43 45 0,-104 135 0,191-213 0,0 0 0,0 0 0,0 0 0,1 0 0,-1 1 0,0 0 0,0 0 0,0 0 0,8 1 0,4 0 0,69-5 0,165-30 0,-218 28 0,11 2 0,15-3 0,-54 7 0,0-1 0,0 0 0,0-1 0,0 1 0,0-1 0,0 0 0,0 0 0,-1 0 0,1 0 0,4-5 0,5-19 0,-12 19 0,-7 20 0,-20 40 0,-2-1 0,-3-2 0,-46 60 0,-124 130 0,201-240-101,0 0 81,0 0 0,0 0-1,1 0 1,-1 0-1,0 1 1,0-1 0,0 0-1,0 0 1,0 0-1,1 0 1,-1 0 0,0 0-1,0 0 1,0 0 0,0 0-1,0 0 1,0 0-1,1 0 1,-1 0 0,0 1-1,0-1 1,0 0-1,0 0 1,0 0 0,0 0-1,0 0 1,0 0-1,0 1 1,1-1 0,-1 0-1,0 0 1,0 0-1,0 0 1,0 0 0,0 1-1,0-1 1,0 0-1,0 0 1,0 0 0,0 0-1,0 0 1,0 1-1,0-1 1,0 0 0,0 0-1,0 0 1,0 0 0,-1 0-1,1 1 1,0-1-1,0 0 1,0 0 0,0 0-1,0 0 1,0 0-1,0 0 1,0 1 0,0-1-1,-1 0 1,1 0-1,0 0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19.4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461 0 24575,'0'0'0,"0"0"0,-13 12 0,-27 29 0,2 2 0,2 1 0,1 2 0,3 1 0,-35 68 0,-3 21 0,-50 87 0,113-218 120,7-5-143,0 1 0,0-1 0,0 0 1,0 0-1,-1 0 0,1 0 0,0 0 0,0 0 0,0 0 1,0 0-1,0 0 0,0 0 0,0 0 0,0 0 0,-1-1 0,1 1 1,0 0-1,0 0 0,0 0 0,0 0 0,0 0 0,0 0 1,0 0-1,0 0 0,0 0 0,0 0 0,0 0 0,-1 0 0,1 0 1,0 0-1,0 0 0,0-1 0,0 1 0,0 0 0,0 0 0,0 0 1,0 0-1,0 0 0,0 0 0,0 0 0,0 0 0,0 0 1,0-1-1,0 1 0,0 0 0,0 0 0,0 0 0,0 0 0,0 0 1,0 0-1,0 0 0,0 0 0,0-1 0,0 1 0,0 0 1,0 0-1,0 0 0,0 0 0,1 0 0,-1 0 0,0 0 0,0 0 1,0 0-1,0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19.90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795 1 24575,'25'1'0,"-1"2"0,1 1 0,-1 1 0,0 0 0,0 2 0,40 18 0,-58-22 0,0 0 0,-1 0 0,1 0 0,-1 1 0,0 0 0,0 0 0,0 0 0,-1 1 0,1 0 0,-1 0 0,0 0 0,3 7 0,-1-3 0,-2 1 0,1-1 0,-1 1 0,-1 0 0,0 0 0,0 1 0,1 10 0,-2-6 0,-1-1 0,0 0 0,-1 0 0,-1 1 0,0-1 0,-1 0 0,0 0 0,-2 1 0,1-2 0,-1 1 0,-8 17 0,0-12 0,0 1 0,-1-2 0,-1 0 0,-1 0 0,0-2 0,-1 1 0,-1-2 0,0-1 0,-35 23 0,10-11 0,0-3 0,-2-1 0,-71 25 0,58-28 0,-1-3 0,-106 17 0,129-29 0,0-1 0,-1-1 0,1-3 0,0 0 0,-1-3 0,-37-8 0,66 11 0,0 0 0,0-1 0,1 0 0,-1 0 0,1 0 0,0-1 0,-1 0 0,1 0 0,0 0 0,1-1 0,-1 0 0,-5-5 0,11 8-14,-1 1 1,1-1-1,0 1 0,0-1 0,0 1 0,0-1 1,-1 1-1,1-1 0,0 1 0,0-1 1,0 1-1,0-1 0,0 0 0,0 1 0,0-1 1,0 1-1,1-1 0,-1 1 0,0-1 0,0 1 1,0-1-1,1 1 0,-1-1 0,0 1 0,0 0 1,1-1-1,-1 1 0,0-1 0,1 1 0,-1-1 1,1 1-1,-1 0 0,0-1 0,1 1 1,-1 0-1,1-1 0,2-1-841,3-4-5971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20.6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1 104 24575,'29'-2'0,"0"-2"0,0 0 0,49-15 0,-18 5 0,36-10 0,68-12 0,-145 35-1365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22.4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961 1 24575,'-20'0'0,"1"1"0,0 1 0,0 1 0,0 1 0,1 0 0,-1 2 0,1 0 0,0 1 0,1 1 0,-1 0 0,2 1 0,-1 1 0,1 1 0,1 0 0,0 1 0,0 1 0,1 0 0,1 1 0,0 0 0,-16 26 0,-30 45 0,4 2 0,4 2 0,-65 158 0,110-232 0,1 0 0,0 0 0,2 0 0,-1 0 0,2 1 0,0-1 0,1 1 0,1 0 0,1 15 0,0-20 0,1-1 0,0 0 0,1 1 0,0-1 0,0 0 0,1-1 0,1 1 0,-1-1 0,2 0 0,-1 0 0,1 0 0,0-1 0,1 1 0,9 8 0,-7-9 0,1 1 0,-1-2 0,1 1 0,0-1 0,1-1 0,0 0 0,0 0 0,0-1 0,1-1 0,-1 0 0,24 5 0,-26-8 0,0 0 0,-1 0 0,1-1 0,0 0 0,0-1 0,0 0 0,-1-1 0,1 1 0,0-2 0,-1 1 0,1-1 0,-1 0 0,0-1 0,0 0 0,-1 0 0,1-1 0,9-8 0,-9 7 0,-1 0 0,0 0 0,0-1 0,-1 0 0,1-1 0,-2 1 0,1-1 0,-1 0 0,0-1 0,-1 1 0,0-1 0,0 0 0,-1 0 0,0 0 0,-1 0 0,0-1 0,0 1 0,-1-1 0,0 1 0,-1-1 0,-1-11 0,1 7 0,0-1 0,-1 0 0,-1 1 0,-1-1 0,0 1 0,-9-27 0,10 35 0,-1 1 0,0-1 0,0 1 0,-1 0 0,1 0 0,-1 0 0,0 0 0,0 1 0,-1-1 0,1 1 0,-1 0 0,0 1 0,0-1 0,0 1 0,-1 0 0,1 0 0,-1 1 0,0-1 0,-7-1 0,-4 0 0,0 1 0,0 1 0,0 1 0,-1 0 0,1 1 0,0 1 0,0 0 0,-26 6 0,-14 6 0,-64 24 0,44-9-682,-74 38-1,96-38-6143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29.7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0 231 24575,'0'0'0,"0"0"0,0 0 0,0 0 0,0 0 0,0 0 0,0 0 0,0 0 0,28-10 0,-12 3 0,303-70 0,-94 27 0,-193 41 0,74-21 0,-91 26 0,-2-2 0,1 0 0,0-1 0,-1 0 0,14-11 0,-29 21 0,0 0 0,1 1 0,0-1 0,0 0 0,-1 1 0,2-1 0,-1 1 0,0-1 0,1 5 0,-3 9 0,-49 262 0,-10 43 0,-10-43 0,-24 106 0,88-336-1365,3-14-5461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30.48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24575,'104'4'0,"1"5"0,126 26 0,-183-27-455,1-1 0,55 0 0,-89-8-6371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08:44:32.59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235 1 24575,'0'0'0,"0"0"0,0 0 0,0 0 0,0 0 0,0 0 0,0 0 0,0 0 0,-27 0 0,18 2 0,0 0 0,1 0 0,0 1 0,0 0 0,0 1 0,0 0 0,0 0 0,0 0 0,-8 8 0,4-3 0,0 0 0,0 2 0,1 0 0,-13 16 0,18-19 0,2 0 0,-1 1 0,1 0 0,1-1 0,-1 1 0,2 0 0,-1 0 0,1 1 0,1-1 0,-1 0 0,1 1 0,1 18 0,1-11 0,1 1 0,0-1 0,1 0 0,0 0 0,2 0 0,7 20 0,2-6 0,2 0 0,1 0 0,30 40 0,73 77 0,-23-29 0,-92-113 0,-1 0 0,1 1 0,-1-1 0,0 1 0,-1 0 0,0 1 0,0-1 0,-1 0 0,1 1 0,-2 0 0,3 14 0,-4-15 0,0-1 0,-1 0 0,0 0 0,0 0 0,0 0 0,-1 0 0,1 0 0,-1-1 0,-1 1 0,1 0 0,-1-1 0,0 0 0,-1 0 0,1 0 0,-8 9 0,-9 7 0,0-1 0,-2-1 0,0-1 0,0-1 0,-2-1 0,0-1 0,-1-1 0,-43 17 0,63-29 0,-1 0 0,1-1 0,0 0 0,0 1 0,-1-2 0,1 1 0,-1-1 0,1 0 0,0 0 0,-1 0 0,1-1 0,-1 0 0,1 0 0,0 0 0,0-1 0,-6-2 0,10 4 0,0-1 0,0 0 0,1 0 0,-1-1 0,0 1 0,1 0 0,-1 0 0,0 0 0,1 0 0,0-1 0,-1 1 0,1 0 0,0 0 0,-1-1 0,1 1 0,0 0 0,0 0 0,0-1 0,0 1 0,0 0 0,0-1 0,1 1 0,-1 0 0,1-2 0,10-32 0,4 4 0,1 1 0,2 0 0,1 1 0,1 1 0,1 1 0,1 0 0,2 2 0,39-33 0,26-13 0,121-73 0,-35 26 0,-133 86 0,-49 4 0,6 13 0,-2 0 0,0 0 0,0 0 0,-2 0 0,-5-13 0,7 21 0,-1 1 0,0-1 0,0 1 0,0 0 0,-1 1 0,0-1 0,0 1 0,0 0 0,-1 0 0,0 0 0,0 1 0,-11-6 0,-33-16 0,-79-27 0,87 37 0,30 11 0,-1 1 0,0 0 0,-1 1 0,1 0 0,-27-1 0,31 4 0,0 0 0,1 1 0,-1 0 0,0 0 0,1 1 0,-1 0 0,1 1 0,-1 0 0,1 0 0,-10 6 0,-25 18-1365,6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4.0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0 9830,'0'2'4445,"0"12"-4521,1 167 73,-3 194 1701,-31-40 2045,-2 67 69,34-282-2314,4 252-231,-1-346-1267,1 1 0,1-1 0,1 0 0,13 36 0,46 96 0,-50-131 0,1-1 0,1 0 0,1-1 0,1-1 0,1-1 0,42 40 0,-25-31 0,2-2 0,1-1 0,67 37 0,-66-46 0,0-1 0,84 25 0,91 9 0,-213-53 0,236 37 0,-91-18 0,213 11 0,-45-7 0,236 16 0,4-37 0,-334-3 0,218 1 0,-434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5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9830,'9'17'4545,"1"-5"-4548,0 0 1,1-1-1,1 0 1,0-1 0,0-1-1,1 1 1,0-2-1,15 8 1,120 49 59,-108-50-1,-11-3 179,333 119 3537,-308-116-3124,1-2 0,0-3 1,0-2-1,106 2 1,-79-12-148,-91 21 139,-4 2-221,0 0 1,-2 0-1,-1-2 1,0 0-1,-28 24 1,-103 74 421,63-61-841,-99 49 0,-98 32 0,219-108 0,59-27 0,-1 0 0,1 0 0,0 0 0,-1-1 0,0 1 0,1-1 0,-1 0 0,0 0 0,0 0 0,1 0 0,-1-1 0,0 0 0,-8 0 0,5 11 0,5-5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7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8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9830,'0'3'5123,"0"14"-5211,8 37 88,22 86 0,-4-27 0,-10-31 426,34 193 1917,-39-192-988,0 113 1,-9-97 113,4 0-1,22 118 1,-13-145-1104,2-1 1,4-1 0,50 113 0,-68-175-366,126 254 0,-102-212 0,4-1 0,1-2 0,42 47 0,-48-67 0,2-1 0,0-1 0,2-1 0,1-2 0,0-1 0,49 23 0,216 83 0,-248-109 0,129 45 0,2-8 0,3-8 0,1-8 0,2-8 0,251 9 0,596-29 0,-661-25 0,25 0 0,205 2 0,-301 10 0,-175 3 0,-124-1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8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9830,'0'0'0,"0"0"0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9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9830,'0'0'0,"0"0"0,0 0 0,0 0 0,0 0 0,0 0 0,0 0 0,0 0 0,0 0 0,0 0 0,0 0 0,0 0 0,0 0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1T15:53:49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0 9830,'5'3'5424,"7"1"-6102,-9-3 1113,220 66-492,59 21 1509,-176-46-414,105 38 843,-163-65-1322,0-2 0,72 11 0,-117-24-542,6 1 63,0 0 1,0 0 0,1-1-1,-1 0 1,14-2-1,-58 29 1152,-12-4-154,-2-2 0,-78 23 0,31-12-832,-160 55-246,-120 45 0,331-111 0,2 2 0,0 1 0,2 2 0,-58 48 0,44-36 0,29-22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י"ב/אדר/תשפ"ו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customXml" Target="../ink/ink8.xml"/><Relationship Id="rId4" Type="http://schemas.openxmlformats.org/officeDocument/2006/relationships/customXml" Target="../ink/ink6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2.xml"/><Relationship Id="rId18" Type="http://schemas.openxmlformats.org/officeDocument/2006/relationships/image" Target="../media/image17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17" Type="http://schemas.openxmlformats.org/officeDocument/2006/relationships/customXml" Target="../ink/ink14.xml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customXml" Target="../ink/ink11.xml"/><Relationship Id="rId5" Type="http://schemas.openxmlformats.org/officeDocument/2006/relationships/image" Target="../media/image5.png"/><Relationship Id="rId15" Type="http://schemas.openxmlformats.org/officeDocument/2006/relationships/customXml" Target="../ink/ink13.xml"/><Relationship Id="rId10" Type="http://schemas.openxmlformats.org/officeDocument/2006/relationships/image" Target="../media/image13.png"/><Relationship Id="rId19" Type="http://schemas.openxmlformats.org/officeDocument/2006/relationships/customXml" Target="../ink/ink15.xml"/><Relationship Id="rId4" Type="http://schemas.openxmlformats.org/officeDocument/2006/relationships/customXml" Target="../ink/ink9.xml"/><Relationship Id="rId9" Type="http://schemas.openxmlformats.org/officeDocument/2006/relationships/customXml" Target="../ink/ink10.xml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jpeg"/><Relationship Id="rId7" Type="http://schemas.openxmlformats.org/officeDocument/2006/relationships/customXml" Target="../ink/ink17.xml"/><Relationship Id="rId12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customXml" Target="../ink/ink19.xml"/><Relationship Id="rId5" Type="http://schemas.openxmlformats.org/officeDocument/2006/relationships/image" Target="../media/image5.png"/><Relationship Id="rId10" Type="http://schemas.openxmlformats.org/officeDocument/2006/relationships/image" Target="../media/image21.png"/><Relationship Id="rId4" Type="http://schemas.openxmlformats.org/officeDocument/2006/relationships/customXml" Target="../ink/ink16.xml"/><Relationship Id="rId9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24.xml"/><Relationship Id="rId3" Type="http://schemas.openxmlformats.org/officeDocument/2006/relationships/image" Target="../media/image4.jpeg"/><Relationship Id="rId7" Type="http://schemas.openxmlformats.org/officeDocument/2006/relationships/customXml" Target="../ink/ink21.xml"/><Relationship Id="rId12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customXml" Target="../ink/ink23.xml"/><Relationship Id="rId5" Type="http://schemas.openxmlformats.org/officeDocument/2006/relationships/image" Target="../media/image5.png"/><Relationship Id="rId10" Type="http://schemas.openxmlformats.org/officeDocument/2006/relationships/image" Target="../media/image25.png"/><Relationship Id="rId4" Type="http://schemas.openxmlformats.org/officeDocument/2006/relationships/customXml" Target="../ink/ink20.xml"/><Relationship Id="rId9" Type="http://schemas.openxmlformats.org/officeDocument/2006/relationships/customXml" Target="../ink/ink22.xml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29.xml"/><Relationship Id="rId3" Type="http://schemas.openxmlformats.org/officeDocument/2006/relationships/image" Target="../media/image4.jpeg"/><Relationship Id="rId7" Type="http://schemas.openxmlformats.org/officeDocument/2006/relationships/customXml" Target="../ink/ink26.xml"/><Relationship Id="rId12" Type="http://schemas.openxmlformats.org/officeDocument/2006/relationships/image" Target="../media/image31.png"/><Relationship Id="rId17" Type="http://schemas.openxmlformats.org/officeDocument/2006/relationships/image" Target="../media/image34.png"/><Relationship Id="rId2" Type="http://schemas.openxmlformats.org/officeDocument/2006/relationships/image" Target="../media/image3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customXml" Target="../ink/ink28.xml"/><Relationship Id="rId5" Type="http://schemas.openxmlformats.org/officeDocument/2006/relationships/image" Target="../media/image5.png"/><Relationship Id="rId15" Type="http://schemas.openxmlformats.org/officeDocument/2006/relationships/customXml" Target="../ink/ink30.xml"/><Relationship Id="rId10" Type="http://schemas.openxmlformats.org/officeDocument/2006/relationships/image" Target="../media/image30.png"/><Relationship Id="rId4" Type="http://schemas.openxmlformats.org/officeDocument/2006/relationships/customXml" Target="../ink/ink25.xml"/><Relationship Id="rId9" Type="http://schemas.openxmlformats.org/officeDocument/2006/relationships/customXml" Target="../ink/ink27.xml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3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5.png"/><Relationship Id="rId21" Type="http://schemas.openxmlformats.org/officeDocument/2006/relationships/customXml" Target="../ink/ink42.xml"/><Relationship Id="rId42" Type="http://schemas.openxmlformats.org/officeDocument/2006/relationships/customXml" Target="../ink/ink53.xml"/><Relationship Id="rId47" Type="http://schemas.openxmlformats.org/officeDocument/2006/relationships/image" Target="../media/image55.png"/><Relationship Id="rId63" Type="http://schemas.openxmlformats.org/officeDocument/2006/relationships/image" Target="../media/image63.png"/><Relationship Id="rId68" Type="http://schemas.openxmlformats.org/officeDocument/2006/relationships/customXml" Target="../ink/ink66.xml"/><Relationship Id="rId7" Type="http://schemas.openxmlformats.org/officeDocument/2006/relationships/customXml" Target="../ink/ink35.xml"/><Relationship Id="rId71" Type="http://schemas.openxmlformats.org/officeDocument/2006/relationships/image" Target="../media/image67.png"/><Relationship Id="rId2" Type="http://schemas.openxmlformats.org/officeDocument/2006/relationships/image" Target="../media/image3.png"/><Relationship Id="rId16" Type="http://schemas.openxmlformats.org/officeDocument/2006/relationships/image" Target="../media/image40.png"/><Relationship Id="rId29" Type="http://schemas.openxmlformats.org/officeDocument/2006/relationships/customXml" Target="../ink/ink46.xml"/><Relationship Id="rId11" Type="http://schemas.openxmlformats.org/officeDocument/2006/relationships/customXml" Target="../ink/ink37.xml"/><Relationship Id="rId24" Type="http://schemas.openxmlformats.org/officeDocument/2006/relationships/image" Target="../media/image44.png"/><Relationship Id="rId32" Type="http://schemas.openxmlformats.org/officeDocument/2006/relationships/customXml" Target="../ink/ink48.xml"/><Relationship Id="rId37" Type="http://schemas.openxmlformats.org/officeDocument/2006/relationships/image" Target="../media/image50.png"/><Relationship Id="rId40" Type="http://schemas.openxmlformats.org/officeDocument/2006/relationships/customXml" Target="../ink/ink52.xml"/><Relationship Id="rId45" Type="http://schemas.openxmlformats.org/officeDocument/2006/relationships/image" Target="../media/image54.png"/><Relationship Id="rId53" Type="http://schemas.openxmlformats.org/officeDocument/2006/relationships/image" Target="../media/image58.png"/><Relationship Id="rId58" Type="http://schemas.openxmlformats.org/officeDocument/2006/relationships/customXml" Target="../ink/ink61.xml"/><Relationship Id="rId66" Type="http://schemas.openxmlformats.org/officeDocument/2006/relationships/customXml" Target="../ink/ink65.xml"/><Relationship Id="rId5" Type="http://schemas.openxmlformats.org/officeDocument/2006/relationships/image" Target="../media/image5.png"/><Relationship Id="rId61" Type="http://schemas.openxmlformats.org/officeDocument/2006/relationships/image" Target="../media/image62.png"/><Relationship Id="rId19" Type="http://schemas.openxmlformats.org/officeDocument/2006/relationships/customXml" Target="../ink/ink41.xml"/><Relationship Id="rId14" Type="http://schemas.openxmlformats.org/officeDocument/2006/relationships/image" Target="../media/image39.png"/><Relationship Id="rId22" Type="http://schemas.openxmlformats.org/officeDocument/2006/relationships/image" Target="../media/image43.png"/><Relationship Id="rId27" Type="http://schemas.openxmlformats.org/officeDocument/2006/relationships/customXml" Target="../ink/ink45.xml"/><Relationship Id="rId30" Type="http://schemas.openxmlformats.org/officeDocument/2006/relationships/image" Target="../media/image47.png"/><Relationship Id="rId35" Type="http://schemas.openxmlformats.org/officeDocument/2006/relationships/image" Target="../media/image49.png"/><Relationship Id="rId43" Type="http://schemas.openxmlformats.org/officeDocument/2006/relationships/image" Target="../media/image53.png"/><Relationship Id="rId48" Type="http://schemas.openxmlformats.org/officeDocument/2006/relationships/customXml" Target="../ink/ink56.xml"/><Relationship Id="rId56" Type="http://schemas.openxmlformats.org/officeDocument/2006/relationships/customXml" Target="../ink/ink60.xml"/><Relationship Id="rId64" Type="http://schemas.openxmlformats.org/officeDocument/2006/relationships/customXml" Target="../ink/ink64.xml"/><Relationship Id="rId69" Type="http://schemas.openxmlformats.org/officeDocument/2006/relationships/image" Target="../media/image66.png"/><Relationship Id="rId8" Type="http://schemas.openxmlformats.org/officeDocument/2006/relationships/image" Target="../media/image36.png"/><Relationship Id="rId51" Type="http://schemas.openxmlformats.org/officeDocument/2006/relationships/image" Target="../media/image57.png"/><Relationship Id="rId3" Type="http://schemas.openxmlformats.org/officeDocument/2006/relationships/image" Target="../media/image4.jpeg"/><Relationship Id="rId12" Type="http://schemas.openxmlformats.org/officeDocument/2006/relationships/image" Target="../media/image38.png"/><Relationship Id="rId17" Type="http://schemas.openxmlformats.org/officeDocument/2006/relationships/customXml" Target="../ink/ink40.xml"/><Relationship Id="rId25" Type="http://schemas.openxmlformats.org/officeDocument/2006/relationships/customXml" Target="../ink/ink44.xml"/><Relationship Id="rId33" Type="http://schemas.openxmlformats.org/officeDocument/2006/relationships/image" Target="../media/image48.png"/><Relationship Id="rId38" Type="http://schemas.openxmlformats.org/officeDocument/2006/relationships/customXml" Target="../ink/ink51.xml"/><Relationship Id="rId46" Type="http://schemas.openxmlformats.org/officeDocument/2006/relationships/customXml" Target="../ink/ink55.xml"/><Relationship Id="rId59" Type="http://schemas.openxmlformats.org/officeDocument/2006/relationships/image" Target="../media/image61.png"/><Relationship Id="rId67" Type="http://schemas.openxmlformats.org/officeDocument/2006/relationships/image" Target="../media/image65.png"/><Relationship Id="rId20" Type="http://schemas.openxmlformats.org/officeDocument/2006/relationships/image" Target="../media/image42.png"/><Relationship Id="rId41" Type="http://schemas.openxmlformats.org/officeDocument/2006/relationships/image" Target="../media/image52.png"/><Relationship Id="rId54" Type="http://schemas.openxmlformats.org/officeDocument/2006/relationships/customXml" Target="../ink/ink59.xml"/><Relationship Id="rId62" Type="http://schemas.openxmlformats.org/officeDocument/2006/relationships/customXml" Target="../ink/ink63.xml"/><Relationship Id="rId70" Type="http://schemas.openxmlformats.org/officeDocument/2006/relationships/customXml" Target="../ink/ink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5" Type="http://schemas.openxmlformats.org/officeDocument/2006/relationships/customXml" Target="../ink/ink39.xml"/><Relationship Id="rId23" Type="http://schemas.openxmlformats.org/officeDocument/2006/relationships/customXml" Target="../ink/ink43.xml"/><Relationship Id="rId28" Type="http://schemas.openxmlformats.org/officeDocument/2006/relationships/image" Target="../media/image46.png"/><Relationship Id="rId36" Type="http://schemas.openxmlformats.org/officeDocument/2006/relationships/customXml" Target="../ink/ink50.xml"/><Relationship Id="rId49" Type="http://schemas.openxmlformats.org/officeDocument/2006/relationships/image" Target="../media/image56.png"/><Relationship Id="rId57" Type="http://schemas.openxmlformats.org/officeDocument/2006/relationships/image" Target="../media/image60.png"/><Relationship Id="rId10" Type="http://schemas.openxmlformats.org/officeDocument/2006/relationships/image" Target="../media/image37.png"/><Relationship Id="rId31" Type="http://schemas.openxmlformats.org/officeDocument/2006/relationships/customXml" Target="../ink/ink47.xml"/><Relationship Id="rId44" Type="http://schemas.openxmlformats.org/officeDocument/2006/relationships/customXml" Target="../ink/ink54.xml"/><Relationship Id="rId52" Type="http://schemas.openxmlformats.org/officeDocument/2006/relationships/customXml" Target="../ink/ink58.xml"/><Relationship Id="rId60" Type="http://schemas.openxmlformats.org/officeDocument/2006/relationships/customXml" Target="../ink/ink62.xml"/><Relationship Id="rId65" Type="http://schemas.openxmlformats.org/officeDocument/2006/relationships/image" Target="../media/image64.png"/><Relationship Id="rId4" Type="http://schemas.openxmlformats.org/officeDocument/2006/relationships/customXml" Target="../ink/ink34.xml"/><Relationship Id="rId9" Type="http://schemas.openxmlformats.org/officeDocument/2006/relationships/customXml" Target="../ink/ink36.xml"/><Relationship Id="rId13" Type="http://schemas.openxmlformats.org/officeDocument/2006/relationships/customXml" Target="../ink/ink38.xml"/><Relationship Id="rId18" Type="http://schemas.openxmlformats.org/officeDocument/2006/relationships/image" Target="../media/image41.png"/><Relationship Id="rId39" Type="http://schemas.openxmlformats.org/officeDocument/2006/relationships/image" Target="../media/image51.png"/><Relationship Id="rId34" Type="http://schemas.openxmlformats.org/officeDocument/2006/relationships/customXml" Target="../ink/ink49.xml"/><Relationship Id="rId50" Type="http://schemas.openxmlformats.org/officeDocument/2006/relationships/customXml" Target="../ink/ink57.xml"/><Relationship Id="rId55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5.png"/><Relationship Id="rId4" Type="http://schemas.openxmlformats.org/officeDocument/2006/relationships/customXml" Target="../ink/ink6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5.png"/><Relationship Id="rId4" Type="http://schemas.openxmlformats.org/officeDocument/2006/relationships/customXml" Target="../ink/ink6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5.png"/><Relationship Id="rId4" Type="http://schemas.openxmlformats.org/officeDocument/2006/relationships/customXml" Target="../ink/ink7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customXml" Target="../ink/ink74.xml"/><Relationship Id="rId18" Type="http://schemas.openxmlformats.org/officeDocument/2006/relationships/customXml" Target="../ink/ink77.xml"/><Relationship Id="rId3" Type="http://schemas.openxmlformats.org/officeDocument/2006/relationships/image" Target="../media/image4.jpeg"/><Relationship Id="rId7" Type="http://schemas.openxmlformats.org/officeDocument/2006/relationships/image" Target="../media/image72.png"/><Relationship Id="rId12" Type="http://schemas.openxmlformats.org/officeDocument/2006/relationships/image" Target="../media/image75.png"/><Relationship Id="rId17" Type="http://schemas.openxmlformats.org/officeDocument/2006/relationships/customXml" Target="../ink/ink76.xml"/><Relationship Id="rId2" Type="http://schemas.openxmlformats.org/officeDocument/2006/relationships/image" Target="../media/image3.png"/><Relationship Id="rId16" Type="http://schemas.openxmlformats.org/officeDocument/2006/relationships/image" Target="../media/image76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customXml" Target="../ink/ink73.xml"/><Relationship Id="rId5" Type="http://schemas.openxmlformats.org/officeDocument/2006/relationships/image" Target="../media/image5.png"/><Relationship Id="rId15" Type="http://schemas.openxmlformats.org/officeDocument/2006/relationships/customXml" Target="../ink/ink75.xml"/><Relationship Id="rId10" Type="http://schemas.openxmlformats.org/officeDocument/2006/relationships/image" Target="../media/image74.png"/><Relationship Id="rId19" Type="http://schemas.openxmlformats.org/officeDocument/2006/relationships/customXml" Target="../ink/ink78.xml"/><Relationship Id="rId4" Type="http://schemas.openxmlformats.org/officeDocument/2006/relationships/customXml" Target="../ink/ink71.xml"/><Relationship Id="rId9" Type="http://schemas.openxmlformats.org/officeDocument/2006/relationships/customXml" Target="../ink/ink72.xml"/><Relationship Id="rId1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759974" y="1479996"/>
            <a:ext cx="8672051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יומן ביקורים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Guttman-Aram" panose="02010401010101010101" pitchFamily="2" charset="-79"/>
              <a:cs typeface="Guttman-Aram" panose="02010401010101010101" pitchFamily="2" charset="-79"/>
            </a:endParaRP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אפליקציה עם כלים מתקדמים יותר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בתחום העיצוב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בתחום התכנות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261421" y="1404927"/>
            <a:ext cx="857194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נכנסים לשלב ב':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קולטים תאריך וזמן של ביקור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מציגים נתונים לאישור המשתמש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בונים רשימה ומציגים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משתמשים בתפריט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69F07314-65A1-2CFD-15FF-A50CD19852C6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315-3D5D-BEFC-FEFE-E2165AF1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DB6837A-B001-81EA-1E96-9CE1CAF0A7A0}"/>
              </a:ext>
            </a:extLst>
          </p:cNvPr>
          <p:cNvSpPr/>
          <p:nvPr/>
        </p:nvSpPr>
        <p:spPr>
          <a:xfrm>
            <a:off x="2182762" y="1522914"/>
            <a:ext cx="8571948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קליטת תאריך וזמן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נשתמש בכלים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מקטינים סיכוי לטעות ולהזין "שטויות".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הקלים האלה הם כלי שפת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(אבל קיימים גם רכיבים...)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BB854-60B8-9A03-5014-B90D0E01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847FD-AE97-6654-B2A8-E551D8841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241F90B-3AED-187C-284A-503233184EE0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81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2676-3537-BA0A-943E-7F0D5406F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9B421EEF-99BE-6181-7383-33B5D3699FE2}"/>
              </a:ext>
            </a:extLst>
          </p:cNvPr>
          <p:cNvSpPr/>
          <p:nvPr/>
        </p:nvSpPr>
        <p:spPr>
          <a:xfrm>
            <a:off x="2182762" y="1522914"/>
            <a:ext cx="8571948" cy="507831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כלי בסגנון דו-שיח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המאפשר למשתמש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לבחור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(לא להזין!)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את התאריך הדרוש.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שיטה "בחר במקום לרשום"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מקטינה סיכוי לקליטת נתון שגוי</a:t>
            </a:r>
          </a:p>
          <a:p>
            <a:pPr algn="ctr" rtl="1"/>
            <a:r>
              <a:rPr lang="he-IL" sz="28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(במיוחד כאשר מתכנת היה רציני!)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4B6B4A-EF85-7740-A5D2-49AB79C6C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26BF25-E3EE-C1DC-5265-B1CEC20E29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5FD86AF-CDC3-69E9-D1E3-27E6E22BE390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46E9FEF-A615-58A8-3F21-C164BAC99029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3707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6C35-BAF5-B1F8-385E-4FBD0E46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EF5583B3-73C7-9789-C472-C82314ED3752}"/>
              </a:ext>
            </a:extLst>
          </p:cNvPr>
          <p:cNvSpPr/>
          <p:nvPr/>
        </p:nvSpPr>
        <p:spPr>
          <a:xfrm>
            <a:off x="2182762" y="1522914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 שמתחילים לעבוד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מומלץ (בעצם... חובה...)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עצם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Calendar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להכין משתנים עבור שמירת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יום/חודש/שנה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60628-9F1E-F852-BEDC-20B6EBFE2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5BD311-3617-FC4C-0394-B889918763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444DD3DA-27B5-311F-5464-012267D728D7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BFD7DEE-64ED-C6AF-9DEA-DFE2C4EB1B28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493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E1DC-55F0-D596-1171-6296BA4F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BF25CB2-D9D3-8395-D771-05CDC87D2990}"/>
              </a:ext>
            </a:extLst>
          </p:cNvPr>
          <p:cNvSpPr/>
          <p:nvPr/>
        </p:nvSpPr>
        <p:spPr>
          <a:xfrm>
            <a:off x="2106719" y="802973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 שמתחילים לעבוד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מומלץ (בעצם... חובה...)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עצם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Calendar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להכין משתנים עבור שמירת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יום/חודש/שנה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AD51C-C27E-FA3A-D030-C6B8248F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048A9B-A117-86BF-8793-50441ADFFA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F13CFC3E-F2A9-AC98-09C9-68A3EACF885F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5537844-E802-3C37-5747-DDDC68C91C47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מלבן 4">
            <a:extLst>
              <a:ext uri="{FF2B5EF4-FFF2-40B4-BE49-F238E27FC236}">
                <a16:creationId xmlns:a16="http://schemas.microsoft.com/office/drawing/2014/main" id="{F440211A-8F71-D07A-1704-E35B16B36A79}"/>
              </a:ext>
            </a:extLst>
          </p:cNvPr>
          <p:cNvSpPr/>
          <p:nvPr/>
        </p:nvSpPr>
        <p:spPr>
          <a:xfrm>
            <a:off x="2106719" y="4460293"/>
            <a:ext cx="85719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האמת שקיים סוג הרבה יותר נוח ובטוח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שמירת תאריך באפליקציות,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LocalDate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ממשיך להשתמש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Calendar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815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2D23-0143-570E-713B-1C5820FF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A6E74BCC-DAA1-1C62-FF6C-7476F5E7C922}"/>
              </a:ext>
            </a:extLst>
          </p:cNvPr>
          <p:cNvSpPr/>
          <p:nvPr/>
        </p:nvSpPr>
        <p:spPr>
          <a:xfrm>
            <a:off x="2106719" y="802973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C1BB7-40A5-58E4-CCCC-1567A05D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43CA42-791E-A586-358C-83A3ADCB06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1D773188-47B6-80BF-8F63-80DF87AE5F7F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FC19CAD-3B89-7B71-8E87-84172D260F1C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DFD1B1A-946E-49BC-851E-F11ECF625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469" y="2295376"/>
            <a:ext cx="7207167" cy="1981656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4C3F210-CFA1-E7A1-6BD4-EBDF0F03C1CF}"/>
              </a:ext>
            </a:extLst>
          </p:cNvPr>
          <p:cNvSpPr/>
          <p:nvPr/>
        </p:nvSpPr>
        <p:spPr>
          <a:xfrm>
            <a:off x="757084" y="1976284"/>
            <a:ext cx="3508034" cy="727587"/>
          </a:xfrm>
          <a:prstGeom prst="wedgeRoundRectCallout">
            <a:avLst>
              <a:gd name="adj1" fmla="val 64091"/>
              <a:gd name="adj2" fmla="val 2331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עצם "לוח שנה וזמן מפורט"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A31E95C0-B2DC-725F-2C81-0C07520D1122}"/>
              </a:ext>
            </a:extLst>
          </p:cNvPr>
          <p:cNvSpPr/>
          <p:nvPr/>
        </p:nvSpPr>
        <p:spPr>
          <a:xfrm>
            <a:off x="683342" y="3286204"/>
            <a:ext cx="3508034" cy="727587"/>
          </a:xfrm>
          <a:prstGeom prst="wedgeRoundRectCallout">
            <a:avLst>
              <a:gd name="adj1" fmla="val 67174"/>
              <a:gd name="adj2" fmla="val -60473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משתנים לבחירת המשתמש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CAE68CA-510C-B757-5A68-36731EA90057}"/>
              </a:ext>
            </a:extLst>
          </p:cNvPr>
          <p:cNvSpPr/>
          <p:nvPr/>
        </p:nvSpPr>
        <p:spPr>
          <a:xfrm>
            <a:off x="2295833" y="5327440"/>
            <a:ext cx="3508034" cy="727587"/>
          </a:xfrm>
          <a:prstGeom prst="wedgeRoundRectCallout">
            <a:avLst>
              <a:gd name="adj1" fmla="val 28496"/>
              <a:gd name="adj2" fmla="val -22263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משתנים ל"רגע הנוכחי"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46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E944-AF74-BB0B-CBA3-6463E81A7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3B496FBB-1F37-9D2D-4A9A-47768AAB5568}"/>
              </a:ext>
            </a:extLst>
          </p:cNvPr>
          <p:cNvSpPr/>
          <p:nvPr/>
        </p:nvSpPr>
        <p:spPr>
          <a:xfrm>
            <a:off x="2106719" y="802973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3DBD43-4C3F-8544-259F-417BD763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8AEB7D-3B14-04D4-3F90-A6D2D26E4B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3D9CFDBA-DCBE-DAC9-BA37-8FBB6D84340A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8785F4C-AE75-7C64-47FA-4D5B12C9BC89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C79DE83-FDB4-C554-7529-7277DC609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954" y="1491012"/>
            <a:ext cx="8127451" cy="22346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0DC1AA-A661-576A-3520-3B177DD5AB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0056" y="4802771"/>
            <a:ext cx="6216706" cy="164164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A4C9413-C3A3-BCD2-C24F-D4238D897B00}"/>
              </a:ext>
            </a:extLst>
          </p:cNvPr>
          <p:cNvGrpSpPr/>
          <p:nvPr/>
        </p:nvGrpSpPr>
        <p:grpSpPr>
          <a:xfrm>
            <a:off x="3185257" y="3965764"/>
            <a:ext cx="1806480" cy="2001240"/>
            <a:chOff x="3185257" y="3965764"/>
            <a:chExt cx="1806480" cy="20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6F19D4-1FFA-12CF-0EE2-7F0FA0DE9511}"/>
                    </a:ext>
                  </a:extLst>
                </p14:cNvPr>
                <p14:cNvContentPartPr/>
                <p14:nvPr/>
              </p14:nvContentPartPr>
              <p14:xfrm>
                <a:off x="3185257" y="3965764"/>
                <a:ext cx="1780560" cy="1694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6F19D4-1FFA-12CF-0EE2-7F0FA0DE95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49617" y="3930124"/>
                  <a:ext cx="1852200" cy="17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B1D29B-DB8B-BB11-0969-0F6175FFC07B}"/>
                    </a:ext>
                  </a:extLst>
                </p14:cNvPr>
                <p14:cNvContentPartPr/>
                <p14:nvPr/>
              </p14:nvContentPartPr>
              <p14:xfrm>
                <a:off x="4568377" y="5377684"/>
                <a:ext cx="423360" cy="589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B1D29B-DB8B-BB11-0969-0F6175FFC0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32377" y="5341684"/>
                  <a:ext cx="495000" cy="66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409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1A48-898E-4E7E-B9BE-7EB56A74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ACF7A40-4F6F-6300-FEBD-01CCC3D6C87B}"/>
              </a:ext>
            </a:extLst>
          </p:cNvPr>
          <p:cNvSpPr/>
          <p:nvPr/>
        </p:nvSpPr>
        <p:spPr>
          <a:xfrm>
            <a:off x="2106719" y="683319"/>
            <a:ext cx="85719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עמם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ביחד עם מאזין לבחירת תאריך (ממשק)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לחיצה על רכים שבחרנו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62EA6-416C-C388-9649-AFB25C6D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947633-D0A3-6EDB-2546-F7060C4B79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322EA2D-8B8C-98CA-72CD-0838D6DB24BB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FF4142A-A0F1-3318-34AB-7C1B53F13481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16838F1-4AFB-B7D7-9189-79946AEBB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93" y="2506211"/>
            <a:ext cx="4167097" cy="6186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A057CF-496F-BE0D-BB7F-03D194317C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852" y="4533148"/>
            <a:ext cx="1669733" cy="10969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02C361-6E91-40B6-EF2F-BA9D5778B3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062" y="3429000"/>
            <a:ext cx="8223295" cy="337273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4FE2DDB-C2AF-EA5B-CB87-BE7302C97A02}"/>
              </a:ext>
            </a:extLst>
          </p:cNvPr>
          <p:cNvGrpSpPr/>
          <p:nvPr/>
        </p:nvGrpSpPr>
        <p:grpSpPr>
          <a:xfrm>
            <a:off x="357097" y="3386524"/>
            <a:ext cx="654268" cy="2108031"/>
            <a:chOff x="357097" y="3386524"/>
            <a:chExt cx="654268" cy="210803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73C3CA-C32B-5015-6818-89F376975F89}"/>
                    </a:ext>
                  </a:extLst>
                </p14:cNvPr>
                <p14:cNvContentPartPr/>
                <p14:nvPr/>
              </p14:nvContentPartPr>
              <p14:xfrm>
                <a:off x="357097" y="3386524"/>
                <a:ext cx="591480" cy="1865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73C3CA-C32B-5015-6818-89F376975F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1097" y="3350884"/>
                  <a:ext cx="663120" cy="19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5CF677-F4F1-47BD-2183-1EC35637ED8C}"/>
                    </a:ext>
                  </a:extLst>
                </p14:cNvPr>
                <p14:cNvContentPartPr/>
                <p14:nvPr/>
              </p14:nvContentPartPr>
              <p14:xfrm>
                <a:off x="850297" y="5024524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5CF677-F4F1-47BD-2183-1EC35637ED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4657" y="498852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1B7C72-DB0B-6662-D88E-C5B252FFCB28}"/>
                    </a:ext>
                  </a:extLst>
                </p14:cNvPr>
                <p14:cNvContentPartPr/>
                <p14:nvPr/>
              </p14:nvContentPartPr>
              <p14:xfrm>
                <a:off x="838205" y="5147875"/>
                <a:ext cx="360" cy="2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1B7C72-DB0B-6662-D88E-C5B252FFCB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2565" y="5112235"/>
                  <a:ext cx="72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A28D5F-D69E-4307-5C8A-41DF78626C00}"/>
                    </a:ext>
                  </a:extLst>
                </p14:cNvPr>
                <p14:cNvContentPartPr/>
                <p14:nvPr/>
              </p14:nvContentPartPr>
              <p14:xfrm>
                <a:off x="636605" y="4954915"/>
                <a:ext cx="374760" cy="539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A28D5F-D69E-4307-5C8A-41DF78626C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0605" y="4919275"/>
                  <a:ext cx="446400" cy="61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40E7733-9BE4-0D22-CB49-4B7A71050029}"/>
              </a:ext>
            </a:extLst>
          </p:cNvPr>
          <p:cNvGrpSpPr/>
          <p:nvPr/>
        </p:nvGrpSpPr>
        <p:grpSpPr>
          <a:xfrm>
            <a:off x="2101445" y="3556315"/>
            <a:ext cx="1686960" cy="870840"/>
            <a:chOff x="2101445" y="3556315"/>
            <a:chExt cx="1686960" cy="87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5776A6-E30F-53F5-B4DC-433A6B462D7D}"/>
                    </a:ext>
                  </a:extLst>
                </p14:cNvPr>
                <p14:cNvContentPartPr/>
                <p14:nvPr/>
              </p14:nvContentPartPr>
              <p14:xfrm>
                <a:off x="2101445" y="3779515"/>
                <a:ext cx="1629000" cy="647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5776A6-E30F-53F5-B4DC-433A6B462D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65445" y="3743515"/>
                  <a:ext cx="17006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182A2D-298C-D178-F4E3-2D5B477244FA}"/>
                    </a:ext>
                  </a:extLst>
                </p14:cNvPr>
                <p14:cNvContentPartPr/>
                <p14:nvPr/>
              </p14:nvContentPartPr>
              <p14:xfrm>
                <a:off x="3363245" y="3556315"/>
                <a:ext cx="425160" cy="554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4182A2D-298C-D178-F4E3-2D5B477244F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27605" y="3520675"/>
                  <a:ext cx="496800" cy="62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2044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C5035-C7B5-94AB-8049-F98CA471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980AE28-3262-2A22-141E-FF158FDF0CF4}"/>
              </a:ext>
            </a:extLst>
          </p:cNvPr>
          <p:cNvSpPr/>
          <p:nvPr/>
        </p:nvSpPr>
        <p:spPr>
          <a:xfrm>
            <a:off x="2106719" y="683319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1BD82-E983-D464-351E-B3392404A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2D2C20-7110-33DF-94B9-962A2E6E51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2D4E8180-713B-06B5-9B51-AAE9861639D6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0ADBEB2-7830-AF7D-D3F2-E6843D749C92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AE8DB1E-ED10-22A1-B708-05FAD0685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719" y="2948490"/>
            <a:ext cx="8321836" cy="3871902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C4ED7CF9-3C2B-776A-FC26-E1EC01165455}"/>
              </a:ext>
            </a:extLst>
          </p:cNvPr>
          <p:cNvSpPr/>
          <p:nvPr/>
        </p:nvSpPr>
        <p:spPr>
          <a:xfrm>
            <a:off x="2633870" y="1577127"/>
            <a:ext cx="4275056" cy="727587"/>
          </a:xfrm>
          <a:prstGeom prst="wedgeRoundRectCallout">
            <a:avLst>
              <a:gd name="adj1" fmla="val 78738"/>
              <a:gd name="adj2" fmla="val 323839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מה שבוחר משתמש</a:t>
            </a:r>
          </a:p>
          <a:p>
            <a:pPr algn="ctr" rtl="1"/>
            <a:r>
              <a:rPr lang="he-IL" sz="2400" dirty="0">
                <a:solidFill>
                  <a:schemeClr val="bg1"/>
                </a:solidFill>
              </a:rPr>
              <a:t>בתיבת דו-שיח תוך כדי דפדוף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F549C84-D9D3-0E66-7A2C-1D1C5B99B1FD}"/>
              </a:ext>
            </a:extLst>
          </p:cNvPr>
          <p:cNvSpPr/>
          <p:nvPr/>
        </p:nvSpPr>
        <p:spPr>
          <a:xfrm>
            <a:off x="7946173" y="5228101"/>
            <a:ext cx="3508034" cy="1351603"/>
          </a:xfrm>
          <a:prstGeom prst="wedgeRoundRectCallout">
            <a:avLst>
              <a:gd name="adj1" fmla="val -118087"/>
              <a:gd name="adj2" fmla="val -4140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מה שבוחר משתמש</a:t>
            </a:r>
          </a:p>
          <a:p>
            <a:pPr algn="ctr" rtl="1"/>
            <a:r>
              <a:rPr lang="he-IL" sz="2400" dirty="0">
                <a:solidFill>
                  <a:schemeClr val="bg1"/>
                </a:solidFill>
              </a:rPr>
              <a:t>בתיבת דו-שיח</a:t>
            </a:r>
          </a:p>
          <a:p>
            <a:pPr algn="ctr" rtl="1"/>
            <a:r>
              <a:rPr lang="he-IL" sz="2400" dirty="0">
                <a:solidFill>
                  <a:schemeClr val="bg1"/>
                </a:solidFill>
              </a:rPr>
              <a:t>אחרי לחיצת </a:t>
            </a:r>
            <a:r>
              <a:rPr lang="en-US" sz="2400" dirty="0">
                <a:solidFill>
                  <a:schemeClr val="bg1"/>
                </a:solidFill>
              </a:rPr>
              <a:t>Ok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76B2E28-5ED4-E02F-FB66-1F749E336E4D}"/>
                  </a:ext>
                </a:extLst>
              </p14:cNvPr>
              <p14:cNvContentPartPr/>
              <p14:nvPr/>
            </p14:nvContentPartPr>
            <p14:xfrm>
              <a:off x="6759845" y="4260835"/>
              <a:ext cx="3431520" cy="613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76B2E28-5ED4-E02F-FB66-1F749E336E4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4205" y="4225195"/>
                <a:ext cx="3503160" cy="6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F30D16-B074-FF7A-8EBE-DC5EDF498FF8}"/>
                  </a:ext>
                </a:extLst>
              </p14:cNvPr>
              <p14:cNvContentPartPr/>
              <p14:nvPr/>
            </p14:nvContentPartPr>
            <p14:xfrm>
              <a:off x="3284765" y="4792915"/>
              <a:ext cx="2201400" cy="826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F30D16-B074-FF7A-8EBE-DC5EDF498F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8765" y="4757275"/>
                <a:ext cx="2273040" cy="897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277578E2-89A5-0E85-A049-C5E0A5BE00A4}"/>
              </a:ext>
            </a:extLst>
          </p:cNvPr>
          <p:cNvSpPr/>
          <p:nvPr/>
        </p:nvSpPr>
        <p:spPr>
          <a:xfrm>
            <a:off x="143026" y="4688219"/>
            <a:ext cx="1963693" cy="460252"/>
          </a:xfrm>
          <a:prstGeom prst="wedgeRoundRectCallout">
            <a:avLst>
              <a:gd name="adj1" fmla="val 92261"/>
              <a:gd name="adj2" fmla="val 179709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תאריך "כרגע"</a:t>
            </a:r>
            <a:endParaRPr lang="en-US" sz="2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301617-4AE2-74ED-4F08-3D5ADD2CDDA9}"/>
                  </a:ext>
                </a:extLst>
              </p14:cNvPr>
              <p14:cNvContentPartPr/>
              <p14:nvPr/>
            </p14:nvContentPartPr>
            <p14:xfrm>
              <a:off x="2967245" y="5704795"/>
              <a:ext cx="2689560" cy="459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301617-4AE2-74ED-4F08-3D5ADD2CDDA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931245" y="5669155"/>
                <a:ext cx="2761200" cy="5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844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810E-DF35-E3E8-FF51-B7A60A90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93083A42-F4ED-A743-5D9A-0BC220A2A7C4}"/>
              </a:ext>
            </a:extLst>
          </p:cNvPr>
          <p:cNvSpPr/>
          <p:nvPr/>
        </p:nvSpPr>
        <p:spPr>
          <a:xfrm>
            <a:off x="2182762" y="1522914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באופן דומה משתמשים 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TimePickerDialog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91DC7-CB82-5D94-5C82-32FE3E025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8A44C-8E1E-C89C-1065-59CC45FCC0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B26FA82B-FE99-F464-ECA6-BAED2B86ADC5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9A2B598-B906-6AA7-504B-E6EA2792D745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747926-D7AA-574D-32A4-8116BB457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042" y="2818477"/>
            <a:ext cx="8911879" cy="37405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F939F3-7ADE-8617-EEBA-68F1B396C99E}"/>
                  </a:ext>
                </a:extLst>
              </p14:cNvPr>
              <p14:cNvContentPartPr/>
              <p14:nvPr/>
            </p14:nvContentPartPr>
            <p14:xfrm>
              <a:off x="8112365" y="4278475"/>
              <a:ext cx="2696760" cy="622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F939F3-7ADE-8617-EEBA-68F1B396C9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76365" y="4242835"/>
                <a:ext cx="276840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58731F9-A63E-FE33-7067-4CAE939A21B7}"/>
                  </a:ext>
                </a:extLst>
              </p14:cNvPr>
              <p14:cNvContentPartPr/>
              <p14:nvPr/>
            </p14:nvContentPartPr>
            <p14:xfrm>
              <a:off x="3134285" y="4633795"/>
              <a:ext cx="2190600" cy="682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58731F9-A63E-FE33-7067-4CAE939A21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8645" y="4598155"/>
                <a:ext cx="2262240" cy="75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A9CEB16-98C1-3BB1-4C60-9F893FABFC76}"/>
              </a:ext>
            </a:extLst>
          </p:cNvPr>
          <p:cNvGrpSpPr/>
          <p:nvPr/>
        </p:nvGrpSpPr>
        <p:grpSpPr>
          <a:xfrm>
            <a:off x="2470805" y="5459635"/>
            <a:ext cx="3995640" cy="387000"/>
            <a:chOff x="2470805" y="5459635"/>
            <a:chExt cx="399564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02C8C8-F6E2-BB47-3580-843113723E70}"/>
                    </a:ext>
                  </a:extLst>
                </p14:cNvPr>
                <p14:cNvContentPartPr/>
                <p14:nvPr/>
              </p14:nvContentPartPr>
              <p14:xfrm>
                <a:off x="2470805" y="5459635"/>
                <a:ext cx="3995640" cy="387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02C8C8-F6E2-BB47-3580-843113723E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35165" y="5423995"/>
                  <a:ext cx="40672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B5CE38-3BF1-2E5E-CE14-3840A9854468}"/>
                    </a:ext>
                  </a:extLst>
                </p14:cNvPr>
                <p14:cNvContentPartPr/>
                <p14:nvPr/>
              </p14:nvContentPartPr>
              <p14:xfrm>
                <a:off x="2671685" y="5544235"/>
                <a:ext cx="144720" cy="4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B5CE38-3BF1-2E5E-CE14-3840A985446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35685" y="5508595"/>
                  <a:ext cx="216360" cy="7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0377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7807-F231-B990-57FE-F34409AE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F0DA9B9C-2896-BC21-7A9F-FBC43E40397B}"/>
              </a:ext>
            </a:extLst>
          </p:cNvPr>
          <p:cNvSpPr/>
          <p:nvPr/>
        </p:nvSpPr>
        <p:spPr>
          <a:xfrm>
            <a:off x="7454347" y="3936243"/>
            <a:ext cx="4267927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במחלקה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פעולות "תקן"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פעולה בונה</a:t>
            </a:r>
          </a:p>
          <a:p>
            <a:pPr algn="ctr" rtl="1"/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get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set</a:t>
            </a:r>
          </a:p>
          <a:p>
            <a:pPr algn="ctr" rtl="1"/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toString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88537-2685-4B15-9334-E73495B72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90CF15-5DF5-DF4C-6059-D1CCC96B8C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A4B9A945-DC70-8396-7587-F1F055DCE527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311E941-2F44-D40D-C8B9-BD63E4838C71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4FF14F3-4896-32EF-8643-26A101355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423" y="1631266"/>
            <a:ext cx="9240540" cy="195289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E95B9F5-A98E-B35C-8ECB-4CDEE207896B}"/>
              </a:ext>
            </a:extLst>
          </p:cNvPr>
          <p:cNvGrpSpPr/>
          <p:nvPr/>
        </p:nvGrpSpPr>
        <p:grpSpPr>
          <a:xfrm>
            <a:off x="2364245" y="3151675"/>
            <a:ext cx="2770560" cy="558720"/>
            <a:chOff x="2364245" y="3151675"/>
            <a:chExt cx="277056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392AB2A-256A-FA0F-AB9A-F5496B55CCFB}"/>
                    </a:ext>
                  </a:extLst>
                </p14:cNvPr>
                <p14:cNvContentPartPr/>
                <p14:nvPr/>
              </p14:nvContentPartPr>
              <p14:xfrm>
                <a:off x="2590685" y="3151675"/>
                <a:ext cx="2544120" cy="558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392AB2A-256A-FA0F-AB9A-F5496B55CC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72685" y="3133675"/>
                  <a:ext cx="257976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EA70BB2-15A5-1B19-FBA8-1C9CE3350671}"/>
                    </a:ext>
                  </a:extLst>
                </p14:cNvPr>
                <p14:cNvContentPartPr/>
                <p14:nvPr/>
              </p14:nvContentPartPr>
              <p14:xfrm>
                <a:off x="2364245" y="3275875"/>
                <a:ext cx="453600" cy="41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EA70BB2-15A5-1B19-FBA8-1C9CE33506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46605" y="3258235"/>
                  <a:ext cx="489240" cy="45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3BA7ED-231D-A535-A056-9F74DC8B4278}"/>
              </a:ext>
            </a:extLst>
          </p:cNvPr>
          <p:cNvGrpSpPr/>
          <p:nvPr/>
        </p:nvGrpSpPr>
        <p:grpSpPr>
          <a:xfrm>
            <a:off x="5607485" y="1686115"/>
            <a:ext cx="1504080" cy="547560"/>
            <a:chOff x="5607485" y="1686115"/>
            <a:chExt cx="1504080" cy="54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D37D19-9AD1-9B3E-CB7E-C200F081CBF4}"/>
                    </a:ext>
                  </a:extLst>
                </p14:cNvPr>
                <p14:cNvContentPartPr/>
                <p14:nvPr/>
              </p14:nvContentPartPr>
              <p14:xfrm>
                <a:off x="5607485" y="1686115"/>
                <a:ext cx="1504080" cy="547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D37D19-9AD1-9B3E-CB7E-C200F081CB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89485" y="1668475"/>
                  <a:ext cx="153972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E8B156-5592-AC07-EAD8-4D18A5770CDB}"/>
                    </a:ext>
                  </a:extLst>
                </p14:cNvPr>
                <p14:cNvContentPartPr/>
                <p14:nvPr/>
              </p14:nvContentPartPr>
              <p14:xfrm>
                <a:off x="5631605" y="2167795"/>
                <a:ext cx="144720" cy="32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E8B156-5592-AC07-EAD8-4D18A5770C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13965" y="2149795"/>
                  <a:ext cx="1803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5037E08-511E-0204-BBAA-32431C96A6F9}"/>
                  </a:ext>
                </a:extLst>
              </p14:cNvPr>
              <p14:cNvContentPartPr/>
              <p14:nvPr/>
            </p14:nvContentPartPr>
            <p14:xfrm>
              <a:off x="8950445" y="1686475"/>
              <a:ext cx="2056320" cy="471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5037E08-511E-0204-BBAA-32431C96A6F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32445" y="1668835"/>
                <a:ext cx="2091960" cy="50760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38210FC3-0A3F-057B-4371-B16434C2692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67632" y="3847163"/>
            <a:ext cx="2358116" cy="28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31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FF6A-BC4E-B255-CD3E-BC76A7D5B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11211BD0-F99D-D69E-3E4A-BDAF6EFE6838}"/>
              </a:ext>
            </a:extLst>
          </p:cNvPr>
          <p:cNvSpPr/>
          <p:nvPr/>
        </p:nvSpPr>
        <p:spPr>
          <a:xfrm>
            <a:off x="2182762" y="1522914"/>
            <a:ext cx="8571948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שמקבלים את הנתונים הדרושים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ולפני שעושים בהם שימוש,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נכון להציג אותם למשתמש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לקבל ממנו אישור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"מה לעשות עם הנתונים".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בינתיים נציג 3 אפשרויות...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FA9BB-54AA-995B-F639-3A7754931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758572-592C-988B-D250-9B628EEA6A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C9321E2F-FA95-A639-7B57-93CC122D2244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D1D900E-4D1C-B85B-53F8-9AA519DFC3E5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5071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54C8-EE82-ED46-BF68-F931E593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DA50773-70D9-9AA0-7B03-0D569A13AB08}"/>
              </a:ext>
            </a:extLst>
          </p:cNvPr>
          <p:cNvSpPr/>
          <p:nvPr/>
        </p:nvSpPr>
        <p:spPr>
          <a:xfrm>
            <a:off x="2182762" y="1522914"/>
            <a:ext cx="857194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בינתיים נציג 3 אפשרויות: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בסדר עם הנתונים, אני מאפשר להוסיף אותם לרשימת הנתונים אחרים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כמה תיקונים לא ממש גדולים, אני רוצה לבצע תיקונים קטנים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לא, הנתונים לרב הם לא טובים, רוצה לרשום אותם מחדש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12402-B9C9-BC9F-B0CE-BC96F8411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F745B2-753E-A581-7C02-A7089D7B4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D1E5B6D-B9BA-F5EB-24EE-BF60415CB683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FCD408-AF93-D5F7-160F-7678F18DEFA3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954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3C1C-3064-66B7-8A03-D8DA95ED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38AC1B5B-5971-B7D0-348D-254FA2C71DD0}"/>
              </a:ext>
            </a:extLst>
          </p:cNvPr>
          <p:cNvSpPr/>
          <p:nvPr/>
        </p:nvSpPr>
        <p:spPr>
          <a:xfrm>
            <a:off x="2182761" y="1522914"/>
            <a:ext cx="965527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מציגים נתונים למשתמש בעזרת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תיבת דו-שיח,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AlertDialog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היא לא נסגרת אוטומטי אלא ממתינה לתגובת משתמש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מאפשרת להציג כמה סוגי מידע כולל רכיבים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להציג 3 לחצנים לביצוע פעילויות שונות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 שכל זה דורש יותר קוד מאשר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Toast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04FFB1-09D6-1C1B-8EC9-E48E6BC2E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D7212F-108A-D490-E518-D4663FBBE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33DB4799-773F-8231-1C0A-12F2F1D93B88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DC79E3D-1890-B6AE-E485-7FBC68275507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7632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658F-212B-09AC-2B4D-3AEE19EA8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7A88150-CEFB-DC0F-7BA8-16A7BCFDFF6D}"/>
              </a:ext>
            </a:extLst>
          </p:cNvPr>
          <p:cNvSpPr/>
          <p:nvPr/>
        </p:nvSpPr>
        <p:spPr>
          <a:xfrm>
            <a:off x="9971316" y="693151"/>
            <a:ext cx="148289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0BC7A-0265-6182-B1DD-909808205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E67693-9FC2-8E70-3129-B3479329E1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D2707A72-2533-5211-3960-D0BA6D5BFC08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3A7C7E5-4D03-A642-03FD-F70143F6887F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60753BD-C1F9-4B28-45DB-554873286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495" y="746243"/>
            <a:ext cx="6954821" cy="59495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0CC451-7DDF-3F4A-E4A4-2D0A31E541D0}"/>
                  </a:ext>
                </a:extLst>
              </p14:cNvPr>
              <p14:cNvContentPartPr/>
              <p14:nvPr/>
            </p14:nvContentPartPr>
            <p14:xfrm>
              <a:off x="2958817" y="871564"/>
              <a:ext cx="5405760" cy="70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0CC451-7DDF-3F4A-E4A4-2D0A31E541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04817" y="763564"/>
                <a:ext cx="551340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051AD1-7FCF-3783-CCF7-6E863FCF2109}"/>
                  </a:ext>
                </a:extLst>
              </p14:cNvPr>
              <p14:cNvContentPartPr/>
              <p14:nvPr/>
            </p14:nvContentPartPr>
            <p14:xfrm>
              <a:off x="2935057" y="1166404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051AD1-7FCF-3783-CCF7-6E863FCF210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81417" y="105840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02EC56-91D5-902B-E657-E02EA9105D34}"/>
                  </a:ext>
                </a:extLst>
              </p14:cNvPr>
              <p14:cNvContentPartPr/>
              <p14:nvPr/>
            </p14:nvContentPartPr>
            <p14:xfrm>
              <a:off x="2939377" y="1137604"/>
              <a:ext cx="2252880" cy="43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02EC56-91D5-902B-E657-E02EA9105D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85737" y="1029604"/>
                <a:ext cx="23605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E1B4B1-768B-0011-E26D-D4185E7FF081}"/>
                  </a:ext>
                </a:extLst>
              </p14:cNvPr>
              <p14:cNvContentPartPr/>
              <p14:nvPr/>
            </p14:nvContentPartPr>
            <p14:xfrm>
              <a:off x="2878177" y="1463044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E1B4B1-768B-0011-E26D-D4185E7FF08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24177" y="135504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4776B3E-67F2-E7C2-29C5-392F392262DF}"/>
                  </a:ext>
                </a:extLst>
              </p14:cNvPr>
              <p14:cNvContentPartPr/>
              <p14:nvPr/>
            </p14:nvContentPartPr>
            <p14:xfrm>
              <a:off x="3138817" y="1415164"/>
              <a:ext cx="2388960" cy="38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4776B3E-67F2-E7C2-29C5-392F392262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84817" y="1307524"/>
                <a:ext cx="24966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1DAEAD-C422-643F-AEDB-72350432C197}"/>
                  </a:ext>
                </a:extLst>
              </p14:cNvPr>
              <p14:cNvContentPartPr/>
              <p14:nvPr/>
            </p14:nvContentPartPr>
            <p14:xfrm>
              <a:off x="3095977" y="1659964"/>
              <a:ext cx="2464920" cy="34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1DAEAD-C422-643F-AEDB-72350432C19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41977" y="1551964"/>
                <a:ext cx="257256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8A800EBE-9FDF-0D6A-CB33-D1A87A8B6B3E}"/>
              </a:ext>
            </a:extLst>
          </p:cNvPr>
          <p:cNvGrpSpPr/>
          <p:nvPr/>
        </p:nvGrpSpPr>
        <p:grpSpPr>
          <a:xfrm>
            <a:off x="2531497" y="1664644"/>
            <a:ext cx="7590600" cy="1611360"/>
            <a:chOff x="2531497" y="1664644"/>
            <a:chExt cx="7590600" cy="161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929D8E-238F-0B67-E662-EB9DF204F87B}"/>
                    </a:ext>
                  </a:extLst>
                </p14:cNvPr>
                <p14:cNvContentPartPr/>
                <p14:nvPr/>
              </p14:nvContentPartPr>
              <p14:xfrm>
                <a:off x="2906617" y="3269524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0929D8E-238F-0B67-E662-EB9DF204F87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88617" y="325188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EA1D2E6-5370-1567-906C-0D926CD0A2B8}"/>
                    </a:ext>
                  </a:extLst>
                </p14:cNvPr>
                <p14:cNvContentPartPr/>
                <p14:nvPr/>
              </p14:nvContentPartPr>
              <p14:xfrm>
                <a:off x="2897257" y="1668604"/>
                <a:ext cx="7224840" cy="1607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EA1D2E6-5370-1567-906C-0D926CD0A2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79257" y="1650964"/>
                  <a:ext cx="7260480" cy="16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D0E6736-6510-4E67-6FE6-F839BFDD9E65}"/>
                    </a:ext>
                  </a:extLst>
                </p14:cNvPr>
                <p14:cNvContentPartPr/>
                <p14:nvPr/>
              </p14:nvContentPartPr>
              <p14:xfrm>
                <a:off x="2776657" y="1664644"/>
                <a:ext cx="5710320" cy="309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D0E6736-6510-4E67-6FE6-F839BFDD9E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59017" y="1647004"/>
                  <a:ext cx="57459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523646-8EF8-226D-CC9A-1F73A1AC893B}"/>
                    </a:ext>
                  </a:extLst>
                </p14:cNvPr>
                <p14:cNvContentPartPr/>
                <p14:nvPr/>
              </p14:nvContentPartPr>
              <p14:xfrm>
                <a:off x="2531497" y="2168284"/>
                <a:ext cx="271080" cy="1028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523646-8EF8-226D-CC9A-1F73A1AC89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13497" y="2150644"/>
                  <a:ext cx="30672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F7A58CE-B8D2-66C8-AB0B-F664EED147DC}"/>
                    </a:ext>
                  </a:extLst>
                </p14:cNvPr>
                <p14:cNvContentPartPr/>
                <p14:nvPr/>
              </p14:nvContentPartPr>
              <p14:xfrm>
                <a:off x="2915977" y="3250444"/>
                <a:ext cx="94320" cy="16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F7A58CE-B8D2-66C8-AB0B-F664EED147D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97977" y="3232804"/>
                  <a:ext cx="129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3D9E94-9ADE-2D97-0653-410ACF133E54}"/>
                    </a:ext>
                  </a:extLst>
                </p14:cNvPr>
                <p14:cNvContentPartPr/>
                <p14:nvPr/>
              </p14:nvContentPartPr>
              <p14:xfrm>
                <a:off x="2633737" y="1980004"/>
                <a:ext cx="202320" cy="311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3D9E94-9ADE-2D97-0653-410ACF133E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16097" y="1962364"/>
                  <a:ext cx="2379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C0752E-98E7-0824-7301-3748E116432D}"/>
                    </a:ext>
                  </a:extLst>
                </p14:cNvPr>
                <p14:cNvContentPartPr/>
                <p14:nvPr/>
              </p14:nvContentPartPr>
              <p14:xfrm>
                <a:off x="2873497" y="3222724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C0752E-98E7-0824-7301-3748E116432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55857" y="320472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5BB25B-601A-255E-0491-B11D49D9BF26}"/>
                    </a:ext>
                  </a:extLst>
                </p14:cNvPr>
                <p14:cNvContentPartPr/>
                <p14:nvPr/>
              </p14:nvContentPartPr>
              <p14:xfrm>
                <a:off x="2944417" y="3264844"/>
                <a:ext cx="50400" cy="2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5BB25B-601A-255E-0491-B11D49D9BF2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26417" y="3246844"/>
                  <a:ext cx="860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ADF775-5F62-7A24-0B4B-BD4F09D10203}"/>
              </a:ext>
            </a:extLst>
          </p:cNvPr>
          <p:cNvGrpSpPr/>
          <p:nvPr/>
        </p:nvGrpSpPr>
        <p:grpSpPr>
          <a:xfrm>
            <a:off x="2470297" y="3149644"/>
            <a:ext cx="7883280" cy="1664640"/>
            <a:chOff x="2470297" y="3149644"/>
            <a:chExt cx="7883280" cy="166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66392B-6E30-F6CA-47BB-2B893474646D}"/>
                    </a:ext>
                  </a:extLst>
                </p14:cNvPr>
                <p14:cNvContentPartPr/>
                <p14:nvPr/>
              </p14:nvContentPartPr>
              <p14:xfrm>
                <a:off x="2470297" y="3149644"/>
                <a:ext cx="7883280" cy="166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66392B-6E30-F6CA-47BB-2B89347464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52657" y="3132004"/>
                  <a:ext cx="7918920" cy="17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3BD3DB-03F1-CC92-3324-AECBD3487077}"/>
                    </a:ext>
                  </a:extLst>
                </p14:cNvPr>
                <p14:cNvContentPartPr/>
                <p14:nvPr/>
              </p14:nvContentPartPr>
              <p14:xfrm>
                <a:off x="6668977" y="3240364"/>
                <a:ext cx="477720" cy="5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3BD3DB-03F1-CC92-3324-AECBD34870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50977" y="3222364"/>
                  <a:ext cx="5133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7F8282-CD60-28F6-4C21-164D9EBFE836}"/>
                    </a:ext>
                  </a:extLst>
                </p14:cNvPr>
                <p14:cNvContentPartPr/>
                <p14:nvPr/>
              </p14:nvContentPartPr>
              <p14:xfrm>
                <a:off x="5284057" y="3220924"/>
                <a:ext cx="1189800" cy="15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7F8282-CD60-28F6-4C21-164D9EBFE8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66417" y="3202924"/>
                  <a:ext cx="1225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066246-6398-6D6A-E0AA-2516713F3642}"/>
                    </a:ext>
                  </a:extLst>
                </p14:cNvPr>
                <p14:cNvContentPartPr/>
                <p14:nvPr/>
              </p14:nvContentPartPr>
              <p14:xfrm>
                <a:off x="3061777" y="3245044"/>
                <a:ext cx="2047680" cy="165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066246-6398-6D6A-E0AA-2516713F364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44137" y="3227404"/>
                  <a:ext cx="208332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B983032-F5DA-D360-8036-B50BFC01C6D3}"/>
                  </a:ext>
                </a:extLst>
              </p14:cNvPr>
              <p14:cNvContentPartPr/>
              <p14:nvPr/>
            </p14:nvContentPartPr>
            <p14:xfrm>
              <a:off x="2564977" y="4607284"/>
              <a:ext cx="7688520" cy="17179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B983032-F5DA-D360-8036-B50BFC01C6D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46977" y="4589284"/>
                <a:ext cx="7724160" cy="17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6B23923-F120-1F02-3AC7-093179B5DBA7}"/>
                  </a:ext>
                </a:extLst>
              </p14:cNvPr>
              <p14:cNvContentPartPr/>
              <p14:nvPr/>
            </p14:nvContentPartPr>
            <p14:xfrm>
              <a:off x="2964937" y="6415924"/>
              <a:ext cx="2088000" cy="954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6B23923-F120-1F02-3AC7-093179B5DBA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910937" y="6308284"/>
                <a:ext cx="2195640" cy="31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AF29C319-E67C-3A2B-DED2-3C88A9768E90}"/>
              </a:ext>
            </a:extLst>
          </p:cNvPr>
          <p:cNvGrpSpPr/>
          <p:nvPr/>
        </p:nvGrpSpPr>
        <p:grpSpPr>
          <a:xfrm>
            <a:off x="2669377" y="591844"/>
            <a:ext cx="195120" cy="294480"/>
            <a:chOff x="2669377" y="591844"/>
            <a:chExt cx="195120" cy="29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FE44F57-8D26-712D-790B-44D4704C7F57}"/>
                    </a:ext>
                  </a:extLst>
                </p14:cNvPr>
                <p14:cNvContentPartPr/>
                <p14:nvPr/>
              </p14:nvContentPartPr>
              <p14:xfrm>
                <a:off x="2669377" y="591844"/>
                <a:ext cx="195120" cy="294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FE44F57-8D26-712D-790B-44D4704C7F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63257" y="585724"/>
                  <a:ext cx="2073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F478922-545E-8FA5-02C7-02A5417CEB99}"/>
                    </a:ext>
                  </a:extLst>
                </p14:cNvPr>
                <p14:cNvContentPartPr/>
                <p14:nvPr/>
              </p14:nvContentPartPr>
              <p14:xfrm>
                <a:off x="2674417" y="851044"/>
                <a:ext cx="17388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F478922-545E-8FA5-02C7-02A5417CEB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8297" y="844924"/>
                  <a:ext cx="18612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D834EFE-B6A1-9AD3-594A-ECB2F27923E1}"/>
                  </a:ext>
                </a:extLst>
              </p14:cNvPr>
              <p14:cNvContentPartPr/>
              <p14:nvPr/>
            </p14:nvContentPartPr>
            <p14:xfrm>
              <a:off x="2571097" y="987484"/>
              <a:ext cx="269640" cy="239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D834EFE-B6A1-9AD3-594A-ECB2F27923E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64977" y="981364"/>
                <a:ext cx="28188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C7F2A64-CF63-61F5-B34B-64A889E78240}"/>
              </a:ext>
            </a:extLst>
          </p:cNvPr>
          <p:cNvGrpSpPr/>
          <p:nvPr/>
        </p:nvGrpSpPr>
        <p:grpSpPr>
          <a:xfrm>
            <a:off x="2557620" y="1317660"/>
            <a:ext cx="334440" cy="591480"/>
            <a:chOff x="2557620" y="1317660"/>
            <a:chExt cx="33444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88E816-6768-6A16-47A6-F6B2A2B5202F}"/>
                    </a:ext>
                  </a:extLst>
                </p14:cNvPr>
                <p14:cNvContentPartPr/>
                <p14:nvPr/>
              </p14:nvContentPartPr>
              <p14:xfrm>
                <a:off x="2557620" y="1328820"/>
                <a:ext cx="67680" cy="18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88E816-6768-6A16-47A6-F6B2A2B520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51500" y="1322700"/>
                  <a:ext cx="79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313AF56-EED9-4D71-79CA-73B0B2E773B1}"/>
                    </a:ext>
                  </a:extLst>
                </p14:cNvPr>
                <p14:cNvContentPartPr/>
                <p14:nvPr/>
              </p14:nvContentPartPr>
              <p14:xfrm>
                <a:off x="2572020" y="1317660"/>
                <a:ext cx="255960" cy="208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313AF56-EED9-4D71-79CA-73B0B2E773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65900" y="1311540"/>
                  <a:ext cx="268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93A3965-72F8-380E-3413-382B5E79AA36}"/>
                    </a:ext>
                  </a:extLst>
                </p14:cNvPr>
                <p14:cNvContentPartPr/>
                <p14:nvPr/>
              </p14:nvContentPartPr>
              <p14:xfrm>
                <a:off x="2677860" y="1609980"/>
                <a:ext cx="214200" cy="299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93A3965-72F8-380E-3413-382B5E79AA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1740" y="1603860"/>
                  <a:ext cx="22644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94FB82B-311F-3AE6-1C53-E5BE31260CBC}"/>
              </a:ext>
            </a:extLst>
          </p:cNvPr>
          <p:cNvGrpSpPr/>
          <p:nvPr/>
        </p:nvGrpSpPr>
        <p:grpSpPr>
          <a:xfrm>
            <a:off x="1915740" y="2301540"/>
            <a:ext cx="555840" cy="509400"/>
            <a:chOff x="1915740" y="2301540"/>
            <a:chExt cx="555840" cy="50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D23D8D6-6B24-EEB4-C819-CE7669D4C319}"/>
                    </a:ext>
                  </a:extLst>
                </p14:cNvPr>
                <p14:cNvContentPartPr/>
                <p14:nvPr/>
              </p14:nvContentPartPr>
              <p14:xfrm>
                <a:off x="2138940" y="2309820"/>
                <a:ext cx="166320" cy="256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D23D8D6-6B24-EEB4-C819-CE7669D4C3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32820" y="2303700"/>
                  <a:ext cx="178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B77E4B0-5780-AE05-5350-27A88A6FFA4D}"/>
                    </a:ext>
                  </a:extLst>
                </p14:cNvPr>
                <p14:cNvContentPartPr/>
                <p14:nvPr/>
              </p14:nvContentPartPr>
              <p14:xfrm>
                <a:off x="1915740" y="2531940"/>
                <a:ext cx="398880" cy="279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B77E4B0-5780-AE05-5350-27A88A6FFA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9620" y="2525820"/>
                  <a:ext cx="411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F42A67-2822-B860-E444-7F7456120D8E}"/>
                    </a:ext>
                  </a:extLst>
                </p14:cNvPr>
                <p14:cNvContentPartPr/>
                <p14:nvPr/>
              </p14:nvContentPartPr>
              <p14:xfrm>
                <a:off x="2289780" y="2301540"/>
                <a:ext cx="181800" cy="37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F42A67-2822-B860-E444-7F7456120D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83660" y="2295420"/>
                  <a:ext cx="19404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08CFBB3-10CA-D22E-D552-D2A45743EBB3}"/>
                  </a:ext>
                </a:extLst>
              </p14:cNvPr>
              <p14:cNvContentPartPr/>
              <p14:nvPr/>
            </p14:nvContentPartPr>
            <p14:xfrm>
              <a:off x="1944180" y="3625980"/>
              <a:ext cx="345960" cy="3985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08CFBB3-10CA-D22E-D552-D2A45743EBB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38060" y="3619860"/>
                <a:ext cx="358200" cy="41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5EF6B100-B1A3-90B4-342F-6D9870430A76}"/>
              </a:ext>
            </a:extLst>
          </p:cNvPr>
          <p:cNvGrpSpPr/>
          <p:nvPr/>
        </p:nvGrpSpPr>
        <p:grpSpPr>
          <a:xfrm>
            <a:off x="2110280" y="5236360"/>
            <a:ext cx="296280" cy="505800"/>
            <a:chOff x="2110280" y="5236360"/>
            <a:chExt cx="29628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494CF73-68AC-F6DE-68B4-C6C6290EF021}"/>
                    </a:ext>
                  </a:extLst>
                </p14:cNvPr>
                <p14:cNvContentPartPr/>
                <p14:nvPr/>
              </p14:nvContentPartPr>
              <p14:xfrm>
                <a:off x="2110280" y="5236360"/>
                <a:ext cx="296280" cy="505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494CF73-68AC-F6DE-68B4-C6C6290EF0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04160" y="5230240"/>
                  <a:ext cx="30852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DB95B8D-AE49-7003-F504-F77EF81881FB}"/>
                    </a:ext>
                  </a:extLst>
                </p14:cNvPr>
                <p14:cNvContentPartPr/>
                <p14:nvPr/>
              </p14:nvContentPartPr>
              <p14:xfrm>
                <a:off x="2154200" y="5552440"/>
                <a:ext cx="236520" cy="25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DB95B8D-AE49-7003-F504-F77EF81881F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48080" y="5546320"/>
                  <a:ext cx="2487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96521D4-5ACD-2D89-142A-29D5E010CF39}"/>
                  </a:ext>
                </a:extLst>
              </p14:cNvPr>
              <p14:cNvContentPartPr/>
              <p14:nvPr/>
            </p14:nvContentPartPr>
            <p14:xfrm>
              <a:off x="2505560" y="6325360"/>
              <a:ext cx="269280" cy="4294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96521D4-5ACD-2D89-142A-29D5E010CF3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99440" y="6319240"/>
                <a:ext cx="281520" cy="44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9005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3D8A-1790-7282-B431-069330C7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68FC2273-6025-35B4-5D00-91EA129B4DD9}"/>
              </a:ext>
            </a:extLst>
          </p:cNvPr>
          <p:cNvSpPr/>
          <p:nvPr/>
        </p:nvSpPr>
        <p:spPr>
          <a:xfrm>
            <a:off x="2182762" y="738770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דוגמה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286C83-BD02-6C7B-B187-62B435142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74D59F-1028-FC68-63DD-F232CB826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6203967-EC2A-362B-110D-FF114811CD75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FA5E69A-35A5-8676-8D0C-29FAEE703DF7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9D0BCA0-2D46-DAC9-DC86-698D9FE25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150" y="2892871"/>
            <a:ext cx="7366344" cy="1355129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164E07E5-BDD3-BC4C-7396-D7D9571B6FE3}"/>
              </a:ext>
            </a:extLst>
          </p:cNvPr>
          <p:cNvSpPr/>
          <p:nvPr/>
        </p:nvSpPr>
        <p:spPr>
          <a:xfrm>
            <a:off x="6350000" y="1401139"/>
            <a:ext cx="3793279" cy="668603"/>
          </a:xfrm>
          <a:prstGeom prst="wedgeRoundRectCallout">
            <a:avLst>
              <a:gd name="adj1" fmla="val -48624"/>
              <a:gd name="adj2" fmla="val 19034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יצירת "בונה" לתיבת דו-שיח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64FA7F9-3D40-D974-4B61-22B592C467E1}"/>
              </a:ext>
            </a:extLst>
          </p:cNvPr>
          <p:cNvSpPr/>
          <p:nvPr/>
        </p:nvSpPr>
        <p:spPr>
          <a:xfrm>
            <a:off x="2021840" y="2300618"/>
            <a:ext cx="1142768" cy="747381"/>
          </a:xfrm>
          <a:prstGeom prst="wedgeRoundRectCallout">
            <a:avLst>
              <a:gd name="adj1" fmla="val 125157"/>
              <a:gd name="adj2" fmla="val 9542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כותרת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8E48F7BF-61EF-0575-F644-62DCE9B34A89}"/>
              </a:ext>
            </a:extLst>
          </p:cNvPr>
          <p:cNvSpPr/>
          <p:nvPr/>
        </p:nvSpPr>
        <p:spPr>
          <a:xfrm>
            <a:off x="1402866" y="3810002"/>
            <a:ext cx="1963693" cy="460252"/>
          </a:xfrm>
          <a:prstGeom prst="wedgeRoundRectCallout">
            <a:avLst>
              <a:gd name="adj1" fmla="val 82431"/>
              <a:gd name="adj2" fmla="val -5870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הודעת טקסט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D51A7EEC-DD02-883A-A2E0-F4A21772DF22}"/>
              </a:ext>
            </a:extLst>
          </p:cNvPr>
          <p:cNvSpPr/>
          <p:nvPr/>
        </p:nvSpPr>
        <p:spPr>
          <a:xfrm>
            <a:off x="4805680" y="4841002"/>
            <a:ext cx="4321599" cy="914767"/>
          </a:xfrm>
          <a:prstGeom prst="wedgeRoundRectCallout">
            <a:avLst>
              <a:gd name="adj1" fmla="val -36103"/>
              <a:gd name="adj2" fmla="val -121281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400" dirty="0">
                <a:solidFill>
                  <a:schemeClr val="bg1"/>
                </a:solidFill>
              </a:rPr>
              <a:t>ביטול אפשרות לסגור ע"י לחיצה מחוץ לתיבת דו-שיח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845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EFDC-E8D8-54A6-29F7-84FCD44F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37C3D82-E307-CCB7-37CB-E9DB08DD81EB}"/>
              </a:ext>
            </a:extLst>
          </p:cNvPr>
          <p:cNvSpPr/>
          <p:nvPr/>
        </p:nvSpPr>
        <p:spPr>
          <a:xfrm>
            <a:off x="2182762" y="1522914"/>
            <a:ext cx="857194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משלושת הלחצנים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מאזין שלו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EB369-2D5A-5DDB-1162-81C591F2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DE5E64-37BA-B7F8-6587-057218779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37FE3EDF-BE5B-7AA4-5442-E472A18D01BB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A74421A-71AA-D938-5242-7B132930BFFC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6818740-C92E-352D-B1EC-43B4CFBEBE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2762" y="3130186"/>
            <a:ext cx="8688438" cy="202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26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8815-FF3C-25C7-EC27-26C6388C9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5CD9C75-48DF-AD57-CB1B-B3770EABFF16}"/>
              </a:ext>
            </a:extLst>
          </p:cNvPr>
          <p:cNvSpPr/>
          <p:nvPr/>
        </p:nvSpPr>
        <p:spPr>
          <a:xfrm>
            <a:off x="2182762" y="1522914"/>
            <a:ext cx="85719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יוצרים תיבת דו-שיח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מחלקים ש"מבר" ה"בונה"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ומציגים אותה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9D1F4-DEC0-E795-20BB-6F6DE617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05B792-CB7F-92F8-BAF2-F21E2BCF1D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0C7D6B85-76E5-0F9A-4CA3-92B9E0E4B8CD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251A17C-ED3B-B5CA-B8F1-5ECB86A86C7C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031C97A-C167-F5CF-C617-2B7EABCD3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205" y="4238181"/>
            <a:ext cx="3101061" cy="5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24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9F28-BACC-5A4A-25FF-F30D7034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96C8DB2F-53F5-A47B-B1DC-26791C4437AF}"/>
              </a:ext>
            </a:extLst>
          </p:cNvPr>
          <p:cNvSpPr/>
          <p:nvPr/>
        </p:nvSpPr>
        <p:spPr>
          <a:xfrm>
            <a:off x="2182762" y="1522914"/>
            <a:ext cx="857194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רשימת ביקורים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והוספת ביקור לרשימה זאת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8599D7-C540-794C-35AF-DE38F7E55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36B83F-A086-2932-DBA2-A35D60D369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B0A86A28-2DD2-8C32-375D-512D69AE70C1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C42DB7D-2F55-6AAE-D156-FD62A222B929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B86670B-9846-AFFE-0B0B-6DE89BBEC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822" y="2800338"/>
            <a:ext cx="3688181" cy="4610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617C3C-E223-5702-DE97-363C40337B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662" y="4078242"/>
            <a:ext cx="3935928" cy="532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9353F8-C68E-2DAD-B0DF-A1780CAA6C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3524" y="5565126"/>
            <a:ext cx="3001186" cy="53185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6A75634-DF1E-A044-168F-9C168EC98458}"/>
              </a:ext>
            </a:extLst>
          </p:cNvPr>
          <p:cNvGrpSpPr/>
          <p:nvPr/>
        </p:nvGrpSpPr>
        <p:grpSpPr>
          <a:xfrm>
            <a:off x="2094800" y="3501160"/>
            <a:ext cx="1343160" cy="1183320"/>
            <a:chOff x="2094800" y="3501160"/>
            <a:chExt cx="1343160" cy="11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CC03A3-919B-4EB9-AC10-B10FA2D75001}"/>
                    </a:ext>
                  </a:extLst>
                </p14:cNvPr>
                <p14:cNvContentPartPr/>
                <p14:nvPr/>
              </p14:nvContentPartPr>
              <p14:xfrm>
                <a:off x="2094800" y="3501160"/>
                <a:ext cx="1343160" cy="1002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CC03A3-919B-4EB9-AC10-B10FA2D7500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76800" y="3483160"/>
                  <a:ext cx="1378800" cy="10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C2139E-945B-B1FA-960B-BB576351D1A5}"/>
                    </a:ext>
                  </a:extLst>
                </p14:cNvPr>
                <p14:cNvContentPartPr/>
                <p14:nvPr/>
              </p14:nvContentPartPr>
              <p14:xfrm>
                <a:off x="2995880" y="4312600"/>
                <a:ext cx="421920" cy="371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FC2139E-945B-B1FA-960B-BB576351D1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77880" y="4294600"/>
                  <a:ext cx="457560" cy="40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F9070D-C607-A121-B1C0-92340F9878E7}"/>
              </a:ext>
            </a:extLst>
          </p:cNvPr>
          <p:cNvGrpSpPr/>
          <p:nvPr/>
        </p:nvGrpSpPr>
        <p:grpSpPr>
          <a:xfrm>
            <a:off x="5595080" y="4857280"/>
            <a:ext cx="2081880" cy="1306080"/>
            <a:chOff x="5595080" y="4857280"/>
            <a:chExt cx="2081880" cy="130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354D1DE-9A7C-9B64-EB9F-8592F99F4D69}"/>
                    </a:ext>
                  </a:extLst>
                </p14:cNvPr>
                <p14:cNvContentPartPr/>
                <p14:nvPr/>
              </p14:nvContentPartPr>
              <p14:xfrm>
                <a:off x="5595080" y="4857280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354D1DE-9A7C-9B64-EB9F-8592F99F4D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77440" y="48392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EB0DB6-D45B-D6AF-0AF6-F12A572D394C}"/>
                    </a:ext>
                  </a:extLst>
                </p14:cNvPr>
                <p14:cNvContentPartPr/>
                <p14:nvPr/>
              </p14:nvContentPartPr>
              <p14:xfrm>
                <a:off x="5609840" y="4905880"/>
                <a:ext cx="1935360" cy="1045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EB0DB6-D45B-D6AF-0AF6-F12A572D394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92200" y="4887880"/>
                  <a:ext cx="1971000" cy="10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08FE9B-96E1-D0D5-84F7-75938536A757}"/>
                    </a:ext>
                  </a:extLst>
                </p14:cNvPr>
                <p14:cNvContentPartPr/>
                <p14:nvPr/>
              </p14:nvContentPartPr>
              <p14:xfrm>
                <a:off x="7288880" y="5829640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08FE9B-96E1-D0D5-84F7-75938536A7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71240" y="58116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F6F201-1B02-776D-06E0-484F865368DE}"/>
                    </a:ext>
                  </a:extLst>
                </p14:cNvPr>
                <p14:cNvContentPartPr/>
                <p14:nvPr/>
              </p14:nvContentPartPr>
              <p14:xfrm>
                <a:off x="7210760" y="5795440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F6F201-1B02-776D-06E0-484F865368D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93120" y="57778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0843AB-6297-FE1E-7C74-F8DDE3A69F43}"/>
                    </a:ext>
                  </a:extLst>
                </p14:cNvPr>
                <p14:cNvContentPartPr/>
                <p14:nvPr/>
              </p14:nvContentPartPr>
              <p14:xfrm>
                <a:off x="7194920" y="5829640"/>
                <a:ext cx="482040" cy="333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0843AB-6297-FE1E-7C74-F8DDE3A69F4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76920" y="5811640"/>
                  <a:ext cx="517680" cy="36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6660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ECBB1-2930-6488-345A-04A44C4B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60483C88-E914-CA8E-72ED-6A7022D5E7A3}"/>
              </a:ext>
            </a:extLst>
          </p:cNvPr>
          <p:cNvSpPr/>
          <p:nvPr/>
        </p:nvSpPr>
        <p:spPr>
          <a:xfrm>
            <a:off x="2182762" y="1522914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3BDF1E-7831-4320-0FA1-7D948C73A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C7A6F-08F6-E2C1-37F8-C620981A79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2E1E329B-0387-58A2-6CCB-5B834A74AD49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4727DBE-2C5F-566F-5490-60E458C63E98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1907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2985</TotalTime>
  <Words>510</Words>
  <Application>Microsoft Office PowerPoint</Application>
  <PresentationFormat>Widescreen</PresentationFormat>
  <Paragraphs>118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Assistant</vt:lpstr>
      <vt:lpstr>Guttman Vilna</vt:lpstr>
      <vt:lpstr>Guttman-Aram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205</cp:revision>
  <dcterms:created xsi:type="dcterms:W3CDTF">2019-01-05T16:01:25Z</dcterms:created>
  <dcterms:modified xsi:type="dcterms:W3CDTF">2026-03-01T15:54:13Z</dcterms:modified>
</cp:coreProperties>
</file>