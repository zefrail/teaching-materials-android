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70" r:id="rId2"/>
    <p:sldId id="258" r:id="rId3"/>
    <p:sldId id="308" r:id="rId4"/>
    <p:sldId id="277" r:id="rId5"/>
    <p:sldId id="306" r:id="rId6"/>
    <p:sldId id="307" r:id="rId7"/>
    <p:sldId id="278" r:id="rId8"/>
    <p:sldId id="305" r:id="rId9"/>
    <p:sldId id="303" r:id="rId10"/>
    <p:sldId id="279" r:id="rId11"/>
    <p:sldId id="309" r:id="rId12"/>
    <p:sldId id="280" r:id="rId13"/>
    <p:sldId id="281" r:id="rId14"/>
    <p:sldId id="282" r:id="rId15"/>
    <p:sldId id="283" r:id="rId16"/>
    <p:sldId id="284" r:id="rId17"/>
    <p:sldId id="285" r:id="rId18"/>
    <p:sldId id="310" r:id="rId19"/>
    <p:sldId id="286" r:id="rId20"/>
    <p:sldId id="287" r:id="rId21"/>
    <p:sldId id="288" r:id="rId22"/>
    <p:sldId id="289" r:id="rId23"/>
    <p:sldId id="290" r:id="rId24"/>
    <p:sldId id="291" r:id="rId25"/>
    <p:sldId id="311" r:id="rId26"/>
    <p:sldId id="312" r:id="rId27"/>
    <p:sldId id="31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0.2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224 153 13968 0 0,'-123'-21'6570'0'0,"49"13"-3339"0"0,72 7-2981 0 0,-19-9 626 0 0,17 6-37 0 0,14 4 542 0 0,27 15-1111 0 0,10 2-71 0 0,6-7-78 0 0,0-3-1 0 0,1-2 0 0 0,0-2 0 0 0,0-2 0 0 0,-1-3 1 0 0,60-10-1 0 0,-84 8-57 0 0,28-4 58 0 0,-1-2 0 0 0,-1-3 0 0 0,56-20 1 0 0,3-19 32 0 0,-60 24-58 0 0,-52 27-74 0 0,6-3 107 0 0,-16 11-89 0 0,2 2-35 0 0,-1 0-1 0 0,1 1 0 0 0,1 0 1 0 0,-1 0-1 0 0,-5 18 1 0 0,-16 58 19 0 0,22-70-19 0 0,-12 61 15 0 0,3-1 1 0 0,4 2-1 0 0,-1 87 0 0 0,-6 52 11 0 0,7-45-1 0 0,10-125-15 0 0,-2 1-1 0 0,-3 0 1 0 0,-1-1 0 0 0,-14 49 0 0 0,16-82-11 0 0,-2-2 1 0 0,0 1-1 0 0,0 0 0 0 0,-1-1 1 0 0,0 0-1 0 0,-1-1 0 0 0,-1 0 1 0 0,0 0-1 0 0,0-1 0 0 0,-1 0 1 0 0,-1 0-1 0 0,1-1 0 0 0,-1 0 1 0 0,-1-1-1 0 0,0-1 0 0 0,0 0 1 0 0,0 0-1 0 0,-1-1 0 0 0,0-1 1 0 0,0 0-1 0 0,0-1 0 0 0,-1 0 1 0 0,-15 2-1 0 0,18-6-2 0 0,0 1 0 0 0,0-2 0 0 0,0 1 0 0 0,0-2-1 0 0,0 1 1 0 0,0-1 0 0 0,1-1 0 0 0,-1 0 0 0 0,1-1 0 0 0,-14-6 0 0 0,-5-4 3 0 0,0-2 1 0 0,-32-23-1 0 0,37 23-1 0 0,1-1-1 0 0,1 0 0 0 0,1-2 1 0 0,0-1-1 0 0,1 0 0 0 0,2-2 1 0 0,-26-35-1 0 0,41 51-3 0 0,0-1 0 0 0,1 1 0 0 0,-1-1 0 0 0,1 1 0 0 0,0-1 0 0 0,1 0 0 0 0,0 0 0 0 0,0 0 0 0 0,0 0 0 0 0,1 0 0 0 0,0 0 0 0 0,0 0 0 0 0,1 0 0 0 0,0 0 0 0 0,0 0 0 0 0,1 1 0 0 0,0-1 0 0 0,0 0 0 0 0,5-11 0 0 0,-1 6 0 0 0,0-1 0 0 0,0 1 0 0 0,2 0 0 0 0,-1 0 0 0 0,2 1 0 0 0,-1 0 0 0 0,1 1 0 0 0,21-19 0 0 0,-24 25 0 0 0,-1 1 0 0 0,1-1 0 0 0,-1 1 0 0 0,1 0 0 0 0,0 1 0 0 0,0-1 0 0 0,0 1 0 0 0,1 0 0 0 0,-1 1 0 0 0,7-2 0 0 0,-9 3 1 0 0,-1-1-1 0 0,0 1 0 0 0,0 0 1 0 0,0 0-1 0 0,1 0 0 0 0,-1 0 1 0 0,0 0-1 0 0,0 1 0 0 0,0 0 1 0 0,0-1-1 0 0,0 1 0 0 0,1 0 1 0 0,-1 1-1 0 0,-1-1 0 0 0,1 0 1 0 0,0 1-1 0 0,0 0 0 0 0,-1 0 1 0 0,1-1-1 0 0,0 1 0 0 0,-1 1 1 0 0,4 3-1 0 0,8 15-3734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1.6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520 224 15576 0 0,'4'-2'1119'0'0,"12"-6"5"0"0,-14 7-789 0 0,-1-1 0 0 0,1 1 0 0 0,-1-1 0 0 0,0 0 0 0 0,1 0 0 0 0,-1 1 0 0 0,0-1 0 0 0,0 0 0 0 0,-1 0 0 0 0,2-3 0 0 0,3-5 115 0 0,-2 5-371 0 0,-1 0-1 0 0,0 1 1 0 0,0-1-1 0 0,0 0 1 0 0,0 0 0 0 0,-1 0-1 0 0,0 0 1 0 0,0 0 0 0 0,-1-1-1 0 0,1 1 1 0 0,-1 0-1 0 0,0 0 1 0 0,0 0 0 0 0,-1-1-1 0 0,1 1 1 0 0,-1 0 0 0 0,-1 0-1 0 0,1 0 1 0 0,-1 0-1 0 0,1 0 1 0 0,-4-5 0 0 0,3 6-35 0 0,0 0 0 0 0,0 0 0 0 0,-1 0 1 0 0,1 0-1 0 0,-1 0 0 0 0,0 0 0 0 0,0 1 1 0 0,0 0-1 0 0,0-1 0 0 0,-1 1 0 0 0,0 0 1 0 0,1 1-1 0 0,-1-1 0 0 0,0 1 0 0 0,0-1 1 0 0,-1 1-1 0 0,1 0 0 0 0,0 1 0 0 0,-1-1 1 0 0,1 1-1 0 0,-1 0 0 0 0,1 0 0 0 0,-1 0 1 0 0,-6 0-1 0 0,-4 2 30 0 0,-1 1-1 0 0,1 1 1 0 0,-1 0 0 0 0,1 1 0 0 0,0 1-1 0 0,1 0 1 0 0,-1 1 0 0 0,1 0 0 0 0,0 2-1 0 0,-23 15 1 0 0,12-6 49 0 0,0 2-1 0 0,2 0 1 0 0,0 2-1 0 0,-31 35 1 0 0,39-37-47 0 0,0 1 0 0 0,2 1-1 0 0,0 0 1 0 0,1 1 0 0 0,1 0 0 0 0,1 1 0 0 0,1 0 0 0 0,2 0 0 0 0,0 1-1 0 0,1 0 1 0 0,1 1 0 0 0,2-1 0 0 0,0 1 0 0 0,2 0 0 0 0,0-1 0 0 0,2 1-1 0 0,0 0 1 0 0,9 38 0 0 0,-9-59-63 0 0,0 1 1 0 0,0-1-1 0 0,1 0 0 0 0,-1 1 1 0 0,1-1-1 0 0,0 0 0 0 0,1 0 0 0 0,-1 0 1 0 0,1 0-1 0 0,0 0 0 0 0,0-1 0 0 0,0 1 1 0 0,0-1-1 0 0,0 0 0 0 0,1 0 1 0 0,-1 0-1 0 0,1 0 0 0 0,0-1 0 0 0,0 1 1 0 0,0-1-1 0 0,0 0 0 0 0,1 0 0 0 0,-1-1 1 0 0,0 1-1 0 0,1-1 0 0 0,-1 0 1 0 0,1 0-1 0 0,-1 0 0 0 0,10-1 0 0 0,-4 0 5 0 0,0 0 0 0 0,0-1 0 0 0,0 0 0 0 0,0-1 0 0 0,0 0 0 0 0,0 0 0 0 0,0-1 0 0 0,-1-1 0 0 0,0 1 0 0 0,1-1 0 0 0,-1-1 0 0 0,15-10 0 0 0,-2-2 3 0 0,-1-1 1 0 0,-1-1-1 0 0,0 0 0 0 0,-2-2 0 0 0,0 0 0 0 0,-1-1 1 0 0,-2-1-1 0 0,0 0 0 0 0,-1-1 0 0 0,-2-1 1 0 0,19-48-1 0 0,-15 31-9 0 0,-5 13-6 0 0,11-38 1 0 0,-22 61-7 0 0,1 4 0 0 0,-1 0 0 0 0,0 0 0 0 0,1 0 0 0 0,0 1 0 0 0,-1-1 0 0 0,1 0 0 0 0,0 1 0 0 0,0-1 0 0 0,-1 0 0 0 0,1 1 0 0 0,1-1 0 0 0,-1 1 0 0 0,0 0 0 0 0,0-1 0 0 0,0 1 0 0 0,1 0 0 0 0,-1 0 0 0 0,3-2 0 0 0,7-4 0 0 0,-11 7 0 0 0,1-1 0 0 0,-1 1 0 0 0,1 0 0 0 0,-1 0 0 0 0,0 0 0 0 0,1 0 0 0 0,-1 0 0 0 0,0 0 0 0 0,1 0 0 0 0,-1 0 0 0 0,1 0 0 0 0,-1 0-1 0 0,0 0 1 0 0,1 0 0 0 0,-1 0 0 0 0,1 0 0 0 0,-1 0 0 0 0,0 0 0 0 0,1 0 0 0 0,-1 0 0 0 0,1 0 0 0 0,-1 1 0 0 0,0-1 0 0 0,1 0 0 0 0,-1 0 0 0 0,1 1 0 0 0,0 1-1 0 0,1 0 0 0 0,0 1 1 0 0,-1-1-1 0 0,1 0 0 0 0,-1 1 1 0 0,0-1-1 0 0,0 1 0 0 0,0 0 1 0 0,0-1-1 0 0,-1 1 0 0 0,1 0 0 0 0,0 2 1 0 0,3 42-6 0 0,-3-27 5 0 0,2 85-6 0 0,-3-67 7 0 0,9 73 0 0 0,-8-107 13 0 0,0 1 0 0 0,1-1-1 0 0,-1 0 1 0 0,1 0 0 0 0,0 0-1 0 0,0 0 1 0 0,1 0 0 0 0,-1 0-1 0 0,1-1 1 0 0,-1 1 0 0 0,1-1-1 0 0,0 1 1 0 0,1-1 0 0 0,-1 0-1 0 0,0 0 1 0 0,1-1 0 0 0,0 1-1 0 0,-1-1 1 0 0,8 3 0 0 0,4 2-502 0 0,2 0 1 0 0,-1-1-1 0 0,27 5 0 0 0,-26-7-1343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2.5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1 292 1600 0 0,'1'-6'2067'0'0,"2"-3"-1997"0"0,0 1 0 0 0,1-1 1 0 0,0 0-1 0 0,8-12 1 0 0,-10 19-351 0 0,-2-5 445 0 0,-4 48 2508 0 0,2-31-2014 0 0,1 0 0 0 0,0 0 1 0 0,0 0-1 0 0,2 12 0 0 0,13 63 3336 0 0,29 93 0 0 0,-35-154-3372 0 0,1-1 0 0 0,1 0 0 0 0,13 23-1 0 0,-10-22 208 0 0,-2 0-1 0 0,13 37 0 0 0,-11-29 138 0 0,-4-21-141 0 0,-9-11-784 0 0,0 0 0 0 0,1 0 0 0 0,-1 0 0 0 0,0 0 0 0 0,0 0-1 0 0,1 0 1 0 0,-1-1 0 0 0,0 1 0 0 0,1 0 0 0 0,-1 0 0 0 0,0 0 0 0 0,0 0 0 0 0,0-1 0 0 0,1 1 0 0 0,-1 0 0 0 0,0 0 0 0 0,0 0 0 0 0,0-1 0 0 0,1 1 0 0 0,-1 0 0 0 0,0 0 0 0 0,0-1 0 0 0,0 1-1 0 0,0 0 1 0 0,0-1 0 0 0,0 1 0 0 0,0 0 0 0 0,1 0 0 0 0,-1-1 0 0 0,0 1 0 0 0,0 0 0 0 0,0-1 0 0 0,0 1 0 0 0,0 0 0 0 0,0-1 0 0 0,-1 1 0 0 0,1 0 0 0 0,0 0 0 0 0,0-1 0 0 0,6-86 335 0 0,-5 53-194 0 0,9-59 1 0 0,4 40-22 0 0,2 0 1 0 0,38-83 0 0 0,-45 116-130 0 0,22-48 89 0 0,4 1 1 0 0,2 2 0 0 0,72-96-1 0 0,-97 153 14 0 0,-6 15-101 0 0,-3 23-22 0 0,-9 33-341 0 0,3-42-2850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4.0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379 296 2208 0 0,'0'0'4132'0'0,"4"-2"-3448"0"0,133-45 4854 0 0,-134 46-5260 0 0,0-1 0 0 0,1 1 0 0 0,-1-1 0 0 0,0 0 0 0 0,-1 0 0 0 0,1 0 0 0 0,0 0 0 0 0,-1 0 0 0 0,1-1 0 0 0,-1 1 0 0 0,1-1 0 0 0,-1 1 0 0 0,0-1 0 0 0,0 0 0 0 0,0 0 0 0 0,-1 0 0 0 0,1 0 0 0 0,-1 0 0 0 0,3-7 0 0 0,-4 5-83 0 0,1 0-1 0 0,0-1 1 0 0,-1 1 0 0 0,0 0-1 0 0,0 0 1 0 0,-1-1-1 0 0,1 1 1 0 0,-1 0-1 0 0,0 0 1 0 0,-1-1-1 0 0,-2-7 1 0 0,1 5-28 0 0,0 0 0 0 0,-1 1 0 0 0,0-1 0 0 0,0 1 0 0 0,0 0 0 0 0,-1 0 0 0 0,0 0 1 0 0,-1 0-1 0 0,0 1 0 0 0,1 0 0 0 0,-2 0 0 0 0,1 1 0 0 0,-8-5 0 0 0,9 6-43 0 0,-1 1 0 0 0,0 1 1 0 0,0-1-1 0 0,0 1 0 0 0,0 0 0 0 0,0 0 0 0 0,-1 1 0 0 0,1 0 1 0 0,0 0-1 0 0,-1 0 0 0 0,1 1 0 0 0,-1 0 0 0 0,1 0 1 0 0,-1 0-1 0 0,1 1 0 0 0,0 0 0 0 0,-13 4 0 0 0,6 0 18 0 0,0 0 0 0 0,1 0 0 0 0,-1 1 0 0 0,1 1-1 0 0,0 0 1 0 0,-10 9 0 0 0,-62 56 536 0 0,83-72-674 0 0,-13 14 108 0 0,1 1 0 0 0,0 0 0 0 0,2 1 0 0 0,-1 0 1 0 0,2 1-1 0 0,0 0 0 0 0,-14 33 0 0 0,2 10 207 0 0,-15 65 0 0 0,31-103-249 0 0,3-10-16 0 0,1 0 0 0 0,0 0-1 0 0,1 0 1 0 0,0 0 0 0 0,1 0-1 0 0,1 0 1 0 0,0 0 0 0 0,0 1 0 0 0,1-2-1 0 0,1 1 1 0 0,0 0 0 0 0,0 0-1 0 0,8 16 1 0 0,-9-26-39 0 0,-1 1-1 0 0,0-1 1 0 0,1 1-1 0 0,0-1 1 0 0,-1 0 0 0 0,1 1-1 0 0,0-1 1 0 0,0 0-1 0 0,0 0 1 0 0,1-1-1 0 0,-1 1 1 0 0,0 0 0 0 0,1-1-1 0 0,-1 1 1 0 0,1-1-1 0 0,-1 0 1 0 0,1 0 0 0 0,0 0-1 0 0,-1 0 1 0 0,5 1-1 0 0,-4-2-2 0 0,1 0-1 0 0,0-1 1 0 0,0 1-1 0 0,-1-1 1 0 0,1 1-1 0 0,0-1 1 0 0,-1 0-1 0 0,1 0 1 0 0,-1-1-1 0 0,0 1 1 0 0,1-1-1 0 0,-1 0 1 0 0,5-3-1 0 0,8-7 14 0 0,-1-1-1 0 0,-1 0 0 0 0,0-1 1 0 0,19-25-1 0 0,-30 35-18 0 0,19-25 45 0 0,-2-2 1 0 0,-1 0 0 0 0,16-37-1 0 0,-17 42-18 0 0,-12 20-24 0 0,0-1 0 0 0,0 0 1 0 0,-1 0-1 0 0,8-15 0 0 0,-10 16-1 0 0,-2 5-8 0 0,16-12 8 0 0,-8 7-8 0 0,-8 5 1 0 0,1 1-1 0 0,-1 0 1 0 0,1-1-1 0 0,-1 1 0 0 0,1 0 1 0 0,-1 0-1 0 0,0 0 1 0 0,1 0-1 0 0,-1 1 1 0 0,1-1-1 0 0,-1 0 1 0 0,1 1-1 0 0,-1-1 1 0 0,0 0-1 0 0,1 1 1 0 0,-1 0-1 0 0,0-1 1 0 0,1 1-1 0 0,-1 0 1 0 0,0 0-1 0 0,0-1 1 0 0,0 1-1 0 0,0 0 1 0 0,0 0-1 0 0,0 0 1 0 0,0 1-1 0 0,0-1 0 0 0,0 0 1 0 0,0 0-1 0 0,0 0 1 0 0,-1 1-1 0 0,1-1 1 0 0,-1 0-1 0 0,2 3 1 0 0,1 1 3 0 0,6 11-3 0 0,-1 1-1 0 0,0-1 1 0 0,-1 1-1 0 0,-1 1 1 0 0,6 22-1 0 0,9 27 0 0 0,-15-50 0 0 0,1 1 0 0 0,1-1 0 0 0,1 0 0 0 0,1-1 0 0 0,0 0 0 0 0,1-1 0 0 0,15 17 0 0 0,-19-24 0 0 0,1-1 0 0 0,1 0 0 0 0,-1 0 0 0 0,1-1 0 0 0,0-1 0 0 0,1 1 0 0 0,-1-1 0 0 0,1-1 0 0 0,0 0 0 0 0,0 0 0 0 0,0-1 0 0 0,1 0 0 0 0,-1-1 0 0 0,13 2 0 0 0,-8-3 5 0 0,1 1-1 0 0,0-2 1 0 0,-1 0-1 0 0,1-1 1 0 0,0 0-1 0 0,-1-1 1 0 0,1-1 0 0 0,-1-1-1 0 0,0 0 1 0 0,0-1-1 0 0,17-8 1 0 0,-28 12 17 0 0,1-1-208 0 0,11-9-3390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6.5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92 122 11352 0 0,'0'0'1684'0'0,"0"-5"-1391"0"0,-3-8-165 0 0,0 0 0 0 0,-1 1 0 0 0,0-1 1 0 0,-1 1-1 0 0,0 0 0 0 0,-8-14 0 0 0,11 24-2 0 0,-18-12 3924 0 0,19 14-3950 0 0,0 1-1 0 0,1-1 1 0 0,-1 1 0 0 0,0-1-1 0 0,0 0 1 0 0,0 1 0 0 0,0-1-1 0 0,0 1 1 0 0,0 0 0 0 0,1-1-1 0 0,-1 1 1 0 0,0 0-1 0 0,1-1 1 0 0,-1 1 0 0 0,0 0-1 0 0,1 0 1 0 0,-1 0 0 0 0,1-1-1 0 0,-1 1 1 0 0,1 0 0 0 0,-1 0-1 0 0,1 0 1 0 0,0 0-1 0 0,-1 0 1 0 0,1 0 0 0 0,0 0-1 0 0,0 1 1 0 0,-7 40 1233 0 0,3-15-635 0 0,2-20-540 0 0,1 1 0 0 0,0-1 0 0 0,1 1-1 0 0,-1 0 1 0 0,1-1 0 0 0,1 1 0 0 0,-1 0 0 0 0,2-1-1 0 0,-1 1 1 0 0,1-1 0 0 0,2 9 0 0 0,6 13 273 0 0,20 40-1 0 0,-16-38-274 0 0,85 172 873 0 0,38 95 20 0 0,-130-272-942 0 0,-1 1 0 0 0,-1 0-1 0 0,-1 1 1 0 0,-2-1-1 0 0,0 1 1 0 0,-4 36-1 0 0,1-17 111 0 0,1-45-146 0 0,0-2-70 0 0,0 0 0 0 0,0 1 0 0 0,-1-1 0 0 0,1 0 0 0 0,0 0 0 0 0,0 1 1 0 0,-1-1-1 0 0,1 0 0 0 0,0 0 0 0 0,-1 0 0 0 0,1 1 0 0 0,0-1 0 0 0,-1 0 0 0 0,1 0 1 0 0,0 0-1 0 0,-1 0 0 0 0,1 0 0 0 0,0 0 0 0 0,-1 0 0 0 0,1 0 0 0 0,-1 0 0 0 0,1 0 1 0 0,0 0-1 0 0,-1 0 0 0 0,1 0 0 0 0,0 0 0 0 0,-1 0 0 0 0,1 0 0 0 0,0 0 0 0 0,-1-1 0 0 0,-7-8-3651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7.1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904 1 17791 0 0,'0'0'4506'0'0,"-2"4"-4205"0"0,-7 13-80 0 0,0-1 0 0 0,0 0 0 0 0,-21 24 0 0 0,4-4 0 0 0,-97 132 554 0 0,34-49-342 0 0,-347 437 1273 0 0,423-540-1660 0 0,-121 134 500 0 0,130-146-568 0 0,-13 11 365 0 0,14-16-132 0 0,7-10-153 0 0,5-6 16 0 0,0 0 0 0 0,1 1 0 0 0,1 0 0 0 0,1 1 0 0 0,0 0 0 0 0,26-23 1 0 0,-8 11-1961 0 0,67-43 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7.9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1400 0 0,'0'0'1744'0'0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9.4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101 859 12864 0 0,'0'0'770'0'0,"0"5"46"0"0,0 4-407 0 0,-1 0-1 0 0,0-1 1 0 0,-1 1-1 0 0,0 0 1 0 0,0-1-1 0 0,-1 1 1 0 0,-6 14-1 0 0,-36 57 3012 0 0,44-79-3355 0 0,-22 34 2043 0 0,21-33-1758 0 0,-7 9 1006 0 0,34-162 509 0 0,-5 45-1651 0 0,40-165 270 0 0,-38 198-346 0 0,2-12 46 0 0,4 2 1 0 0,50-103-1 0 0,-65 154-105 0 0,-11 26-51 0 0,0 0-1 0 0,0 0 0 0 0,1 1 1 0 0,0-1-1 0 0,0 1 0 0 0,5-7 1 0 0,-7 10 33 0 0,10-4 23 0 0,-3 39-53 0 0,-1 0 0 0 0,1 39 0 0 0,4 15 5 0 0,-6-48-19 0 0,16 72 4 0 0,-4-29-8 0 0,2 11 14 0 0,-20-91-26 0 0,1 0 1 0 0,-1-1-1 0 0,1 1 1 0 0,0 0-1 0 0,-1-1 0 0 0,1 1 1 0 0,0-1-1 0 0,0 1 1 0 0,0-1-1 0 0,0 1 0 0 0,0-1 1 0 0,1 0-1 0 0,-1 1 1 0 0,0-1-1 0 0,0 0 1 0 0,3 2-1 0 0,-3-3 0 0 0,0 0-1 0 0,1 1 1 0 0,-1-1-1 0 0,0 0 1 0 0,0 0-1 0 0,0 1 1 0 0,0-1 0 0 0,0 0-1 0 0,1 0 1 0 0,-1-1-1 0 0,0 1 1 0 0,0 0-1 0 0,0 0 1 0 0,0 0-1 0 0,0-1 1 0 0,0 1 0 0 0,0 0-1 0 0,1-1 1 0 0,0 0-1 0 0,3-3 1 0 0,0 1 0 0 0,0-1 0 0 0,0-1 1 0 0,0 1-1 0 0,-1 0 0 0 0,1-1 0 0 0,5-9 0 0 0,15-25 8 0 0,-2-1 0 0 0,23-54 1 0 0,-22 43-2 0 0,23-57 4 0 0,-35 76-5 0 0,1 0 1 0 0,1 2-1 0 0,2 0 1 0 0,1 0 0 0 0,36-46-1 0 0,-53 76-5 0 0,0 0 0 0 0,0-1 0 0 0,0 1-1 0 0,0 0 1 0 0,0-1 0 0 0,1 1 0 0 0,-1 0 0 0 0,0-1 0 0 0,0 1-1 0 0,1 0 1 0 0,-1 0 0 0 0,0-1 0 0 0,0 1 0 0 0,1 0 0 0 0,-1 0 0 0 0,0-1-1 0 0,1 1 1 0 0,-1 0 0 0 0,0 0 0 0 0,1 0 0 0 0,-1 0 0 0 0,0-1-1 0 0,1 1 1 0 0,-1 0 0 0 0,0 0 0 0 0,1 0 0 0 0,-1 0 0 0 0,1 0-1 0 0,-1 0 1 0 0,0 0 0 0 0,1 0 0 0 0,-1 0 0 0 0,0 0 0 0 0,1 0-1 0 0,-1 0 1 0 0,1 1 0 0 0,-1-1 0 0 0,0 0 0 0 0,1 0 0 0 0,-1 0-1 0 0,0 0 1 0 0,1 1 0 0 0,3 19 22 0 0,-7 36-22 0 0,3-52 5 0 0,-8 227 28 0 0,1-13-6 0 0,7-214-28 0 0,-5 59 20 0 0,-3-1 1 0 0,-28 111-1 0 0,22-116-12 0 0,9-33 3 0 0,-14 41-1 0 0,14-53 1 0 0,1-3-3675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20.5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129 8 11256 0 0,'0'0'4413'0'0,"-4"-1"-3961"0"0,-13-5 49 0 0,15 6-313 0 0,0 1 1 0 0,-1 0-1 0 0,1 0 0 0 0,0 0 1 0 0,0 0-1 0 0,0 0 0 0 0,-1 0 1 0 0,1 0-1 0 0,1 1 0 0 0,-1-1 1 0 0,-3 4-1 0 0,3-3-58 0 0,0-1 0 0 0,0 1 0 0 0,0 0-1 0 0,0 0 1 0 0,1 0 0 0 0,-1 0 0 0 0,1 0 0 0 0,-1 0 0 0 0,1 1-1 0 0,0-1 1 0 0,0 0 0 0 0,0 1 0 0 0,0-1 0 0 0,0 1-1 0 0,1-1 1 0 0,-1 5 0 0 0,-2 42 1281 0 0,3-41-1257 0 0,3 84 1277 0 0,-3 61-243 0 0,-30 181 765 0 0,22-280-1683 0 0,5-33-120 0 0,0-1-1 0 0,0 24 0 0 0,-6 57 594 0 0,9-99-624 0 0,7-3-98 0 0,1-1 1 0 0,0 0-1 0 0,0 0 0 0 0,-1 0 1 0 0,1-1-1 0 0,-1 0 0 0 0,12-7 1 0 0,12-5 31 0 0,9 3-27 0 0,1 1 0 0 0,0 2 0 0 0,74-6 1 0 0,-104 14-26 0 0,47-7 23 0 0,0-2-1 0 0,76-24 0 0 0,-58 19 10 0 0,-10 3 32 0 0,-64 11-45 0 0,-1 2-23 0 0,-1-1 0 0 0,1 1 0 0 0,0 0 0 0 0,-1-1-1 0 0,1 1 1 0 0,-1-1 0 0 0,1 1 0 0 0,-1 0-1 0 0,1-1 1 0 0,-1 1 0 0 0,1 0 0 0 0,-1 0 0 0 0,0-1-1 0 0,1 1 1 0 0,-1 0 0 0 0,0 0 0 0 0,0 0-1 0 0,1-1 1 0 0,-1 1 0 0 0,0 0 0 0 0,0 0 0 0 0,0 0-1 0 0,0 0 1 0 0,0-1 0 0 0,-1 3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0.2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224 153 13968 0 0,'-123'-21'6570'0'0,"49"13"-3339"0"0,72 7-2981 0 0,-19-9 626 0 0,17 6-37 0 0,14 4 542 0 0,27 15-1111 0 0,10 2-71 0 0,6-7-78 0 0,0-3-1 0 0,1-2 0 0 0,0-2 0 0 0,0-2 0 0 0,-1-3 1 0 0,60-10-1 0 0,-84 8-57 0 0,28-4 58 0 0,-1-2 0 0 0,-1-3 0 0 0,56-20 1 0 0,3-19 32 0 0,-60 24-58 0 0,-52 27-74 0 0,6-3 107 0 0,-16 11-89 0 0,2 2-35 0 0,-1 0-1 0 0,1 1 0 0 0,1 0 1 0 0,-1 0-1 0 0,-5 18 1 0 0,-16 58 19 0 0,22-70-19 0 0,-12 61 15 0 0,3-1 1 0 0,4 2-1 0 0,-1 87 0 0 0,-6 52 11 0 0,7-45-1 0 0,10-125-15 0 0,-2 1-1 0 0,-3 0 1 0 0,-1-1 0 0 0,-14 49 0 0 0,16-82-11 0 0,-2-2 1 0 0,0 1-1 0 0,0 0 0 0 0,-1-1 1 0 0,0 0-1 0 0,-1-1 0 0 0,-1 0 1 0 0,0 0-1 0 0,0-1 0 0 0,-1 0 1 0 0,-1 0-1 0 0,1-1 0 0 0,-1 0 1 0 0,-1-1-1 0 0,0-1 0 0 0,0 0 1 0 0,0 0-1 0 0,-1-1 0 0 0,0-1 1 0 0,0 0-1 0 0,0-1 0 0 0,-1 0 1 0 0,-15 2-1 0 0,18-6-2 0 0,0 1 0 0 0,0-2 0 0 0,0 1 0 0 0,0-2-1 0 0,0 1 1 0 0,0-1 0 0 0,1-1 0 0 0,-1 0 0 0 0,1-1 0 0 0,-14-6 0 0 0,-5-4 3 0 0,0-2 1 0 0,-32-23-1 0 0,37 23-1 0 0,1-1-1 0 0,1 0 0 0 0,1-2 1 0 0,0-1-1 0 0,1 0 0 0 0,2-2 1 0 0,-26-35-1 0 0,41 51-3 0 0,0-1 0 0 0,1 1 0 0 0,-1-1 0 0 0,1 1 0 0 0,0-1 0 0 0,1 0 0 0 0,0 0 0 0 0,0 0 0 0 0,0 0 0 0 0,1 0 0 0 0,0 0 0 0 0,0 0 0 0 0,1 0 0 0 0,0 0 0 0 0,0 0 0 0 0,1 1 0 0 0,0-1 0 0 0,0 0 0 0 0,5-11 0 0 0,-1 6 0 0 0,0-1 0 0 0,0 1 0 0 0,2 0 0 0 0,-1 0 0 0 0,2 1 0 0 0,-1 0 0 0 0,1 1 0 0 0,21-19 0 0 0,-24 25 0 0 0,-1 1 0 0 0,1-1 0 0 0,-1 1 0 0 0,1 0 0 0 0,0 1 0 0 0,0-1 0 0 0,0 1 0 0 0,1 0 0 0 0,-1 1 0 0 0,7-2 0 0 0,-9 3 1 0 0,-1-1-1 0 0,0 1 0 0 0,0 0 1 0 0,0 0-1 0 0,1 0 0 0 0,-1 0 1 0 0,0 0-1 0 0,0 1 0 0 0,0 0 1 0 0,0-1-1 0 0,0 1 0 0 0,1 0 1 0 0,-1 1-1 0 0,-1-1 0 0 0,1 0 1 0 0,0 1-1 0 0,0 0 0 0 0,-1 0 1 0 0,1-1-1 0 0,0 1 0 0 0,-1 1 1 0 0,4 3-1 0 0,8 15-3734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1.6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520 224 15576 0 0,'4'-2'1119'0'0,"12"-6"5"0"0,-14 7-789 0 0,-1-1 0 0 0,1 1 0 0 0,-1-1 0 0 0,0 0 0 0 0,1 0 0 0 0,-1 1 0 0 0,0-1 0 0 0,0 0 0 0 0,-1 0 0 0 0,2-3 0 0 0,3-5 115 0 0,-2 5-371 0 0,-1 0-1 0 0,0 1 1 0 0,0-1-1 0 0,0 0 1 0 0,0 0 0 0 0,-1 0-1 0 0,0 0 1 0 0,0 0 0 0 0,-1-1-1 0 0,1 1 1 0 0,-1 0-1 0 0,0 0 1 0 0,0 0 0 0 0,-1-1-1 0 0,1 1 1 0 0,-1 0 0 0 0,-1 0-1 0 0,1 0 1 0 0,-1 0-1 0 0,1 0 1 0 0,-4-5 0 0 0,3 6-35 0 0,0 0 0 0 0,0 0 0 0 0,-1 0 1 0 0,1 0-1 0 0,-1 0 0 0 0,0 0 0 0 0,0 1 1 0 0,0 0-1 0 0,0-1 0 0 0,-1 1 0 0 0,0 0 1 0 0,1 1-1 0 0,-1-1 0 0 0,0 1 0 0 0,0-1 1 0 0,-1 1-1 0 0,1 0 0 0 0,0 1 0 0 0,-1-1 1 0 0,1 1-1 0 0,-1 0 0 0 0,1 0 0 0 0,-1 0 1 0 0,-6 0-1 0 0,-4 2 30 0 0,-1 1-1 0 0,1 1 1 0 0,-1 0 0 0 0,1 1 0 0 0,0 1-1 0 0,1 0 1 0 0,-1 1 0 0 0,1 0 0 0 0,0 2-1 0 0,-23 15 1 0 0,12-6 49 0 0,0 2-1 0 0,2 0 1 0 0,0 2-1 0 0,-31 35 1 0 0,39-37-47 0 0,0 1 0 0 0,2 1-1 0 0,0 0 1 0 0,1 1 0 0 0,1 0 0 0 0,1 1 0 0 0,1 0 0 0 0,2 0 0 0 0,0 1-1 0 0,1 0 1 0 0,1 1 0 0 0,2-1 0 0 0,0 1 0 0 0,2 0 0 0 0,0-1 0 0 0,2 1-1 0 0,0 0 1 0 0,9 38 0 0 0,-9-59-63 0 0,0 1 1 0 0,0-1-1 0 0,1 0 0 0 0,-1 1 1 0 0,1-1-1 0 0,0 0 0 0 0,1 0 0 0 0,-1 0 1 0 0,1 0-1 0 0,0 0 0 0 0,0-1 0 0 0,0 1 1 0 0,0-1-1 0 0,0 0 0 0 0,1 0 1 0 0,-1 0-1 0 0,1 0 0 0 0,0-1 0 0 0,0 1 1 0 0,0-1-1 0 0,0 0 0 0 0,1 0 0 0 0,-1-1 1 0 0,0 1-1 0 0,1-1 0 0 0,-1 0 1 0 0,1 0-1 0 0,-1 0 0 0 0,10-1 0 0 0,-4 0 5 0 0,0 0 0 0 0,0-1 0 0 0,0 0 0 0 0,0-1 0 0 0,0 0 0 0 0,0 0 0 0 0,0-1 0 0 0,-1-1 0 0 0,0 1 0 0 0,1-1 0 0 0,-1-1 0 0 0,15-10 0 0 0,-2-2 3 0 0,-1-1 1 0 0,-1-1-1 0 0,0 0 0 0 0,-2-2 0 0 0,0 0 0 0 0,-1-1 1 0 0,-2-1-1 0 0,0 0 0 0 0,-1-1 0 0 0,-2-1 1 0 0,19-48-1 0 0,-15 31-9 0 0,-5 13-6 0 0,11-38 1 0 0,-22 61-7 0 0,1 4 0 0 0,-1 0 0 0 0,0 0 0 0 0,1 0 0 0 0,0 1 0 0 0,-1-1 0 0 0,1 0 0 0 0,0 1 0 0 0,0-1 0 0 0,-1 0 0 0 0,1 1 0 0 0,1-1 0 0 0,-1 1 0 0 0,0 0 0 0 0,0-1 0 0 0,0 1 0 0 0,1 0 0 0 0,-1 0 0 0 0,3-2 0 0 0,7-4 0 0 0,-11 7 0 0 0,1-1 0 0 0,-1 1 0 0 0,1 0 0 0 0,-1 0 0 0 0,0 0 0 0 0,1 0 0 0 0,-1 0 0 0 0,0 0 0 0 0,1 0 0 0 0,-1 0 0 0 0,1 0 0 0 0,-1 0-1 0 0,0 0 1 0 0,1 0 0 0 0,-1 0 0 0 0,1 0 0 0 0,-1 0 0 0 0,0 0 0 0 0,1 0 0 0 0,-1 0 0 0 0,1 0 0 0 0,-1 1 0 0 0,0-1 0 0 0,1 0 0 0 0,-1 0 0 0 0,1 1 0 0 0,0 1-1 0 0,1 0 0 0 0,0 1 1 0 0,-1-1-1 0 0,1 0 0 0 0,-1 1 1 0 0,0-1-1 0 0,0 1 0 0 0,0 0 1 0 0,0-1-1 0 0,-1 1 0 0 0,1 0 0 0 0,0 2 1 0 0,3 42-6 0 0,-3-27 5 0 0,2 85-6 0 0,-3-67 7 0 0,9 73 0 0 0,-8-107 13 0 0,0 1 0 0 0,1-1-1 0 0,-1 0 1 0 0,1 0 0 0 0,0 0-1 0 0,0 0 1 0 0,1 0 0 0 0,-1 0-1 0 0,1-1 1 0 0,-1 1 0 0 0,1-1-1 0 0,0 1 1 0 0,1-1 0 0 0,-1 0-1 0 0,0 0 1 0 0,1-1 0 0 0,0 1-1 0 0,-1-1 1 0 0,8 3 0 0 0,4 2-502 0 0,2 0 1 0 0,-1-1-1 0 0,27 5 0 0 0,-26-7-1343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2.5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1 292 1600 0 0,'1'-6'2067'0'0,"2"-3"-1997"0"0,0 1 0 0 0,1-1 1 0 0,0 0-1 0 0,8-12 1 0 0,-10 19-351 0 0,-2-5 445 0 0,-4 48 2508 0 0,2-31-2014 0 0,1 0 0 0 0,0 0 1 0 0,0 0-1 0 0,2 12 0 0 0,13 63 3336 0 0,29 93 0 0 0,-35-154-3372 0 0,1-1 0 0 0,1 0 0 0 0,13 23-1 0 0,-10-22 208 0 0,-2 0-1 0 0,13 37 0 0 0,-11-29 138 0 0,-4-21-141 0 0,-9-11-784 0 0,0 0 0 0 0,1 0 0 0 0,-1 0 0 0 0,0 0 0 0 0,0 0-1 0 0,1 0 1 0 0,-1-1 0 0 0,0 1 0 0 0,1 0 0 0 0,-1 0 0 0 0,0 0 0 0 0,0 0 0 0 0,0-1 0 0 0,1 1 0 0 0,-1 0 0 0 0,0 0 0 0 0,0 0 0 0 0,0-1 0 0 0,1 1 0 0 0,-1 0 0 0 0,0 0 0 0 0,0-1 0 0 0,0 1-1 0 0,0 0 1 0 0,0-1 0 0 0,0 1 0 0 0,0 0 0 0 0,1 0 0 0 0,-1-1 0 0 0,0 1 0 0 0,0 0 0 0 0,0-1 0 0 0,0 1 0 0 0,0 0 0 0 0,0-1 0 0 0,-1 1 0 0 0,1 0 0 0 0,0 0 0 0 0,0-1 0 0 0,6-86 335 0 0,-5 53-194 0 0,9-59 1 0 0,4 40-22 0 0,2 0 1 0 0,38-83 0 0 0,-45 116-130 0 0,22-48 89 0 0,4 1 1 0 0,2 2 0 0 0,72-96-1 0 0,-97 153 14 0 0,-6 15-101 0 0,-3 23-22 0 0,-9 33-341 0 0,3-42-2850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4.0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379 296 2208 0 0,'0'0'4132'0'0,"4"-2"-3448"0"0,133-45 4854 0 0,-134 46-5260 0 0,0-1 0 0 0,1 1 0 0 0,-1-1 0 0 0,0 0 0 0 0,-1 0 0 0 0,1 0 0 0 0,0 0 0 0 0,-1 0 0 0 0,1-1 0 0 0,-1 1 0 0 0,1-1 0 0 0,-1 1 0 0 0,0-1 0 0 0,0 0 0 0 0,0 0 0 0 0,-1 0 0 0 0,1 0 0 0 0,-1 0 0 0 0,3-7 0 0 0,-4 5-83 0 0,1 0-1 0 0,0-1 1 0 0,-1 1 0 0 0,0 0-1 0 0,0 0 1 0 0,-1-1-1 0 0,1 1 1 0 0,-1 0-1 0 0,0 0 1 0 0,-1-1-1 0 0,-2-7 1 0 0,1 5-28 0 0,0 0 0 0 0,-1 1 0 0 0,0-1 0 0 0,0 1 0 0 0,0 0 0 0 0,-1 0 0 0 0,0 0 1 0 0,-1 0-1 0 0,0 1 0 0 0,1 0 0 0 0,-2 0 0 0 0,1 1 0 0 0,-8-5 0 0 0,9 6-43 0 0,-1 1 0 0 0,0 1 1 0 0,0-1-1 0 0,0 1 0 0 0,0 0 0 0 0,0 0 0 0 0,-1 1 0 0 0,1 0 1 0 0,0 0-1 0 0,-1 0 0 0 0,1 1 0 0 0,-1 0 0 0 0,1 0 1 0 0,-1 0-1 0 0,1 1 0 0 0,0 0 0 0 0,-13 4 0 0 0,6 0 18 0 0,0 0 0 0 0,1 0 0 0 0,-1 1 0 0 0,1 1-1 0 0,0 0 1 0 0,-10 9 0 0 0,-62 56 536 0 0,83-72-674 0 0,-13 14 108 0 0,1 1 0 0 0,0 0 0 0 0,2 1 0 0 0,-1 0 1 0 0,2 1-1 0 0,0 0 0 0 0,-14 33 0 0 0,2 10 207 0 0,-15 65 0 0 0,31-103-249 0 0,3-10-16 0 0,1 0 0 0 0,0 0-1 0 0,1 0 1 0 0,0 0 0 0 0,1 0-1 0 0,1 0 1 0 0,0 0 0 0 0,0 1 0 0 0,1-2-1 0 0,1 1 1 0 0,0 0 0 0 0,0 0-1 0 0,8 16 1 0 0,-9-26-39 0 0,-1 1-1 0 0,0-1 1 0 0,1 1-1 0 0,0-1 1 0 0,-1 0 0 0 0,1 1-1 0 0,0-1 1 0 0,0 0-1 0 0,0 0 1 0 0,1-1-1 0 0,-1 1 1 0 0,0 0 0 0 0,1-1-1 0 0,-1 1 1 0 0,1-1-1 0 0,-1 0 1 0 0,1 0 0 0 0,0 0-1 0 0,-1 0 1 0 0,5 1-1 0 0,-4-2-2 0 0,1 0-1 0 0,0-1 1 0 0,0 1-1 0 0,-1-1 1 0 0,1 1-1 0 0,0-1 1 0 0,-1 0-1 0 0,1 0 1 0 0,-1-1-1 0 0,0 1 1 0 0,1-1-1 0 0,-1 0 1 0 0,5-3-1 0 0,8-7 14 0 0,-1-1-1 0 0,-1 0 0 0 0,0-1 1 0 0,19-25-1 0 0,-30 35-18 0 0,19-25 45 0 0,-2-2 1 0 0,-1 0 0 0 0,16-37-1 0 0,-17 42-18 0 0,-12 20-24 0 0,0-1 0 0 0,0 0 1 0 0,-1 0-1 0 0,8-15 0 0 0,-10 16-1 0 0,-2 5-8 0 0,16-12 8 0 0,-8 7-8 0 0,-8 5 1 0 0,1 1-1 0 0,-1 0 1 0 0,1-1-1 0 0,-1 1 0 0 0,1 0 1 0 0,-1 0-1 0 0,0 0 1 0 0,1 0-1 0 0,-1 1 1 0 0,1-1-1 0 0,-1 0 1 0 0,1 1-1 0 0,-1-1 1 0 0,0 0-1 0 0,1 1 1 0 0,-1 0-1 0 0,0-1 1 0 0,1 1-1 0 0,-1 0 1 0 0,0 0-1 0 0,0-1 1 0 0,0 1-1 0 0,0 0 1 0 0,0 0-1 0 0,0 0 1 0 0,0 1-1 0 0,0-1 0 0 0,0 0 1 0 0,0 0-1 0 0,0 0 1 0 0,-1 1-1 0 0,1-1 1 0 0,-1 0-1 0 0,2 3 1 0 0,1 1 3 0 0,6 11-3 0 0,-1 1-1 0 0,0-1 1 0 0,-1 1-1 0 0,-1 1 1 0 0,6 22-1 0 0,9 27 0 0 0,-15-50 0 0 0,1 1 0 0 0,1-1 0 0 0,1 0 0 0 0,1-1 0 0 0,0 0 0 0 0,1-1 0 0 0,15 17 0 0 0,-19-24 0 0 0,1-1 0 0 0,1 0 0 0 0,-1 0 0 0 0,1-1 0 0 0,0-1 0 0 0,1 1 0 0 0,-1-1 0 0 0,1-1 0 0 0,0 0 0 0 0,0 0 0 0 0,0-1 0 0 0,1 0 0 0 0,-1-1 0 0 0,13 2 0 0 0,-8-3 5 0 0,1 1-1 0 0,0-2 1 0 0,-1 0-1 0 0,1-1 1 0 0,0 0-1 0 0,-1-1 1 0 0,1-1 0 0 0,-1-1-1 0 0,0 0 1 0 0,0-1-1 0 0,17-8 1 0 0,-28 12 17 0 0,1-1-208 0 0,11-9-3390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6.5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92 122 11352 0 0,'0'0'1684'0'0,"0"-5"-1391"0"0,-3-8-165 0 0,0 0 0 0 0,-1 1 0 0 0,0-1 1 0 0,-1 1-1 0 0,0 0 0 0 0,-8-14 0 0 0,11 24-2 0 0,-18-12 3924 0 0,19 14-3950 0 0,0 1-1 0 0,1-1 1 0 0,-1 1 0 0 0,0-1-1 0 0,0 0 1 0 0,0 1 0 0 0,0-1-1 0 0,0 1 1 0 0,0 0 0 0 0,1-1-1 0 0,-1 1 1 0 0,0 0-1 0 0,1-1 1 0 0,-1 1 0 0 0,0 0-1 0 0,1 0 1 0 0,-1 0 0 0 0,1-1-1 0 0,-1 1 1 0 0,1 0 0 0 0,-1 0-1 0 0,1 0 1 0 0,0 0-1 0 0,-1 0 1 0 0,1 0 0 0 0,0 0-1 0 0,0 1 1 0 0,-7 40 1233 0 0,3-15-635 0 0,2-20-540 0 0,1 1 0 0 0,0-1 0 0 0,1 1-1 0 0,-1 0 1 0 0,1-1 0 0 0,1 1 0 0 0,-1 0 0 0 0,2-1-1 0 0,-1 1 1 0 0,1-1 0 0 0,2 9 0 0 0,6 13 273 0 0,20 40-1 0 0,-16-38-274 0 0,85 172 873 0 0,38 95 20 0 0,-130-272-942 0 0,-1 1 0 0 0,-1 0-1 0 0,-1 1 1 0 0,-2-1-1 0 0,0 1 1 0 0,-4 36-1 0 0,1-17 111 0 0,1-45-146 0 0,0-2-70 0 0,0 0 0 0 0,0 1 0 0 0,-1-1 0 0 0,1 0 0 0 0,0 0 0 0 0,0 1 1 0 0,-1-1-1 0 0,1 0 0 0 0,0 0 0 0 0,-1 0 0 0 0,1 1 0 0 0,0-1 0 0 0,-1 0 0 0 0,1 0 1 0 0,0 0-1 0 0,-1 0 0 0 0,1 0 0 0 0,0 0 0 0 0,-1 0 0 0 0,1 0 0 0 0,-1 0 0 0 0,1 0 1 0 0,0 0-1 0 0,-1 0 0 0 0,1 0 0 0 0,0 0 0 0 0,-1 0 0 0 0,1 0 0 0 0,0 0 0 0 0,-1-1 0 0 0,-7-8-3651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7.1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904 1 17791 0 0,'0'0'4506'0'0,"-2"4"-4205"0"0,-7 13-80 0 0,0-1 0 0 0,0 0 0 0 0,-21 24 0 0 0,4-4 0 0 0,-97 132 554 0 0,34-49-342 0 0,-347 437 1273 0 0,423-540-1660 0 0,-121 134 500 0 0,130-146-568 0 0,-13 11 365 0 0,14-16-132 0 0,7-10-153 0 0,5-6 16 0 0,0 0 0 0 0,1 1 0 0 0,1 0 0 0 0,1 1 0 0 0,0 0 0 0 0,26-23 1 0 0,-8 11-1961 0 0,67-43 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7.9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1400 0 0,'0'0'1744'0'0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9.4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101 859 12864 0 0,'0'0'770'0'0,"0"5"46"0"0,0 4-407 0 0,-1 0-1 0 0,0-1 1 0 0,-1 1-1 0 0,0 0 1 0 0,0-1-1 0 0,-1 1 1 0 0,-6 14-1 0 0,-36 57 3012 0 0,44-79-3355 0 0,-22 34 2043 0 0,21-33-1758 0 0,-7 9 1006 0 0,34-162 509 0 0,-5 45-1651 0 0,40-165 270 0 0,-38 198-346 0 0,2-12 46 0 0,4 2 1 0 0,50-103-1 0 0,-65 154-105 0 0,-11 26-51 0 0,0 0-1 0 0,0 0 0 0 0,1 1 1 0 0,0-1-1 0 0,0 1 0 0 0,5-7 1 0 0,-7 10 33 0 0,10-4 23 0 0,-3 39-53 0 0,-1 0 0 0 0,1 39 0 0 0,4 15 5 0 0,-6-48-19 0 0,16 72 4 0 0,-4-29-8 0 0,2 11 14 0 0,-20-91-26 0 0,1 0 1 0 0,-1-1-1 0 0,1 1 1 0 0,0 0-1 0 0,-1-1 0 0 0,1 1 1 0 0,0-1-1 0 0,0 1 1 0 0,0-1-1 0 0,0 1 0 0 0,0-1 1 0 0,1 0-1 0 0,-1 1 1 0 0,0-1-1 0 0,0 0 1 0 0,3 2-1 0 0,-3-3 0 0 0,0 0-1 0 0,1 1 1 0 0,-1-1-1 0 0,0 0 1 0 0,0 0-1 0 0,0 1 1 0 0,0-1 0 0 0,0 0-1 0 0,1 0 1 0 0,-1-1-1 0 0,0 1 1 0 0,0 0-1 0 0,0 0 1 0 0,0 0-1 0 0,0-1 1 0 0,0 1 0 0 0,0 0-1 0 0,1-1 1 0 0,0 0-1 0 0,3-3 1 0 0,0 1 0 0 0,0-1 0 0 0,0-1 1 0 0,0 1-1 0 0,-1 0 0 0 0,1-1 0 0 0,5-9 0 0 0,15-25 8 0 0,-2-1 0 0 0,23-54 1 0 0,-22 43-2 0 0,23-57 4 0 0,-35 76-5 0 0,1 0 1 0 0,1 2-1 0 0,2 0 1 0 0,1 0 0 0 0,36-46-1 0 0,-53 76-5 0 0,0 0 0 0 0,0-1 0 0 0,0 1-1 0 0,0 0 1 0 0,0-1 0 0 0,1 1 0 0 0,-1 0 0 0 0,0-1 0 0 0,0 1-1 0 0,1 0 1 0 0,-1 0 0 0 0,0-1 0 0 0,0 1 0 0 0,1 0 0 0 0,-1 0 0 0 0,0-1-1 0 0,1 1 1 0 0,-1 0 0 0 0,0 0 0 0 0,1 0 0 0 0,-1 0 0 0 0,0-1-1 0 0,1 1 1 0 0,-1 0 0 0 0,0 0 0 0 0,1 0 0 0 0,-1 0 0 0 0,1 0-1 0 0,-1 0 1 0 0,0 0 0 0 0,1 0 0 0 0,-1 0 0 0 0,0 0 0 0 0,1 0-1 0 0,-1 0 1 0 0,1 1 0 0 0,-1-1 0 0 0,0 0 0 0 0,1 0 0 0 0,-1 0-1 0 0,0 0 1 0 0,1 1 0 0 0,3 19 22 0 0,-7 36-22 0 0,3-52 5 0 0,-8 227 28 0 0,1-13-6 0 0,7-214-28 0 0,-5 59 20 0 0,-3-1 1 0 0,-28 111-1 0 0,22-116-12 0 0,9-33 3 0 0,-14 41-1 0 0,14-53 1 0 0,1-3-3675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20.5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129 8 11256 0 0,'0'0'4413'0'0,"-4"-1"-3961"0"0,-13-5 49 0 0,15 6-313 0 0,0 1 1 0 0,-1 0-1 0 0,1 0 0 0 0,0 0 1 0 0,0 0-1 0 0,0 0 0 0 0,-1 0 1 0 0,1 0-1 0 0,1 1 0 0 0,-1-1 1 0 0,-3 4-1 0 0,3-3-58 0 0,0-1 0 0 0,0 1 0 0 0,0 0-1 0 0,0 0 1 0 0,1 0 0 0 0,-1 0 0 0 0,1 0 0 0 0,-1 0 0 0 0,1 1-1 0 0,0-1 1 0 0,0 0 0 0 0,0 1 0 0 0,0-1 0 0 0,0 1-1 0 0,1-1 1 0 0,-1 5 0 0 0,-2 42 1281 0 0,3-41-1257 0 0,3 84 1277 0 0,-3 61-243 0 0,-30 181 765 0 0,22-280-1683 0 0,5-33-120 0 0,0-1-1 0 0,0 24 0 0 0,-6 57 594 0 0,9-99-624 0 0,7-3-98 0 0,1-1 1 0 0,0 0-1 0 0,0 0 0 0 0,-1 0 1 0 0,1-1-1 0 0,-1 0 0 0 0,12-7 1 0 0,12-5 31 0 0,9 3-27 0 0,1 1 0 0 0,0 2 0 0 0,74-6 1 0 0,-104 14-26 0 0,47-7 23 0 0,0-2-1 0 0,76-24 0 0 0,-58 19 10 0 0,-10 3 32 0 0,-64 11-45 0 0,-1 2-23 0 0,-1-1 0 0 0,1 1 0 0 0,0 0 0 0 0,-1-1-1 0 0,1 1 1 0 0,-1-1 0 0 0,1 1 0 0 0,-1 0-1 0 0,1-1 1 0 0,-1 1 0 0 0,1 0 0 0 0,-1 0 0 0 0,0-1-1 0 0,1 1 1 0 0,-1 0 0 0 0,0 0 0 0 0,0 0-1 0 0,1-1 1 0 0,-1 1 0 0 0,0 0 0 0 0,0 0 0 0 0,0 0-1 0 0,0 0 1 0 0,0-1 0 0 0,-1 3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0.2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224 153 13968 0 0,'-123'-21'6570'0'0,"49"13"-3339"0"0,72 7-2981 0 0,-19-9 626 0 0,17 6-37 0 0,14 4 542 0 0,27 15-1111 0 0,10 2-71 0 0,6-7-78 0 0,0-3-1 0 0,1-2 0 0 0,0-2 0 0 0,0-2 0 0 0,-1-3 1 0 0,60-10-1 0 0,-84 8-57 0 0,28-4 58 0 0,-1-2 0 0 0,-1-3 0 0 0,56-20 1 0 0,3-19 32 0 0,-60 24-58 0 0,-52 27-74 0 0,6-3 107 0 0,-16 11-89 0 0,2 2-35 0 0,-1 0-1 0 0,1 1 0 0 0,1 0 1 0 0,-1 0-1 0 0,-5 18 1 0 0,-16 58 19 0 0,22-70-19 0 0,-12 61 15 0 0,3-1 1 0 0,4 2-1 0 0,-1 87 0 0 0,-6 52 11 0 0,7-45-1 0 0,10-125-15 0 0,-2 1-1 0 0,-3 0 1 0 0,-1-1 0 0 0,-14 49 0 0 0,16-82-11 0 0,-2-2 1 0 0,0 1-1 0 0,0 0 0 0 0,-1-1 1 0 0,0 0-1 0 0,-1-1 0 0 0,-1 0 1 0 0,0 0-1 0 0,0-1 0 0 0,-1 0 1 0 0,-1 0-1 0 0,1-1 0 0 0,-1 0 1 0 0,-1-1-1 0 0,0-1 0 0 0,0 0 1 0 0,0 0-1 0 0,-1-1 0 0 0,0-1 1 0 0,0 0-1 0 0,0-1 0 0 0,-1 0 1 0 0,-15 2-1 0 0,18-6-2 0 0,0 1 0 0 0,0-2 0 0 0,0 1 0 0 0,0-2-1 0 0,0 1 1 0 0,0-1 0 0 0,1-1 0 0 0,-1 0 0 0 0,1-1 0 0 0,-14-6 0 0 0,-5-4 3 0 0,0-2 1 0 0,-32-23-1 0 0,37 23-1 0 0,1-1-1 0 0,1 0 0 0 0,1-2 1 0 0,0-1-1 0 0,1 0 0 0 0,2-2 1 0 0,-26-35-1 0 0,41 51-3 0 0,0-1 0 0 0,1 1 0 0 0,-1-1 0 0 0,1 1 0 0 0,0-1 0 0 0,1 0 0 0 0,0 0 0 0 0,0 0 0 0 0,0 0 0 0 0,1 0 0 0 0,0 0 0 0 0,0 0 0 0 0,1 0 0 0 0,0 0 0 0 0,0 0 0 0 0,1 1 0 0 0,0-1 0 0 0,0 0 0 0 0,5-11 0 0 0,-1 6 0 0 0,0-1 0 0 0,0 1 0 0 0,2 0 0 0 0,-1 0 0 0 0,2 1 0 0 0,-1 0 0 0 0,1 1 0 0 0,21-19 0 0 0,-24 25 0 0 0,-1 1 0 0 0,1-1 0 0 0,-1 1 0 0 0,1 0 0 0 0,0 1 0 0 0,0-1 0 0 0,0 1 0 0 0,1 0 0 0 0,-1 1 0 0 0,7-2 0 0 0,-9 3 1 0 0,-1-1-1 0 0,0 1 0 0 0,0 0 1 0 0,0 0-1 0 0,1 0 0 0 0,-1 0 1 0 0,0 0-1 0 0,0 1 0 0 0,0 0 1 0 0,0-1-1 0 0,0 1 0 0 0,1 0 1 0 0,-1 1-1 0 0,-1-1 0 0 0,1 0 1 0 0,0 1-1 0 0,0 0 0 0 0,-1 0 1 0 0,1-1-1 0 0,0 1 0 0 0,-1 1 1 0 0,4 3-1 0 0,8 15-3734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1.6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520 224 15576 0 0,'4'-2'1119'0'0,"12"-6"5"0"0,-14 7-789 0 0,-1-1 0 0 0,1 1 0 0 0,-1-1 0 0 0,0 0 0 0 0,1 0 0 0 0,-1 1 0 0 0,0-1 0 0 0,0 0 0 0 0,-1 0 0 0 0,2-3 0 0 0,3-5 115 0 0,-2 5-371 0 0,-1 0-1 0 0,0 1 1 0 0,0-1-1 0 0,0 0 1 0 0,0 0 0 0 0,-1 0-1 0 0,0 0 1 0 0,0 0 0 0 0,-1-1-1 0 0,1 1 1 0 0,-1 0-1 0 0,0 0 1 0 0,0 0 0 0 0,-1-1-1 0 0,1 1 1 0 0,-1 0 0 0 0,-1 0-1 0 0,1 0 1 0 0,-1 0-1 0 0,1 0 1 0 0,-4-5 0 0 0,3 6-35 0 0,0 0 0 0 0,0 0 0 0 0,-1 0 1 0 0,1 0-1 0 0,-1 0 0 0 0,0 0 0 0 0,0 1 1 0 0,0 0-1 0 0,0-1 0 0 0,-1 1 0 0 0,0 0 1 0 0,1 1-1 0 0,-1-1 0 0 0,0 1 0 0 0,0-1 1 0 0,-1 1-1 0 0,1 0 0 0 0,0 1 0 0 0,-1-1 1 0 0,1 1-1 0 0,-1 0 0 0 0,1 0 0 0 0,-1 0 1 0 0,-6 0-1 0 0,-4 2 30 0 0,-1 1-1 0 0,1 1 1 0 0,-1 0 0 0 0,1 1 0 0 0,0 1-1 0 0,1 0 1 0 0,-1 1 0 0 0,1 0 0 0 0,0 2-1 0 0,-23 15 1 0 0,12-6 49 0 0,0 2-1 0 0,2 0 1 0 0,0 2-1 0 0,-31 35 1 0 0,39-37-47 0 0,0 1 0 0 0,2 1-1 0 0,0 0 1 0 0,1 1 0 0 0,1 0 0 0 0,1 1 0 0 0,1 0 0 0 0,2 0 0 0 0,0 1-1 0 0,1 0 1 0 0,1 1 0 0 0,2-1 0 0 0,0 1 0 0 0,2 0 0 0 0,0-1 0 0 0,2 1-1 0 0,0 0 1 0 0,9 38 0 0 0,-9-59-63 0 0,0 1 1 0 0,0-1-1 0 0,1 0 0 0 0,-1 1 1 0 0,1-1-1 0 0,0 0 0 0 0,1 0 0 0 0,-1 0 1 0 0,1 0-1 0 0,0 0 0 0 0,0-1 0 0 0,0 1 1 0 0,0-1-1 0 0,0 0 0 0 0,1 0 1 0 0,-1 0-1 0 0,1 0 0 0 0,0-1 0 0 0,0 1 1 0 0,0-1-1 0 0,0 0 0 0 0,1 0 0 0 0,-1-1 1 0 0,0 1-1 0 0,1-1 0 0 0,-1 0 1 0 0,1 0-1 0 0,-1 0 0 0 0,10-1 0 0 0,-4 0 5 0 0,0 0 0 0 0,0-1 0 0 0,0 0 0 0 0,0-1 0 0 0,0 0 0 0 0,0 0 0 0 0,0-1 0 0 0,-1-1 0 0 0,0 1 0 0 0,1-1 0 0 0,-1-1 0 0 0,15-10 0 0 0,-2-2 3 0 0,-1-1 1 0 0,-1-1-1 0 0,0 0 0 0 0,-2-2 0 0 0,0 0 0 0 0,-1-1 1 0 0,-2-1-1 0 0,0 0 0 0 0,-1-1 0 0 0,-2-1 1 0 0,19-48-1 0 0,-15 31-9 0 0,-5 13-6 0 0,11-38 1 0 0,-22 61-7 0 0,1 4 0 0 0,-1 0 0 0 0,0 0 0 0 0,1 0 0 0 0,0 1 0 0 0,-1-1 0 0 0,1 0 0 0 0,0 1 0 0 0,0-1 0 0 0,-1 0 0 0 0,1 1 0 0 0,1-1 0 0 0,-1 1 0 0 0,0 0 0 0 0,0-1 0 0 0,0 1 0 0 0,1 0 0 0 0,-1 0 0 0 0,3-2 0 0 0,7-4 0 0 0,-11 7 0 0 0,1-1 0 0 0,-1 1 0 0 0,1 0 0 0 0,-1 0 0 0 0,0 0 0 0 0,1 0 0 0 0,-1 0 0 0 0,0 0 0 0 0,1 0 0 0 0,-1 0 0 0 0,1 0 0 0 0,-1 0-1 0 0,0 0 1 0 0,1 0 0 0 0,-1 0 0 0 0,1 0 0 0 0,-1 0 0 0 0,0 0 0 0 0,1 0 0 0 0,-1 0 0 0 0,1 0 0 0 0,-1 1 0 0 0,0-1 0 0 0,1 0 0 0 0,-1 0 0 0 0,1 1 0 0 0,0 1-1 0 0,1 0 0 0 0,0 1 1 0 0,-1-1-1 0 0,1 0 0 0 0,-1 1 1 0 0,0-1-1 0 0,0 1 0 0 0,0 0 1 0 0,0-1-1 0 0,-1 1 0 0 0,1 0 0 0 0,0 2 1 0 0,3 42-6 0 0,-3-27 5 0 0,2 85-6 0 0,-3-67 7 0 0,9 73 0 0 0,-8-107 13 0 0,0 1 0 0 0,1-1-1 0 0,-1 0 1 0 0,1 0 0 0 0,0 0-1 0 0,0 0 1 0 0,1 0 0 0 0,-1 0-1 0 0,1-1 1 0 0,-1 1 0 0 0,1-1-1 0 0,0 1 1 0 0,1-1 0 0 0,-1 0-1 0 0,0 0 1 0 0,1-1 0 0 0,0 1-1 0 0,-1-1 1 0 0,8 3 0 0 0,4 2-502 0 0,2 0 1 0 0,-1-1-1 0 0,27 5 0 0 0,-26-7-1343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2.5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1 292 1600 0 0,'1'-6'2067'0'0,"2"-3"-1997"0"0,0 1 0 0 0,1-1 1 0 0,0 0-1 0 0,8-12 1 0 0,-10 19-351 0 0,-2-5 445 0 0,-4 48 2508 0 0,2-31-2014 0 0,1 0 0 0 0,0 0 1 0 0,0 0-1 0 0,2 12 0 0 0,13 63 3336 0 0,29 93 0 0 0,-35-154-3372 0 0,1-1 0 0 0,1 0 0 0 0,13 23-1 0 0,-10-22 208 0 0,-2 0-1 0 0,13 37 0 0 0,-11-29 138 0 0,-4-21-141 0 0,-9-11-784 0 0,0 0 0 0 0,1 0 0 0 0,-1 0 0 0 0,0 0 0 0 0,0 0-1 0 0,1 0 1 0 0,-1-1 0 0 0,0 1 0 0 0,1 0 0 0 0,-1 0 0 0 0,0 0 0 0 0,0 0 0 0 0,0-1 0 0 0,1 1 0 0 0,-1 0 0 0 0,0 0 0 0 0,0 0 0 0 0,0-1 0 0 0,1 1 0 0 0,-1 0 0 0 0,0 0 0 0 0,0-1 0 0 0,0 1-1 0 0,0 0 1 0 0,0-1 0 0 0,0 1 0 0 0,0 0 0 0 0,1 0 0 0 0,-1-1 0 0 0,0 1 0 0 0,0 0 0 0 0,0-1 0 0 0,0 1 0 0 0,0 0 0 0 0,0-1 0 0 0,-1 1 0 0 0,1 0 0 0 0,0 0 0 0 0,0-1 0 0 0,6-86 335 0 0,-5 53-194 0 0,9-59 1 0 0,4 40-22 0 0,2 0 1 0 0,38-83 0 0 0,-45 116-130 0 0,22-48 89 0 0,4 1 1 0 0,2 2 0 0 0,72-96-1 0 0,-97 153 14 0 0,-6 15-101 0 0,-3 23-22 0 0,-9 33-341 0 0,3-42-2850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4.0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379 296 2208 0 0,'0'0'4132'0'0,"4"-2"-3448"0"0,133-45 4854 0 0,-134 46-5260 0 0,0-1 0 0 0,1 1 0 0 0,-1-1 0 0 0,0 0 0 0 0,-1 0 0 0 0,1 0 0 0 0,0 0 0 0 0,-1 0 0 0 0,1-1 0 0 0,-1 1 0 0 0,1-1 0 0 0,-1 1 0 0 0,0-1 0 0 0,0 0 0 0 0,0 0 0 0 0,-1 0 0 0 0,1 0 0 0 0,-1 0 0 0 0,3-7 0 0 0,-4 5-83 0 0,1 0-1 0 0,0-1 1 0 0,-1 1 0 0 0,0 0-1 0 0,0 0 1 0 0,-1-1-1 0 0,1 1 1 0 0,-1 0-1 0 0,0 0 1 0 0,-1-1-1 0 0,-2-7 1 0 0,1 5-28 0 0,0 0 0 0 0,-1 1 0 0 0,0-1 0 0 0,0 1 0 0 0,0 0 0 0 0,-1 0 0 0 0,0 0 1 0 0,-1 0-1 0 0,0 1 0 0 0,1 0 0 0 0,-2 0 0 0 0,1 1 0 0 0,-8-5 0 0 0,9 6-43 0 0,-1 1 0 0 0,0 1 1 0 0,0-1-1 0 0,0 1 0 0 0,0 0 0 0 0,0 0 0 0 0,-1 1 0 0 0,1 0 1 0 0,0 0-1 0 0,-1 0 0 0 0,1 1 0 0 0,-1 0 0 0 0,1 0 1 0 0,-1 0-1 0 0,1 1 0 0 0,0 0 0 0 0,-13 4 0 0 0,6 0 18 0 0,0 0 0 0 0,1 0 0 0 0,-1 1 0 0 0,1 1-1 0 0,0 0 1 0 0,-10 9 0 0 0,-62 56 536 0 0,83-72-674 0 0,-13 14 108 0 0,1 1 0 0 0,0 0 0 0 0,2 1 0 0 0,-1 0 1 0 0,2 1-1 0 0,0 0 0 0 0,-14 33 0 0 0,2 10 207 0 0,-15 65 0 0 0,31-103-249 0 0,3-10-16 0 0,1 0 0 0 0,0 0-1 0 0,1 0 1 0 0,0 0 0 0 0,1 0-1 0 0,1 0 1 0 0,0 0 0 0 0,0 1 0 0 0,1-2-1 0 0,1 1 1 0 0,0 0 0 0 0,0 0-1 0 0,8 16 1 0 0,-9-26-39 0 0,-1 1-1 0 0,0-1 1 0 0,1 1-1 0 0,0-1 1 0 0,-1 0 0 0 0,1 1-1 0 0,0-1 1 0 0,0 0-1 0 0,0 0 1 0 0,1-1-1 0 0,-1 1 1 0 0,0 0 0 0 0,1-1-1 0 0,-1 1 1 0 0,1-1-1 0 0,-1 0 1 0 0,1 0 0 0 0,0 0-1 0 0,-1 0 1 0 0,5 1-1 0 0,-4-2-2 0 0,1 0-1 0 0,0-1 1 0 0,0 1-1 0 0,-1-1 1 0 0,1 1-1 0 0,0-1 1 0 0,-1 0-1 0 0,1 0 1 0 0,-1-1-1 0 0,0 1 1 0 0,1-1-1 0 0,-1 0 1 0 0,5-3-1 0 0,8-7 14 0 0,-1-1-1 0 0,-1 0 0 0 0,0-1 1 0 0,19-25-1 0 0,-30 35-18 0 0,19-25 45 0 0,-2-2 1 0 0,-1 0 0 0 0,16-37-1 0 0,-17 42-18 0 0,-12 20-24 0 0,0-1 0 0 0,0 0 1 0 0,-1 0-1 0 0,8-15 0 0 0,-10 16-1 0 0,-2 5-8 0 0,16-12 8 0 0,-8 7-8 0 0,-8 5 1 0 0,1 1-1 0 0,-1 0 1 0 0,1-1-1 0 0,-1 1 0 0 0,1 0 1 0 0,-1 0-1 0 0,0 0 1 0 0,1 0-1 0 0,-1 1 1 0 0,1-1-1 0 0,-1 0 1 0 0,1 1-1 0 0,-1-1 1 0 0,0 0-1 0 0,1 1 1 0 0,-1 0-1 0 0,0-1 1 0 0,1 1-1 0 0,-1 0 1 0 0,0 0-1 0 0,0-1 1 0 0,0 1-1 0 0,0 0 1 0 0,0 0-1 0 0,0 0 1 0 0,0 1-1 0 0,0-1 0 0 0,0 0 1 0 0,0 0-1 0 0,0 0 1 0 0,-1 1-1 0 0,1-1 1 0 0,-1 0-1 0 0,2 3 1 0 0,1 1 3 0 0,6 11-3 0 0,-1 1-1 0 0,0-1 1 0 0,-1 1-1 0 0,-1 1 1 0 0,6 22-1 0 0,9 27 0 0 0,-15-50 0 0 0,1 1 0 0 0,1-1 0 0 0,1 0 0 0 0,1-1 0 0 0,0 0 0 0 0,1-1 0 0 0,15 17 0 0 0,-19-24 0 0 0,1-1 0 0 0,1 0 0 0 0,-1 0 0 0 0,1-1 0 0 0,0-1 0 0 0,1 1 0 0 0,-1-1 0 0 0,1-1 0 0 0,0 0 0 0 0,0 0 0 0 0,0-1 0 0 0,1 0 0 0 0,-1-1 0 0 0,13 2 0 0 0,-8-3 5 0 0,1 1-1 0 0,0-2 1 0 0,-1 0-1 0 0,1-1 1 0 0,0 0-1 0 0,-1-1 1 0 0,1-1 0 0 0,-1-1-1 0 0,0 0 1 0 0,0-1-1 0 0,17-8 1 0 0,-28 12 17 0 0,1-1-208 0 0,11-9-3390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6.5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92 122 11352 0 0,'0'0'1684'0'0,"0"-5"-1391"0"0,-3-8-165 0 0,0 0 0 0 0,-1 1 0 0 0,0-1 1 0 0,-1 1-1 0 0,0 0 0 0 0,-8-14 0 0 0,11 24-2 0 0,-18-12 3924 0 0,19 14-3950 0 0,0 1-1 0 0,1-1 1 0 0,-1 1 0 0 0,0-1-1 0 0,0 0 1 0 0,0 1 0 0 0,0-1-1 0 0,0 1 1 0 0,0 0 0 0 0,1-1-1 0 0,-1 1 1 0 0,0 0-1 0 0,1-1 1 0 0,-1 1 0 0 0,0 0-1 0 0,1 0 1 0 0,-1 0 0 0 0,1-1-1 0 0,-1 1 1 0 0,1 0 0 0 0,-1 0-1 0 0,1 0 1 0 0,0 0-1 0 0,-1 0 1 0 0,1 0 0 0 0,0 0-1 0 0,0 1 1 0 0,-7 40 1233 0 0,3-15-635 0 0,2-20-540 0 0,1 1 0 0 0,0-1 0 0 0,1 1-1 0 0,-1 0 1 0 0,1-1 0 0 0,1 1 0 0 0,-1 0 0 0 0,2-1-1 0 0,-1 1 1 0 0,1-1 0 0 0,2 9 0 0 0,6 13 273 0 0,20 40-1 0 0,-16-38-274 0 0,85 172 873 0 0,38 95 20 0 0,-130-272-942 0 0,-1 1 0 0 0,-1 0-1 0 0,-1 1 1 0 0,-2-1-1 0 0,0 1 1 0 0,-4 36-1 0 0,1-17 111 0 0,1-45-146 0 0,0-2-70 0 0,0 0 0 0 0,0 1 0 0 0,-1-1 0 0 0,1 0 0 0 0,0 0 0 0 0,0 1 1 0 0,-1-1-1 0 0,1 0 0 0 0,0 0 0 0 0,-1 0 0 0 0,1 1 0 0 0,0-1 0 0 0,-1 0 0 0 0,1 0 1 0 0,0 0-1 0 0,-1 0 0 0 0,1 0 0 0 0,0 0 0 0 0,-1 0 0 0 0,1 0 0 0 0,-1 0 0 0 0,1 0 1 0 0,0 0-1 0 0,-1 0 0 0 0,1 0 0 0 0,0 0 0 0 0,-1 0 0 0 0,1 0 0 0 0,0 0 0 0 0,-1-1 0 0 0,-7-8-3651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7.1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904 1 17791 0 0,'0'0'4506'0'0,"-2"4"-4205"0"0,-7 13-80 0 0,0-1 0 0 0,0 0 0 0 0,-21 24 0 0 0,4-4 0 0 0,-97 132 554 0 0,34-49-342 0 0,-347 437 1273 0 0,423-540-1660 0 0,-121 134 500 0 0,130-146-568 0 0,-13 11 365 0 0,14-16-132 0 0,7-10-153 0 0,5-6 16 0 0,0 0 0 0 0,1 1 0 0 0,1 0 0 0 0,1 1 0 0 0,0 0 0 0 0,26-23 1 0 0,-8 11-1961 0 0,67-43 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7.9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1400 0 0,'0'0'1744'0'0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19.4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101 859 12864 0 0,'0'0'770'0'0,"0"5"46"0"0,0 4-407 0 0,-1 0-1 0 0,0-1 1 0 0,-1 1-1 0 0,0 0 1 0 0,0-1-1 0 0,-1 1 1 0 0,-6 14-1 0 0,-36 57 3012 0 0,44-79-3355 0 0,-22 34 2043 0 0,21-33-1758 0 0,-7 9 1006 0 0,34-162 509 0 0,-5 45-1651 0 0,40-165 270 0 0,-38 198-346 0 0,2-12 46 0 0,4 2 1 0 0,50-103-1 0 0,-65 154-105 0 0,-11 26-51 0 0,0 0-1 0 0,0 0 0 0 0,1 1 1 0 0,0-1-1 0 0,0 1 0 0 0,5-7 1 0 0,-7 10 33 0 0,10-4 23 0 0,-3 39-53 0 0,-1 0 0 0 0,1 39 0 0 0,4 15 5 0 0,-6-48-19 0 0,16 72 4 0 0,-4-29-8 0 0,2 11 14 0 0,-20-91-26 0 0,1 0 1 0 0,-1-1-1 0 0,1 1 1 0 0,0 0-1 0 0,-1-1 0 0 0,1 1 1 0 0,0-1-1 0 0,0 1 1 0 0,0-1-1 0 0,0 1 0 0 0,0-1 1 0 0,1 0-1 0 0,-1 1 1 0 0,0-1-1 0 0,0 0 1 0 0,3 2-1 0 0,-3-3 0 0 0,0 0-1 0 0,1 1 1 0 0,-1-1-1 0 0,0 0 1 0 0,0 0-1 0 0,0 1 1 0 0,0-1 0 0 0,0 0-1 0 0,1 0 1 0 0,-1-1-1 0 0,0 1 1 0 0,0 0-1 0 0,0 0 1 0 0,0 0-1 0 0,0-1 1 0 0,0 1 0 0 0,0 0-1 0 0,1-1 1 0 0,0 0-1 0 0,3-3 1 0 0,0 1 0 0 0,0-1 0 0 0,0-1 1 0 0,0 1-1 0 0,-1 0 0 0 0,1-1 0 0 0,5-9 0 0 0,15-25 8 0 0,-2-1 0 0 0,23-54 1 0 0,-22 43-2 0 0,23-57 4 0 0,-35 76-5 0 0,1 0 1 0 0,1 2-1 0 0,2 0 1 0 0,1 0 0 0 0,36-46-1 0 0,-53 76-5 0 0,0 0 0 0 0,0-1 0 0 0,0 1-1 0 0,0 0 1 0 0,0-1 0 0 0,1 1 0 0 0,-1 0 0 0 0,0-1 0 0 0,0 1-1 0 0,1 0 1 0 0,-1 0 0 0 0,0-1 0 0 0,0 1 0 0 0,1 0 0 0 0,-1 0 0 0 0,0-1-1 0 0,1 1 1 0 0,-1 0 0 0 0,0 0 0 0 0,1 0 0 0 0,-1 0 0 0 0,0-1-1 0 0,1 1 1 0 0,-1 0 0 0 0,0 0 0 0 0,1 0 0 0 0,-1 0 0 0 0,1 0-1 0 0,-1 0 1 0 0,0 0 0 0 0,1 0 0 0 0,-1 0 0 0 0,0 0 0 0 0,1 0-1 0 0,-1 0 1 0 0,1 1 0 0 0,-1-1 0 0 0,0 0 0 0 0,1 0 0 0 0,-1 0-1 0 0,0 0 1 0 0,1 1 0 0 0,3 19 22 0 0,-7 36-22 0 0,3-52 5 0 0,-8 227 28 0 0,1-13-6 0 0,7-214-28 0 0,-5 59 20 0 0,-3-1 1 0 0,-28 111-1 0 0,22-116-12 0 0,9-33 3 0 0,-14 41-1 0 0,14-53 1 0 0,1-3-3675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7-01T04:16:20.5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129 8 11256 0 0,'0'0'4413'0'0,"-4"-1"-3961"0"0,-13-5 49 0 0,15 6-313 0 0,0 1 1 0 0,-1 0-1 0 0,1 0 0 0 0,0 0 1 0 0,0 0-1 0 0,0 0 0 0 0,-1 0 1 0 0,1 0-1 0 0,1 1 0 0 0,-1-1 1 0 0,-3 4-1 0 0,3-3-58 0 0,0-1 0 0 0,0 1 0 0 0,0 0-1 0 0,0 0 1 0 0,1 0 0 0 0,-1 0 0 0 0,1 0 0 0 0,-1 0 0 0 0,1 1-1 0 0,0-1 1 0 0,0 0 0 0 0,0 1 0 0 0,0-1 0 0 0,0 1-1 0 0,1-1 1 0 0,-1 5 0 0 0,-2 42 1281 0 0,3-41-1257 0 0,3 84 1277 0 0,-3 61-243 0 0,-30 181 765 0 0,22-280-1683 0 0,5-33-120 0 0,0-1-1 0 0,0 24 0 0 0,-6 57 594 0 0,9-99-624 0 0,7-3-98 0 0,1-1 1 0 0,0 0-1 0 0,0 0 0 0 0,-1 0 1 0 0,1-1-1 0 0,-1 0 0 0 0,12-7 1 0 0,12-5 31 0 0,9 3-27 0 0,1 1 0 0 0,0 2 0 0 0,74-6 1 0 0,-104 14-26 0 0,47-7 23 0 0,0-2-1 0 0,76-24 0 0 0,-58 19 10 0 0,-10 3 32 0 0,-64 11-45 0 0,-1 2-23 0 0,-1-1 0 0 0,1 1 0 0 0,0 0 0 0 0,-1-1-1 0 0,1 1 1 0 0,-1-1 0 0 0,1 1 0 0 0,-1 0-1 0 0,1-1 1 0 0,-1 1 0 0 0,1 0 0 0 0,-1 0 0 0 0,0-1-1 0 0,1 1 1 0 0,-1 0 0 0 0,0 0 0 0 0,0 0-1 0 0,1-1 1 0 0,-1 1 0 0 0,0 0 0 0 0,0 0 0 0 0,0 0-1 0 0,0 0 1 0 0,0-1 0 0 0,-1 3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30T13:51:36.7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195 207 14168 0 0,'0'0'1149'0'0,"-1"-4"-513"0"0,-5-14-47 0 0,4 14-257 0 0,-10-1-25 0 0,7 3-308 0 0,1 0 1 0 0,-1 1-1 0 0,1 0 0 0 0,-1 0 1 0 0,0 0-1 0 0,1 0 0 0 0,-1 1 1 0 0,0 0-1 0 0,0 0 0 0 0,1 0 1 0 0,-1 1-1 0 0,0-1 0 0 0,0 1 1 0 0,1 0-1 0 0,-1 1 0 0 0,1-1 1 0 0,-1 1-1 0 0,-6 3 0 0 0,0-1 0 0 0,-39 13 1920 0 0,33-15 5324 0 0,19 0-7185 0 0,1 0 0 0 0,0 0 0 0 0,1 0 0 0 0,-1-1 0 0 0,0 1 0 0 0,0-1 0 0 0,1 1 0 0 0,-1-1 0 0 0,1 0 0 0 0,-1-1 0 0 0,1 1 0 0 0,-1-1 0 0 0,1 1 0 0 0,7-1 0 0 0,61-6 538 0 0,-41 2-349 0 0,158-26 418 0 0,-95 12-488 0 0,122-5 118 0 0,-134 17-154 0 0,97-20 1 0 0,-126 16-105 0 0,-27 6 15 0 0,0-2 0 0 0,41-13 0 0 0,-17 3 12 0 0,-37 12-27 0 0,0 0-1 0 0,1-1 0 0 0,-2 0 0 0 0,15-9 0 0 0,-18 11-6 0 0,-7 2-26 0 0,-1 1-1 0 0,1-1 1 0 0,-1 0-1 0 0,1 1 0 0 0,-1-1 1 0 0,1 0-1 0 0,-1 0 1 0 0,0 0-1 0 0,0 0 1 0 0,1 0-1 0 0,-1 0 0 0 0,0 0 1 0 0,0 0-1 0 0,2-3 1 0 0,-1 2 5 0 0,-14 8-1 0 0,11-2-8 0 0,-1-1 0 0 0,0 1 0 0 0,1 0 0 0 0,0-1 0 0 0,0 1 0 0 0,0 0 0 0 0,0 0 0 0 0,0 0 0 0 0,1 0 0 0 0,0 0 0 0 0,0 0 0 0 0,0 5 0 0 0,0 8 0 0 0,-2 43 0 0 0,2 0 0 0 0,3 0 0 0 0,3 0 0 0 0,2-1 0 0 0,3 0 0 0 0,2 0 0 0 0,3-1 0 0 0,2-1 0 0 0,3-1 0 0 0,2-1 0 0 0,3-1 0 0 0,35 56 0 0 0,-59-107 0 0 0,89 161 0 0 0,-80-141 0 0 0,-1 0 0 0 0,-1 1 0 0 0,-2 0 0 0 0,0 1 0 0 0,4 35 0 0 0,-10-50 0 0 0,-1 0 0 0 0,0 0 0 0 0,-1 0 0 0 0,0-1 0 0 0,0 1 0 0 0,-1 0 0 0 0,-1-1 0 0 0,0 1 0 0 0,0-1 0 0 0,0 0 0 0 0,-1 0 0 0 0,-1 0 0 0 0,1-1 0 0 0,-2 1 0 0 0,-8 11 0 0 0,-9 7 2 0 0,-1 0 0 0 0,-50 43 0 0 0,67-64-1 0 0,-12 11 1 0 0,-1-2 1 0 0,0 0-1 0 0,-1 0 0 0 0,-1-2 1 0 0,0-1-1 0 0,-38 15 0 0 0,48-22 1 0 0,-1-1-1 0 0,0-1 0 0 0,-1 0 0 0 0,1 0 0 0 0,0-2 0 0 0,-1 1 0 0 0,1-2 0 0 0,-1 0 0 0 0,0 0 0 0 0,1-1 0 0 0,-1-1 1 0 0,1 0-1 0 0,0-1 0 0 0,-13-5 0 0 0,-8-5 3 0 0,0-1-1 0 0,2-1 1 0 0,0-2 0 0 0,-59-42-1 0 0,76 48-1 0 0,0-1-1 0 0,2 0 0 0 0,-1-1 0 0 0,1 0 0 0 0,1-1 0 0 0,0-1 0 0 0,1 0 1 0 0,1-1-1 0 0,0 0 0 0 0,2 0 0 0 0,-12-28 0 0 0,18 37-2 0 0,1 1 0 0 0,-1-1 0 0 0,1 0 0 0 0,1 1 0 0 0,0-1 0 0 0,0 0 0 0 0,0 0 0 0 0,0 1 0 0 0,1-1 0 0 0,1 0 0 0 0,-1 1 0 0 0,1-1 1 0 0,0 1-1 0 0,0-1 0 0 0,1 1 0 0 0,0 0 0 0 0,0 0 0 0 0,5-7 0 0 0,-5 8-1 0 0,0 0 1 0 0,0 1 0 0 0,1-1-1 0 0,0 1 1 0 0,0 0 0 0 0,0 0-1 0 0,1 0 1 0 0,-1 1 0 0 0,1 0 0 0 0,0 0-1 0 0,0 0 1 0 0,0 0 0 0 0,0 1-1 0 0,0-1 1 0 0,1 1 0 0 0,-1 1-1 0 0,1-1 1 0 0,-1 1 0 0 0,1 0-1 0 0,0 0 1 0 0,-1 1 0 0 0,7-1-1 0 0,16 5-3762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30T13:51:37.9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436 54 16983 0 0,'0'0'6471'0'0,"-4"4"-6348"0"0,-12 9 5 0 0,14-13-110 0 0,1 0 0 0 0,-1 0 0 0 0,1 0 0 0 0,-1 0 0 0 0,0 0 0 0 0,1 0 1 0 0,-1-1-1 0 0,0 1 0 0 0,1 0 0 0 0,-1-1 0 0 0,1 1 0 0 0,-1-1 1 0 0,1 0-1 0 0,-1 1 0 0 0,1-1 0 0 0,0 0 0 0 0,-1 0 0 0 0,1 0 0 0 0,0 0 1 0 0,-2-2-1 0 0,2 2 13 0 0,-21-21 261 0 0,21 19-243 0 0,-1 1 1 0 0,0-1-1 0 0,0 1 1 0 0,0 0-1 0 0,0 0 1 0 0,0 0-1 0 0,-1 0 1 0 0,1 0-1 0 0,-1 0 0 0 0,1 1 1 0 0,-1-1-1 0 0,1 1 1 0 0,-1 0-1 0 0,0-1 1 0 0,0 1-1 0 0,-5-1 1 0 0,0 1 55 0 0,1 0 0 0 0,-1 0 0 0 0,0 0 0 0 0,0 1 0 0 0,0 1 0 0 0,1-1 0 0 0,-10 3 0 0 0,12-2-53 0 0,0 1 0 0 0,0 0 0 0 0,0 1-1 0 0,0 0 1 0 0,0-1 0 0 0,0 1-1 0 0,1 1 1 0 0,-1-1 0 0 0,1 1 0 0 0,0 0-1 0 0,-4 4 1 0 0,-18 20 127 0 0,2 1 0 0 0,1 1 0 0 0,1 1 0 0 0,-35 65 0 0 0,51-81-134 0 0,1 0 1 0 0,0 0 0 0 0,0 1-1 0 0,2 0 1 0 0,0 0 0 0 0,1-1-1 0 0,-1 31 1 0 0,4-18 3 0 0,0 0 0 0 0,2 0 0 0 0,9 43 0 0 0,-9-61-29 0 0,-1-1 1 0 0,1 0-1 0 0,1 0 0 0 0,0 0 1 0 0,0 0-1 0 0,1-1 0 0 0,6 9 1 0 0,-9-13-10 0 0,1 0 1 0 0,1 0 0 0 0,-1-1 0 0 0,0 1-1 0 0,1-1 1 0 0,0 0 0 0 0,-1 0 0 0 0,1 0-1 0 0,0-1 1 0 0,1 0 0 0 0,-1 1 0 0 0,0-1 0 0 0,1-1-1 0 0,-1 1 1 0 0,10 2 0 0 0,-6-3 6 0 0,0 0 1 0 0,0-1-1 0 0,0 1 0 0 0,0-1 1 0 0,0-1-1 0 0,0 0 0 0 0,0 0 1 0 0,0 0-1 0 0,0-1 1 0 0,-1 0-1 0 0,1-1 0 0 0,0 0 1 0 0,8-4-1 0 0,-6 1 0 0 0,1-1-1 0 0,-2 0 1 0 0,1 0-1 0 0,-1-1 1 0 0,0 0-1 0 0,-1 0 1 0 0,0-1 0 0 0,8-11-1 0 0,3-9 17 0 0,-1-1 0 0 0,-1-1 0 0 0,-2-1 1 0 0,-1 0-1 0 0,12-39 0 0 0,-15 28 8 0 0,13-79 0 0 0,-9 31-2 0 0,-7 65-32 0 0,-8 26-8 0 0,0-1 0 0 0,0 1 0 0 0,0 0 0 0 0,0 0 0 0 0,1-1 0 0 0,-1 1 0 0 0,0 0 0 0 0,0 0 0 0 0,0-1 0 0 0,0 1 0 0 0,0 0 0 0 0,1 0 0 0 0,-1-1 0 0 0,0 1 0 0 0,0 0 0 0 0,0 0 0 0 0,1 0 0 0 0,-1 0 1 0 0,0-1-1 0 0,0 1 0 0 0,0 0 0 0 0,1 0 0 0 0,-1 0 0 0 0,0 0 0 0 0,1 0 0 0 0,-1 0 0 0 0,0 0 0 0 0,0 0 0 0 0,1-1 0 0 0,-1 1 0 0 0,0 0 0 0 0,0 0 0 0 0,1 0 0 0 0,-1 0 0 0 0,0 0 0 0 0,1 1 0 0 0,-1-1 0 0 0,0 0 0 0 0,0 0 0 0 0,1 0 0 0 0,-1 0 0 0 0,0 0 0 0 0,0 0 0 0 0,1 0 1 0 0,-1 0-1 0 0,0 1 0 0 0,0-1 0 0 0,1 0 0 0 0,-1 0 0 0 0,0 0 0 0 0,0 1 0 0 0,0-1 0 0 0,0 0 0 0 0,1 0 0 0 0,-1 0 0 0 0,0 1 0 0 0,0-1 0 0 0,0 0 0 0 0,0 0 0 0 0,0 1 0 0 0,0-1 0 0 0,1 0 0 0 0,-1 0 0 0 0,0 1 0 0 0,0-1 0 0 0,0 0 0 0 0,0 1 0 0 0,49 106 15 0 0,-19-36-15 0 0,-11-30-1 0 0,-5-9 3 0 0,1 0-1 0 0,2 0 1 0 0,1-2 0 0 0,31 40 0 0 0,-39-57 0 0 0,1-1 0 0 0,1 0 0 0 0,0 0 0 0 0,15 11 0 0 0,-22-20-1 0 0,0 0 1 0 0,0 0-1 0 0,0-1 1 0 0,0 1-1 0 0,0-1 0 0 0,0 0 1 0 0,1-1-1 0 0,-1 1 1 0 0,1-1-1 0 0,0 0 1 0 0,-1-1-1 0 0,1 1 1 0 0,0-1-1 0 0,-1 0 1 0 0,11-2-1 0 0,22-9 24 0 0,-24 4-3711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30T13:51:39.0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1 271 17383 0 0,'0'0'2887'0'0,"4"-4"-2198"0"0,13-9 388 0 0,36-22 0 0 0,-51 34-895 0 0,19 27 390 0 0,-2 22-119 0 0,19 68 0 0 0,-22-62-72 0 0,25 55-1 0 0,70 149 1172 0 0,-100-232-1249 0 0,1-1 0 0 0,1 0 0 0 0,2-1 0 0 0,28 36-1 0 0,-41-57-214 0 0,-2-3-84 0 0,0 0 1 0 0,0 0-1 0 0,0 0 0 0 0,0 0 0 0 0,0 0 0 0 0,0 1 0 0 0,0-1 0 0 0,0 0 0 0 0,0 0 0 0 0,0 0 0 0 0,1 0 0 0 0,-1 0 0 0 0,0 0 0 0 0,0 0 0 0 0,0 1 0 0 0,0-1 0 0 0,0 0 0 0 0,1 0 0 0 0,-1 0 0 0 0,0 0 0 0 0,0 0 0 0 0,0 0 0 0 0,0 0 0 0 0,1 0 0 0 0,-1 0 0 0 0,0 0 0 0 0,0 0 0 0 0,0 0 0 0 0,0 0 0 0 0,1 0 0 0 0,-1 0 0 0 0,0 0 0 0 0,0 0 0 0 0,0 0 0 0 0,0 0 0 0 0,0 0 0 0 0,1 0 0 0 0,-1 0 0 0 0,0 0 0 0 0,0 0 0 0 0,0 0 1 0 0,0-1-1 0 0,0 1 0 0 0,1 0 0 0 0,-1 0 0 0 0,0 0 0 0 0,0 0 0 0 0,0 0 0 0 0,0 0 0 0 0,0 0 0 0 0,0-1 0 0 0,0 1 0 0 0,1 0 0 0 0,-1 0 0 0 0,0 0 0 0 0,0 0 0 0 0,0 0 0 0 0,0-1 0 0 0,0 1 0 0 0,0 0 0 0 0,0 0 0 0 0,0 0 0 0 0,0 0 0 0 0,0-1 0 0 0,0 1 0 0 0,8-11 69 0 0,-7-2-44 0 0,0 0-1 0 0,-1 0 1 0 0,-1 0-1 0 0,0 0 1 0 0,-6-24-1 0 0,3 8 5 0 0,3 24-28 0 0,-5-35 49 0 0,2 1-1 0 0,1-1 0 0 0,5-70 1 0 0,7 28 51 0 0,4 1 0 0 0,45-154-1 0 0,-36 154-48 0 0,-14 48-15 0 0,18-44 0 0 0,-11 52 57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30T13:51:40.2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801 178 16983 0 0,'0'0'4399'0'0,"-4"0"-4044"0"0,3 0-325 0 0,-1-1 1 0 0,1 1 0 0 0,-1 0 0 0 0,1-1-1 0 0,-1 1 1 0 0,1-1 0 0 0,0 1 0 0 0,-1-1 0 0 0,1 0-1 0 0,0 0 1 0 0,-1 0 0 0 0,1 0 0 0 0,0 1-1 0 0,0-2 1 0 0,0 1 0 0 0,0 0 0 0 0,0 0-1 0 0,0 0 1 0 0,0 0 0 0 0,0-1 0 0 0,1 1-1 0 0,-1 0 1 0 0,0-1 0 0 0,1 1 0 0 0,-1 0-1 0 0,1-1 1 0 0,-1-1 0 0 0,-8-15 118 0 0,2 6-3 0 0,-1 0 0 0 0,0 0-1 0 0,0 1 1 0 0,-2 0-1 0 0,1 1 1 0 0,-13-11 0 0 0,17 16-42 0 0,-1 1 0 0 0,0-1 1 0 0,-1 1-1 0 0,1 1 1 0 0,-1-1-1 0 0,1 1 1 0 0,-1 0-1 0 0,0 1 0 0 0,0-1 1 0 0,0 1-1 0 0,-1 1 1 0 0,1-1-1 0 0,-12 1 1 0 0,1 1 42 0 0,0 2 1 0 0,0 0 0 0 0,0 1 0 0 0,0 1 0 0 0,0 1 0 0 0,1 1 0 0 0,-1 0 0 0 0,2 1-1 0 0,-1 0 1 0 0,1 2 0 0 0,0 0 0 0 0,-27 21 0 0 0,-6 8 117 0 0,2 3 1 0 0,-58 65-1 0 0,86-86-179 0 0,1 0 0 0 0,0 1 0 0 0,2 1-1 0 0,-14 26 1 0 0,25-41-58 0 0,1 1 0 0 0,1 0 1 0 0,0 1-1 0 0,0-1 0 0 0,0 0 0 0 0,1 1 0 0 0,0-1 0 0 0,1 1 0 0 0,0 0 0 0 0,0 0 0 0 0,1 0 0 0 0,0-1 0 0 0,1 1 1 0 0,0 0-1 0 0,0 0 0 0 0,4 11 0 0 0,-3-15-13 0 0,0 1 0 0 0,1-1 1 0 0,0 0-1 0 0,0 0 0 0 0,0 0 0 0 0,1 0 1 0 0,0 0-1 0 0,0-1 0 0 0,0 0 1 0 0,0 0-1 0 0,1 0 0 0 0,0 0 0 0 0,0-1 1 0 0,0 1-1 0 0,0-1 0 0 0,6 2 1 0 0,3 2 8 0 0,0-1 0 0 0,0-1 0 0 0,0 0 1 0 0,1-1-1 0 0,17 3 0 0 0,-11-4-4 0 0,-1 0 0 0 0,1-2-1 0 0,0 0 1 0 0,0-1 0 0 0,-1-2 0 0 0,1 0 0 0 0,-1-1-1 0 0,38-10 1 0 0,-48 9-5 0 0,0 1 0 0 0,0-2 0 0 0,0 1 0 0 0,-1-1 0 0 0,0-1 0 0 0,0 1-1 0 0,-1-2 1 0 0,1 1 0 0 0,-1-1 0 0 0,0 0 0 0 0,-1-1 0 0 0,0 0 0 0 0,0 0 0 0 0,-1-1 0 0 0,0 1 0 0 0,0-2-1 0 0,-1 1 1 0 0,0 0 0 0 0,3-12 0 0 0,-2 4 5 0 0,-2 0 0 0 0,0 0 0 0 0,-1 0 1 0 0,0-1-1 0 0,-2 1 0 0 0,0-1 0 0 0,-1 1 0 0 0,0-1 0 0 0,-2 0 0 0 0,0 1 0 0 0,-1-1 0 0 0,-5-16 0 0 0,-3-11 56 0 0,11 43-54 0 0,0 1-18 0 0,0 0 1 0 0,0 0 0 0 0,0 0 0 0 0,0 0-1 0 0,0 0 1 0 0,0 0 0 0 0,0 0 0 0 0,1 0-1 0 0,-1 0 1 0 0,0 0 0 0 0,1 0-1 0 0,-1 0 1 0 0,1 0 0 0 0,-1 0 0 0 0,1 0-1 0 0,-1 0 1 0 0,1 0 0 0 0,0 0 0 0 0,-1 0-1 0 0,1 1 1 0 0,2-2 0 0 0,-2 1-4 0 0,1 0 0 0 0,0 1 1 0 0,0 0-1 0 0,0-1 1 0 0,0 1-1 0 0,0 0 0 0 0,0 0 1 0 0,-1 0-1 0 0,1 0 0 0 0,0 0 1 0 0,0 0-1 0 0,0 1 0 0 0,0-1 1 0 0,0 1-1 0 0,0-1 0 0 0,0 1 1 0 0,-1 0-1 0 0,1-1 1 0 0,0 1-1 0 0,-1 0 0 0 0,1 0 1 0 0,0 0-1 0 0,-1 1 0 0 0,1-1 1 0 0,-1 0-1 0 0,0 1 0 0 0,3 1 1 0 0,4 5 0 0 0,-1 1 1 0 0,1-1-1 0 0,9 17 1 0 0,18 30 0 0 0,-14-20 2 0 0,1 0 1 0 0,2-1-1 0 0,35 36 1 0 0,-49-60-6 0 0,1 0 0 0 0,0 0 0 0 0,1-1 0 0 0,0-1 0 0 0,0 0 0 0 0,1-1 0 0 0,0 0 0 0 0,0-1 0 0 0,1 0 0 0 0,15 4-1 0 0,-18-7 2 0 0,1-1 0 0 0,0 0-1 0 0,0 0 1 0 0,0-1-1 0 0,0-1 1 0 0,0 0-1 0 0,0-1 1 0 0,0 0 0 0 0,0-1-1 0 0,0 0 1 0 0,0-1-1 0 0,19-7 1 0 0,-7-1 4 0 0,0-2 0 0 0,-1 0-1 0 0,-1-1 1 0 0,23-19 0 0 0,-8 6 12 0 0,-19 17-104 0 0,-22 20 415 0 0,-18 15-4310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30T13:52:11.9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44 160 13168 0 0,'0'0'1441'0'0,"-2"-5"-713"0"0,-5-20-255 0 0,1 0 0 0 0,1 0 0 0 0,-1-31 0 0 0,3 32 5099 0 0,-2 46-5289 0 0,1 1 0 0 0,1-1 0 0 0,1 1 1 0 0,1-1-1 0 0,2 1 0 0 0,0 0 0 0 0,1-1 1 0 0,9 41-1 0 0,19 42 325 0 0,5-1 0 0 0,84 172 0 0 0,-48-151-300 0 0,14 27-18 0 0,-52-87-127 0 0,47 70 0 0 0,25 47 97 0 0,-69-114-95 0 0,54 77 0 0 0,-22-40 51 0 0,-50-71 24 0 0,-11-18-3971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30T13:52:12.8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173 1394 16879 0 0,'0'0'1431'0'0,"-5"2"-138"0"0,-37 18 726 0 0,38-19-1984 0 0,-2-1-87 0 0,-1 1 1 0 0,0-1 0 0 0,0 1 0 0 0,0 0-1 0 0,0 1 1 0 0,1 0 0 0 0,-1 0-1 0 0,1 0 1 0 0,0 1 0 0 0,-1 0 0 0 0,1 0-1 0 0,0 1 1 0 0,1 0 0 0 0,-8 5-1 0 0,-4 6-96 0 0,17-15 149 0 0,0 0 0 0 0,0 0 0 0 0,-1 0-1 0 0,1 0 1 0 0,0 0 0 0 0,0 0 0 0 0,0 0 0 0 0,0 1 0 0 0,0-1 0 0 0,0 0-1 0 0,0 0 1 0 0,0 0 0 0 0,0 0 0 0 0,0 0 0 0 0,0 0 0 0 0,0 0 0 0 0,0 0-1 0 0,0 1 1 0 0,0-1 0 0 0,0 0 0 0 0,0 0 0 0 0,0 0 0 0 0,0 0 0 0 0,0 0-1 0 0,0 0 1 0 0,0 0 0 0 0,0 0 0 0 0,0 1 0 0 0,0-1 0 0 0,0 0 0 0 0,0 0-1 0 0,0 0 1 0 0,0 0 0 0 0,0 0 0 0 0,0 0 0 0 0,0 0 0 0 0,0 0 0 0 0,0 1-1 0 0,0-1 1 0 0,0 0 0 0 0,0 0 0 0 0,1 0 0 0 0,-1 0 0 0 0,0 0 0 0 0,0 0-1 0 0,0 0 1 0 0,0 0 0 0 0,0 0 0 0 0,0 0 0 0 0,0 0 0 0 0,0 0 0 0 0,0 0-1 0 0,1 0 1 0 0,-1 0 0 0 0,0 0 0 0 0,0 0 0 0 0,0 0 0 0 0,0 0 0 0 0,0 0-1 0 0,0 0 1 0 0,0 0 0 0 0,0 0 0 0 0,1 0 0 0 0,-1 0 0 0 0,0 0 0 0 0,0 0-1 0 0,0 0 1 0 0,0 0 0 0 0,4-1 29 0 0,0 0-1 0 0,0 0 1 0 0,-1 0-1 0 0,1-1 1 0 0,0 1-1 0 0,-1-1 1 0 0,5-3-1 0 0,22-15 238 0 0,-1-2 0 0 0,-2 0 0 0 0,0-2 0 0 0,-1-1 1 0 0,-1-1-1 0 0,-2-1 0 0 0,0-1 0 0 0,21-37 0 0 0,55-90 782 0 0,88-150 201 0 0,109-173 51 0 0,-149 298-633 0 0,-107 133-424 0 0,-36 43-198 0 0,0 0-1 0 0,0 0 1 0 0,0 1 0 0 0,1-1-1 0 0,-1 1 1 0 0,1 0 0 0 0,0 1 0 0 0,0-1-1 0 0,5-1 1 0 0,-8 3 42 0 0,3 3-32 0 0,-5-2-55 0 0,0 0 0 0 0,1 0 0 0 0,-1 0-1 0 0,0 0 1 0 0,1 0 0 0 0,-1 0 0 0 0,0 0 0 0 0,1 0 0 0 0,-1 0 0 0 0,0 0 0 0 0,0 0 0 0 0,1 0 0 0 0,-1 0 0 0 0,0 1 0 0 0,1-1 0 0 0,-1 0 0 0 0,0 0 0 0 0,0 0 0 0 0,1 0 0 0 0,-1 1 0 0 0,0-1 0 0 0,0 0 0 0 0,1 0 0 0 0,-1 1 0 0 0,0-1 0 0 0,0 0-1 0 0,0 0 1 0 0,0 1 0 0 0,1-1 0 0 0,-1 0 0 0 0,0 0 0 0 0,0 1 0 0 0,0-1 0 0 0,2 12-3563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30T13:52:14.6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1369 15880 0 0,'0'0'3831'0'0,"3"-4"-3701"0"0,-2 2-39 0 0,0 1 1 0 0,0-1 0 0 0,0 0-1 0 0,0 0 1 0 0,0 0 0 0 0,0 0-1 0 0,-1 1 1 0 0,1-1-1 0 0,-1-1 1 0 0,1 1 0 0 0,-1 0-1 0 0,0 0 1 0 0,1 0 0 0 0,-1 0-1 0 0,0 0 1 0 0,-1 0 0 0 0,1 0-1 0 0,0 0 1 0 0,0 0-1 0 0,-1 0 1 0 0,0 0 0 0 0,1 0-1 0 0,-1 0 1 0 0,0 0 0 0 0,-1-3-1 0 0,0 2-13 0 0,1-1 1 0 0,1 1-1 0 0,-1 0 0 0 0,0-1 0 0 0,1 1 0 0 0,0 0 0 0 0,-1-1 1 0 0,2 1-1 0 0,-1-1 0 0 0,0 1 0 0 0,1 0 0 0 0,-1-1 0 0 0,2-4 0 0 0,18-50 352 0 0,-10 34-239 0 0,198-559 2486 0 0,-176 476-2351 0 0,-22 69-90 0 0,25-62 1 0 0,-24 71-19 0 0,-1-1 0 0 0,6-31 0 0 0,-10 35-95 0 0,1 1-1 0 0,2 0 1 0 0,16-36 0 0 0,-16 41-78 0 0,-6 15-28 0 0,-1 0-1 0 0,1-1 0 0 0,0 1 1 0 0,0 0-1 0 0,1 0 0 0 0,-1 1 0 0 0,1-1 1 0 0,5-4-1 0 0,-6 7 17 0 0,-2 0-16 0 0,1 0 0 0 0,0 1 0 0 0,0-1-1 0 0,1 1 1 0 0,-1-1 0 0 0,0 1 0 0 0,0 0-1 0 0,5-1 1 0 0,-2 5-6 0 0,0 1 0 0 0,0 0 0 0 0,-1 0 0 0 0,0 0 0 0 0,0 1 0 0 0,0-1 0 0 0,0 1 0 0 0,0 0 0 0 0,-1 0 0 0 0,0 1 0 0 0,0-1 0 0 0,-1 1 0 0 0,1-1 0 0 0,-1 1 0 0 0,3 11 0 0 0,-1 7 14 0 0,0 0 0 0 0,1 43 0 0 0,-1-2 33 0 0,2-5-6 0 0,-4-33-33 0 0,1-1 0 0 0,2 0 0 0 0,0 0 0 0 0,11 30 0 0 0,-15-51-16 0 0,4 8 8 0 0,0 0-1 0 0,0 0 1 0 0,2-1 0 0 0,12 21-1 0 0,-17-30-7 0 0,0-1 0 0 0,-1 0 0 0 0,1 1 0 0 0,0-1 0 0 0,0 0-1 0 0,0 0 1 0 0,1-1 0 0 0,-1 1 0 0 0,0 0 0 0 0,1-1-1 0 0,-1 1 1 0 0,1-1 0 0 0,-1 0 0 0 0,1 0 0 0 0,0 0 0 0 0,0 0-1 0 0,-1 0 1 0 0,1-1 0 0 0,0 1 0 0 0,0-1 0 0 0,0 0 0 0 0,0 1-1 0 0,-1-2 1 0 0,1 1 0 0 0,0 0 0 0 0,0 0 0 0 0,0-1 0 0 0,0 0-1 0 0,-1 1 1 0 0,4-2 0 0 0,7-4 3 0 0,-1 0 1 0 0,0 0-1 0 0,-1-1 0 0 0,0-1 0 0 0,0 0 1 0 0,0 0-1 0 0,11-12 0 0 0,62-75 17 0 0,-52 55-15 0 0,9-13 2 0 0,-3-2-1 0 0,-3-2 0 0 0,31-65 1 0 0,-53 95-6 0 0,-6 9 0 0 0,2 2 1 0 0,15-26-1 0 0,-18 34-5 0 0,-3 5-6 0 0,4-2-1 0 0,-5 4 0 0 0,0 3 7 0 0,-1 1-1 0 0,1 0 1 0 0,0-1-1 0 0,-1 1 1 0 0,0 0-1 0 0,0 0 1 0 0,0 0-1 0 0,0 0 1 0 0,0 0 0 0 0,0 0-1 0 0,-1 0 1 0 0,1 0-1 0 0,-1 0 1 0 0,0 6-1 0 0,-4 50 0 0 0,2-42 2 0 0,-23 356 0 0 0,14-198 0 0 0,4-88 0 0 0,3 0 0 0 0,10 107 0 0 0,35 328 33 0 0,-40-502-28 0 0,-1-8 0 0 0,1 0 0 0 0,1 0 0 0 0,0 0 0 0 0,5 19 0 0 0,-3-21-3709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6-30T13:52:15.8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166 1 15880 0 0,'0'0'3814'0'0,"-4"0"-3581"0"0,2 0-209 0 0,1 0-1 0 0,0 0 0 0 0,-1 0 1 0 0,1 0-1 0 0,0 0 0 0 0,-1 1 1 0 0,1-1-1 0 0,0 1 0 0 0,-1-1 1 0 0,1 1-1 0 0,0-1 0 0 0,0 1 1 0 0,0 0-1 0 0,-1-1 0 0 0,1 1 1 0 0,0 0-1 0 0,0 0 0 0 0,0 0 1 0 0,0 0-1 0 0,-1 2 0 0 0,-1 1 54 0 0,0 0 0 0 0,1 0 0 0 0,-1 1-1 0 0,1-1 1 0 0,-3 9 0 0 0,1 0 166 0 0,1 0 0 0 0,0 0 0 0 0,1 0-1 0 0,0 0 1 0 0,1 1 0 0 0,1-1 0 0 0,0 0 0 0 0,3 19 0 0 0,24 111 1097 0 0,-6-45-798 0 0,-13-26-53 0 0,-2 97-1 0 0,-4-77-210 0 0,-2-31-21 0 0,-3 0 1 0 0,-17 96-1 0 0,-44 116 337 0 0,27-167-372 0 0,23-72 2 0 0,-17 70 1 0 0,38-107 370 0 0,11-16-414 0 0,31-29-68 0 0,-37 40-92 0 0,0 1 0 0 0,0 1 0 0 0,0 0 0 0 0,0 1 0 0 0,1 0 0 0 0,0 1 0 0 0,15-4 0 0 0,101-11 26 0 0,-27 5 1 0 0,-83 10-41 0 0,389-61 198 0 0,-388 63-187 0 0,0 1 0 0 0,1 1 0 0 0,-1 1 1 0 0,0 1-1 0 0,22 4 0 0 0,-38-5-13 0 0,1 0 0 0 0,0 0 0 0 0,-1 0 0 0 0,1 0 0 0 0,-1 1 0 0 0,0 0 0 0 0,1 0 0 0 0,-1 0 0 0 0,0 1 0 0 0,0-1 0 0 0,-1 1 0 0 0,1 0 0 0 0,0 0 0 0 0,-1 0 0 0 0,0 1 0 0 0,0-1 0 0 0,0 1 0 0 0,0 0 0 0 0,0 0 0 0 0,-1 0 0 0 0,1 0 0 0 0,-1 0 0 0 0,0 0 0 0 0,-1 1 0 0 0,1-1 0 0 0,-1 1 0 0 0,2 7 0 0 0,-3-5 24 0 0,0-1-1 0 0,0 0 1 0 0,-1 1-1 0 0,1-1 1 0 0,-1 0-1 0 0,-1 0 1 0 0,1 1-1 0 0,-1-1 1 0 0,0 0 0 0 0,-1 0-1 0 0,1 0 1 0 0,-5 6-1 0 0,2-3-605 0 0,0-1 0 0 0,-1-1 0 0 0,1 1-1 0 0,-2-1 1 0 0,1 0 0 0 0,-11 8 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30T14:04:33.3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0,'541'0,"-513"1,0 2,29 7,39 3,-62-11,-1 1,0 2,0 1,42 14,-52-14,0 0,0-2,0 0,27-1,97-4,-55-1,-24 0,82 4,-37 22,-35-10,-54-8,0-2,37 3,-38-5,-1 1,0 0,0 2,25 9,-26-7,1-1,0-1,0-1,29 2,529-6,-257-2,-209 0,125 5,-220 0,0 0,0 2,30 11,-32-9,0-2,0 0,0-1,28 3,72 6,-71-6,63 1,411-9,-506 1,0 2,-1 0,1 1,-1 0,0 1,0 0,0 1,0 1,13 7,30 13,-41-21,1-1,-1-1,1 0,0-1,30-1,36 6,-2 12,-56-12,1-1,0-1,42 3,477-8,-242-2,1719 2,-1999-1,0-1,-1-2,24-6,9-1,-10 1,-1-2,44-18,-38 13,54-13,-45 15,-37 9,-1 1,1 0,24-1,-23 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30T14:04:36.4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1 249,'4178'0,"-4153"-2,0-1,1-1,-2-1,1-2,35-13,-34 10,1 2,0 1,0 0,38-2,-24 5,0-2,44-12,-50 9,1 2,0 1,46-1,-56 7,0-1,0-1,43-9,-27 4,1 2,-1 2,85 5,-37 0,-66-3,-1-1,0-1,0-1,0-1,-1 0,0-2,43-20,-48 21,1 0,-1 1,1 1,0 0,36-2,95 7,-64 2,-62-3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30T14:04:39.6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1 143,'0'1,"0"0,1 0,-1 0,0 0,1 0,-1-1,1 1,-1 0,1 0,-1 0,1 0,0-1,0 1,-1 0,1-1,0 1,0-1,-1 1,1-1,0 1,0-1,0 1,0-1,0 0,0 1,2-1,29 6,-29-6,77 6,105-7,-66-1,728 2,-830-1,1-1,0-1,-1-1,0 0,23-9,-21 6,0 1,0 1,1 1,20-2,-29 6,24-2,-1-1,35-8,-25 4,0 2,0 2,79 6,-33-1,1930-2,-1994-2,-1 0,36-9,-33 6,51-4,532 7,-294 4,1349-2,-1638-1,-1-2,31-7,-28 5,46-3,500 6,-278 4,-241-1,-31 1,0-1,0-2,0-1,48-9,-33 2,2 3,-1 2,1 1,82 6,-26-1,1103-2,-1179 2,0 0,42 11,-13-3,4 2,-33-7,0 0,38 1,94 8,-65-3,233-6,-178-7,209 2,-346 0,0 0,0 1,17 3,-8 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30T14:04:43.1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30,'2350'0,"-2321"2,-1 2,0 0,0 2,-1 1,0 2,35 15,-34-13,1 0,0-2,0-1,1-2,40 4,278-9,-156-3,764 2,-930-3,1 0,0-1,-1-2,47-16,26-6,-61 22,-1 2,47 0,-1 0,-59 1,0-1,-1-1,25-9,-26 6,0 2,1 1,35-4,288 7,-167 5,2902-3,-3057 1,0 2,1 1,-1 1,32 10,-31-7,0-1,1-2,46 4,-38-8,-17-2,0 1,-1 1,1 0,0 2,-1 0,1 0,-1 2,24 9,-27-9,0 0,0-1,1 0,0-1,-1-1,23 2,88-6,-53 0,34 0,145 4,-145 16,-74-11,-20-4,-1 0,1 1,-1 0,14 8,-15-7,0 0,1-1,-1 0,1-1,15 3,52-1,-60-5,0 0,0 1,0 1,17 5,29 8,1-2,76 4,43 9,-115-17,-8 0,84 1,592-11,-712 1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י"ז/שבט/תשפ"ו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customXml" Target="../ink/ink5.xml"/><Relationship Id="rId18" Type="http://schemas.openxmlformats.org/officeDocument/2006/relationships/image" Target="../media/image16.png"/><Relationship Id="rId3" Type="http://schemas.openxmlformats.org/officeDocument/2006/relationships/customXml" Target="../ink/ink1.xml"/><Relationship Id="rId21" Type="http://schemas.openxmlformats.org/officeDocument/2006/relationships/customXml" Target="../ink/ink9.xml"/><Relationship Id="rId7" Type="http://schemas.openxmlformats.org/officeDocument/2006/relationships/customXml" Target="../ink/ink2.xml"/><Relationship Id="rId12" Type="http://schemas.openxmlformats.org/officeDocument/2006/relationships/image" Target="../media/image13.png"/><Relationship Id="rId17" Type="http://schemas.openxmlformats.org/officeDocument/2006/relationships/customXml" Target="../ink/ink7.xml"/><Relationship Id="rId2" Type="http://schemas.openxmlformats.org/officeDocument/2006/relationships/image" Target="../media/image5.jpeg"/><Relationship Id="rId16" Type="http://schemas.openxmlformats.org/officeDocument/2006/relationships/image" Target="../media/image15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customXml" Target="../ink/ink4.xml"/><Relationship Id="rId24" Type="http://schemas.openxmlformats.org/officeDocument/2006/relationships/image" Target="../media/image4.jpeg"/><Relationship Id="rId15" Type="http://schemas.openxmlformats.org/officeDocument/2006/relationships/customXml" Target="../ink/ink6.xml"/><Relationship Id="rId23" Type="http://schemas.openxmlformats.org/officeDocument/2006/relationships/image" Target="../media/image3.png"/><Relationship Id="rId10" Type="http://schemas.openxmlformats.org/officeDocument/2006/relationships/image" Target="../media/image12.png"/><Relationship Id="rId19" Type="http://schemas.openxmlformats.org/officeDocument/2006/relationships/customXml" Target="../ink/ink8.xml"/><Relationship Id="rId9" Type="http://schemas.openxmlformats.org/officeDocument/2006/relationships/customXml" Target="../ink/ink3.xml"/><Relationship Id="rId14" Type="http://schemas.openxmlformats.org/officeDocument/2006/relationships/image" Target="../media/image14.png"/><Relationship Id="rId22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customXml" Target="../ink/ink14.xml"/><Relationship Id="rId18" Type="http://schemas.openxmlformats.org/officeDocument/2006/relationships/image" Target="../media/image16.png"/><Relationship Id="rId3" Type="http://schemas.openxmlformats.org/officeDocument/2006/relationships/customXml" Target="../ink/ink10.xml"/><Relationship Id="rId21" Type="http://schemas.openxmlformats.org/officeDocument/2006/relationships/customXml" Target="../ink/ink18.xml"/><Relationship Id="rId7" Type="http://schemas.openxmlformats.org/officeDocument/2006/relationships/customXml" Target="../ink/ink11.xml"/><Relationship Id="rId12" Type="http://schemas.openxmlformats.org/officeDocument/2006/relationships/image" Target="../media/image13.png"/><Relationship Id="rId17" Type="http://schemas.openxmlformats.org/officeDocument/2006/relationships/customXml" Target="../ink/ink16.xml"/><Relationship Id="rId2" Type="http://schemas.openxmlformats.org/officeDocument/2006/relationships/image" Target="../media/image5.jpeg"/><Relationship Id="rId16" Type="http://schemas.openxmlformats.org/officeDocument/2006/relationships/image" Target="../media/image15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customXml" Target="../ink/ink13.xml"/><Relationship Id="rId24" Type="http://schemas.openxmlformats.org/officeDocument/2006/relationships/image" Target="../media/image4.jpeg"/><Relationship Id="rId15" Type="http://schemas.openxmlformats.org/officeDocument/2006/relationships/customXml" Target="../ink/ink15.xml"/><Relationship Id="rId23" Type="http://schemas.openxmlformats.org/officeDocument/2006/relationships/image" Target="../media/image3.png"/><Relationship Id="rId10" Type="http://schemas.openxmlformats.org/officeDocument/2006/relationships/image" Target="../media/image12.png"/><Relationship Id="rId19" Type="http://schemas.openxmlformats.org/officeDocument/2006/relationships/customXml" Target="../ink/ink17.xml"/><Relationship Id="rId9" Type="http://schemas.openxmlformats.org/officeDocument/2006/relationships/customXml" Target="../ink/ink12.xml"/><Relationship Id="rId14" Type="http://schemas.openxmlformats.org/officeDocument/2006/relationships/image" Target="../media/image14.png"/><Relationship Id="rId22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customXml" Target="../ink/ink23.xml"/><Relationship Id="rId18" Type="http://schemas.openxmlformats.org/officeDocument/2006/relationships/image" Target="../media/image16.png"/><Relationship Id="rId3" Type="http://schemas.openxmlformats.org/officeDocument/2006/relationships/customXml" Target="../ink/ink19.xml"/><Relationship Id="rId21" Type="http://schemas.openxmlformats.org/officeDocument/2006/relationships/customXml" Target="../ink/ink27.xml"/><Relationship Id="rId7" Type="http://schemas.openxmlformats.org/officeDocument/2006/relationships/customXml" Target="../ink/ink20.xml"/><Relationship Id="rId12" Type="http://schemas.openxmlformats.org/officeDocument/2006/relationships/image" Target="../media/image13.png"/><Relationship Id="rId17" Type="http://schemas.openxmlformats.org/officeDocument/2006/relationships/customXml" Target="../ink/ink25.xml"/><Relationship Id="rId2" Type="http://schemas.openxmlformats.org/officeDocument/2006/relationships/image" Target="../media/image5.jpeg"/><Relationship Id="rId16" Type="http://schemas.openxmlformats.org/officeDocument/2006/relationships/image" Target="../media/image15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customXml" Target="../ink/ink22.xml"/><Relationship Id="rId24" Type="http://schemas.openxmlformats.org/officeDocument/2006/relationships/image" Target="../media/image4.jpeg"/><Relationship Id="rId15" Type="http://schemas.openxmlformats.org/officeDocument/2006/relationships/customXml" Target="../ink/ink24.xml"/><Relationship Id="rId23" Type="http://schemas.openxmlformats.org/officeDocument/2006/relationships/image" Target="../media/image3.png"/><Relationship Id="rId10" Type="http://schemas.openxmlformats.org/officeDocument/2006/relationships/image" Target="../media/image12.png"/><Relationship Id="rId19" Type="http://schemas.openxmlformats.org/officeDocument/2006/relationships/customXml" Target="../ink/ink26.xml"/><Relationship Id="rId9" Type="http://schemas.openxmlformats.org/officeDocument/2006/relationships/customXml" Target="../ink/ink21.xml"/><Relationship Id="rId14" Type="http://schemas.openxmlformats.org/officeDocument/2006/relationships/image" Target="../media/image14.png"/><Relationship Id="rId22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customXml" Target="../ink/ink32.xml"/><Relationship Id="rId18" Type="http://schemas.openxmlformats.org/officeDocument/2006/relationships/image" Target="../media/image170.png"/><Relationship Id="rId3" Type="http://schemas.openxmlformats.org/officeDocument/2006/relationships/customXml" Target="../ink/ink28.xml"/><Relationship Id="rId21" Type="http://schemas.openxmlformats.org/officeDocument/2006/relationships/image" Target="../media/image3.png"/><Relationship Id="rId7" Type="http://schemas.openxmlformats.org/officeDocument/2006/relationships/customXml" Target="../ink/ink29.xml"/><Relationship Id="rId12" Type="http://schemas.openxmlformats.org/officeDocument/2006/relationships/image" Target="../media/image140.png"/><Relationship Id="rId17" Type="http://schemas.openxmlformats.org/officeDocument/2006/relationships/customXml" Target="../ink/ink34.xml"/><Relationship Id="rId2" Type="http://schemas.openxmlformats.org/officeDocument/2006/relationships/image" Target="../media/image6.jpeg"/><Relationship Id="rId16" Type="http://schemas.openxmlformats.org/officeDocument/2006/relationships/image" Target="../media/image160.png"/><Relationship Id="rId20" Type="http://schemas.openxmlformats.org/officeDocument/2006/relationships/image" Target="../media/image1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customXml" Target="../ink/ink31.xml"/><Relationship Id="rId15" Type="http://schemas.openxmlformats.org/officeDocument/2006/relationships/customXml" Target="../ink/ink33.xml"/><Relationship Id="rId10" Type="http://schemas.openxmlformats.org/officeDocument/2006/relationships/image" Target="../media/image130.png"/><Relationship Id="rId19" Type="http://schemas.openxmlformats.org/officeDocument/2006/relationships/customXml" Target="../ink/ink35.xml"/><Relationship Id="rId9" Type="http://schemas.openxmlformats.org/officeDocument/2006/relationships/customXml" Target="../ink/ink30.xml"/><Relationship Id="rId14" Type="http://schemas.openxmlformats.org/officeDocument/2006/relationships/image" Target="../media/image150.png"/><Relationship Id="rId22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8.xml"/><Relationship Id="rId13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12" Type="http://schemas.openxmlformats.org/officeDocument/2006/relationships/customXml" Target="../ink/ink39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7.xml"/><Relationship Id="rId11" Type="http://schemas.openxmlformats.org/officeDocument/2006/relationships/image" Target="../media/image28.png"/><Relationship Id="rId5" Type="http://schemas.openxmlformats.org/officeDocument/2006/relationships/image" Target="../media/image25.png"/><Relationship Id="rId15" Type="http://schemas.openxmlformats.org/officeDocument/2006/relationships/image" Target="../media/image4.jpeg"/><Relationship Id="rId4" Type="http://schemas.openxmlformats.org/officeDocument/2006/relationships/customXml" Target="../ink/ink36.xml"/><Relationship Id="rId1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7"/>
          <p:cNvSpPr/>
          <p:nvPr/>
        </p:nvSpPr>
        <p:spPr>
          <a:xfrm>
            <a:off x="3726425" y="2886009"/>
            <a:ext cx="4503595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מושגים בסיסיים</a:t>
            </a: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(מושגי יסוד)</a:t>
            </a: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E58388F7-135E-F0F4-9DBA-4F94551A8BEE}"/>
              </a:ext>
            </a:extLst>
          </p:cNvPr>
          <p:cNvSpPr/>
          <p:nvPr/>
        </p:nvSpPr>
        <p:spPr>
          <a:xfrm>
            <a:off x="5789568" y="-84358"/>
            <a:ext cx="31454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מושגים בסיסיים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D6FC62-2234-ACBD-5606-5174262AD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8FCCE0-C96F-9FDD-43BB-ED291B66AC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08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4072007" y="1771863"/>
            <a:ext cx="4047985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מושגי יסוד</a:t>
            </a:r>
          </a:p>
          <a:p>
            <a:pPr algn="ctr" rtl="1"/>
            <a:r>
              <a:rPr lang="he-IL" sz="44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החשובים ביותר</a:t>
            </a:r>
          </a:p>
        </p:txBody>
      </p:sp>
      <p:sp>
        <p:nvSpPr>
          <p:cNvPr id="5" name="מלבן 4"/>
          <p:cNvSpPr/>
          <p:nvPr/>
        </p:nvSpPr>
        <p:spPr>
          <a:xfrm>
            <a:off x="2705322" y="3380125"/>
            <a:ext cx="5601155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אקטיביטי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	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activity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תסדיר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			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layout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רכיב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			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element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מאזין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			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listener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...</a:t>
            </a: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523B8EF2-D307-44E4-0599-7037EDA84FB1}"/>
              </a:ext>
            </a:extLst>
          </p:cNvPr>
          <p:cNvSpPr/>
          <p:nvPr/>
        </p:nvSpPr>
        <p:spPr>
          <a:xfrm>
            <a:off x="5789568" y="-25319"/>
            <a:ext cx="31454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מושגים בסיסיים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7E3BB6-E160-6026-43F2-1B550E553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7D897B-7EE7-E637-4A8A-EAB1A73FBD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958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4">
            <a:extLst>
              <a:ext uri="{FF2B5EF4-FFF2-40B4-BE49-F238E27FC236}">
                <a16:creationId xmlns:a16="http://schemas.microsoft.com/office/drawing/2014/main" id="{961C74C1-F7CC-1B02-F2E5-6E2D9C3AF991}"/>
              </a:ext>
            </a:extLst>
          </p:cNvPr>
          <p:cNvSpPr/>
          <p:nvPr/>
        </p:nvSpPr>
        <p:spPr>
          <a:xfrm>
            <a:off x="5789568" y="-25319"/>
            <a:ext cx="31454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מושגים בסיסיים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B69D3E-4793-35BC-D360-33C4F6C2C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D2F922-6D4C-28CD-6AFB-304EDF737F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5" name="מלבן 2">
            <a:extLst>
              <a:ext uri="{FF2B5EF4-FFF2-40B4-BE49-F238E27FC236}">
                <a16:creationId xmlns:a16="http://schemas.microsoft.com/office/drawing/2014/main" id="{2F17F581-2CD2-6228-B6DE-53C3D4EB3E17}"/>
              </a:ext>
            </a:extLst>
          </p:cNvPr>
          <p:cNvSpPr/>
          <p:nvPr/>
        </p:nvSpPr>
        <p:spPr>
          <a:xfrm>
            <a:off x="3848074" y="1935942"/>
            <a:ext cx="4047985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Guttman Aharoni" panose="02010401010101010101" pitchFamily="2" charset="-79"/>
              </a:rPr>
              <a:t>Activity</a:t>
            </a:r>
          </a:p>
          <a:p>
            <a:pPr algn="ctr" rtl="1"/>
            <a:endParaRPr lang="he-IL" sz="4400" b="1" u="sng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אקטיביטי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07805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К чему чешется правая или левая рука: ответ вас удивит - ЗНАЙ ЮА">
            <a:extLst>
              <a:ext uri="{FF2B5EF4-FFF2-40B4-BE49-F238E27FC236}">
                <a16:creationId xmlns:a16="http://schemas.microsoft.com/office/drawing/2014/main" id="{8FE5E04F-FEBA-7FE5-0FB5-FF32D74A7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834" y="1829196"/>
            <a:ext cx="12192000" cy="5028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מלבן 2"/>
          <p:cNvSpPr/>
          <p:nvPr/>
        </p:nvSpPr>
        <p:spPr>
          <a:xfrm>
            <a:off x="3926732" y="1178858"/>
            <a:ext cx="404798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אקטיביטי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</p:txBody>
      </p:sp>
      <p:sp>
        <p:nvSpPr>
          <p:cNvPr id="5" name="מלבן 4"/>
          <p:cNvSpPr/>
          <p:nvPr/>
        </p:nvSpPr>
        <p:spPr>
          <a:xfrm>
            <a:off x="1888177" y="2172100"/>
            <a:ext cx="8125096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מורכבת תמיד מלפחות 2 קבצים:</a:t>
            </a:r>
          </a:p>
          <a:p>
            <a:pPr algn="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איך מסך נראה = קובץ (קבצים)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</a:p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מה מתבצע בו = קובץ (קבצים)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787568-CD7E-932B-6B8A-E17603745231}"/>
              </a:ext>
            </a:extLst>
          </p:cNvPr>
          <p:cNvGrpSpPr/>
          <p:nvPr/>
        </p:nvGrpSpPr>
        <p:grpSpPr>
          <a:xfrm>
            <a:off x="9190057" y="5534261"/>
            <a:ext cx="1562400" cy="549000"/>
            <a:chOff x="9190057" y="5534261"/>
            <a:chExt cx="1562400" cy="54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88B46CB-8135-275B-37F6-9C235A33C478}"/>
                    </a:ext>
                  </a:extLst>
                </p14:cNvPr>
                <p14:cNvContentPartPr/>
                <p14:nvPr/>
              </p14:nvContentPartPr>
              <p14:xfrm>
                <a:off x="9190057" y="5534261"/>
                <a:ext cx="365400" cy="530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88B46CB-8135-275B-37F6-9C235A33C47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172057" y="5516261"/>
                  <a:ext cx="40104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AB96F53-5DA8-1FBC-0853-9837DEC0E6F2}"/>
                    </a:ext>
                  </a:extLst>
                </p14:cNvPr>
                <p14:cNvContentPartPr/>
                <p14:nvPr/>
              </p14:nvContentPartPr>
              <p14:xfrm>
                <a:off x="9649777" y="5808581"/>
                <a:ext cx="277920" cy="274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AB96F53-5DA8-1FBC-0853-9837DEC0E6F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631777" y="5790581"/>
                  <a:ext cx="31356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E004F62-2005-8BC6-42A0-949D8CA9825B}"/>
                    </a:ext>
                  </a:extLst>
                </p14:cNvPr>
                <p14:cNvContentPartPr/>
                <p14:nvPr/>
              </p14:nvContentPartPr>
              <p14:xfrm>
                <a:off x="10116697" y="5755301"/>
                <a:ext cx="197280" cy="308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E004F62-2005-8BC6-42A0-949D8CA9825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099057" y="5737661"/>
                  <a:ext cx="23292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3310198-D878-5D60-8F18-B909F0A484AD}"/>
                    </a:ext>
                  </a:extLst>
                </p14:cNvPr>
                <p14:cNvContentPartPr/>
                <p14:nvPr/>
              </p14:nvContentPartPr>
              <p14:xfrm>
                <a:off x="10397137" y="5794181"/>
                <a:ext cx="355320" cy="285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3310198-D878-5D60-8F18-B909F0A484A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379137" y="5776541"/>
                  <a:ext cx="390960" cy="32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433823-B24A-FCA2-9F03-9CD41BFBF4FB}"/>
              </a:ext>
            </a:extLst>
          </p:cNvPr>
          <p:cNvGrpSpPr/>
          <p:nvPr/>
        </p:nvGrpSpPr>
        <p:grpSpPr>
          <a:xfrm>
            <a:off x="1753897" y="5875541"/>
            <a:ext cx="1103400" cy="452880"/>
            <a:chOff x="1753897" y="5875541"/>
            <a:chExt cx="1103400" cy="45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F5EB238-853C-5375-8C7E-265AB929CB53}"/>
                    </a:ext>
                  </a:extLst>
                </p14:cNvPr>
                <p14:cNvContentPartPr/>
                <p14:nvPr/>
              </p14:nvContentPartPr>
              <p14:xfrm>
                <a:off x="1888177" y="5875541"/>
                <a:ext cx="117360" cy="395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F5EB238-853C-5375-8C7E-265AB929CB5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70177" y="5857541"/>
                  <a:ext cx="15300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2BA51D6-695E-C0A8-B0E0-7A0300430BB4}"/>
                    </a:ext>
                  </a:extLst>
                </p14:cNvPr>
                <p14:cNvContentPartPr/>
                <p14:nvPr/>
              </p14:nvContentPartPr>
              <p14:xfrm>
                <a:off x="1753897" y="5911541"/>
                <a:ext cx="325440" cy="416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2BA51D6-695E-C0A8-B0E0-7A0300430BB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35897" y="5893901"/>
                  <a:ext cx="36108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645B8BE-E695-DD09-756D-CB9F3E168059}"/>
                    </a:ext>
                  </a:extLst>
                </p14:cNvPr>
                <p14:cNvContentPartPr/>
                <p14:nvPr/>
              </p14:nvContentPartPr>
              <p14:xfrm>
                <a:off x="2211097" y="6254621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645B8BE-E695-DD09-756D-CB9F3E16805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193457" y="62369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070E136-273A-F088-9737-EED28D7DA397}"/>
                    </a:ext>
                  </a:extLst>
                </p14:cNvPr>
                <p14:cNvContentPartPr/>
                <p14:nvPr/>
              </p14:nvContentPartPr>
              <p14:xfrm>
                <a:off x="2174377" y="5933141"/>
                <a:ext cx="288360" cy="387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070E136-273A-F088-9737-EED28D7DA39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156737" y="5915141"/>
                  <a:ext cx="32400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CAFB34B-C40C-10EC-FFCD-422DF00CAD83}"/>
                    </a:ext>
                  </a:extLst>
                </p14:cNvPr>
                <p14:cNvContentPartPr/>
                <p14:nvPr/>
              </p14:nvContentPartPr>
              <p14:xfrm>
                <a:off x="2585497" y="5941061"/>
                <a:ext cx="271800" cy="336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CAFB34B-C40C-10EC-FFCD-422DF00CAD8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567857" y="5923421"/>
                  <a:ext cx="307440" cy="37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" name="מלבן 4">
            <a:extLst>
              <a:ext uri="{FF2B5EF4-FFF2-40B4-BE49-F238E27FC236}">
                <a16:creationId xmlns:a16="http://schemas.microsoft.com/office/drawing/2014/main" id="{80BBACFC-A9B8-122B-B190-BCF0C77E0139}"/>
              </a:ext>
            </a:extLst>
          </p:cNvPr>
          <p:cNvSpPr/>
          <p:nvPr/>
        </p:nvSpPr>
        <p:spPr>
          <a:xfrm>
            <a:off x="5789568" y="-25319"/>
            <a:ext cx="31454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מושגים בסיסיים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75D3FBE-97C0-C3BC-0219-EF6095ED69D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B4E6955-BB2E-E228-5037-0F77A3CEB25A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684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97BAF-A03E-E39F-7D79-CF91AF8BC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К чему чешется правая или левая рука: ответ вас удивит - ЗНАЙ ЮА">
            <a:extLst>
              <a:ext uri="{FF2B5EF4-FFF2-40B4-BE49-F238E27FC236}">
                <a16:creationId xmlns:a16="http://schemas.microsoft.com/office/drawing/2014/main" id="{FDDE1E90-032B-018B-AFDA-2076CB448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1311" y="1853325"/>
            <a:ext cx="12192000" cy="5028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מלבן 2">
            <a:extLst>
              <a:ext uri="{FF2B5EF4-FFF2-40B4-BE49-F238E27FC236}">
                <a16:creationId xmlns:a16="http://schemas.microsoft.com/office/drawing/2014/main" id="{124E4440-4217-EF61-460E-FECF7EAA75FC}"/>
              </a:ext>
            </a:extLst>
          </p:cNvPr>
          <p:cNvSpPr/>
          <p:nvPr/>
        </p:nvSpPr>
        <p:spPr>
          <a:xfrm>
            <a:off x="3765575" y="1447527"/>
            <a:ext cx="404798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אקטיביטי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E73F518A-9C8C-E17B-5377-D1EE105191AC}"/>
              </a:ext>
            </a:extLst>
          </p:cNvPr>
          <p:cNvSpPr/>
          <p:nvPr/>
        </p:nvSpPr>
        <p:spPr>
          <a:xfrm>
            <a:off x="486697" y="2702884"/>
            <a:ext cx="11218605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קובץ </a:t>
            </a:r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מכיל תבנית המסך,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מכיל מידע על מה שרוצים להציג על המסך,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ועל איך החלקים האלה אמורים להיראות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E3A6348-8F85-D5ED-9114-0498E209C35C}"/>
              </a:ext>
            </a:extLst>
          </p:cNvPr>
          <p:cNvGrpSpPr/>
          <p:nvPr/>
        </p:nvGrpSpPr>
        <p:grpSpPr>
          <a:xfrm>
            <a:off x="9190057" y="5534261"/>
            <a:ext cx="1562400" cy="549000"/>
            <a:chOff x="9190057" y="5534261"/>
            <a:chExt cx="1562400" cy="54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2AB6F12-4C35-3597-A087-BD1814DCEE89}"/>
                    </a:ext>
                  </a:extLst>
                </p14:cNvPr>
                <p14:cNvContentPartPr/>
                <p14:nvPr/>
              </p14:nvContentPartPr>
              <p14:xfrm>
                <a:off x="9190057" y="5534261"/>
                <a:ext cx="365400" cy="530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88B46CB-8135-275B-37F6-9C235A33C47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172057" y="5516261"/>
                  <a:ext cx="40104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4EA9C9E-7228-9108-B125-A3A196ADC732}"/>
                    </a:ext>
                  </a:extLst>
                </p14:cNvPr>
                <p14:cNvContentPartPr/>
                <p14:nvPr/>
              </p14:nvContentPartPr>
              <p14:xfrm>
                <a:off x="9649777" y="5808581"/>
                <a:ext cx="277920" cy="274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AB96F53-5DA8-1FBC-0853-9837DEC0E6F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631777" y="5790581"/>
                  <a:ext cx="31356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6656AFE-14A6-7693-EE72-2E5F0E54822A}"/>
                    </a:ext>
                  </a:extLst>
                </p14:cNvPr>
                <p14:cNvContentPartPr/>
                <p14:nvPr/>
              </p14:nvContentPartPr>
              <p14:xfrm>
                <a:off x="10116697" y="5755301"/>
                <a:ext cx="197280" cy="308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E004F62-2005-8BC6-42A0-949D8CA9825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099057" y="5737661"/>
                  <a:ext cx="23292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5F73D1B-3948-A209-0F32-2E4C64C703C2}"/>
                    </a:ext>
                  </a:extLst>
                </p14:cNvPr>
                <p14:cNvContentPartPr/>
                <p14:nvPr/>
              </p14:nvContentPartPr>
              <p14:xfrm>
                <a:off x="10397137" y="5794181"/>
                <a:ext cx="355320" cy="285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3310198-D878-5D60-8F18-B909F0A484A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379137" y="5776541"/>
                  <a:ext cx="390960" cy="32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6001B5A-5F7D-4729-C90D-06CB41C8F4C7}"/>
              </a:ext>
            </a:extLst>
          </p:cNvPr>
          <p:cNvGrpSpPr/>
          <p:nvPr/>
        </p:nvGrpSpPr>
        <p:grpSpPr>
          <a:xfrm>
            <a:off x="1753897" y="5875541"/>
            <a:ext cx="1103400" cy="452880"/>
            <a:chOff x="1753897" y="5875541"/>
            <a:chExt cx="1103400" cy="45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4BFDAF4-7ACC-3B40-9D75-ACCD5DEAE581}"/>
                    </a:ext>
                  </a:extLst>
                </p14:cNvPr>
                <p14:cNvContentPartPr/>
                <p14:nvPr/>
              </p14:nvContentPartPr>
              <p14:xfrm>
                <a:off x="1888177" y="5875541"/>
                <a:ext cx="117360" cy="395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F5EB238-853C-5375-8C7E-265AB929CB5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70177" y="5857541"/>
                  <a:ext cx="15300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8B75A28-24E1-99D6-3B6B-DFD3FD26EA1D}"/>
                    </a:ext>
                  </a:extLst>
                </p14:cNvPr>
                <p14:cNvContentPartPr/>
                <p14:nvPr/>
              </p14:nvContentPartPr>
              <p14:xfrm>
                <a:off x="1753897" y="5911541"/>
                <a:ext cx="325440" cy="416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2BA51D6-695E-C0A8-B0E0-7A0300430BB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35897" y="5893901"/>
                  <a:ext cx="36108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7356F4-2006-F8AD-6352-7F3CE9FE4C77}"/>
                    </a:ext>
                  </a:extLst>
                </p14:cNvPr>
                <p14:cNvContentPartPr/>
                <p14:nvPr/>
              </p14:nvContentPartPr>
              <p14:xfrm>
                <a:off x="2211097" y="6254621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645B8BE-E695-DD09-756D-CB9F3E16805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193457" y="62369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2A64474-9EE5-634F-527C-7D0D69BC163D}"/>
                    </a:ext>
                  </a:extLst>
                </p14:cNvPr>
                <p14:cNvContentPartPr/>
                <p14:nvPr/>
              </p14:nvContentPartPr>
              <p14:xfrm>
                <a:off x="2174377" y="5933141"/>
                <a:ext cx="288360" cy="387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070E136-273A-F088-9737-EED28D7DA39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156737" y="5915141"/>
                  <a:ext cx="32400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7792E9D-00CA-92AE-2A8D-69382AF932A6}"/>
                    </a:ext>
                  </a:extLst>
                </p14:cNvPr>
                <p14:cNvContentPartPr/>
                <p14:nvPr/>
              </p14:nvContentPartPr>
              <p14:xfrm>
                <a:off x="2585497" y="5941061"/>
                <a:ext cx="271800" cy="336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CAFB34B-C40C-10EC-FFCD-422DF00CAD8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567857" y="5923421"/>
                  <a:ext cx="307440" cy="37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" name="מלבן 4">
            <a:extLst>
              <a:ext uri="{FF2B5EF4-FFF2-40B4-BE49-F238E27FC236}">
                <a16:creationId xmlns:a16="http://schemas.microsoft.com/office/drawing/2014/main" id="{691BC14A-7A8F-F21C-8E2D-D4F000B4CEA0}"/>
              </a:ext>
            </a:extLst>
          </p:cNvPr>
          <p:cNvSpPr/>
          <p:nvPr/>
        </p:nvSpPr>
        <p:spPr>
          <a:xfrm>
            <a:off x="5789568" y="-25319"/>
            <a:ext cx="31454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מושגים בסיסיים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C11E92A-1C91-6470-AB09-B8EC27F205A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BFF1008-8A8E-683F-C12B-2F15D597C1AF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86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C414C-4C4E-B63A-B28D-7D65B2D60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К чему чешется правая или левая рука: ответ вас удивит - ЗНАЙ ЮА">
            <a:extLst>
              <a:ext uri="{FF2B5EF4-FFF2-40B4-BE49-F238E27FC236}">
                <a16:creationId xmlns:a16="http://schemas.microsoft.com/office/drawing/2014/main" id="{479D8727-82DB-D1F7-C5A2-2FD7A5092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834" y="1898022"/>
            <a:ext cx="12192000" cy="5028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מלבן 2">
            <a:extLst>
              <a:ext uri="{FF2B5EF4-FFF2-40B4-BE49-F238E27FC236}">
                <a16:creationId xmlns:a16="http://schemas.microsoft.com/office/drawing/2014/main" id="{4880E942-661E-A5E2-74C2-C97DF7FB5C6C}"/>
              </a:ext>
            </a:extLst>
          </p:cNvPr>
          <p:cNvSpPr/>
          <p:nvPr/>
        </p:nvSpPr>
        <p:spPr>
          <a:xfrm>
            <a:off x="4072007" y="1502717"/>
            <a:ext cx="404798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אקטיביטי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B41DA09-5358-F049-8A53-4966293C5011}"/>
              </a:ext>
            </a:extLst>
          </p:cNvPr>
          <p:cNvGrpSpPr/>
          <p:nvPr/>
        </p:nvGrpSpPr>
        <p:grpSpPr>
          <a:xfrm>
            <a:off x="9190057" y="5534261"/>
            <a:ext cx="1562400" cy="549000"/>
            <a:chOff x="9190057" y="5534261"/>
            <a:chExt cx="1562400" cy="54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C2A8B49-7F4F-FEA5-4B94-9EED045575C0}"/>
                    </a:ext>
                  </a:extLst>
                </p14:cNvPr>
                <p14:cNvContentPartPr/>
                <p14:nvPr/>
              </p14:nvContentPartPr>
              <p14:xfrm>
                <a:off x="9190057" y="5534261"/>
                <a:ext cx="365400" cy="530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88B46CB-8135-275B-37F6-9C235A33C47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172057" y="5516261"/>
                  <a:ext cx="40104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90AD3E3-91B9-B8CD-13CF-B954E78B946E}"/>
                    </a:ext>
                  </a:extLst>
                </p14:cNvPr>
                <p14:cNvContentPartPr/>
                <p14:nvPr/>
              </p14:nvContentPartPr>
              <p14:xfrm>
                <a:off x="9649777" y="5808581"/>
                <a:ext cx="277920" cy="274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AB96F53-5DA8-1FBC-0853-9837DEC0E6F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631777" y="5790581"/>
                  <a:ext cx="31356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8363D38-38E7-A47F-C447-9D31CC2D66CC}"/>
                    </a:ext>
                  </a:extLst>
                </p14:cNvPr>
                <p14:cNvContentPartPr/>
                <p14:nvPr/>
              </p14:nvContentPartPr>
              <p14:xfrm>
                <a:off x="10116697" y="5755301"/>
                <a:ext cx="197280" cy="308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E004F62-2005-8BC6-42A0-949D8CA9825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099057" y="5737661"/>
                  <a:ext cx="23292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6F73B12-B306-2EC5-9590-A809D796A2BC}"/>
                    </a:ext>
                  </a:extLst>
                </p14:cNvPr>
                <p14:cNvContentPartPr/>
                <p14:nvPr/>
              </p14:nvContentPartPr>
              <p14:xfrm>
                <a:off x="10397137" y="5794181"/>
                <a:ext cx="355320" cy="285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3310198-D878-5D60-8F18-B909F0A484A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379137" y="5776541"/>
                  <a:ext cx="390960" cy="32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5033B7E-30E6-2657-F6F9-B987A276300D}"/>
              </a:ext>
            </a:extLst>
          </p:cNvPr>
          <p:cNvGrpSpPr/>
          <p:nvPr/>
        </p:nvGrpSpPr>
        <p:grpSpPr>
          <a:xfrm>
            <a:off x="1753897" y="5875541"/>
            <a:ext cx="1103400" cy="452880"/>
            <a:chOff x="1753897" y="5875541"/>
            <a:chExt cx="1103400" cy="45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D5FC3F5-43CA-0BAA-ABF4-B1C63CF397C9}"/>
                    </a:ext>
                  </a:extLst>
                </p14:cNvPr>
                <p14:cNvContentPartPr/>
                <p14:nvPr/>
              </p14:nvContentPartPr>
              <p14:xfrm>
                <a:off x="1888177" y="5875541"/>
                <a:ext cx="117360" cy="395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F5EB238-853C-5375-8C7E-265AB929CB5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70177" y="5857541"/>
                  <a:ext cx="15300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24FC691-F355-BF04-A336-E3B2C22E25CF}"/>
                    </a:ext>
                  </a:extLst>
                </p14:cNvPr>
                <p14:cNvContentPartPr/>
                <p14:nvPr/>
              </p14:nvContentPartPr>
              <p14:xfrm>
                <a:off x="1753897" y="5911541"/>
                <a:ext cx="325440" cy="416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2BA51D6-695E-C0A8-B0E0-7A0300430BB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35897" y="5893901"/>
                  <a:ext cx="36108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2401CA0-F2A3-A5BF-FA22-5F69B2E45F9B}"/>
                    </a:ext>
                  </a:extLst>
                </p14:cNvPr>
                <p14:cNvContentPartPr/>
                <p14:nvPr/>
              </p14:nvContentPartPr>
              <p14:xfrm>
                <a:off x="2211097" y="6254621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645B8BE-E695-DD09-756D-CB9F3E16805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193457" y="62369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44BA11E-060C-A256-9D15-156B8375D702}"/>
                    </a:ext>
                  </a:extLst>
                </p14:cNvPr>
                <p14:cNvContentPartPr/>
                <p14:nvPr/>
              </p14:nvContentPartPr>
              <p14:xfrm>
                <a:off x="2174377" y="5933141"/>
                <a:ext cx="288360" cy="387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070E136-273A-F088-9737-EED28D7DA39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156737" y="5915141"/>
                  <a:ext cx="32400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EC10372-BAC5-50B3-787B-98EB9A88BDD4}"/>
                    </a:ext>
                  </a:extLst>
                </p14:cNvPr>
                <p14:cNvContentPartPr/>
                <p14:nvPr/>
              </p14:nvContentPartPr>
              <p14:xfrm>
                <a:off x="2585497" y="5941061"/>
                <a:ext cx="271800" cy="336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CAFB34B-C40C-10EC-FFCD-422DF00CAD8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567857" y="5923421"/>
                  <a:ext cx="307440" cy="37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מלבן 4">
            <a:extLst>
              <a:ext uri="{FF2B5EF4-FFF2-40B4-BE49-F238E27FC236}">
                <a16:creationId xmlns:a16="http://schemas.microsoft.com/office/drawing/2014/main" id="{87075442-26E7-82D3-E35F-C703DD7CECF9}"/>
              </a:ext>
            </a:extLst>
          </p:cNvPr>
          <p:cNvSpPr/>
          <p:nvPr/>
        </p:nvSpPr>
        <p:spPr>
          <a:xfrm>
            <a:off x="682923" y="2806953"/>
            <a:ext cx="11218605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קובץ </a:t>
            </a:r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מכיל פקודות ופעולות,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השולטות על ביצועיים ו"התנהגות" של החלקים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המופיעים (ולא מופיעים) על המסך,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"הסברים על 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תיפקוד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</a:t>
            </a:r>
          </a:p>
        </p:txBody>
      </p:sp>
      <p:sp>
        <p:nvSpPr>
          <p:cNvPr id="6" name="מלבן 4">
            <a:extLst>
              <a:ext uri="{FF2B5EF4-FFF2-40B4-BE49-F238E27FC236}">
                <a16:creationId xmlns:a16="http://schemas.microsoft.com/office/drawing/2014/main" id="{634A70EA-852F-2702-154A-7E388D8CDE26}"/>
              </a:ext>
            </a:extLst>
          </p:cNvPr>
          <p:cNvSpPr/>
          <p:nvPr/>
        </p:nvSpPr>
        <p:spPr>
          <a:xfrm>
            <a:off x="5789568" y="-25319"/>
            <a:ext cx="31454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מושגים בסיסיים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EA432F6-E7D3-2A1F-238C-EBAA5F87AF1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CD446EF-6CDE-6192-ADFC-E2F7ADFD45F8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68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4369947" y="1631266"/>
            <a:ext cx="404798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אקטיביטי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</p:txBody>
      </p:sp>
      <p:sp>
        <p:nvSpPr>
          <p:cNvPr id="6" name="מלבן 5"/>
          <p:cNvSpPr/>
          <p:nvPr/>
        </p:nvSpPr>
        <p:spPr>
          <a:xfrm>
            <a:off x="1913403" y="2907771"/>
            <a:ext cx="8961074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כל הרכיבים הם עצמים,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לכן ניתן "לשלוט" בתכונות שלהם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גם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על ידי קביעת הערכים בקובץ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וגם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על ידי פעולות הקיימות בשפת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6331F79B-B47E-4CD6-058B-68C478BF9C5B}"/>
              </a:ext>
            </a:extLst>
          </p:cNvPr>
          <p:cNvSpPr/>
          <p:nvPr/>
        </p:nvSpPr>
        <p:spPr>
          <a:xfrm>
            <a:off x="5789568" y="-25319"/>
            <a:ext cx="31454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מושגים בסיסיים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56B3DB-C68D-40E0-CFE5-EE51276A7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8FD771-0A98-FD23-2646-17AE312F39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35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4072007" y="1560805"/>
            <a:ext cx="404798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אקטיביטי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</p:txBody>
      </p:sp>
      <p:sp>
        <p:nvSpPr>
          <p:cNvPr id="6" name="מלבן 5"/>
          <p:cNvSpPr/>
          <p:nvPr/>
        </p:nvSpPr>
        <p:spPr>
          <a:xfrm>
            <a:off x="1618436" y="2888107"/>
            <a:ext cx="9410318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לצור רכיבים </a:t>
            </a:r>
            <a:r>
              <a:rPr lang="he-IL" sz="4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בכלל ללא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שימוש ב-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אלא רק בעזרת פקודות של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– כן, אבל ממש לא שווה ולא כדאי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(פרט מהמקרים כאשר כן כדאי...)</a:t>
            </a: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65DEAB78-5C80-7068-6910-07DF819A6979}"/>
              </a:ext>
            </a:extLst>
          </p:cNvPr>
          <p:cNvSpPr/>
          <p:nvPr/>
        </p:nvSpPr>
        <p:spPr>
          <a:xfrm>
            <a:off x="5789568" y="-25319"/>
            <a:ext cx="31454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מושגים בסיסיים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7D3152-530D-0D4F-3E6F-80CB5BD13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A53DFB-C895-4884-EE16-ADC84A9F68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131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4600057" y="971720"/>
            <a:ext cx="404798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אקטיביטי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1976999" y="1755729"/>
            <a:ext cx="9103955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חשוב ביותר:</a:t>
            </a: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צריך לצור קשר בין 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רכיבים בקובץ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לבין משתנים בקובץ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1026" name="Picture 2" descr="Скачать картинки Рукопожатие, стоковые ...">
            <a:extLst>
              <a:ext uri="{FF2B5EF4-FFF2-40B4-BE49-F238E27FC236}">
                <a16:creationId xmlns:a16="http://schemas.microsoft.com/office/drawing/2014/main" id="{A16B5D03-3FF0-539C-1B7E-E2BFCF797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6395" y="3806160"/>
            <a:ext cx="4696913" cy="312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FA750DB-5A74-8E46-D1C4-2E3A51E0B9A8}"/>
              </a:ext>
            </a:extLst>
          </p:cNvPr>
          <p:cNvGrpSpPr/>
          <p:nvPr/>
        </p:nvGrpSpPr>
        <p:grpSpPr>
          <a:xfrm>
            <a:off x="7242457" y="4488550"/>
            <a:ext cx="1763640" cy="596880"/>
            <a:chOff x="7242457" y="4488550"/>
            <a:chExt cx="1763640" cy="59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7CBCBD2-144A-3F53-9ACC-9332463183B2}"/>
                    </a:ext>
                  </a:extLst>
                </p14:cNvPr>
                <p14:cNvContentPartPr/>
                <p14:nvPr/>
              </p14:nvContentPartPr>
              <p14:xfrm>
                <a:off x="7242457" y="4488550"/>
                <a:ext cx="570960" cy="596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7CBCBD2-144A-3F53-9ACC-9332463183B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224817" y="4470550"/>
                  <a:ext cx="606600" cy="63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87E5BF7-E99B-37E3-5B5C-5D74B3E6028C}"/>
                    </a:ext>
                  </a:extLst>
                </p14:cNvPr>
                <p14:cNvContentPartPr/>
                <p14:nvPr/>
              </p14:nvContentPartPr>
              <p14:xfrm>
                <a:off x="7901977" y="4673230"/>
                <a:ext cx="339840" cy="250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87E5BF7-E99B-37E3-5B5C-5D74B3E6028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883977" y="4655230"/>
                  <a:ext cx="3754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9C26FE7-1003-8E2B-83DB-7CEDDC21078F}"/>
                    </a:ext>
                  </a:extLst>
                </p14:cNvPr>
                <p14:cNvContentPartPr/>
                <p14:nvPr/>
              </p14:nvContentPartPr>
              <p14:xfrm>
                <a:off x="8296897" y="4545430"/>
                <a:ext cx="202320" cy="358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9C26FE7-1003-8E2B-83DB-7CEDDC21078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279257" y="4527430"/>
                  <a:ext cx="23796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A3AFC6E-1BB2-19D1-ADBE-4B32B74EABD1}"/>
                    </a:ext>
                  </a:extLst>
                </p14:cNvPr>
                <p14:cNvContentPartPr/>
                <p14:nvPr/>
              </p14:nvContentPartPr>
              <p14:xfrm>
                <a:off x="8524057" y="4560190"/>
                <a:ext cx="482040" cy="245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A3AFC6E-1BB2-19D1-ADBE-4B32B74EABD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506057" y="4542550"/>
                  <a:ext cx="517680" cy="28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A1BB44D-E014-D405-FAD2-9A525E799ADA}"/>
              </a:ext>
            </a:extLst>
          </p:cNvPr>
          <p:cNvGrpSpPr/>
          <p:nvPr/>
        </p:nvGrpSpPr>
        <p:grpSpPr>
          <a:xfrm>
            <a:off x="4065457" y="4571710"/>
            <a:ext cx="1551960" cy="803880"/>
            <a:chOff x="4065457" y="4571710"/>
            <a:chExt cx="1551960" cy="80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27C56CF-D442-07B7-8624-86B822CF7825}"/>
                    </a:ext>
                  </a:extLst>
                </p14:cNvPr>
                <p14:cNvContentPartPr/>
                <p14:nvPr/>
              </p14:nvContentPartPr>
              <p14:xfrm>
                <a:off x="4165177" y="4571710"/>
                <a:ext cx="285480" cy="632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27C56CF-D442-07B7-8624-86B822CF782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147177" y="4553710"/>
                  <a:ext cx="321120" cy="66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AF9139A-8E0A-63B8-7F07-280F345E0C3B}"/>
                    </a:ext>
                  </a:extLst>
                </p14:cNvPr>
                <p14:cNvContentPartPr/>
                <p14:nvPr/>
              </p14:nvContentPartPr>
              <p14:xfrm>
                <a:off x="4065457" y="4649470"/>
                <a:ext cx="406440" cy="530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AF9139A-8E0A-63B8-7F07-280F345E0C3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047817" y="4631470"/>
                  <a:ext cx="442080" cy="56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29785A1-C31D-320E-3907-ED69A7E530A1}"/>
                    </a:ext>
                  </a:extLst>
                </p14:cNvPr>
                <p14:cNvContentPartPr/>
                <p14:nvPr/>
              </p14:nvContentPartPr>
              <p14:xfrm>
                <a:off x="4600057" y="4763590"/>
                <a:ext cx="434160" cy="602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29785A1-C31D-320E-3907-ED69A7E530A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582057" y="4745950"/>
                  <a:ext cx="469800" cy="63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CF803FB-632D-B8AA-81FE-96CB51A67700}"/>
                    </a:ext>
                  </a:extLst>
                </p14:cNvPr>
                <p14:cNvContentPartPr/>
                <p14:nvPr/>
              </p14:nvContentPartPr>
              <p14:xfrm>
                <a:off x="5227537" y="4806790"/>
                <a:ext cx="389880" cy="568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CF803FB-632D-B8AA-81FE-96CB51A6770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209537" y="4789150"/>
                  <a:ext cx="425520" cy="604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מלבן 4">
            <a:extLst>
              <a:ext uri="{FF2B5EF4-FFF2-40B4-BE49-F238E27FC236}">
                <a16:creationId xmlns:a16="http://schemas.microsoft.com/office/drawing/2014/main" id="{01516543-B21A-C975-1B4E-8B0B0224FFD9}"/>
              </a:ext>
            </a:extLst>
          </p:cNvPr>
          <p:cNvSpPr/>
          <p:nvPr/>
        </p:nvSpPr>
        <p:spPr>
          <a:xfrm>
            <a:off x="5789568" y="-25319"/>
            <a:ext cx="31454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מושגים בסיסיים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4433EA-0FC4-5154-EFCD-B698AA7FB13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E672C5-90EC-E56F-75F4-A92D83BCABCE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16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4443127" y="1403437"/>
            <a:ext cx="404798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אקטיביטי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</p:txBody>
      </p:sp>
      <p:sp>
        <p:nvSpPr>
          <p:cNvPr id="6" name="מלבן 5"/>
          <p:cNvSpPr/>
          <p:nvPr/>
        </p:nvSpPr>
        <p:spPr>
          <a:xfrm>
            <a:off x="1469828" y="2641827"/>
            <a:ext cx="1024277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ליצירת קשר 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משתמשים בפעולה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findViewById()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5" name="מלבן 4"/>
          <p:cNvSpPr/>
          <p:nvPr/>
        </p:nvSpPr>
        <p:spPr>
          <a:xfrm>
            <a:off x="848008" y="4284708"/>
            <a:ext cx="10766277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פעולה זאת משתמשת בקובץ </a:t>
            </a:r>
            <a:r>
              <a:rPr lang="en-US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R.java</a:t>
            </a:r>
            <a:endParaRPr lang="he-IL" sz="36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בו נרשמים באופן אוטומטי (</a:t>
            </a:r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לגעת!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כל החלקים (רכיבים, קבצים ועוד) של אפליקציה.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41BD728C-BE33-B8B6-70B2-13DC5775B2F3}"/>
              </a:ext>
            </a:extLst>
          </p:cNvPr>
          <p:cNvSpPr/>
          <p:nvPr/>
        </p:nvSpPr>
        <p:spPr>
          <a:xfrm>
            <a:off x="5789568" y="-25319"/>
            <a:ext cx="31454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מושגים בסיסיים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E5624B-65A0-2946-D3FF-62055F138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1B0767-9520-B081-838F-0B58ACC384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984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98523-2411-DBA6-44F1-38061DDD1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4">
            <a:extLst>
              <a:ext uri="{FF2B5EF4-FFF2-40B4-BE49-F238E27FC236}">
                <a16:creationId xmlns:a16="http://schemas.microsoft.com/office/drawing/2014/main" id="{58269E40-BBC7-9E33-E80B-B539CAA1288A}"/>
              </a:ext>
            </a:extLst>
          </p:cNvPr>
          <p:cNvSpPr/>
          <p:nvPr/>
        </p:nvSpPr>
        <p:spPr>
          <a:xfrm>
            <a:off x="5789568" y="-25319"/>
            <a:ext cx="31454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מושגים בסיסיים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8DC45E-903C-C635-1E8D-30503967E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9C54B6-DCAD-CCBD-5F2C-A9A5D025A2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5" name="מלבן 2">
            <a:extLst>
              <a:ext uri="{FF2B5EF4-FFF2-40B4-BE49-F238E27FC236}">
                <a16:creationId xmlns:a16="http://schemas.microsoft.com/office/drawing/2014/main" id="{D553BECC-0DD2-1F4A-3E07-39B6B8D44218}"/>
              </a:ext>
            </a:extLst>
          </p:cNvPr>
          <p:cNvSpPr/>
          <p:nvPr/>
        </p:nvSpPr>
        <p:spPr>
          <a:xfrm>
            <a:off x="3848074" y="1935942"/>
            <a:ext cx="4047985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Guttman Aharoni" panose="02010401010101010101" pitchFamily="2" charset="-79"/>
              </a:rPr>
              <a:t>Layout</a:t>
            </a:r>
          </a:p>
          <a:p>
            <a:pPr algn="ctr" rtl="1"/>
            <a:endParaRPr lang="he-IL" sz="4400" b="1" u="sng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תסדיר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341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3962821" y="1282396"/>
            <a:ext cx="565471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תסדיר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Guttman Aharoni" panose="02010401010101010101" pitchFamily="2" charset="-79"/>
              </a:rPr>
              <a:t>layout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</p:txBody>
      </p:sp>
      <p:sp>
        <p:nvSpPr>
          <p:cNvPr id="6" name="מלבן 5"/>
          <p:cNvSpPr/>
          <p:nvPr/>
        </p:nvSpPr>
        <p:spPr>
          <a:xfrm>
            <a:off x="202590" y="2393606"/>
            <a:ext cx="1024277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משטח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מלבני שבתוכו ניתן </a:t>
            </a:r>
            <a:r>
              <a:rPr lang="he-IL" sz="4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לסדר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רכיבים.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937539" y="3583618"/>
            <a:ext cx="10242779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נכון להיום בפתיחת האקטיביטי החדשה</a:t>
            </a:r>
          </a:p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תמיד נוצר תסדיר מסוג </a:t>
            </a:r>
            <a:r>
              <a:rPr lang="en-US" sz="4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ConstraintLayout</a:t>
            </a:r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8" name="מלבן 7"/>
          <p:cNvSpPr/>
          <p:nvPr/>
        </p:nvSpPr>
        <p:spPr>
          <a:xfrm>
            <a:off x="81656" y="5276502"/>
            <a:ext cx="10242779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אני אישי משתדל לא להשתמש בו,</a:t>
            </a:r>
          </a:p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כי (לפי דעתי!) קל להסתבך בו...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3C67E951-6CAB-D307-54E8-CB74965F8656}"/>
              </a:ext>
            </a:extLst>
          </p:cNvPr>
          <p:cNvSpPr/>
          <p:nvPr/>
        </p:nvSpPr>
        <p:spPr>
          <a:xfrm>
            <a:off x="5789568" y="-25319"/>
            <a:ext cx="31454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מושגים בסיסיים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4146C6-A41C-52F3-E6A8-AD1D4FB1F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BC2641-2842-D44D-F5DA-42E7A071CA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68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вертикальный снимок стопки сложенной одежды Стоковое Изображение -  изображение насчитывающей одежды, стог: 351738677">
            <a:extLst>
              <a:ext uri="{FF2B5EF4-FFF2-40B4-BE49-F238E27FC236}">
                <a16:creationId xmlns:a16="http://schemas.microsoft.com/office/drawing/2014/main" id="{D0F92B00-522F-353D-298A-3EAD9CEEA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6396" y="2669768"/>
            <a:ext cx="2605760" cy="2746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תמונה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24" y="1208106"/>
            <a:ext cx="2426970" cy="5507355"/>
          </a:xfrm>
          <a:prstGeom prst="rect">
            <a:avLst/>
          </a:prstGeom>
        </p:spPr>
      </p:pic>
      <p:sp>
        <p:nvSpPr>
          <p:cNvPr id="3" name="מלבן 2"/>
          <p:cNvSpPr/>
          <p:nvPr/>
        </p:nvSpPr>
        <p:spPr>
          <a:xfrm>
            <a:off x="3911679" y="1178611"/>
            <a:ext cx="565471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תסדיר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Guttman Aharoni" panose="02010401010101010101" pitchFamily="2" charset="-79"/>
              </a:rPr>
              <a:t>layout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</p:txBody>
      </p:sp>
      <p:sp>
        <p:nvSpPr>
          <p:cNvPr id="6" name="מלבן 5"/>
          <p:cNvSpPr/>
          <p:nvPr/>
        </p:nvSpPr>
        <p:spPr>
          <a:xfrm>
            <a:off x="1450499" y="2500341"/>
            <a:ext cx="10242779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תסדיר "קווי אנכי"</a:t>
            </a:r>
          </a:p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(</a:t>
            </a:r>
            <a:r>
              <a:rPr lang="en-US" sz="4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Linearlayout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 – </a:t>
            </a:r>
            <a:r>
              <a:rPr lang="en-US" sz="4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vertical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2613142" y="4515851"/>
            <a:ext cx="7524204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רכיבים ממוקמים בו</a:t>
            </a:r>
          </a:p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אחד מעל השני 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(בכיוון אנכי)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16668C64-F886-B5D9-DF9B-11B97FD9A4C2}"/>
              </a:ext>
            </a:extLst>
          </p:cNvPr>
          <p:cNvSpPr/>
          <p:nvPr/>
        </p:nvSpPr>
        <p:spPr>
          <a:xfrm>
            <a:off x="5789568" y="-25319"/>
            <a:ext cx="31454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מושגים בסיסיים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63F804-2745-51D2-BFD1-855FBAA14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516998-5555-9132-3F11-59D8BA829A1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955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3498286" y="1541469"/>
            <a:ext cx="565471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תסדיר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Guttman Aharoni" panose="02010401010101010101" pitchFamily="2" charset="-79"/>
              </a:rPr>
              <a:t>layout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</p:txBody>
      </p:sp>
      <p:sp>
        <p:nvSpPr>
          <p:cNvPr id="6" name="מלבן 5"/>
          <p:cNvSpPr/>
          <p:nvPr/>
        </p:nvSpPr>
        <p:spPr>
          <a:xfrm>
            <a:off x="695554" y="2659559"/>
            <a:ext cx="1126018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תסדיר "קווי אופקי" (</a:t>
            </a:r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LinearLayout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 – </a:t>
            </a:r>
            <a:r>
              <a:rPr lang="en-US" sz="4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horizontal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2333898" y="5411450"/>
            <a:ext cx="7524204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רכיבים בו ממוקמים </a:t>
            </a:r>
          </a:p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אחד ליד השני 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(בכיוון אופקי)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DD0189-4D5A-4F8F-AC63-D85CDB8FB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898" y="3619101"/>
            <a:ext cx="7983495" cy="1736760"/>
          </a:xfrm>
          <a:prstGeom prst="rect">
            <a:avLst/>
          </a:prstGeom>
        </p:spPr>
      </p:pic>
      <p:sp>
        <p:nvSpPr>
          <p:cNvPr id="4" name="מלבן 4">
            <a:extLst>
              <a:ext uri="{FF2B5EF4-FFF2-40B4-BE49-F238E27FC236}">
                <a16:creationId xmlns:a16="http://schemas.microsoft.com/office/drawing/2014/main" id="{159AE444-4EC1-189F-F9AA-284625A3FC8A}"/>
              </a:ext>
            </a:extLst>
          </p:cNvPr>
          <p:cNvSpPr/>
          <p:nvPr/>
        </p:nvSpPr>
        <p:spPr>
          <a:xfrm>
            <a:off x="5789568" y="-25319"/>
            <a:ext cx="31454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מושגים בסיסיים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D0-9270-045B-7015-CB0980D78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D1933C-B8F1-012C-D62F-7B25DE5986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783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4385608" y="1182588"/>
            <a:ext cx="565471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תסדיר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Guttman Aharoni" panose="02010401010101010101" pitchFamily="2" charset="-79"/>
              </a:rPr>
              <a:t>layout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</p:txBody>
      </p:sp>
      <p:sp>
        <p:nvSpPr>
          <p:cNvPr id="6" name="מלבן 5"/>
          <p:cNvSpPr/>
          <p:nvPr/>
        </p:nvSpPr>
        <p:spPr>
          <a:xfrm>
            <a:off x="5525308" y="2767280"/>
            <a:ext cx="6217920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ניתן להכניס תסדיר לתוך תסדיר בלי שום בעיה.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14" y="1981927"/>
            <a:ext cx="4166019" cy="4725217"/>
          </a:xfrm>
          <a:prstGeom prst="rect">
            <a:avLst/>
          </a:prstGeom>
        </p:spPr>
      </p:pic>
      <p:sp>
        <p:nvSpPr>
          <p:cNvPr id="8" name="מלבן 7"/>
          <p:cNvSpPr/>
          <p:nvPr/>
        </p:nvSpPr>
        <p:spPr>
          <a:xfrm>
            <a:off x="4699397" y="4675725"/>
            <a:ext cx="6335485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חשוב: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מבנה </a:t>
            </a:r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"תסדיר בתסדיר"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דורשת חשיבה ותכנות מקדים (ציור סקיצה, למשל)</a:t>
            </a:r>
            <a:endParaRPr lang="he-IL" sz="4000" u="sng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00FD9B7B-0EAC-9BE2-6661-34F74E8C4628}"/>
              </a:ext>
            </a:extLst>
          </p:cNvPr>
          <p:cNvSpPr/>
          <p:nvPr/>
        </p:nvSpPr>
        <p:spPr>
          <a:xfrm>
            <a:off x="5789568" y="-25319"/>
            <a:ext cx="31454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מושגים בסיסיים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AD2B96-6437-D6D9-1A74-1B3C06873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81AE63-F3DE-79C2-5A52-0FF2E48A3B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6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3717014" y="1177348"/>
            <a:ext cx="565471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תסדיר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Guttman Aharoni" panose="02010401010101010101" pitchFamily="2" charset="-79"/>
              </a:rPr>
              <a:t>layout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1420622" y="2275067"/>
            <a:ext cx="9828578" cy="43396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רכיב "משבצות" (דומה למבנה הטבלה)</a:t>
            </a:r>
          </a:p>
          <a:p>
            <a:pPr algn="ctr"/>
            <a:r>
              <a:rPr lang="en-US" sz="4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GridLayout</a:t>
            </a:r>
            <a:endParaRPr lang="en-US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/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נוח ביותר כאשר יש צורך למקם במסך די הרבה רכיבים (דומים או שונים) אשר צריכים להיות מסודרים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לפי שורות ועמודות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(דף לוטו, מקלדת, קבוצת התמונות...)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CF90DC29-3BD7-D148-4BF9-9A3CB98114F9}"/>
              </a:ext>
            </a:extLst>
          </p:cNvPr>
          <p:cNvSpPr/>
          <p:nvPr/>
        </p:nvSpPr>
        <p:spPr>
          <a:xfrm>
            <a:off x="5789568" y="-25319"/>
            <a:ext cx="31454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מושגים בסיסיים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94A20B-265A-1EF6-2ED9-BE5E28EFA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13B69B-1328-C542-96BA-8DB4255AE3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570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3795673" y="850287"/>
            <a:ext cx="565471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תסדיר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Guttman Aharoni" panose="02010401010101010101" pitchFamily="2" charset="-79"/>
              </a:rPr>
              <a:t>layout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1283390" y="1754635"/>
            <a:ext cx="10450285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התכונה הנפוצה ביותר היא "רקע" (צבע או תמונה)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192" y="3023392"/>
            <a:ext cx="2137340" cy="3799715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949192" y="2458928"/>
            <a:ext cx="5901984" cy="5232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2800" b="1" i="0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android</a:t>
            </a:r>
            <a:r>
              <a:rPr kumimoji="0" lang="he-IL" altLang="he-IL" sz="2800" b="1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:background</a:t>
            </a:r>
            <a:r>
              <a:rPr kumimoji="0" lang="he-IL" altLang="he-IL" sz="28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he-IL" altLang="he-IL" sz="28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"#ABC123</a:t>
            </a:r>
            <a:r>
              <a:rPr kumimoji="0" lang="en-US" altLang="he-IL" sz="28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endParaRPr kumimoji="0" lang="he-IL" altLang="he-I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542149" y="6237163"/>
            <a:ext cx="7649851" cy="5232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2800" b="1" i="0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android</a:t>
            </a:r>
            <a:r>
              <a:rPr kumimoji="0" lang="he-IL" altLang="he-IL" sz="2800" b="1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:background=</a:t>
            </a:r>
            <a:r>
              <a:rPr kumimoji="0" lang="he-IL" altLang="he-IL" sz="28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"@drawable/players"</a:t>
            </a:r>
            <a:endParaRPr kumimoji="0" lang="he-IL" altLang="he-IL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7764" y="3116826"/>
            <a:ext cx="2196443" cy="3116744"/>
          </a:xfrm>
          <a:prstGeom prst="rect">
            <a:avLst/>
          </a:prstGeom>
        </p:spPr>
      </p:pic>
      <p:sp>
        <p:nvSpPr>
          <p:cNvPr id="4" name="מלבן 4">
            <a:extLst>
              <a:ext uri="{FF2B5EF4-FFF2-40B4-BE49-F238E27FC236}">
                <a16:creationId xmlns:a16="http://schemas.microsoft.com/office/drawing/2014/main" id="{E16F1EB8-1269-D272-03E0-84A37DD7467F}"/>
              </a:ext>
            </a:extLst>
          </p:cNvPr>
          <p:cNvSpPr/>
          <p:nvPr/>
        </p:nvSpPr>
        <p:spPr>
          <a:xfrm>
            <a:off x="5789568" y="-25319"/>
            <a:ext cx="31454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מושגים בסיסיים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5FEFB2-851F-54C2-6E58-DF277A472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D9B9C9A-B838-453E-1A18-22EADAA9180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988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838D6-2161-C4ED-8239-5DD5C4F28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4">
            <a:extLst>
              <a:ext uri="{FF2B5EF4-FFF2-40B4-BE49-F238E27FC236}">
                <a16:creationId xmlns:a16="http://schemas.microsoft.com/office/drawing/2014/main" id="{7A1FD603-B0E1-BFC5-64F3-943E95FF95F1}"/>
              </a:ext>
            </a:extLst>
          </p:cNvPr>
          <p:cNvSpPr/>
          <p:nvPr/>
        </p:nvSpPr>
        <p:spPr>
          <a:xfrm>
            <a:off x="5789568" y="-25319"/>
            <a:ext cx="31454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מושגים בסיסיים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C710FC-1FB7-96AA-DB22-696A8EBB5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D3A594-484F-57A2-6286-D30C250ACB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5" name="מלבן 2">
            <a:extLst>
              <a:ext uri="{FF2B5EF4-FFF2-40B4-BE49-F238E27FC236}">
                <a16:creationId xmlns:a16="http://schemas.microsoft.com/office/drawing/2014/main" id="{EC5BB9CA-3696-6A79-339C-FC388976A625}"/>
              </a:ext>
            </a:extLst>
          </p:cNvPr>
          <p:cNvSpPr/>
          <p:nvPr/>
        </p:nvSpPr>
        <p:spPr>
          <a:xfrm>
            <a:off x="3848074" y="1935942"/>
            <a:ext cx="4047985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Guttman Aharoni" panose="02010401010101010101" pitchFamily="2" charset="-79"/>
              </a:rPr>
              <a:t>Element, component</a:t>
            </a:r>
          </a:p>
          <a:p>
            <a:pPr algn="ctr" rtl="1"/>
            <a:endParaRPr lang="he-IL" sz="4400" b="1" u="sng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רכיב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28603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3795673" y="1973760"/>
            <a:ext cx="565471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רכיב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Guttman Aharoni" panose="02010401010101010101" pitchFamily="2" charset="-79"/>
              </a:rPr>
              <a:t>element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1708742" y="3263262"/>
            <a:ext cx="9828578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רכיבים מסודרים לפי קבוצות</a:t>
            </a:r>
            <a:endParaRPr lang="ru-RU" sz="4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וניתן להוסיף אותם לתסדיר גם: </a:t>
            </a:r>
          </a:p>
          <a:p>
            <a:pPr algn="ctr" rtl="1"/>
            <a:endParaRPr lang="he-IL" sz="4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על ידי גרירה מאוסף (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Palette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וגם על ידי "כתיבה ידנית ישירה"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9AB5B6FA-D1DC-C003-F9ED-0B1850EF7424}"/>
              </a:ext>
            </a:extLst>
          </p:cNvPr>
          <p:cNvSpPr/>
          <p:nvPr/>
        </p:nvSpPr>
        <p:spPr>
          <a:xfrm>
            <a:off x="5789568" y="-25319"/>
            <a:ext cx="31454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מושגים בסיסיים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6FF9B9-2EF9-C3FB-5BC6-623B84D47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8ED983-5AE2-911D-46CF-B0F999F9FC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387780-A923-D0C1-AD7A-2055F38B1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63" y="2104337"/>
            <a:ext cx="3404688" cy="361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878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3540034" y="1354328"/>
            <a:ext cx="565471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רכיב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Guttman Aharoni" panose="02010401010101010101" pitchFamily="2" charset="-79"/>
              </a:rPr>
              <a:t>element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1181711" y="2367837"/>
            <a:ext cx="9828578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הרכיבים הנפוצים ביותר (בסיסיים, לפי דעתי):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מדבקה  (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TextView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לחצן  (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Button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מסגרת לתמונה  (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ImageView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לחצן-תמונה  (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ImageButton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לחצן "רדיו"  (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RadioButton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תיבת בחירה  (</a:t>
            </a:r>
            <a:r>
              <a:rPr lang="en-US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CheckBox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ועוד...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73F2E001-3282-85BD-BF51-54CE35D0D43D}"/>
              </a:ext>
            </a:extLst>
          </p:cNvPr>
          <p:cNvSpPr/>
          <p:nvPr/>
        </p:nvSpPr>
        <p:spPr>
          <a:xfrm>
            <a:off x="5789568" y="-25319"/>
            <a:ext cx="31454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מושגים בסיסיים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2B9EF4-341A-9286-A9A3-245796277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82F127-55C7-B9C8-E1F0-EB7E0065E2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03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3540034" y="1631267"/>
            <a:ext cx="565471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רכיב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Guttman Aharoni" panose="02010401010101010101" pitchFamily="2" charset="-79"/>
              </a:rPr>
              <a:t>element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1181711" y="3311733"/>
            <a:ext cx="9828578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תכונות בסיסיות וחשובות ביותר לכל רכיב: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רוחב  (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layout_width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גובה  (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layout_height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מזהה  (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id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7DD4244E-89E2-C9E8-A8A7-F746FB1E7C80}"/>
              </a:ext>
            </a:extLst>
          </p:cNvPr>
          <p:cNvSpPr/>
          <p:nvPr/>
        </p:nvSpPr>
        <p:spPr>
          <a:xfrm>
            <a:off x="5789568" y="-25319"/>
            <a:ext cx="31454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מושגים בסיסיים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BB44C3-66EA-9ECD-FC41-85243D5CD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A47069-1BC0-987E-ACA4-FF44501923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209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2962209" y="1055179"/>
            <a:ext cx="565471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רכיב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Guttman Aharoni" panose="02010401010101010101" pitchFamily="2" charset="-79"/>
              </a:rPr>
              <a:t>element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862" y="3146323"/>
            <a:ext cx="7319927" cy="1628639"/>
          </a:xfrm>
          <a:prstGeom prst="rect">
            <a:avLst/>
          </a:prstGeom>
        </p:spPr>
      </p:pic>
      <p:sp>
        <p:nvSpPr>
          <p:cNvPr id="6" name="הסבר מלבני מעוגל 5"/>
          <p:cNvSpPr/>
          <p:nvPr/>
        </p:nvSpPr>
        <p:spPr>
          <a:xfrm>
            <a:off x="2086828" y="2022850"/>
            <a:ext cx="2346068" cy="606624"/>
          </a:xfrm>
          <a:prstGeom prst="wedgeRoundRectCallout">
            <a:avLst>
              <a:gd name="adj1" fmla="val 30780"/>
              <a:gd name="adj2" fmla="val 166218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סוג הרכיב</a:t>
            </a:r>
          </a:p>
        </p:txBody>
      </p:sp>
      <p:sp>
        <p:nvSpPr>
          <p:cNvPr id="8" name="הסבר מלבני מעוגל 7"/>
          <p:cNvSpPr/>
          <p:nvPr/>
        </p:nvSpPr>
        <p:spPr>
          <a:xfrm>
            <a:off x="7178428" y="2232193"/>
            <a:ext cx="1756553" cy="515086"/>
          </a:xfrm>
          <a:prstGeom prst="wedgeRoundRectCallout">
            <a:avLst>
              <a:gd name="adj1" fmla="val -34120"/>
              <a:gd name="adj2" fmla="val 205052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מזהה</a:t>
            </a:r>
          </a:p>
        </p:txBody>
      </p:sp>
      <p:sp>
        <p:nvSpPr>
          <p:cNvPr id="10" name="הסבר מלבני מעוגל 9"/>
          <p:cNvSpPr/>
          <p:nvPr/>
        </p:nvSpPr>
        <p:spPr>
          <a:xfrm>
            <a:off x="2495006" y="5712542"/>
            <a:ext cx="3294562" cy="1081830"/>
          </a:xfrm>
          <a:prstGeom prst="wedgeRoundRectCallout">
            <a:avLst>
              <a:gd name="adj1" fmla="val 68866"/>
              <a:gd name="adj2" fmla="val -152796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רוחב=בגודל של "תסדיר אב"</a:t>
            </a:r>
          </a:p>
        </p:txBody>
      </p:sp>
      <p:sp>
        <p:nvSpPr>
          <p:cNvPr id="11" name="הסבר מלבני מעוגל 10"/>
          <p:cNvSpPr/>
          <p:nvPr/>
        </p:nvSpPr>
        <p:spPr>
          <a:xfrm>
            <a:off x="6548985" y="5733081"/>
            <a:ext cx="4581131" cy="920719"/>
          </a:xfrm>
          <a:prstGeom prst="wedgeRoundRectCallout">
            <a:avLst>
              <a:gd name="adj1" fmla="val -2886"/>
              <a:gd name="adj2" fmla="val -171226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גובה=בגודל "</a:t>
            </a:r>
            <a:r>
              <a:rPr lang="he-IL" sz="32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בהתאם לתוכן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"</a:t>
            </a: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AA193C78-C569-5469-0E8D-26452CCA916B}"/>
              </a:ext>
            </a:extLst>
          </p:cNvPr>
          <p:cNvSpPr/>
          <p:nvPr/>
        </p:nvSpPr>
        <p:spPr>
          <a:xfrm>
            <a:off x="5789568" y="-25319"/>
            <a:ext cx="31454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מושגים בסיסיים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7C78C4-EFD6-FF8A-45CB-F19F870FF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B57706-1B52-C500-D2A9-5E3FFC875A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538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2578104" y="974314"/>
            <a:ext cx="565471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רכיב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Guttman Aharoni" panose="02010401010101010101" pitchFamily="2" charset="-79"/>
              </a:rPr>
              <a:t>element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1410789" y="1886056"/>
            <a:ext cx="982857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אין תכונה חשובה יותר מאשר 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"מזהה" = 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id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!!!</a:t>
            </a:r>
          </a:p>
        </p:txBody>
      </p:sp>
      <p:sp>
        <p:nvSpPr>
          <p:cNvPr id="15" name="הסבר חץ שמאלה-ימינה 14"/>
          <p:cNvSpPr/>
          <p:nvPr/>
        </p:nvSpPr>
        <p:spPr>
          <a:xfrm rot="757107">
            <a:off x="3285936" y="3708350"/>
            <a:ext cx="5007262" cy="1747536"/>
          </a:xfrm>
          <a:prstGeom prst="leftRightArrowCallout">
            <a:avLst>
              <a:gd name="adj1" fmla="val 25000"/>
              <a:gd name="adj2" fmla="val 25000"/>
              <a:gd name="adj3" fmla="val 25000"/>
              <a:gd name="adj4" fmla="val 6209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3600" b="1" dirty="0"/>
              <a:t>findViewById()</a:t>
            </a:r>
            <a:endParaRPr lang="he-IL" sz="3600" b="1" dirty="0"/>
          </a:p>
        </p:txBody>
      </p:sp>
      <p:sp>
        <p:nvSpPr>
          <p:cNvPr id="6" name="מלבן 5"/>
          <p:cNvSpPr/>
          <p:nvPr/>
        </p:nvSpPr>
        <p:spPr>
          <a:xfrm>
            <a:off x="6956181" y="5156089"/>
            <a:ext cx="448056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משתנה בקובץ 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endParaRPr lang="he-IL" sz="4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יש לו שם</a:t>
            </a:r>
          </a:p>
        </p:txBody>
      </p:sp>
      <p:sp>
        <p:nvSpPr>
          <p:cNvPr id="5" name="מלבן 4"/>
          <p:cNvSpPr/>
          <p:nvPr/>
        </p:nvSpPr>
        <p:spPr>
          <a:xfrm>
            <a:off x="843776" y="3182518"/>
            <a:ext cx="361065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רכיב בקובץ 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endParaRPr lang="he-IL" sz="4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יש לו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id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766A301B-F031-34C3-98AD-EDB1594B3737}"/>
              </a:ext>
            </a:extLst>
          </p:cNvPr>
          <p:cNvSpPr/>
          <p:nvPr/>
        </p:nvSpPr>
        <p:spPr>
          <a:xfrm>
            <a:off x="5789568" y="-25319"/>
            <a:ext cx="31454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מושגים בסיסיים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D5A239-A6BC-67FD-F864-4F6418765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1BAF27-6075-343F-E067-A29E7E7D33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155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/>
          <p:cNvSpPr/>
          <p:nvPr/>
        </p:nvSpPr>
        <p:spPr>
          <a:xfrm>
            <a:off x="3631180" y="942623"/>
            <a:ext cx="565471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רכיב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Guttman Aharoni" panose="02010401010101010101" pitchFamily="2" charset="-79"/>
              </a:rPr>
              <a:t>element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98" y="2019692"/>
            <a:ext cx="5844949" cy="1300465"/>
          </a:xfrm>
          <a:prstGeom prst="rect">
            <a:avLst/>
          </a:prstGeom>
        </p:spPr>
      </p:pic>
      <p:pic>
        <p:nvPicPr>
          <p:cNvPr id="2" name="תמונה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467" y="3711869"/>
            <a:ext cx="6539514" cy="3072169"/>
          </a:xfrm>
          <a:prstGeom prst="rect">
            <a:avLst/>
          </a:prstGeom>
        </p:spPr>
      </p:pic>
      <p:sp>
        <p:nvSpPr>
          <p:cNvPr id="7" name="הסבר מלבני מעוגל 6"/>
          <p:cNvSpPr/>
          <p:nvPr/>
        </p:nvSpPr>
        <p:spPr>
          <a:xfrm>
            <a:off x="8467161" y="2396213"/>
            <a:ext cx="2616592" cy="840934"/>
          </a:xfrm>
          <a:prstGeom prst="wedgeRoundRectCallout">
            <a:avLst>
              <a:gd name="adj1" fmla="val -98521"/>
              <a:gd name="adj2" fmla="val -6207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8" name="הסבר מלבני מעוגל 7"/>
          <p:cNvSpPr/>
          <p:nvPr/>
        </p:nvSpPr>
        <p:spPr>
          <a:xfrm>
            <a:off x="9207038" y="4304752"/>
            <a:ext cx="2159392" cy="840934"/>
          </a:xfrm>
          <a:prstGeom prst="wedgeRoundRectCallout">
            <a:avLst>
              <a:gd name="adj1" fmla="val -67669"/>
              <a:gd name="adj2" fmla="val 122723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966F856-7D6D-47D2-9F00-D7982E25C39C}"/>
                  </a:ext>
                </a:extLst>
              </p14:cNvPr>
              <p14:cNvContentPartPr/>
              <p14:nvPr/>
            </p14:nvContentPartPr>
            <p14:xfrm>
              <a:off x="2143332" y="2396213"/>
              <a:ext cx="3086280" cy="148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966F856-7D6D-47D2-9F00-D7982E25C39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89326" y="2288213"/>
                <a:ext cx="3193933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B528783-929F-DD51-75F9-37E6DA8C8B24}"/>
                  </a:ext>
                </a:extLst>
              </p14:cNvPr>
              <p14:cNvContentPartPr/>
              <p14:nvPr/>
            </p14:nvContentPartPr>
            <p14:xfrm>
              <a:off x="2801857" y="4327125"/>
              <a:ext cx="2162520" cy="896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B528783-929F-DD51-75F9-37E6DA8C8B2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47857" y="4219557"/>
                <a:ext cx="2270160" cy="3044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0BE1B37-6188-5868-728F-BD63171162CA}"/>
                  </a:ext>
                </a:extLst>
              </p14:cNvPr>
              <p14:cNvContentPartPr/>
              <p14:nvPr/>
            </p14:nvContentPartPr>
            <p14:xfrm>
              <a:off x="3381817" y="5897141"/>
              <a:ext cx="4046400" cy="622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0BE1B37-6188-5868-728F-BD63171162C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28177" y="5789501"/>
                <a:ext cx="415404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CF9127E-EEC0-E6EA-DF9F-9C594FEB35AB}"/>
                  </a:ext>
                </a:extLst>
              </p14:cNvPr>
              <p14:cNvContentPartPr/>
              <p14:nvPr/>
            </p14:nvContentPartPr>
            <p14:xfrm>
              <a:off x="3401977" y="6085061"/>
              <a:ext cx="4236840" cy="1098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CF9127E-EEC0-E6EA-DF9F-9C594FEB35A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347977" y="5977061"/>
                <a:ext cx="4344480" cy="32544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מלבן 4">
            <a:extLst>
              <a:ext uri="{FF2B5EF4-FFF2-40B4-BE49-F238E27FC236}">
                <a16:creationId xmlns:a16="http://schemas.microsoft.com/office/drawing/2014/main" id="{4BADFF56-B881-A34A-A345-0A54634D2B05}"/>
              </a:ext>
            </a:extLst>
          </p:cNvPr>
          <p:cNvSpPr/>
          <p:nvPr/>
        </p:nvSpPr>
        <p:spPr>
          <a:xfrm>
            <a:off x="5789568" y="-25319"/>
            <a:ext cx="31454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מושגים בסיסיים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C845FBC-7831-D2E6-A0D9-8BF40441197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0D04FC3-EDB3-E789-1138-4D9B00DAADE4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1699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D53BE-F734-C3CB-59B7-8D7FC3EF0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4">
            <a:extLst>
              <a:ext uri="{FF2B5EF4-FFF2-40B4-BE49-F238E27FC236}">
                <a16:creationId xmlns:a16="http://schemas.microsoft.com/office/drawing/2014/main" id="{F07A8EE3-09D0-161A-060D-E983E5C1C028}"/>
              </a:ext>
            </a:extLst>
          </p:cNvPr>
          <p:cNvSpPr/>
          <p:nvPr/>
        </p:nvSpPr>
        <p:spPr>
          <a:xfrm>
            <a:off x="5789568" y="-25319"/>
            <a:ext cx="31454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מושגים בסיסיים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FFA81E-905C-87E2-6D6C-16495C333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7F2380B-25B2-2D45-4796-A6BA126CEE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5" name="מלבן 2">
            <a:extLst>
              <a:ext uri="{FF2B5EF4-FFF2-40B4-BE49-F238E27FC236}">
                <a16:creationId xmlns:a16="http://schemas.microsoft.com/office/drawing/2014/main" id="{7E2F09CB-5E76-0E38-3601-B7AC06E6FB8A}"/>
              </a:ext>
            </a:extLst>
          </p:cNvPr>
          <p:cNvSpPr/>
          <p:nvPr/>
        </p:nvSpPr>
        <p:spPr>
          <a:xfrm>
            <a:off x="3848074" y="1935942"/>
            <a:ext cx="4047985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Guttman Aharoni" panose="02010401010101010101" pitchFamily="2" charset="-79"/>
              </a:rPr>
              <a:t>Listener</a:t>
            </a:r>
            <a:endParaRPr lang="he-IL" sz="4400" b="1" u="sng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Guttman Aharoni" panose="02010401010101010101" pitchFamily="2" charset="-79"/>
            </a:endParaRPr>
          </a:p>
          <a:p>
            <a:pPr algn="ctr" rtl="1"/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מאזין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598243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FAAB3-9F03-B211-F144-E134B9944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>
            <a:extLst>
              <a:ext uri="{FF2B5EF4-FFF2-40B4-BE49-F238E27FC236}">
                <a16:creationId xmlns:a16="http://schemas.microsoft.com/office/drawing/2014/main" id="{4F94EDDF-FCFC-9E67-F3C3-D28B466B5740}"/>
              </a:ext>
            </a:extLst>
          </p:cNvPr>
          <p:cNvSpPr/>
          <p:nvPr/>
        </p:nvSpPr>
        <p:spPr>
          <a:xfrm>
            <a:off x="3280264" y="1016317"/>
            <a:ext cx="565471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מאזין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Guttman Aharoni" panose="02010401010101010101" pitchFamily="2" charset="-79"/>
              </a:rPr>
              <a:t>listener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CC062382-CCAF-195F-BA28-18FC95CAEDF8}"/>
              </a:ext>
            </a:extLst>
          </p:cNvPr>
          <p:cNvSpPr/>
          <p:nvPr/>
        </p:nvSpPr>
        <p:spPr>
          <a:xfrm>
            <a:off x="395131" y="2622810"/>
            <a:ext cx="9828578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מאזין באנדרואיד הוא אובייקט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שמיישם ממשק מיוחד לטיפול באירועים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(כגון לחיצה על כפתור או שינוי </a:t>
            </a:r>
            <a:r>
              <a:rPr lang="he-IL" sz="44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טקסט).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32649FAD-03C4-17AC-E139-3E2203E737D7}"/>
              </a:ext>
            </a:extLst>
          </p:cNvPr>
          <p:cNvSpPr/>
          <p:nvPr/>
        </p:nvSpPr>
        <p:spPr>
          <a:xfrm>
            <a:off x="5789568" y="-25319"/>
            <a:ext cx="31454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מושגים בסיסיים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057B61-934E-4BDF-24E6-F409B488F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C7DC6A-9C2B-AF1A-5B70-3FEDFCB07F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pic>
        <p:nvPicPr>
          <p:cNvPr id="3074" name="Picture 2" descr="Радар">
            <a:extLst>
              <a:ext uri="{FF2B5EF4-FFF2-40B4-BE49-F238E27FC236}">
                <a16:creationId xmlns:a16="http://schemas.microsoft.com/office/drawing/2014/main" id="{00284A4B-9E94-BD5D-677F-649DFE725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2188" y="2143431"/>
            <a:ext cx="2649481" cy="3872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9036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CE267-307F-94B4-49D4-55FDB2188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>
            <a:extLst>
              <a:ext uri="{FF2B5EF4-FFF2-40B4-BE49-F238E27FC236}">
                <a16:creationId xmlns:a16="http://schemas.microsoft.com/office/drawing/2014/main" id="{5EA16455-95D8-D0E5-59A4-96432F418C76}"/>
              </a:ext>
            </a:extLst>
          </p:cNvPr>
          <p:cNvSpPr/>
          <p:nvPr/>
        </p:nvSpPr>
        <p:spPr>
          <a:xfrm>
            <a:off x="3280264" y="1016317"/>
            <a:ext cx="565471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מאזין (</a:t>
            </a:r>
            <a:r>
              <a:rPr lang="en-US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Guttman Aharoni" panose="02010401010101010101" pitchFamily="2" charset="-79"/>
              </a:rPr>
              <a:t>listener</a:t>
            </a:r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Guttman Aharoni" panose="02010401010101010101" pitchFamily="2" charset="-79"/>
                <a:cs typeface="Guttman Aharoni" panose="02010401010101010101" pitchFamily="2" charset="-79"/>
              </a:rPr>
              <a:t>)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Guttman Aharoni" panose="02010401010101010101" pitchFamily="2" charset="-79"/>
              <a:cs typeface="Guttman Aharoni" panose="02010401010101010101" pitchFamily="2" charset="-79"/>
            </a:endParaRP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A9632E99-FE3C-8EAE-D555-01CDE18ECD11}"/>
              </a:ext>
            </a:extLst>
          </p:cNvPr>
          <p:cNvSpPr/>
          <p:nvPr/>
        </p:nvSpPr>
        <p:spPr>
          <a:xfrm>
            <a:off x="1181711" y="3311733"/>
            <a:ext cx="982857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מאזין רשום (מצורף) ברכיב</a:t>
            </a:r>
          </a:p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כדי להגיב לפעולות המשתמש.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4A7F91D1-CA56-B624-2480-9341DC4D33B8}"/>
              </a:ext>
            </a:extLst>
          </p:cNvPr>
          <p:cNvSpPr/>
          <p:nvPr/>
        </p:nvSpPr>
        <p:spPr>
          <a:xfrm>
            <a:off x="5789568" y="-25319"/>
            <a:ext cx="31454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מושגים בסיסיים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DBC646-ACB0-9668-EAC4-7637968C0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6512DC-4822-F5B6-02BF-C1944C71B0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2505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794</TotalTime>
  <Words>670</Words>
  <Application>Microsoft Office PowerPoint</Application>
  <PresentationFormat>Widescreen</PresentationFormat>
  <Paragraphs>153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Assistant</vt:lpstr>
      <vt:lpstr>Consolas</vt:lpstr>
      <vt:lpstr>Guttman Aharoni</vt:lpstr>
      <vt:lpstr>Guttman Vilna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132</cp:revision>
  <dcterms:created xsi:type="dcterms:W3CDTF">2019-01-05T16:01:25Z</dcterms:created>
  <dcterms:modified xsi:type="dcterms:W3CDTF">2026-02-04T07:27:36Z</dcterms:modified>
</cp:coreProperties>
</file>