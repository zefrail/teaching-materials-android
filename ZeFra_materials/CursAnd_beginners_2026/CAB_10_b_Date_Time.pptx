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389" r:id="rId3"/>
    <p:sldId id="258" r:id="rId4"/>
    <p:sldId id="390" r:id="rId5"/>
    <p:sldId id="404" r:id="rId6"/>
    <p:sldId id="391" r:id="rId7"/>
    <p:sldId id="392" r:id="rId8"/>
    <p:sldId id="405" r:id="rId9"/>
    <p:sldId id="393" r:id="rId10"/>
    <p:sldId id="406" r:id="rId11"/>
    <p:sldId id="394" r:id="rId12"/>
    <p:sldId id="395" r:id="rId13"/>
    <p:sldId id="396" r:id="rId14"/>
    <p:sldId id="39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09:51.2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104 291 5320 0 0,'0'0'16'0'0,"2"-6"21"0"0,1-7-116 0 0,0 2 617 0 0,0 1 1 0 0,-1 0-1 0 0,0-1 0 0 0,-1 0 1 0 0,0 1-1 0 0,-1-14 0 0 0,3-3 7781 0 0,-23 47-6538 0 0,13-9-1421 0 0,0 0 1 0 0,1 0-1 0 0,1 0 1 0 0,-1 1-1 0 0,2-1 0 0 0,0 1 1 0 0,0 0-1 0 0,-2 14 1 0 0,0 13 490 0 0,-1 50-1 0 0,-3 15-100 0 0,-4-34-378 0 0,9-49-244 0 0,0 1 0 0 0,2-1 0 0 0,0 1 0 0 0,1-1 0 0 0,2 26 0 0 0,5 204 726 0 0,-5-169-532 0 0,2-54-198 0 0,2 0 1 0 0,0 0 0 0 0,2 0-1 0 0,19 52 1 0 0,-2-2 83 0 0,-19-66-178 0 0,0-1-1 0 0,1 1 0 0 0,1-1 0 0 0,0 1 1 0 0,0-2-1 0 0,13 18 0 0 0,54 56 110 0 0,-68-78-129 0 0,21 19 40 0 0,1-2 0 0 0,0-1-1 0 0,2-1 1 0 0,59 32 0 0 0,-73-45-42 0 0,-10-4-4 0 0,121 64 84 0 0,-105-58-73 0 0,1-1 0 0 0,0-1 0 0 0,1-1 0 0 0,24 5 0 0 0,80 6 41 0 0,1-5 0 0 0,1-6 0 0 0,0-5 0 0 0,138-17 0 0 0,141-8 53 0 0,-151 11-56 0 0,593-25 146 0 0,-667 33-158 0 0,261 2 29 0 0,-4 1-25 0 0,-130-2 8 0 0,-94 3-5 0 0,283 11 144 0 0,-264 25-54 0 0,-120-16-70 0 0,-22-5-20 0 0,1-4 0 0 0,1-4 0 0 0,139-8 0 0 0,-152-5-42 0 0,0 5-1 0 0,127 13 1 0 0,-108 1-6 0 0,3 1 27 0 0,110 0 1 0 0,56-5 25 0 0,-252-8-50 0 0,52 3 5 0 0,18 1 25 0 0,115-7 0 0 0,-152-5-16 0 0,1-3 0 0 0,60-19-1 0 0,-68 17-4 0 0,-13 3-9 0 0,0-2 1 0 0,-1 0 0 0 0,0-2 0 0 0,52-31-1 0 0,-38 5 27 0 0,-39 33-27 0 0,0 0 0 0 0,0-1 0 0 0,0 0 1 0 0,-1 0-1 0 0,0 0 0 0 0,-1 0 0 0 0,1-1 0 0 0,-1 0 1 0 0,-1 0-1 0 0,1 1 0 0 0,-1-1 0 0 0,-1-1 0 0 0,1 1 1 0 0,-2 0-1 0 0,1 0 0 0 0,-1 0 0 0 0,0-1 0 0 0,-1 1 1 0 0,0 0-1 0 0,0 0 0 0 0,0 0 0 0 0,-5-13 1 0 0,-6-9 13 0 0,0 2 0 0 0,-2-1 1 0 0,0 2-1 0 0,-30-41 1 0 0,26 41-17 0 0,-3-11 15 0 0,2 0-1 0 0,-19-53 0 0 0,22 50 2 0 0,-1-5-7 0 0,2-1 0 0 0,-17-89 0 0 0,5-100-8 0 0,25 217-2 0 0,0 0 1 0 0,-1 0-1 0 0,-1 0 0 0 0,-1 1 1 0 0,-1 0-1 0 0,0 0 0 0 0,-1 0 0 0 0,-1 1 1 0 0,-1 0-1 0 0,-1 0 0 0 0,0 1 1 0 0,-1 0-1 0 0,0 1 0 0 0,-1 0 1 0 0,-1 1-1 0 0,0 0 0 0 0,-1 1 1 0 0,-1 1-1 0 0,0 0 0 0 0,-1 1 0 0 0,-29-16 1 0 0,-5 2 14 0 0,-1 2 0 0 0,-95-29 0 0 0,-115-14 48 0 0,144 39-41 0 0,-34-5 10 0 0,-225-19-1 0 0,-148 32-14 0 0,-26 22 15 0 0,301-2-21 0 0,-139 3 1 0 0,-181 29-3 0 0,-67-16 31 0 0,277-14-20 0 0,-157 6 30 0 0,392-5-34 0 0,0 6 1 0 0,-201 42-1 0 0,-173 56-16 0 0,419-97-6 0 0,-1-2 0 0 0,0-5 0 0 0,-106-6 0 0 0,-131-33-9 0 0,207 19 3 0 0,-162-3-1 0 0,269 20 13 0 0,5 0 0 0 0,-5 0 0 0 0,-41-1 0 0 0,24 0-65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10:07.6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1478 101 1400 0 0,'0'0'16'0'0,"0"-4"-5"0"0,-1-71 658 0 0,1 73-72 0 0,1-18 14399 0 0,5 21-14575 0 0,-1 0 1 0 0,1 0 0 0 0,-1 1-1 0 0,0-1 1 0 0,8 4 0 0 0,18 5 965 0 0,-28-8-1250 0 0,0-1 0 0 0,0 1 0 0 0,1-1 0 0 0,-1 1 0 0 0,0 0-1 0 0,-1 0 1 0 0,1 1 0 0 0,0-1 0 0 0,0 0 0 0 0,-1 1 0 0 0,0 0 0 0 0,1 0 0 0 0,-1-1 0 0 0,0 1 0 0 0,2 4 0 0 0,44 120 1889 0 0,-48-126-2024 0 0,7 20 313 0 0,-2 1 1 0 0,6 40-1 0 0,-6-28-60 0 0,1 1 0 0 0,18 51 0 0 0,-20-72-203 0 0,0 0 0 0 0,1 0 0 0 0,1-1 0 0 0,0 0 0 0 0,1 0 0 0 0,1 0 0 0 0,0-1 0 0 0,13 16 0 0 0,10 16 72 0 0,-4-13-41 0 0,-21-23-60 0 0,0-1 0 0 0,1 1 0 0 0,0-1 0 0 0,14 11 0 0 0,-12-12-3 0 0,-1 2 0 0 0,1-1 0 0 0,-2 1 0 0 0,1 0 1 0 0,-1 0-1 0 0,0 1 0 0 0,-1 0 0 0 0,0 0 0 0 0,5 11 0 0 0,4 11 56 0 0,17 51 0 0 0,-28-65-51 0 0,-1-1-1 0 0,0 1 1 0 0,-2-1 0 0 0,0 23-1 0 0,0-25-11 0 0,-2 8 23 0 0,0 1 1 0 0,-7 28-1 0 0,1 0 32 0 0,3-32-41 0 0,-1 0 0 0 0,0 0 0 0 0,-2-1-1 0 0,-14 31 1 0 0,16-37-10 0 0,-3 4 5 0 0,0-1 0 0 0,-1 0-1 0 0,-1-1 1 0 0,0 0 0 0 0,0-1-1 0 0,-2 0 1 0 0,0-1 0 0 0,0 0-1 0 0,-23 17 1 0 0,0-5 29 0 0,-1-1 1 0 0,-66 30-1 0 0,54-33 19 0 0,-1-3 1 0 0,-73 17-1 0 0,20-7-4 0 0,-29 13-29 0 0,10-2-6 0 0,-231 43 0 0 0,186-55-18 0 0,87-11 9 0 0,0-4 0 0 0,-117 1-1 0 0,180-12-9 0 0,0-1-1 0 0,1-1 0 0 0,-1 0 0 0 0,1-1 0 0 0,-17-5 0 0 0,27 6-9 0 0,0 0 0 0 0,0 0-1 0 0,0 0 1 0 0,1 0 0 0 0,-1-1 0 0 0,1 0-1 0 0,0 0 1 0 0,0 0 0 0 0,0 0-1 0 0,0-1 1 0 0,1 1 0 0 0,-1-1 0 0 0,1 0-1 0 0,0 0 1 0 0,0-1 0 0 0,0 1 0 0 0,1 0-1 0 0,-1-1 1 0 0,-1-6 0 0 0,-1-4-1 0 0,2 0 1 0 0,0 0-1 0 0,1 0 1 0 0,0-1-1 0 0,1 1 1 0 0,1-1-1 0 0,0 1 1 0 0,1-1-1 0 0,1 1 1 0 0,5-20-1 0 0,6-18 6 0 0,31-79 0 0 0,-28 86-4 0 0,47-159-4 0 0,-5 14 25 0 0,-1 5-2 0 0,-37 111 3 0 0,3 1-1 0 0,53-113 1 0 0,-60 156-19 0 0,2 0-1 0 0,1 1 1 0 0,2 1 0 0 0,26-30 0 0 0,-35 46-1 0 0,1 0 0 0 0,1 0 0 0 0,0 1 1 0 0,1 1-1 0 0,0 1 0 0 0,1 0 0 0 0,0 0 1 0 0,0 2-1 0 0,31-12 0 0 0,-24 12 7 0 0,1 1 0 0 0,0 1 0 0 0,0 1 0 0 0,0 1 0 0 0,49-2 0 0 0,381 6 149 0 0,-379 9 230 0 0,-22-1-4567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10:28.9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187 57 3912 0 0,'0'0'33'0'0,"-4"-4"14"0"0,-2 0 94 0 0,1 0-1 0 0,-1-1 1 0 0,1 0 0 0 0,1 0-1 0 0,-1-1 1 0 0,1 1 0 0 0,-87-14 12617 0 0,85 25-12096 0 0,0-1-1 0 0,-1 0 0 0 0,0 0 0 0 0,-10 6 0 0 0,16-11-553 0 0,0 1 0 0 0,0 0 1 0 0,0-1-1 0 0,0 1 0 0 0,0 0 1 0 0,0 0-1 0 0,0 0 0 0 0,1 0 1 0 0,-1 0-1 0 0,0 0 0 0 0,1 0 1 0 0,-1 0-1 0 0,1 0 1 0 0,-1 0-1 0 0,1 0 0 0 0,-1 1 1 0 0,1-1-1 0 0,0 0 0 0 0,0 0 1 0 0,-1 0-1 0 0,1 0 0 0 0,0 2 1 0 0,2 33 1408 0 0,0-15-941 0 0,-2 1-348 0 0,1-1-1 0 0,1 1 1 0 0,1 0 0 0 0,6 24 0 0 0,-7-41-213 0 0,1-1 0 0 0,0 1 0 0 0,-1-1 0 0 0,2 0 1 0 0,-1 0-1 0 0,0 0 0 0 0,1 0 0 0 0,0 0 0 0 0,5 4 1 0 0,3 3 5 0 0,3 4 6 0 0,-2 1 0 0 0,0 1 0 0 0,0 0 0 0 0,-2 0 0 0 0,0 1 0 0 0,-1 1 0 0 0,-1 0 0 0 0,-1 0 0 0 0,10 33 1 0 0,-11-22 6 0 0,-1-1 1 0 0,4 48 0 0 0,-5-36-15 0 0,0 8 64 0 0,-3 97 1 0 0,-7-120-73 0 0,4-20-10 0 0,0 0 0 0 0,0-1-1 0 0,0 1 1 0 0,0 0 0 0 0,1 0 0 0 0,1 11 0 0 0,1-7-2 0 0,2-2-1 0 0,-3-7-6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12:16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1908 16479 0 0,'0'0'2523'0'0,"3"-4"-1750"0"0,3-7-279 0 0,0-1 0 0 0,-1 1 0 0 0,6-20 0 0 0,-10 29 393 0 0,4 11-795 0 0,1-1 1 0 0,0 1-1 0 0,0-1 1 0 0,1 0-1 0 0,0-1 1 0 0,0 1-1 0 0,1-2 1 0 0,0 1-1 0 0,0-1 1 0 0,1 0-1 0 0,-1 0 1 0 0,1-1-1 0 0,0-1 1 0 0,1 1-1 0 0,-1-2 0 0 0,1 1 1 0 0,0-1-1 0 0,11 2 1 0 0,20 3 98 0 0,1-2-1 0 0,0-1 1 0 0,43-2 0 0 0,-60-2-119 0 0,468 2 899 0 0,-154-1-484 0 0,-46 0-157 0 0,-244-2-273 0 0,594-16 504 0 0,-488 15-478 0 0,-100 3-45 0 0,1-3 0 0 0,83-12-1 0 0,-90 4 21 0 0,0-2 0 0 0,-1-2 0 0 0,-1-2 0 0 0,0-2 0 0 0,-1-2 0 0 0,49-29 0 0 0,125-92 156 0 0,-54 33-86 0 0,-148 95-109 0 0,-1 0 0 0 0,-1-1 0 0 0,0-1 0 0 0,-1-1 0 0 0,0 0 0 0 0,-1-1 0 0 0,-1 0 0 0 0,-1-1 0 0 0,0 0 0 0 0,-1-1 0 0 0,-1-1 0 0 0,0 1 0 0 0,-2-2 0 0 0,0 1 0 0 0,-1-1 0 0 0,7-36 0 0 0,-1-15 33 0 0,-1 11 17 0 0,6-110-1 0 0,-18 138-53 0 0,-2 1 0 0 0,-2 0 0 0 0,-1 0 0 0 0,-1 0 0 0 0,-1 0 0 0 0,-2 1 1 0 0,-1 0-1 0 0,-2 1 0 0 0,0 0 0 0 0,-2 1 0 0 0,-1 0 0 0 0,-2 1 0 0 0,-30-39 0 0 0,20 34 4 0 0,0 1 0 0 0,-3 1 0 0 0,0 1 0 0 0,-2 2 0 0 0,0 1 0 0 0,-2 2 0 0 0,-1 1 1 0 0,-1 2-1 0 0,-68-30 0 0 0,-18 6 17 0 0,-1 6 0 0 0,-2 5 0 0 0,-2 5 0 0 0,-210-19 0 0 0,234 38-22 0 0,-1 6 0 0 0,0 3 0 0 0,1 5 0 0 0,-149 26 0 0 0,190-20-8 0 0,-559 121 18 0 0,497-93-14 0 0,-117 54 0 0 0,172-60-5 0 0,3 2 1 0 0,1 3 0 0 0,-71 54-1 0 0,101-65 2 0 0,2 2 0 0 0,1 1-1 0 0,-51 59 1 0 0,64-64-6 0 0,1 1-1 0 0,2 1 1 0 0,1 0-1 0 0,0 1 1 0 0,2 1 0 0 0,-12 37-1 0 0,14-35 0 0 0,2 1 0 0 0,0 1 0 0 0,3 0 0 0 0,0 0 0 0 0,2 0 0 0 0,0 48 0 0 0,8-6-14 0 0,3-2 0 0 0,3 1-1 0 0,3-1 1 0 0,4-1 0 0 0,2 0 0 0 0,4-1 0 0 0,2-2-1 0 0,50 93 1 0 0,-56-124-5 0 0,2-1 0 0 0,2-1 0 0 0,36 43 0 0 0,-49-66 14 0 0,1-1 1 0 0,0-1-1 0 0,0 0 1 0 0,1-1-1 0 0,0 0 0 0 0,0 0 1 0 0,1-2-1 0 0,0 1 1 0 0,1-2-1 0 0,-1 0 0 0 0,1 0 1 0 0,28 6-1 0 0,42-3-3705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12:18.2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2369 205 14968 0 0,'0'0'1258'0'0,"-4"-4"-21"0"0,-14-19 125 0 0,5 5-576 0 0,-2 0-1 0 0,-25-25 1 0 0,30 35-747 0 0,0 1 1 0 0,-1 0-1 0 0,0 0 1 0 0,0 1-1 0 0,-1 0 0 0 0,0 1 1 0 0,0 1-1 0 0,0 0 1 0 0,0 0-1 0 0,-21-3 0 0 0,5 4 24 0 0,-1 2-1 0 0,1 0 0 0 0,-52 6 1 0 0,-371 71 622 0 0,274-40-412 0 0,-233 55 477 0 0,302-67-475 0 0,-110 40 1 0 0,159-43-101 0 0,1 3 0 0 0,2 3 0 0 0,-75 46 1 0 0,126-70-164 0 0,-93 66 292 0 0,85-59-251 0 0,1 1 0 0 0,1 0 0 0 0,0 1-1 0 0,0 1 1 0 0,-12 19 0 0 0,6-5 34 0 0,1 1 0 0 0,1 0 0 0 0,1 1-1 0 0,2 1 1 0 0,-9 32 0 0 0,16-44-54 0 0,0 0 0 0 0,1 0 0 0 0,1 0 1 0 0,1 1-1 0 0,1-1 0 0 0,1 1 0 0 0,0-1 0 0 0,1 1 0 0 0,1-1 0 0 0,6 26 0 0 0,9 48 60 0 0,8 34 11 0 0,-20-109-88 0 0,1 0-1 0 0,0 0 1 0 0,1-1 0 0 0,1 0-1 0 0,12 19 1 0 0,12 12 65 0 0,2-2-1 0 0,43 44 1 0 0,-53-64-6 0 0,1-2 0 0 0,1 0-1 0 0,1-2 1 0 0,51 30 0 0 0,-15-17 6 0 0,1-2 1 0 0,1-4 0 0 0,1-2-1 0 0,2-4 1 0 0,0-2 0 0 0,1-4-1 0 0,1-2 1 0 0,90 6-1 0 0,-10-12 40 0 0,210-13 0 0 0,-277-2-79 0 0,-1-4 0 0 0,0-3-1 0 0,-2-4 1 0 0,91-32 0 0 0,-108 24-11 0 0,-2-3 0 0 0,68-43 1 0 0,-45 23-7 0 0,-40 24-2 0 0,0-1 1 0 0,-2-3 0 0 0,-2-2-1 0 0,-1-1 1 0 0,-1-2 0 0 0,-1-1-1 0 0,44-58 1 0 0,-66 73-2 0 0,-1-1 0 0 0,-1-1 0 0 0,-1 0 0 0 0,0-1 1 0 0,-2 0-1 0 0,-1-1 0 0 0,8-30 0 0 0,-13 36-4 0 0,-1-1 0 0 0,0 1 0 0 0,-2-1 0 0 0,0 0 0 0 0,-1 0 0 0 0,-1 0 0 0 0,0 1 0 0 0,-2-1 0 0 0,0 0 0 0 0,-10-30 0 0 0,4 23-6 0 0,-2 1 1 0 0,-1-1-1 0 0,-1 2 1 0 0,-1 0-1 0 0,-1 1 1 0 0,-1 0-1 0 0,-1 1 1 0 0,-1 1-1 0 0,-1 1 1 0 0,-38-32 0 0 0,-15-5-3 0 0,-151-88 0 0 0,174 116-6 0 0,-230-116 11 0 0,168 91-8 0 0,-212-90-7 0 0,287 132-5 0 0,0 2 1 0 0,0 1-1 0 0,0 2 1 0 0,-51-3-1 0 0,39 7-129 0 0,-1 3-1 0 0,-53 7 1 0 0,42 0-3200 0 0,35-4-14920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2:23:48.8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393 487 16072 0 0,'0'0'2471'0'0,"-4"-2"-1355"0"0,-2-1-785 0 0,0 0-1 0 0,0 0 1 0 0,0-1-1 0 0,0 0 1 0 0,1 0-1 0 0,0 0 1 0 0,0 0-1 0 0,-8-10 1 0 0,11 12-102 0 0,-20-24 1666 0 0,21 25-1548 0 0,15-9 182 0 0,42-9 169 0 0,-32 11-472 0 0,0 0 1 0 0,29-4-1 0 0,0 3 39 0 0,71-8 105 0 0,-90 15-292 0 0,183-16 306 0 0,-148 6-217 0 0,100-30 0 0 0,-81 18-55 0 0,163-28 198 0 0,28-7-75 0 0,-198 38-168 0 0,108-15-1 0 0,-122 25-36 0 0,-42 6-21 0 0,1 1-1 0 0,26-1 0 0 0,96 0 25 0 0,226 4 77 0 0,-221 4-69 0 0,235-26 0 0 0,-286 14-21 0 0,-13 5-6 0 0,146 14-1 0 0,-110-1 3 0 0,134 17 38 0 0,-19 0 9 0 0,-188-24-49 0 0,0-2 1 0 0,88-11-1 0 0,-30-1 14 0 0,145 1 0 0 0,-177 10-18 0 0,28 0 17 0 0,132 16 0 0 0,-39 3 22 0 0,47 7 107 0 0,-132-5-102 0 0,212 32 21 0 0,-257-45-58 0 0,0-3 0 0 0,128-10-1 0 0,13-20 0 0 0,-71 7 3 0 0,151-1 1 0 0,-217 21-14 0 0,1 3 0 0 0,78 15 1 0 0,-114-12-1 0 0,-1 2 0 0 0,1 1 0 0 0,-2 2 0 0 0,0 2 1 0 0,62 32-1 0 0,-72-31 3 0 0,-1 1-1 0 0,0 1 1 0 0,-2 1 0 0 0,0 1 0 0 0,0 1-1 0 0,-2 1 1 0 0,-1 1 0 0 0,0 1 0 0 0,-2 0-1 0 0,-1 2 1 0 0,-1 0 0 0 0,0 1 0 0 0,-2 0-1 0 0,-2 1 1 0 0,0 1 0 0 0,-2 0 0 0 0,0 0-1 0 0,-2 1 1 0 0,-2 0 0 0 0,4 36 0 0 0,-5-3-4 0 0,-3-1 1 0 0,-3 1-1 0 0,-2 0 1 0 0,-3-1-1 0 0,-3 0 1 0 0,-2 0-1 0 0,-4-1 1 0 0,-27 77-1 0 0,22-82-5 0 0,-3-1-1 0 0,-31 57 1 0 0,40-88 2 0 0,0 0 1 0 0,-2-1-1 0 0,-1-1 1 0 0,0 0-1 0 0,-1-2 1 0 0,-41 34-1 0 0,-2-7 32 0 0,-3-2 0 0 0,-1-3 0 0 0,-125 56 0 0 0,119-68 3 0 0,-1-3 0 0 0,-96 20-1 0 0,-152 12 6 0 0,-301 2-42 0 0,177-29 0 0 0,233-9 0 0 0,-266 12 0 0 0,24-55 12 0 0,162 4-8 0 0,-284 35 5 0 0,208-13 26 0 0,209-7-31 0 0,-151-3-4 0 0,-199 4 9 0 0,199 30 14 0 0,118-8-23 0 0,-15-3 12 0 0,-257-11 0 0 0,409-10-12 0 0,-1-2 1 0 0,1-3-1 0 0,1-2 0 0 0,-61-20 1 0 0,84 20 2 0 0,0-1 1 0 0,1-2-1 0 0,0-1 1 0 0,1-2-1 0 0,1 0 1 0 0,0-2-1 0 0,1-1 1 0 0,-33-31-1 0 0,13 5 6 0 0,-108-108 23 0 0,125 120-30 0 0,1-2 0 0 0,-45-72 0 0 0,42 50 8 0 0,3-2 1 0 0,2 0-1 0 0,-20-70 0 0 0,-1-60 37 0 0,-12-36-16 0 0,51 201-25 0 0,1-1 0 0 0,1 0 1 0 0,2 0-1 0 0,1 0 1 0 0,0 0-1 0 0,2-1 0 0 0,1 1 1 0 0,1-1-1 0 0,1 1 0 0 0,10-48 1 0 0,-7 56-7 0 0,0 0 0 0 0,1 0 0 0 0,0 1 1 0 0,1 0-1 0 0,1 0 0 0 0,1 1 0 0 0,0 0 0 0 0,1 1 1 0 0,1 0-1 0 0,0 0 0 0 0,0 1 0 0 0,2 1 0 0 0,-1 0 0 0 0,2 0 1 0 0,0 1-1 0 0,24-14 0 0 0,-10 7 0 0 0,-10 6 3 0 0,0 2-1 0 0,30-14 1 0 0,-35 19-3 0 0,-2-1 0 0 0,-1 1 0 0 0,6-3 50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2:23:52.6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317 204 1200 0 0,'0'0'55'0'0,"-5"3"-37"0"0,-11 0 380 0 0,1-1 0 0 0,0 0-1 0 0,-1-1 1 0 0,-26-1 0 0 0,30 0 1469 0 0,-13-10 2898 0 0,17 6 1790 0 0,16 0-6241 0 0,1 0 1 0 0,0 0-1 0 0,0 0 1 0 0,0 2 0 0 0,0-1-1 0 0,0 1 1 0 0,1 0-1 0 0,12 0 1 0 0,86-1 1691 0 0,-78 3-1325 0 0,242-16 2299 0 0,-85 2-1993 0 0,69-13-61 0 0,-168 15-596 0 0,-42 8-49 0 0,75 5 0 0 0,-81 0-138 0 0,60 7 25 0 0,-65-3-51 0 0,68-1-1 0 0,84-1 154 0 0,-107-4-181 0 0,-24 1-21 0 0,91-10 0 0 0,-86 4-25 0 0,0 3 1 0 0,101 7-1 0 0,43-1 84 0 0,-118-7-49 0 0,-1-3 0 0 0,0-5 0 0 0,107-27 0 0 0,-146 27-10 0 0,1 2-1 0 0,90-7 0 0 0,98 12 66 0 0,-236 5-133 0 0,197 6 59 0 0,58 0-29 0 0,144-12 0 0 0,54 30 38 0 0,-389-17 30 0 0,99 23 0 0 0,-140-24-71 0 0,0 1-1 0 0,0 1 1 0 0,-1 1 0 0 0,25 14 0 0 0,-33-15-17 0 0,-1 1-1 0 0,0 0 1 0 0,-1 1-1 0 0,0 0 1 0 0,0 1-1 0 0,-1 0 1 0 0,15 20-1 0 0,-15-13 1 0 0,0 1 0 0 0,-1 0-1 0 0,0 0 1 0 0,-2 1-1 0 0,0 0 1 0 0,-2 1 0 0 0,0-1-1 0 0,-1 1 1 0 0,-1 0-1 0 0,-1 1 1 0 0,0 27-1 0 0,-2 27 72 0 0,-16 134 0 0 0,15-210-80 0 0,-1 14 7 0 0,-2 0-1 0 0,0 0 1 0 0,-1 0 0 0 0,0-1 0 0 0,-1 1-1 0 0,0-1 1 0 0,-1 0 0 0 0,-1-1 0 0 0,0 1 0 0 0,0-1-1 0 0,-1-1 1 0 0,-1 0 0 0 0,0 0 0 0 0,-1 0 0 0 0,-20 17-1 0 0,12-15 0 0 0,1 0-1 0 0,-2-1 0 0 0,1-1 0 0 0,-2-1 0 0 0,1-1 1 0 0,-1-1-1 0 0,-1 0 0 0 0,1-1 0 0 0,-38 6 0 0 0,-101 9 20 0 0,-194 2-1 0 0,266-21-20 0 0,-247 26 8 0 0,8-1-3 0 0,-63-20 28 0 0,276-12-29 0 0,-161-25 0 0 0,-311-50-25 0 0,160 42 16 0 0,-4 33 1 0 0,404 5 3 0 0,-182 15 39 0 0,94-3-32 0 0,-1-4-1 0 0,-126-9 1 0 0,-234-39-11 0 0,424 32 1 0 0,20 4 2 0 0,0-1 0 0 0,1-1 0 0 0,-1-2 0 0 0,-45-17 0 0 0,66 20 0 0 0,0-1 0 0 0,0-1 0 0 0,1 1 0 0 0,0-1 0 0 0,0-1 0 0 0,0 1 0 0 0,1-1-1 0 0,0-1 1 0 0,1 1 0 0 0,-1-1 0 0 0,1-1 0 0 0,1 1 0 0 0,0-1 0 0 0,0 0 0 0 0,0 0 0 0 0,1 0 0 0 0,1 0 0 0 0,0-1 0 0 0,0 0-1 0 0,1 0 1 0 0,-2-13 0 0 0,1 2 1 0 0,2 1-1 0 0,0 0 1 0 0,1 0-1 0 0,1-1 1 0 0,1 1-1 0 0,1 0 0 0 0,0 0 1 0 0,2 1-1 0 0,12-34 1 0 0,-6 24 2 0 0,1 2 1 0 0,1-1-1 0 0,2 2 1 0 0,0 0-1 0 0,2 1 1 0 0,1 0 0 0 0,1 1-1 0 0,1 2 1 0 0,1 0-1 0 0,47-38 1 0 0,-57 52 5 0 0,2-3-4 0 0,2 1-7 0 0,1 2-303 0 0,-9 4 960 0 0,8 1-4911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2:39:40.1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11656 0 0,'0'0'344'0'0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2:39:45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522 576 10848 0 0,'0'0'860'0'0,"2"-5"-431"0"0,1-11 410 0 0,0 0 1 0 0,2-25 0 0 0,-5 38 482 0 0,-1 3-1142 0 0,-1-1 1 0 0,1 1-1 0 0,0-1 0 0 0,0 1 1 0 0,0-1-1 0 0,0 0 0 0 0,0 0 1 0 0,0 1-1 0 0,0-1 0 0 0,1 0 0 0 0,-1 0 1 0 0,0 0-1 0 0,0 0 0 0 0,1 0 1 0 0,-1 0-1 0 0,0 0 0 0 0,1 0 0 0 0,-1 0 1 0 0,1 0-1 0 0,0 0 0 0 0,-1-1 1 0 0,1 1-1 0 0,0 0 0 0 0,-1 0 0 0 0,1 0 1 0 0,0-3-1 0 0,2 0-9 0 0,0 0-1 0 0,0 0 1 0 0,0 0-1 0 0,1 0 1 0 0,-1 0-1 0 0,1 0 1 0 0,0 0 0 0 0,0 1-1 0 0,1 0 1 0 0,-1-1-1 0 0,0 1 1 0 0,1 1-1 0 0,0-1 1 0 0,0 0-1 0 0,0 1 1 0 0,0 0 0 0 0,0 0-1 0 0,0 0 1 0 0,1 0-1 0 0,-1 1 1 0 0,1 0-1 0 0,-1 0 1 0 0,1 0-1 0 0,-1 0 1 0 0,10 0 0 0 0,1 3-20 0 0,-1 0 1 0 0,0 0 0 0 0,0 2-1 0 0,0 0 1 0 0,0 0-1 0 0,-1 1 1 0 0,16 8 0 0 0,-10-4-18 0 0,1-1-1 0 0,26 6 1 0 0,36 4 220 0 0,0-4 0 0 0,1-3 0 0 0,158 0 0 0 0,-26-9-113 0 0,-46-8-139 0 0,353-24 138 0 0,-418 18-183 0 0,105-26 0 0 0,-175 33-45 0 0,0 0-1 0 0,55 1 0 0 0,1-1 2 0 0,-19-1 6 0 0,458-50 33 0 0,-422 48-26 0 0,151 8 0 0 0,-16 1 42 0 0,82-5 39 0 0,28-1-60 0 0,66 10-40 0 0,-325-1-7 0 0,94 13 0 0 0,-63-4 1 0 0,423 65 54 0 0,-472-67-53 0 0,136 4-1 0 0,74-21 15 0 0,-233 4-12 0 0,16-4 3 0 0,106-23-1 0 0,-17 2 5 0 0,458-34-2 0 0,-386 49-5 0 0,54-5 16 0 0,-85-6-19 0 0,174-14 0 0 0,0 30 37 0 0,305 5 29 0 0,-473-3-62 0 0,321-3 12 0 0,221-60 102 0 0,-745 68-119 0 0,407-31 56 0 0,-393 30-55 0 0,360 7 92 0 0,20-1-35 0 0,166-29 22 0 0,6-1-29 0 0,-338 11-37 0 0,125-1 22 0 0,135-7 34 0 0,83-6 40 0 0,-421 24-70 0 0,337-10 74 0 0,-350 10-90 0 0,127 7 51 0 0,-144 1-49 0 0,233 17 67 0 0,-196-7-47 0 0,-69-8-23 0 0,476 30 78 0 0,-172-14-71 0 0,-11-3-12 0 0,0-25-10 0 0,134 4 23 0 0,-358 12 25 0 0,190 37 1 0 0,-290-35-34 0 0,0 3 1 0 0,0 2-1 0 0,67 30 1 0 0,-85-29-17 0 0,0 3 0 0 0,-2 0 0 0 0,0 3 1 0 0,-2 1-1 0 0,35 32 0 0 0,-22-14 2 0 0,-3 2 1 0 0,-1 3-1 0 0,-3 1 0 0 0,-2 2 1 0 0,-2 2-1 0 0,46 84 0 0 0,-73-113-4 0 0,-1 1-1 0 0,-1 0 0 0 0,-1 1 1 0 0,-1 0-1 0 0,6 50 0 0 0,-9-42 5 0 0,-2 1 0 0 0,-1-1-1 0 0,-2 1 1 0 0,-6 42 0 0 0,4-61-5 0 0,0 0-1 0 0,-1 0 1 0 0,-1 0 0 0 0,0 0 0 0 0,-1-1 0 0 0,-1 0 0 0 0,-1 0-1 0 0,0-1 1 0 0,-10 14 0 0 0,10-18-1 0 0,0 0 1 0 0,-1 0-1 0 0,0-1 1 0 0,-1 0-1 0 0,0-1 1 0 0,0 0-1 0 0,-1 0 0 0 0,0-1 1 0 0,0-1-1 0 0,-1 0 1 0 0,1 0-1 0 0,-14 4 0 0 0,-13 1 1 0 0,-1-1-1 0 0,0-2 1 0 0,-1-1-1 0 0,0-3 0 0 0,-46 1 1 0 0,-204-18-2 0 0,153 3-2 0 0,-235 11 7 0 0,-32 38 9 0 0,-42 6 8 0 0,232-26-16 0 0,-294 9 1 0 0,90-33-9 0 0,168-16 0 0 0,205 16 0 0 0,-56 2 0 0 0,81 3 0 0 0,-673-19-15 0 0,637 18 15 0 0,-502 2-1 0 0,470 2 1 0 0,-222 0 0 0 0,259-4 0 0 0,-293-20 0 0 0,-321-40 1 0 0,115 49 22 0 0,529 12-22 0 0,-114 4 5 0 0,-142 3-5 0 0,-373 0-1 0 0,87-10 0 0 0,191 2 0 0 0,-371 7 0 0 0,419 8 2 0 0,-232 8 14 0 0,0-26 13 0 0,-526-53 51 0 0,751 46-68 0 0,64 3-7 0 0,-441-6-5 0 0,246 33 0 0 0,-8 5 0 0 0,-56-25-4 0 0,-1-34-1 0 0,180 9 6 0 0,-181-39-1 0 0,477 57 0 0 0,-82-12 2 0 0,-183-27-8 0 0,-3 27-7 0 0,-573 52-59 0 0,592-16 73 0 0,16 14-1 0 0,137-11 9 0 0,-90 14 18 0 0,-170 12 70 0 0,328-45-93 0 0,0-5-1 0 0,-145-26 1 0 0,-98-45 5 0 0,253 55-9 0 0,1-4-1 0 0,-103-53 1 0 0,155 70 0 0 0,1-2 1 0 0,0 0-1 0 0,-25-21 0 0 0,34 25-1 0 0,0 0-1 0 0,0 0 1 0 0,1-1-1 0 0,0 0 1 0 0,0 0-1 0 0,0 0 1 0 0,1-1 0 0 0,0 1-1 0 0,0-1 1 0 0,-3-12-1 0 0,2 1-6 0 0,2 0 0 0 0,0 0-1 0 0,1 0 1 0 0,1-1 0 0 0,1 1-1 0 0,0-1 1 0 0,2 1 0 0 0,0-1-1 0 0,1 1 1 0 0,1 0 0 0 0,1 0-1 0 0,0 0 1 0 0,2 1 0 0 0,0 0-1 0 0,17-30 1 0 0,-10 23 4 0 0,2 0 0 0 0,0 1 0 0 0,2 1 0 0 0,0 1 0 0 0,1 1 0 0 0,2 0 0 0 0,0 1 0 0 0,1 1 0 0 0,1 2 0 0 0,26-16 0 0 0,-25 20-6 0 0,1 2 0 0 0,0 1 0 0 0,1 1 0 0 0,0 1 0 0 0,50-9 0 0 0,-10 3-10 0 0,-25 3-277 0 0,50-10 732 0 0,-18 15-4509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2:38:06.5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650 128 15576 0 0,'0'0'497'0'0,"1"-4"13"0"0,8-97 2858 0 0,-9 99-3168 0 0,-11-9 418 0 0,1 8-460 0 0,0 1 1 0 0,0 1-1 0 0,0-1 1 0 0,0 1-1 0 0,0 1 1 0 0,0 0-1 0 0,-1 0 1 0 0,1 1 0 0 0,0 1-1 0 0,-14 3 1 0 0,-45 2 625 0 0,56-7-658 0 0,0 0 1 0 0,0 1 0 0 0,0 0 0 0 0,0 1 0 0 0,0 1-1 0 0,0 0 1 0 0,0 0 0 0 0,1 1 0 0 0,0 1 0 0 0,0 0 0 0 0,0 1-1 0 0,0 0 1 0 0,1 1 0 0 0,0 0 0 0 0,1 1 0 0 0,-1 0-1 0 0,-12 14 1 0 0,15-14-78 0 0,-4 3 58 0 0,0 0 0 0 0,1 1 1 0 0,0 1-1 0 0,0 0 0 0 0,-15 27 0 0 0,10-11 17 0 0,1 1 0 0 0,2 1 0 0 0,1 0 0 0 0,1 0 0 0 0,1 1 0 0 0,-6 45 0 0 0,5-1-19 0 0,-16 164 345 0 0,25-206-396 0 0,2 0 1 0 0,1 1 0 0 0,2-1-1 0 0,14 65 1 0 0,-14-90-46 0 0,0 0 0 0 0,1 0 0 0 0,0-1 1 0 0,0 0-1 0 0,1 1 0 0 0,0-2 0 0 0,8 12 0 0 0,49 48 52 0 0,-38-43-44 0 0,-11-14-10 0 0,-1 0 0 0 0,2 0 0 0 0,-1-2-1 0 0,1 0 1 0 0,0 0 0 0 0,1-1 0 0 0,-1-1 0 0 0,2 0 0 0 0,-1-1 0 0 0,21 3 0 0 0,-1-2 22 0 0,0-3 1 0 0,0-1-1 0 0,63-4 1 0 0,105-23 94 0 0,-59-7-58 0 0,-51 9-34 0 0,-53 13-17 0 0,-1-3 0 0 0,-1-1 0 0 0,0-1 0 0 0,47-28-1 0 0,-69 32 5 0 0,0-1-1 0 0,-1 0 0 0 0,-1-1 1 0 0,0 0-1 0 0,0-1 0 0 0,-1-1 0 0 0,-1 0 1 0 0,-1-1-1 0 0,12-20 0 0 0,-8 9 17 0 0,-2 0 0 0 0,0-1 0 0 0,-2-1 1 0 0,-1 0-1 0 0,9-39 0 0 0,-18 55-25 0 0,0 1 1 0 0,0-1-1 0 0,-1 0 1 0 0,-1 1-1 0 0,0-1 0 0 0,-1 0 1 0 0,0 1-1 0 0,-1-1 1 0 0,-7-19-1 0 0,-7-12 44 0 0,-30-54 1 0 0,11 25 17 0 0,28 56-60 0 0,-1 0 0 0 0,0 0 0 0 0,-2 1 0 0 0,0 1 0 0 0,-1 0 0 0 0,0 0 0 0 0,-1 1 0 0 0,-1 0 0 0 0,0 2 0 0 0,-1-1 0 0 0,0 2 0 0 0,-1 0 0 0 0,0 1 0 0 0,-1 0 0 0 0,-27-11 0 0 0,-5-1 74 0 0,-1 3 0 0 0,-84-23-1 0 0,107 36-68 0 0,0 1 0 0 0,0 1 0 0 0,-1 2 0 0 0,1 0 0 0 0,-1 2 0 0 0,-35 4 0 0 0,26 4-17 0 0,24-5 0 0 0,-1 0 0 0 0,1-1 0 0 0,-20 1 0 0 0,7-13 0 0 0,-45-33-3733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2:38:14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887 1 4008 0 0,'0'0'2229'0'0,"-4"0"-850"0"0,-49 3 4155 0 0,44-1-5170 0 0,0 0-1 0 0,1 0 1 0 0,-1 1-1 0 0,-9 4 1 0 0,-15 6 844 0 0,1-2 1 0 0,-1-2 0 0 0,-38 7 0 0 0,-8 2-91 0 0,23-4-487 0 0,-124 38 983 0 0,150-42-1240 0 0,2 2 0 0 0,-1 0 0 0 0,-40 26 0 0 0,59-31-268 0 0,0 0 0 0 0,1 0 0 0 0,0 1 0 0 0,1 0 0 0 0,0 1 0 0 0,0 0 0 0 0,1 0 0 0 0,0 0-1 0 0,0 1 1 0 0,1 0 0 0 0,0 0 0 0 0,-7 19 0 0 0,7-9-18 0 0,0 1 0 0 0,1-1 0 0 0,1 1 0 0 0,0 0 0 0 0,2 0 0 0 0,1 0 0 0 0,1 1 0 0 0,3 34 0 0 0,7 114 202 0 0,-5-69-178 0 0,-5-91-100 0 0,2 21 33 0 0,1 0-1 0 0,13 59 1 0 0,-14-82-37 0 0,0-1 1 0 0,1 1-1 0 0,0-1 1 0 0,0 1-1 0 0,1-1 0 0 0,0 0 1 0 0,0 0-1 0 0,0-1 1 0 0,1 1-1 0 0,0-1 0 0 0,1 0 1 0 0,-1 0-1 0 0,1-1 1 0 0,0 1-1 0 0,0-1 0 0 0,11 6 1 0 0,9 1 37 0 0,-1-2 0 0 0,2 0-1 0 0,-1-2 1 0 0,1-1 0 0 0,50 7 0 0 0,-4 0 19 0 0,-42-8-38 0 0,0-2-1 0 0,0-1 1 0 0,1-1 0 0 0,-1-1 0 0 0,0-2-1 0 0,1-2 1 0 0,-1 0 0 0 0,0-2 0 0 0,-1-2 0 0 0,1 0-1 0 0,54-23 1 0 0,19-29 54 0 0,-86 50-64 0 0,-2-1 0 0 0,1-1 0 0 0,-2-1 0 0 0,1 0 0 0 0,-1-1-1 0 0,-1 0 1 0 0,-1-1 0 0 0,17-22 0 0 0,6-14 18 0 0,38-70 1 0 0,-35 64-5 0 0,-30 46-26 0 0,-2-1 0 0 0,1 0 0 0 0,-1 0 0 0 0,-1 0 0 0 0,0-1 0 0 0,6-15-1 0 0,-5 8 5 0 0,-1 0 0 0 0,-1 0-1 0 0,-1-1 1 0 0,0 1-1 0 0,-2-1 1 0 0,0 0 0 0 0,-1 0-1 0 0,-2-22 1 0 0,-1 25 2 0 0,-1 1 0 0 0,0-1 1 0 0,-1 0-1 0 0,0 1 0 0 0,-2 0 0 0 0,0 0 1 0 0,0 0-1 0 0,-2 1 0 0 0,0 0 0 0 0,-1 0 1 0 0,0 1-1 0 0,-1 0 0 0 0,0 1 1 0 0,-1 0-1 0 0,-1 0 0 0 0,0 1 0 0 0,-1 1 1 0 0,0 0-1 0 0,-25-15 0 0 0,27 20 0 0 0,0 1 0 0 0,-1 0 0 0 0,1 1 0 0 0,-1 0-1 0 0,0 1 1 0 0,-20-3 0 0 0,9 2 8 0 0,12-1-11 0 0,1 3-2 0 0,-51 2 5 0 0,51 0-11 0 0,0 0 0 0 0,2 0-1 0 0,7-1-213 0 0,1 1 1 0 0,-1 0-1 0 0,0-1 1 0 0,0 1-1 0 0,1 0 1 0 0,-1-1-1 0 0,0 1 1 0 0,1-1-1 0 0,-1 1 1 0 0,0-1-1 0 0,1 0 1 0 0,-1 1-1 0 0,1-1 1 0 0,-1 0 0 0 0,1 1-1 0 0,-2-2 1 0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ט"ז/תמוז/תשפ"ג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ט"ז/תמוז/תשפ"ג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ט"ז/תמוז/תשפ"ג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ט"ז/תמוז/תשפ"ג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ט"ז/תמוז/תשפ"ג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ט"ז/תמוז/תשפ"ג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ט"ז/תמוז/תשפ"ג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ט"ז/תמוז/תשפ"ג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ט"ז/תמוז/תשפ"ג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ט"ז/תמוז/תשפ"ג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ט"ז/תמוז/תשפ"ג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ט"ז/תמוז/תשפ"ג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ט"ז/תמוז/תשפ"ג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ט"ז/תמוז/תשפ"ג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ט"ז/תמוז/תשפ"ג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ט"ז/תמוז/תשפ"ג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ט"ז/תמוז/תשפ"ג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ט"ז/תמוז/תשפ"ג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hyperlink" Target="https://www.javatpoint.com/java-util-calendar" TargetMode="Externa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microsoft.com/office/2007/relationships/hdphoto" Target="../media/hdphoto1.wdp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0" Type="http://schemas.openxmlformats.org/officeDocument/2006/relationships/customXml" Target="../ink/ink3.xml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microsoft.com/office/2007/relationships/hdphoto" Target="../media/hdphoto1.wdp"/><Relationship Id="rId7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.xml"/><Relationship Id="rId5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microsoft.com/office/2007/relationships/hdphoto" Target="../media/hdphoto1.wdp"/><Relationship Id="rId7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6.xml"/><Relationship Id="rId5" Type="http://schemas.openxmlformats.org/officeDocument/2006/relationships/image" Target="../media/image15.png"/><Relationship Id="rId4" Type="http://schemas.openxmlformats.org/officeDocument/2006/relationships/image" Target="../media/image4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microsoft.com/office/2007/relationships/hdphoto" Target="../media/hdphoto1.wdp"/><Relationship Id="rId7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8.xml"/><Relationship Id="rId5" Type="http://schemas.openxmlformats.org/officeDocument/2006/relationships/image" Target="../media/image21.png"/><Relationship Id="rId4" Type="http://schemas.openxmlformats.org/officeDocument/2006/relationships/image" Target="../media/image4.png"/><Relationship Id="rId9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microsoft.com/office/2007/relationships/hdphoto" Target="../media/hdphoto1.wdp"/><Relationship Id="rId7" Type="http://schemas.openxmlformats.org/officeDocument/2006/relationships/customXml" Target="../ink/ink10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4.png"/><Relationship Id="rId10" Type="http://schemas.openxmlformats.org/officeDocument/2006/relationships/image" Target="../media/image26.png"/><Relationship Id="rId4" Type="http://schemas.openxmlformats.org/officeDocument/2006/relationships/image" Target="../media/image4.png"/><Relationship Id="rId9" Type="http://schemas.openxmlformats.org/officeDocument/2006/relationships/customXml" Target="../ink/ink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2" name="מלבן 1"/>
          <p:cNvSpPr/>
          <p:nvPr/>
        </p:nvSpPr>
        <p:spPr>
          <a:xfrm>
            <a:off x="1788564" y="2136338"/>
            <a:ext cx="8941871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ברוכים הבאים</a:t>
            </a:r>
          </a:p>
          <a:p>
            <a:pPr algn="ctr"/>
            <a:r>
              <a:rPr lang="he-IL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להשתלמות בהנדסת התכנה</a:t>
            </a:r>
          </a:p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(</a:t>
            </a:r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Android</a:t>
            </a:r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)</a:t>
            </a:r>
            <a:endParaRPr lang="he-IL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C5EB78-2199-8F06-BF63-27D935A65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2" name="מלבן 1"/>
          <p:cNvSpPr/>
          <p:nvPr/>
        </p:nvSpPr>
        <p:spPr>
          <a:xfrm>
            <a:off x="3777908" y="1983266"/>
            <a:ext cx="4636206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he-IL" sz="5400" b="1" dirty="0">
                <a:ln/>
                <a:solidFill>
                  <a:schemeClr val="accent3"/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תיבות דו-שיח</a:t>
            </a:r>
          </a:p>
          <a:p>
            <a:pPr algn="ctr"/>
            <a:r>
              <a:rPr lang="he-IL" sz="5400" b="1" dirty="0">
                <a:ln/>
                <a:solidFill>
                  <a:schemeClr val="accent3"/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תאריך וזמן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C5EB78-2199-8F06-BF63-27D935A65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434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3455704" y="-64493"/>
            <a:ext cx="528061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תיבות דו-שיח תאריך וזמן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986116" y="2022095"/>
            <a:ext cx="8042787" cy="39703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תיבות דו-שיח עבור תאריך וזמן מאפשרות בצורה קלה ופשוטה, אבל גם בטוחה ומגוונת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לבחור תאיך וזמן.</a:t>
            </a:r>
          </a:p>
          <a:p>
            <a:pPr algn="ctr" rtl="1"/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תיבות האלה לא מופיעות ברשימת רכיבים,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יוצרים אותן דרך פקודות ופעולות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של שפת </a:t>
            </a:r>
            <a:r>
              <a:rPr lang="en-US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Java</a:t>
            </a:r>
            <a:endParaRPr lang="he-IL" sz="36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94431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3455704" y="-64493"/>
            <a:ext cx="528061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תיבות דו-שיח תאריך וזמן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2243947" y="1294132"/>
            <a:ext cx="8042787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בכלים האלה משתמשים ביחד עם שימוש במחלקת עזר פנימית של שפת </a:t>
            </a:r>
            <a:r>
              <a:rPr lang="en-US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Java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,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מחלקת </a:t>
            </a:r>
            <a:r>
              <a:rPr lang="en-US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Calendar</a:t>
            </a:r>
          </a:p>
        </p:txBody>
      </p:sp>
      <p:pic>
        <p:nvPicPr>
          <p:cNvPr id="6" name="Picture 5">
            <a:hlinkClick r:id="rId5"/>
            <a:extLst>
              <a:ext uri="{FF2B5EF4-FFF2-40B4-BE49-F238E27FC236}">
                <a16:creationId xmlns:a16="http://schemas.microsoft.com/office/drawing/2014/main" id="{C7477D90-D8C4-C4AB-B05D-6F7CF372FC9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4301" r="9839"/>
          <a:stretch/>
        </p:blipFill>
        <p:spPr>
          <a:xfrm>
            <a:off x="2336724" y="3257910"/>
            <a:ext cx="8409935" cy="126044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5C6DFB7-A891-AC9E-8334-8472CDACA178}"/>
              </a:ext>
            </a:extLst>
          </p:cNvPr>
          <p:cNvSpPr/>
          <p:nvPr/>
        </p:nvSpPr>
        <p:spPr>
          <a:xfrm>
            <a:off x="2074606" y="5240702"/>
            <a:ext cx="804278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מספר פעולות למחלקה הוא פשוט מדהים...</a:t>
            </a:r>
            <a:endParaRPr lang="en-US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04673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3455704" y="-64493"/>
            <a:ext cx="528061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תיבות דו-שיח תאריך וזמן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2074605" y="1016317"/>
            <a:ext cx="804278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מספר פעולות למחלקה הוא פשוט מדהים...</a:t>
            </a:r>
            <a:endParaRPr lang="en-US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392989-E0EA-92E3-2D83-08F737E688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896" y="1818082"/>
            <a:ext cx="6530421" cy="807131"/>
          </a:xfrm>
          <a:prstGeom prst="rect">
            <a:avLst/>
          </a:prstGeom>
        </p:spPr>
      </p:pic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3B86CEEC-508A-5B8A-6210-75F0D77CDFFB}"/>
              </a:ext>
            </a:extLst>
          </p:cNvPr>
          <p:cNvSpPr/>
          <p:nvPr/>
        </p:nvSpPr>
        <p:spPr>
          <a:xfrm>
            <a:off x="2408903" y="3416820"/>
            <a:ext cx="2243947" cy="807131"/>
          </a:xfrm>
          <a:prstGeom prst="wedgeRectCallout">
            <a:avLst>
              <a:gd name="adj1" fmla="val 139974"/>
              <a:gd name="adj2" fmla="val 296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 dirty="0"/>
              <a:t>מקבלים</a:t>
            </a:r>
          </a:p>
          <a:p>
            <a:pPr algn="ctr"/>
            <a:r>
              <a:rPr lang="he-IL" sz="2000" dirty="0"/>
              <a:t>"הרגע העכשווי"</a:t>
            </a:r>
            <a:endParaRPr lang="en-US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C1C0DDE-9093-3DA1-7ABF-02D3EC162B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5935" y="3845166"/>
            <a:ext cx="5299507" cy="2522055"/>
          </a:xfrm>
          <a:prstGeom prst="rect">
            <a:avLst/>
          </a:prstGeom>
        </p:spPr>
      </p:pic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34038D94-3B50-57E6-A201-254BFBDBA117}"/>
              </a:ext>
            </a:extLst>
          </p:cNvPr>
          <p:cNvSpPr/>
          <p:nvPr/>
        </p:nvSpPr>
        <p:spPr>
          <a:xfrm>
            <a:off x="2303472" y="4891658"/>
            <a:ext cx="2243947" cy="807131"/>
          </a:xfrm>
          <a:prstGeom prst="wedgeRectCallout">
            <a:avLst>
              <a:gd name="adj1" fmla="val 139974"/>
              <a:gd name="adj2" fmla="val 296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 dirty="0"/>
              <a:t>מקבלים</a:t>
            </a:r>
          </a:p>
          <a:p>
            <a:pPr algn="ctr"/>
            <a:r>
              <a:rPr lang="he-IL" sz="2000" dirty="0"/>
              <a:t>ערכים דרושים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2412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3455704" y="-64493"/>
            <a:ext cx="528061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תיבות דו-שיח תאריך וזמן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936954" y="1286240"/>
            <a:ext cx="8042787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מתחילים לצור תיבת דו-שיח לבחירת זמן...</a:t>
            </a:r>
          </a:p>
          <a:p>
            <a:pPr algn="ctr" rtl="1"/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בינתיים חסרים כמה דברים חשובים...</a:t>
            </a:r>
            <a:endParaRPr lang="he-IL" sz="36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6E31FC-CCF7-A134-7307-6F79BB9E7F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151" y="3733018"/>
            <a:ext cx="10659754" cy="238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652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3455704" y="-64493"/>
            <a:ext cx="528061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תיבות דו-שיח תאריך וזמן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2074606" y="860925"/>
            <a:ext cx="8042787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מכוונים שעון בתיבה ל"רגע העכשווי"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וגם מאפשרים תצוגת זמן בסגנות "24 שעות"</a:t>
            </a:r>
            <a:endParaRPr lang="he-IL" sz="36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7CC86B-9371-B573-370D-849092F611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0521" y="2908797"/>
            <a:ext cx="9650079" cy="277424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494A12C-9E26-84F7-8104-190963D80A09}"/>
                  </a:ext>
                </a:extLst>
              </p14:cNvPr>
              <p14:cNvContentPartPr/>
              <p14:nvPr/>
            </p14:nvContentPartPr>
            <p14:xfrm>
              <a:off x="2140537" y="5135044"/>
              <a:ext cx="2853360" cy="6904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494A12C-9E26-84F7-8104-190963D80A0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31537" y="5126044"/>
                <a:ext cx="2871000" cy="70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C24D884-CB1F-FE0A-D182-6A45BE8DB020}"/>
                  </a:ext>
                </a:extLst>
              </p14:cNvPr>
              <p14:cNvContentPartPr/>
              <p14:nvPr/>
            </p14:nvContentPartPr>
            <p14:xfrm>
              <a:off x="6289897" y="5176084"/>
              <a:ext cx="724320" cy="6796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C24D884-CB1F-FE0A-D182-6A45BE8DB02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81257" y="5167084"/>
                <a:ext cx="741960" cy="69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0DE146C-7E76-ED9B-DC7C-BFBC69215D1F}"/>
                  </a:ext>
                </a:extLst>
              </p14:cNvPr>
              <p14:cNvContentPartPr/>
              <p14:nvPr/>
            </p14:nvContentPartPr>
            <p14:xfrm>
              <a:off x="7157497" y="5365444"/>
              <a:ext cx="80640" cy="3535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0DE146C-7E76-ED9B-DC7C-BFBC69215D1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103497" y="5257444"/>
                <a:ext cx="188280" cy="56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2740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3455704" y="-64493"/>
            <a:ext cx="528061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תיבות דו-שיח תאריך וזמן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2074606" y="860925"/>
            <a:ext cx="8042787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פרמטרים בפעולה </a:t>
            </a:r>
            <a:r>
              <a:rPr lang="en-US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onTimeSet</a:t>
            </a:r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יקבלו ערכים אחרי שמשתמש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אבחר את הזמן המתאים</a:t>
            </a:r>
            <a:endParaRPr lang="he-IL" sz="36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7CC86B-9371-B573-370D-849092F611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0521" y="2908797"/>
            <a:ext cx="9650079" cy="277424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E506169-D336-9959-6959-25C4D4B84D72}"/>
              </a:ext>
            </a:extLst>
          </p:cNvPr>
          <p:cNvGrpSpPr/>
          <p:nvPr/>
        </p:nvGrpSpPr>
        <p:grpSpPr>
          <a:xfrm>
            <a:off x="8135617" y="3900244"/>
            <a:ext cx="3081240" cy="793080"/>
            <a:chOff x="8135617" y="3900244"/>
            <a:chExt cx="3081240" cy="79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B6DB651-5E39-FEF4-6E9C-431EBB4C304B}"/>
                    </a:ext>
                  </a:extLst>
                </p14:cNvPr>
                <p14:cNvContentPartPr/>
                <p14:nvPr/>
              </p14:nvContentPartPr>
              <p14:xfrm>
                <a:off x="8135617" y="3900244"/>
                <a:ext cx="1362600" cy="793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B6DB651-5E39-FEF4-6E9C-431EBB4C304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126617" y="3891244"/>
                  <a:ext cx="1380240" cy="81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6C980F0-09C7-1351-D335-BC4F4DB4D099}"/>
                    </a:ext>
                  </a:extLst>
                </p14:cNvPr>
                <p14:cNvContentPartPr/>
                <p14:nvPr/>
              </p14:nvContentPartPr>
              <p14:xfrm>
                <a:off x="10155937" y="3940924"/>
                <a:ext cx="1060920" cy="699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6C980F0-09C7-1351-D335-BC4F4DB4D09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147297" y="3931924"/>
                  <a:ext cx="1078560" cy="717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08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3455704" y="-64493"/>
            <a:ext cx="528061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תיבות דו-שיח תאריך וזמן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986114" y="806779"/>
            <a:ext cx="8042787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קולטים בחירת המשתמש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תוך הצגת תיבה</a:t>
            </a:r>
            <a:endParaRPr lang="he-IL" sz="36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A6A008-F48E-C604-73E9-E67A1776E4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0027" y="2452118"/>
            <a:ext cx="9101467" cy="33292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A5D8AD5-CA1B-E220-85AE-5D903DA4BE9C}"/>
                  </a:ext>
                </a:extLst>
              </p14:cNvPr>
              <p14:cNvContentPartPr/>
              <p14:nvPr/>
            </p14:nvContentPartPr>
            <p14:xfrm>
              <a:off x="2810137" y="3971884"/>
              <a:ext cx="2933280" cy="8550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A5D8AD5-CA1B-E220-85AE-5D903DA4BE9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01497" y="3962884"/>
                <a:ext cx="2950920" cy="87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62CAB18-5B3A-851C-74C8-685E1A96E56A}"/>
                  </a:ext>
                </a:extLst>
              </p14:cNvPr>
              <p14:cNvContentPartPr/>
              <p14:nvPr/>
            </p14:nvContentPartPr>
            <p14:xfrm>
              <a:off x="1938217" y="5456164"/>
              <a:ext cx="1940760" cy="4359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62CAB18-5B3A-851C-74C8-685E1A96E56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29577" y="5447524"/>
                <a:ext cx="1958400" cy="45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7336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3455704" y="-64493"/>
            <a:ext cx="528061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תיבות דו-שיח תאריך וזמן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986114" y="806779"/>
            <a:ext cx="8042787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קולטים בחירת המשתמש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תוך הצגת תיבה</a:t>
            </a:r>
            <a:endParaRPr lang="he-IL" sz="36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A6A008-F48E-C604-73E9-E67A1776E4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5331" y="2722129"/>
            <a:ext cx="5819592" cy="21287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DE46D4-7619-94E7-2E58-082983C70C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874" y="1511728"/>
            <a:ext cx="2338115" cy="519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843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3455704" y="-64493"/>
            <a:ext cx="528061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תיבות דו-שיח תאריך וזמן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2074606" y="871721"/>
            <a:ext cx="8042787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בצורה ממש, אבל ממש דומה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יוצרים ומשתמשים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בתיבת דו-שיח לבחירת התאריך</a:t>
            </a:r>
            <a:endParaRPr lang="he-IL" sz="36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920FD0-1EEB-87EB-89E8-E2512A4CDA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0974" y="2855897"/>
            <a:ext cx="9709247" cy="351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329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3455704" y="-64493"/>
            <a:ext cx="528061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תיבות דו-שיח תאריך וזמן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F7B607-92A6-1EE3-66E3-2EB23CDB70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3892" y="1409896"/>
            <a:ext cx="2427463" cy="53943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9A4BA6-EFCB-7F9F-1208-D7FA36AC51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640" y="2564749"/>
            <a:ext cx="7590178" cy="275105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568D87F-3823-CD62-9EC5-DA3F99380993}"/>
              </a:ext>
            </a:extLst>
          </p:cNvPr>
          <p:cNvSpPr/>
          <p:nvPr/>
        </p:nvSpPr>
        <p:spPr>
          <a:xfrm>
            <a:off x="1986114" y="806779"/>
            <a:ext cx="8042787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קולטים בחירת המשתמש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תוך הצגת תיבה</a:t>
            </a:r>
            <a:endParaRPr lang="he-IL" sz="36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865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3455704" y="-64493"/>
            <a:ext cx="528061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תיבות דו-שיח תאריך וזמן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2074606" y="693151"/>
            <a:ext cx="8042787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אפשר לחסום בחירת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תערך מהעבר</a:t>
            </a:r>
            <a:endParaRPr lang="he-IL" sz="36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F246EB-1D0C-6F45-F80F-D9336FE54E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426" y="2023228"/>
            <a:ext cx="10477554" cy="406294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C520B6C-1BDF-E01F-42A1-9F7D225EC07E}"/>
                  </a:ext>
                </a:extLst>
              </p14:cNvPr>
              <p14:cNvContentPartPr/>
              <p14:nvPr/>
            </p14:nvContentPartPr>
            <p14:xfrm>
              <a:off x="1261417" y="5547716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C520B6C-1BDF-E01F-42A1-9F7D225EC07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52417" y="553871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2F9B620-B39C-6087-C1F7-EF55134E77C1}"/>
                  </a:ext>
                </a:extLst>
              </p14:cNvPr>
              <p14:cNvContentPartPr/>
              <p14:nvPr/>
            </p14:nvContentPartPr>
            <p14:xfrm>
              <a:off x="1020217" y="5325236"/>
              <a:ext cx="7460280" cy="613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2F9B620-B39C-6087-C1F7-EF55134E77C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11577" y="5316596"/>
                <a:ext cx="7477920" cy="63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2692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</a:extLst>
          </a:blip>
          <a:stretch>
            <a:fillRect/>
          </a:stretch>
        </p:blipFill>
        <p:spPr>
          <a:xfrm>
            <a:off x="10286734" y="0"/>
            <a:ext cx="1905266" cy="1409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sp>
        <p:nvSpPr>
          <p:cNvPr id="5" name="מלבן 4"/>
          <p:cNvSpPr/>
          <p:nvPr/>
        </p:nvSpPr>
        <p:spPr>
          <a:xfrm>
            <a:off x="3455704" y="-64493"/>
            <a:ext cx="528061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תיבות דו-שיח תאריך וזמן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033FEA-C90B-F134-AE53-1B96F4EF61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0677" y="822936"/>
            <a:ext cx="2640295" cy="58673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9313E4-C82C-956A-B754-CCABBC227C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5705" y="822936"/>
            <a:ext cx="2640296" cy="586732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F74233F-AD05-A7DD-EE6F-F9504FFBB4D8}"/>
                  </a:ext>
                </a:extLst>
              </p14:cNvPr>
              <p14:cNvContentPartPr/>
              <p14:nvPr/>
            </p14:nvContentPartPr>
            <p14:xfrm>
              <a:off x="3916057" y="3557996"/>
              <a:ext cx="518400" cy="4658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F74233F-AD05-A7DD-EE6F-F9504FFBB4D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07417" y="3549356"/>
                <a:ext cx="536040" cy="48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9FEABED-6515-B27A-75DD-B1ED5D899393}"/>
                  </a:ext>
                </a:extLst>
              </p14:cNvPr>
              <p14:cNvContentPartPr/>
              <p14:nvPr/>
            </p14:nvContentPartPr>
            <p14:xfrm>
              <a:off x="7762657" y="3543236"/>
              <a:ext cx="477360" cy="4395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9FEABED-6515-B27A-75DD-B1ED5D89939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54017" y="3534596"/>
                <a:ext cx="495000" cy="45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62933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2741</TotalTime>
  <Words>204</Words>
  <Application>Microsoft Office PowerPoint</Application>
  <PresentationFormat>Widescreen</PresentationFormat>
  <Paragraphs>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Assistant</vt:lpstr>
      <vt:lpstr>Levenim MT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240</cp:revision>
  <dcterms:created xsi:type="dcterms:W3CDTF">2019-01-05T16:01:25Z</dcterms:created>
  <dcterms:modified xsi:type="dcterms:W3CDTF">2023-07-05T12:40:17Z</dcterms:modified>
</cp:coreProperties>
</file>