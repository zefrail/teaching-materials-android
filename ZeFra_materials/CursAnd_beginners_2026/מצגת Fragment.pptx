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88" r:id="rId3"/>
    <p:sldId id="264" r:id="rId4"/>
    <p:sldId id="303" r:id="rId5"/>
    <p:sldId id="289" r:id="rId6"/>
    <p:sldId id="293" r:id="rId7"/>
    <p:sldId id="258" r:id="rId8"/>
    <p:sldId id="265" r:id="rId9"/>
    <p:sldId id="260" r:id="rId10"/>
    <p:sldId id="268" r:id="rId11"/>
    <p:sldId id="291" r:id="rId12"/>
    <p:sldId id="259" r:id="rId13"/>
    <p:sldId id="269" r:id="rId14"/>
    <p:sldId id="272" r:id="rId15"/>
    <p:sldId id="270" r:id="rId16"/>
    <p:sldId id="271" r:id="rId17"/>
    <p:sldId id="276" r:id="rId18"/>
    <p:sldId id="274" r:id="rId19"/>
    <p:sldId id="277" r:id="rId20"/>
    <p:sldId id="278" r:id="rId21"/>
    <p:sldId id="295" r:id="rId22"/>
    <p:sldId id="280" r:id="rId23"/>
    <p:sldId id="279" r:id="rId24"/>
    <p:sldId id="296" r:id="rId25"/>
    <p:sldId id="297" r:id="rId26"/>
    <p:sldId id="298" r:id="rId27"/>
    <p:sldId id="299" r:id="rId28"/>
    <p:sldId id="300" r:id="rId29"/>
    <p:sldId id="301" r:id="rId30"/>
    <p:sldId id="302" r:id="rId3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סגנון ביניים 2 - הדגשה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96A247-E3D1-174D-3E50-5223C0D6E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AF30890-BB56-36AC-BC27-7BBFB923E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870EA46-CB11-83A7-6C6E-1DF8F72C4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4437172-528D-A067-2E05-D9E05CD3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86AD917-7AA3-BC23-C7D8-A2338C8E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2678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25085B-4B73-64E2-C442-05A20F8B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A585C49-595F-F36B-94D4-2AAFC5BA1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0A67232-B178-5941-41E1-C8746DF4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7A94BD-D2A7-5E4D-2D70-9D09ED243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83E57EE-1162-5E89-1346-EA4218F2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8244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A8BAA2-FF4C-34BF-EB14-DF59FDD7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19AAD6F-3019-F83F-2276-A0928AA31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95C8E7-C9E6-878A-C078-D99BE63B3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037E894-FBB1-D724-9376-1EC3752D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4DC30A6-469B-96EF-BBC2-592209F0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621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742B8D2-62D8-950E-A88D-CFC628D2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64897C4-4904-1B15-0EC4-D6AEE1697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EBF75A5-A8DA-2B70-F64A-87940709C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C8F8C76-E4A1-47D5-177D-50931A489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2F3AE8D-3B3E-2B7A-7BAF-0BEF1608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4F68870-6838-9F21-5025-64542554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375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10072D-F247-7428-2186-BB4C8F0D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1821443-7D9E-C456-11DE-991925FA5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2005BDA-BC82-3406-B95D-22C7324C5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C0D2BE0-3C04-065D-7461-B4273C60F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96844F6-B1A1-CEAA-4746-AAACC1FB0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AD3F5FF-81A8-4D7C-2830-1139E172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266F308-0408-783A-D167-0B875A4F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174604F-88A8-31A9-6C5D-6059C10B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06064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004744-EDCF-295F-6862-0E493DDC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E291ACE-01E9-1DD8-DC31-44BA8EE9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24DE0CA-9A46-9ED3-4403-47F5DE7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3C3DB9C-05D0-55E5-74F1-A5D6EE9E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460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BBB5C38-D80F-84B1-7C83-0EAFEDFB3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8389031-5D22-87CD-4F3C-17C6AA5A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5BEE62D-722B-7752-B509-B904D017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600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3C8744-D2ED-2660-6F86-E3793CA90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CCC397-BAEC-78B2-8434-4339AC1CB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E799E1F-BB89-17E8-9EBE-B9AAD9F71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28A0419-D396-56EC-13A1-060DF62D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909F96A-598A-EA27-6297-3B37FA76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4C821A9-4AA9-85F5-78C1-244134FE9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1486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81A39A-4E24-DF7B-285A-6D82CD57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91D8480-7FF4-AB7B-8BC5-15662B06A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849A6FD-54F1-3784-9255-63F993D8F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C357C28-A320-ED3E-2D70-819DF140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F7177F5-02BB-303B-1572-DEAAF1C9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07ECE04-731F-BEA6-587E-D77EA265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1889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F96997-C442-FE2A-F6E6-C00C10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03731E1-E9A1-4F37-8529-9E999E686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659D40A-BFB5-8E37-E84A-D88ED5CD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2A82652-9731-AC7B-56C6-06113894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8621FA2-5D25-B17B-8B33-FA1D4A27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0116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B18B2FF-ECFE-C97E-B365-6E6683CFF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B241A1C-4D7C-E6D7-5163-10DD8CC78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D8452DC-84C6-C258-37EB-C15B505FD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4954019-8ACA-9560-BFA1-674E570D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C00C619-75DE-9A61-47B4-213674CD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37993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5C2E6E1-5401-8F15-AEDE-523BE636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6B965F1-3513-EEAD-31AC-0F9E43773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9906282-A192-19D2-C267-AD99735B6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C19EB-2BE3-4F9C-9FCC-F032F49B2DD5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EE2F225-EB94-27B4-11B3-9A5EDB497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45C1D1C-6ECE-F07E-7AF5-C946171FB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4DB22-02A8-4AF7-B6BD-0E516ACC0D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527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811B47E-8403-F6A5-A802-EFCF79B1A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664972"/>
            <a:ext cx="9144000" cy="2764028"/>
          </a:xfrm>
        </p:spPr>
        <p:txBody>
          <a:bodyPr anchor="ctr"/>
          <a:lstStyle/>
          <a:p>
            <a:r>
              <a:rPr lang="en-US" sz="7200" dirty="0"/>
              <a:t>Fragment</a:t>
            </a:r>
            <a:endParaRPr lang="he-IL" sz="72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3A650E9-3FE0-5BAC-10E6-5D36A2FDF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7325" y="2617787"/>
            <a:ext cx="8734425" cy="1936306"/>
          </a:xfrm>
        </p:spPr>
        <p:txBody>
          <a:bodyPr anchor="ctr"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3600" dirty="0"/>
              <a:t>קטע במסך שניתן לעצב אותו כרצוננו ולשים בו כל אלמנט מסוג </a:t>
            </a:r>
            <a:r>
              <a:rPr lang="en-US" sz="3600" dirty="0"/>
              <a:t>view</a:t>
            </a:r>
            <a:r>
              <a:rPr lang="he-IL" sz="3600" dirty="0"/>
              <a:t>, נתייחס אליו כמסך לכל דבר.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619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E01CB99-4AA3-0442-784A-BFC5879A6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השימושים הנפוצים של Fragment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869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2B2755B-098D-8F27-80A8-A8DEA34D3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8" y="1355744"/>
            <a:ext cx="4501630" cy="390858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he-IL" sz="3600" dirty="0"/>
              <a:t>במקום ליצור כמה מסכים ולעבור ביניהם – ניצור מסך אחד שבתוכו יהיה מיכל כך שבכל פעם שנצטרך נשים בו </a:t>
            </a:r>
            <a:r>
              <a:rPr lang="en-US" sz="3600" dirty="0"/>
              <a:t>Fragment</a:t>
            </a:r>
            <a:r>
              <a:rPr lang="he-IL" sz="3600" dirty="0"/>
              <a:t> אחר על פי בחירת המשתמש.</a:t>
            </a:r>
          </a:p>
          <a:p>
            <a:pPr marL="0" indent="0">
              <a:buNone/>
            </a:pPr>
            <a:endParaRPr lang="he-IL" sz="2000" dirty="0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B19C49A1-3BB2-B158-329F-E30C2B00C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617410"/>
            <a:ext cx="6155141" cy="36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4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1EDA02D-342E-4A9E-8591-849D66E6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781" y="1414462"/>
            <a:ext cx="5029200" cy="4029075"/>
          </a:xfrm>
        </p:spPr>
        <p:txBody>
          <a:bodyPr/>
          <a:lstStyle/>
          <a:p>
            <a:r>
              <a:rPr lang="he-IL" dirty="0"/>
              <a:t>כאן מוצג אותו מסך כך שבכל פעם מופיע בו קטע (</a:t>
            </a:r>
            <a:r>
              <a:rPr lang="en-US" dirty="0"/>
              <a:t>fragment</a:t>
            </a:r>
            <a:r>
              <a:rPr lang="he-IL" dirty="0"/>
              <a:t>) שונה במקום שני מסכים שונים.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A5EDC1F1-D63A-7AD3-C8B4-800986D7D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5371" y="745560"/>
            <a:ext cx="2761780" cy="5806006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6FB7F068-77DC-BD4D-BB92-667474AFE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69" y="745560"/>
            <a:ext cx="2691105" cy="580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6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2B2755B-098D-8F27-80A8-A8DEA34D3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8" y="1355744"/>
            <a:ext cx="4501630" cy="3908586"/>
          </a:xfrm>
        </p:spPr>
        <p:txBody>
          <a:bodyPr>
            <a:normAutofit fontScale="77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he-IL" sz="3600" dirty="0"/>
              <a:t>ניתן באותו מסך לשים מספר </a:t>
            </a:r>
            <a:r>
              <a:rPr lang="en-US" sz="3600" dirty="0"/>
              <a:t>fragments</a:t>
            </a:r>
            <a:r>
              <a:rPr lang="he-IL" sz="3600" dirty="0"/>
              <a:t> ובכך לחלק את המסך לכמה קטעים. השליטה על כל </a:t>
            </a:r>
            <a:r>
              <a:rPr lang="en-US" sz="3600" dirty="0"/>
              <a:t>fragment</a:t>
            </a:r>
            <a:r>
              <a:rPr lang="he-IL" sz="3600" dirty="0"/>
              <a:t> תהיה בתוך ה </a:t>
            </a:r>
            <a:r>
              <a:rPr lang="en-US" sz="3600" dirty="0"/>
              <a:t>fragment</a:t>
            </a:r>
            <a:r>
              <a:rPr lang="he-IL" sz="3600" dirty="0"/>
              <a:t> בדומה לשליטה על אקטיביטי.</a:t>
            </a:r>
          </a:p>
          <a:p>
            <a:pPr marL="0" indent="0">
              <a:buNone/>
            </a:pPr>
            <a:endParaRPr lang="he-IL" sz="3600" dirty="0"/>
          </a:p>
          <a:p>
            <a:pPr marL="0" indent="0">
              <a:buNone/>
            </a:pPr>
            <a:endParaRPr lang="he-IL" sz="2000" dirty="0"/>
          </a:p>
        </p:txBody>
      </p:sp>
      <p:pic>
        <p:nvPicPr>
          <p:cNvPr id="2" name="מציין מיקום תוכן 4">
            <a:extLst>
              <a:ext uri="{FF2B5EF4-FFF2-40B4-BE49-F238E27FC236}">
                <a16:creationId xmlns:a16="http://schemas.microsoft.com/office/drawing/2014/main" id="{75D21F55-46D1-ABDC-C449-CDF2C2742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759" y="1543050"/>
            <a:ext cx="673417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11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B2E1E8-8A07-2EEF-6BA4-8A8510287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1325563"/>
          </a:xfrm>
        </p:spPr>
        <p:txBody>
          <a:bodyPr/>
          <a:lstStyle/>
          <a:p>
            <a:pPr algn="ctr"/>
            <a:r>
              <a:rPr lang="he-IL" dirty="0"/>
              <a:t>תוספות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0A33D70-4406-7DA6-BC80-C8977049F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48"/>
            <a:ext cx="10515600" cy="52624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he-IL" dirty="0"/>
          </a:p>
          <a:p>
            <a:pPr marL="514350" indent="-514350">
              <a:lnSpc>
                <a:spcPct val="170000"/>
              </a:lnSpc>
              <a:buAutoNum type="arabicPeriod"/>
            </a:pPr>
            <a:r>
              <a:rPr lang="he-IL" dirty="0"/>
              <a:t>כשיוצרים פרויקט לא לסמן בריבוע הזה (סימון כאן אומר שאתם מבקשים להימנע מלהשתמש בספריות חדשות ובדוגמה כאן משתמשים בספרייה חדשה) במידה ותסמנו תצטרכו להשתמש בספרייה ישנה יותר.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2. נכנסים ל </a:t>
            </a:r>
            <a:r>
              <a:rPr lang="en-US" dirty="0" err="1"/>
              <a:t>build.gradle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    מוסיפים בתוך </a:t>
            </a:r>
            <a:r>
              <a:rPr lang="en-US" dirty="0"/>
              <a:t>dependencies</a:t>
            </a:r>
            <a:endParaRPr lang="he-IL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he-IL" dirty="0"/>
              <a:t>3. לוחצים על </a:t>
            </a:r>
            <a:r>
              <a:rPr lang="en-US" dirty="0"/>
              <a:t>sync</a:t>
            </a:r>
            <a:endParaRPr lang="he-IL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C4BCBAFF-E571-89E9-F0FB-6C99800E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006" y="5211439"/>
            <a:ext cx="6390587" cy="44291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F3722738-D562-5C70-D775-A344A8CDA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575" y="3429000"/>
            <a:ext cx="479107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8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8F3B1E8-C35E-8F47-F655-B8B6E529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089" y="-81442"/>
            <a:ext cx="10506456" cy="1414496"/>
          </a:xfrm>
        </p:spPr>
        <p:txBody>
          <a:bodyPr anchor="b">
            <a:normAutofit/>
          </a:bodyPr>
          <a:lstStyle/>
          <a:p>
            <a:pPr algn="ctr"/>
            <a:r>
              <a:rPr lang="he-IL" sz="6000" dirty="0"/>
              <a:t>יצירת </a:t>
            </a:r>
            <a:r>
              <a:rPr lang="en-US" sz="6000" dirty="0"/>
              <a:t>Fragment</a:t>
            </a:r>
            <a:endParaRPr lang="he-IL" sz="6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6773B82-77F0-FD53-FF92-68FB6E28E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41" y="1599549"/>
            <a:ext cx="10509504" cy="3804174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he-IL" sz="3600" dirty="0"/>
              <a:t>ניצור מחלקה חדשה שתירש מ </a:t>
            </a:r>
            <a:r>
              <a:rPr lang="en-US" sz="3600" dirty="0"/>
              <a:t>Fragment</a:t>
            </a:r>
            <a:endParaRPr lang="he-IL" sz="36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/>
              <a:t>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/>
              <a:t>2. ניצור קובץ </a:t>
            </a:r>
            <a:r>
              <a:rPr lang="en-US" sz="3600" dirty="0"/>
              <a:t>resource layout</a:t>
            </a:r>
            <a:r>
              <a:rPr lang="he-IL" sz="3600" dirty="0"/>
              <a:t> חדש שבו נעצב את ה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/>
              <a:t>    </a:t>
            </a:r>
            <a:r>
              <a:rPr lang="en-US" sz="3600" dirty="0"/>
              <a:t>fragment</a:t>
            </a:r>
            <a:r>
              <a:rPr lang="he-IL" sz="3600" dirty="0"/>
              <a:t> כרצוננו.</a:t>
            </a:r>
          </a:p>
          <a:p>
            <a:pPr marL="0" indent="0">
              <a:buNone/>
            </a:pPr>
            <a:endParaRPr lang="he-IL" sz="36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BB92FCC-8A05-C4C0-CD45-284235622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41" y="2591477"/>
            <a:ext cx="8217328" cy="682251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94EADDA5-4C40-BE8C-CE0E-1108D6B84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31" y="4417919"/>
            <a:ext cx="3592114" cy="174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2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6AAC3D5-29FF-58D1-A29B-21A8418B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5" y="1700987"/>
            <a:ext cx="10349204" cy="3865937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dirty="0"/>
              <a:t>3</a:t>
            </a:r>
            <a:r>
              <a:rPr lang="he-IL" sz="3600" dirty="0"/>
              <a:t>. בתוך המחלקה של ה </a:t>
            </a:r>
            <a:r>
              <a:rPr lang="en-US" sz="3600" dirty="0"/>
              <a:t>fragment</a:t>
            </a:r>
            <a:r>
              <a:rPr lang="he-IL" sz="3600" dirty="0"/>
              <a:t> נממש את הפעולה </a:t>
            </a:r>
            <a:r>
              <a:rPr lang="en-US" sz="3600" dirty="0"/>
              <a:t>onCreateView</a:t>
            </a:r>
            <a:r>
              <a:rPr lang="he-IL" sz="3600" dirty="0"/>
              <a:t> שתופעל כאשר ה </a:t>
            </a:r>
            <a:r>
              <a:rPr lang="en-US" sz="3600" dirty="0"/>
              <a:t>fragment</a:t>
            </a:r>
            <a:r>
              <a:rPr lang="he-IL" sz="3600" dirty="0"/>
              <a:t> נוצר. היא תחזיר לנו </a:t>
            </a:r>
            <a:r>
              <a:rPr lang="en-US" sz="3600" dirty="0"/>
              <a:t>view </a:t>
            </a:r>
            <a:r>
              <a:rPr lang="he-IL" sz="3600" dirty="0"/>
              <a:t> חדש מנופח לפי ה </a:t>
            </a:r>
            <a:r>
              <a:rPr lang="en-US" sz="3600" dirty="0"/>
              <a:t>layout</a:t>
            </a:r>
            <a:r>
              <a:rPr lang="he-IL" sz="3600" dirty="0"/>
              <a:t> שבנינו. השליטה על ה </a:t>
            </a:r>
            <a:r>
              <a:rPr lang="en-US" sz="3600" dirty="0"/>
              <a:t>fragment </a:t>
            </a:r>
            <a:r>
              <a:rPr lang="he-IL" sz="3600" dirty="0"/>
              <a:t> (הוספת מאזינים ומימושם, הודעות, העברת נתונים ל </a:t>
            </a:r>
            <a:r>
              <a:rPr lang="en-US" sz="3600" dirty="0"/>
              <a:t>fragment</a:t>
            </a:r>
            <a:r>
              <a:rPr lang="he-IL" sz="3600" dirty="0"/>
              <a:t> אחר, שליפת נתונים וכו') מתבצעת בתוך הפעולה הזו.</a:t>
            </a:r>
          </a:p>
          <a:p>
            <a:endParaRPr lang="he-I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75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347CC6F-5077-223D-5B03-A3F40F78F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he-IL" sz="4000" dirty="0"/>
              <a:t>יצירת האקטיביטי שבתוכו יהיה ה </a:t>
            </a:r>
            <a:r>
              <a:rPr lang="en-US" sz="4000" dirty="0"/>
              <a:t>Fragment</a:t>
            </a:r>
            <a:endParaRPr lang="he-IL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85208E0-E2C7-1E63-31FE-076F6AFA5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3600" dirty="0"/>
              <a:t>נוסיף לקובץ ה </a:t>
            </a:r>
            <a:r>
              <a:rPr lang="en-US" sz="3600" dirty="0"/>
              <a:t>xml</a:t>
            </a:r>
            <a:r>
              <a:rPr lang="he-IL" sz="3600" dirty="0"/>
              <a:t> של האקטיביטי   </a:t>
            </a:r>
            <a:r>
              <a:rPr lang="en-US" sz="3600" dirty="0"/>
              <a:t>FragmentContainerView</a:t>
            </a:r>
            <a:r>
              <a:rPr lang="he-IL" sz="3600" dirty="0"/>
              <a:t>  במקום הרצוי ונגדיר לו </a:t>
            </a:r>
            <a:r>
              <a:rPr lang="en-US" sz="3600" dirty="0"/>
              <a:t>id</a:t>
            </a:r>
            <a:r>
              <a:rPr lang="he-IL" sz="3600" dirty="0"/>
              <a:t>, גודל, מיקום במסך </a:t>
            </a:r>
            <a:r>
              <a:rPr lang="he-IL" sz="3600" dirty="0" err="1"/>
              <a:t>וכו</a:t>
            </a:r>
            <a:r>
              <a:rPr lang="he-IL" sz="3600" dirty="0"/>
              <a:t>'. במידה ונרצה לחלק את המסך לקטעים שונים נוסיף </a:t>
            </a:r>
            <a:r>
              <a:rPr lang="en-US" sz="3600" dirty="0"/>
              <a:t>FragmentContainerView</a:t>
            </a:r>
            <a:r>
              <a:rPr lang="he-IL" sz="3600" dirty="0"/>
              <a:t> כמספר הקטעים שנרצה.</a:t>
            </a:r>
          </a:p>
        </p:txBody>
      </p:sp>
    </p:spTree>
    <p:extLst>
      <p:ext uri="{BB962C8B-B14F-4D97-AF65-F5344CB8AC3E}">
        <p14:creationId xmlns:p14="http://schemas.microsoft.com/office/powerpoint/2010/main" val="1126761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66CE85-F010-A43F-7525-C7E03A241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912" y="1866353"/>
            <a:ext cx="9941319" cy="3124658"/>
          </a:xfrm>
        </p:spPr>
        <p:txBody>
          <a:bodyPr anchor="ctr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3600" dirty="0"/>
              <a:t>אם ברצוננו רק לחלק את המסך לקטעים ללא צורך להחליף בין </a:t>
            </a:r>
            <a:r>
              <a:rPr lang="en-US" sz="3600" dirty="0"/>
              <a:t>Fragments</a:t>
            </a:r>
            <a:r>
              <a:rPr lang="he-IL" sz="3600" dirty="0"/>
              <a:t> באותו מיכל (</a:t>
            </a:r>
            <a:r>
              <a:rPr lang="en-US" sz="3600" dirty="0"/>
              <a:t>(container</a:t>
            </a:r>
            <a:r>
              <a:rPr lang="he-IL" sz="3600" dirty="0"/>
              <a:t>. ניתן לקשר בין ה </a:t>
            </a:r>
            <a:r>
              <a:rPr lang="en-US" sz="3600" dirty="0"/>
              <a:t>FragmentContainerView</a:t>
            </a:r>
            <a:r>
              <a:rPr lang="he-IL" sz="3600" dirty="0"/>
              <a:t> ל </a:t>
            </a:r>
            <a:r>
              <a:rPr lang="en-US" sz="3600" dirty="0"/>
              <a:t>Fragment</a:t>
            </a:r>
            <a:r>
              <a:rPr lang="he-IL" sz="3600" dirty="0"/>
              <a:t> הרצוי כבר בקובץ ה </a:t>
            </a:r>
            <a:r>
              <a:rPr lang="en-US" sz="3600" dirty="0"/>
              <a:t>xml </a:t>
            </a:r>
            <a:r>
              <a:rPr lang="he-IL" sz="3600" dirty="0"/>
              <a:t> ללא צורך בניהול ה </a:t>
            </a:r>
            <a:r>
              <a:rPr lang="en-US" sz="3600" dirty="0"/>
              <a:t>container</a:t>
            </a:r>
            <a:r>
              <a:rPr lang="he-IL" sz="3600" dirty="0"/>
              <a:t> בתוך האקטיביטי.</a:t>
            </a:r>
          </a:p>
          <a:p>
            <a:endParaRPr lang="he-IL" sz="24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42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66CE85-F010-A43F-7525-C7E03A241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912" y="1866353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3600" dirty="0"/>
              <a:t>אם נרצה להשתמש ב </a:t>
            </a:r>
            <a:r>
              <a:rPr lang="en-US" sz="3600" dirty="0"/>
              <a:t>fragment</a:t>
            </a:r>
            <a:r>
              <a:rPr lang="he-IL" sz="3600" dirty="0"/>
              <a:t> מתחלף נצטרך לנהל אותו בתוך האקטיביטי שבו ה </a:t>
            </a:r>
            <a:r>
              <a:rPr lang="en-US" sz="3600" dirty="0"/>
              <a:t>fragments</a:t>
            </a:r>
            <a:r>
              <a:rPr lang="he-IL" sz="3600" dirty="0"/>
              <a:t> מוצגים.</a:t>
            </a:r>
          </a:p>
          <a:p>
            <a:pPr marL="0" indent="0">
              <a:buNone/>
            </a:pPr>
            <a:endParaRPr lang="he-IL" sz="24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461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3EE904-1E8B-3F36-0279-4EC2B084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ניהול  </a:t>
            </a:r>
            <a:r>
              <a:rPr lang="en-US" dirty="0"/>
              <a:t>Fragment</a:t>
            </a:r>
            <a:r>
              <a:rPr lang="he-IL" dirty="0"/>
              <a:t> מתחלף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6BDD9DC-B3DB-CDF3-A900-3BFD448EB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6041"/>
            <a:ext cx="10515600" cy="434683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/>
              <a:t>כאשר נרצה להשתמש באותו </a:t>
            </a:r>
            <a:r>
              <a:rPr lang="en-US" dirty="0"/>
              <a:t>FragmentContainerView</a:t>
            </a:r>
            <a:r>
              <a:rPr lang="he-IL" dirty="0"/>
              <a:t> ל </a:t>
            </a:r>
            <a:r>
              <a:rPr lang="en-US" dirty="0"/>
              <a:t>fragments</a:t>
            </a:r>
            <a:r>
              <a:rPr lang="he-IL" dirty="0"/>
              <a:t> שונים כך שבכל פעם נחליף ל </a:t>
            </a:r>
            <a:r>
              <a:rPr lang="en-US" dirty="0"/>
              <a:t>fragment </a:t>
            </a:r>
            <a:r>
              <a:rPr lang="he-IL" dirty="0"/>
              <a:t> אחר, עלינו להשתמש בעצם מסוג </a:t>
            </a:r>
            <a:r>
              <a:rPr lang="en-US" dirty="0"/>
              <a:t>FragmentManager</a:t>
            </a:r>
            <a:r>
              <a:rPr lang="he-IL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/>
              <a:t>עצם מסוג </a:t>
            </a:r>
            <a:r>
              <a:rPr lang="en-US" dirty="0"/>
              <a:t>FragmentManager</a:t>
            </a:r>
            <a:r>
              <a:rPr lang="he-IL" dirty="0"/>
              <a:t> פועל כרשימה של </a:t>
            </a:r>
            <a:r>
              <a:rPr lang="en-US" dirty="0"/>
              <a:t>Fragments</a:t>
            </a:r>
            <a:r>
              <a:rPr lang="he-IL" dirty="0"/>
              <a:t>,מוסיפים לו את כל ה </a:t>
            </a:r>
            <a:r>
              <a:rPr lang="en-US" dirty="0"/>
              <a:t>fragments</a:t>
            </a:r>
            <a:r>
              <a:rPr lang="he-IL" dirty="0"/>
              <a:t> שנרצה להשתמש בהם ודרכו ניתן להחליף </a:t>
            </a:r>
            <a:r>
              <a:rPr lang="en-US" dirty="0"/>
              <a:t>fragment</a:t>
            </a:r>
            <a:r>
              <a:rPr lang="he-IL" dirty="0"/>
              <a:t> בכל שלב.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41424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AC3B0E6-1425-F523-40DA-D945E53FE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he-IL" dirty="0"/>
              <a:t>פעולות נפוצות ב </a:t>
            </a:r>
            <a:r>
              <a:rPr lang="en-US" dirty="0"/>
              <a:t>FragmentManager</a:t>
            </a:r>
            <a:endParaRPr lang="he-IL" dirty="0"/>
          </a:p>
        </p:txBody>
      </p:sp>
      <p:graphicFrame>
        <p:nvGraphicFramePr>
          <p:cNvPr id="4" name="טבלה 4">
            <a:extLst>
              <a:ext uri="{FF2B5EF4-FFF2-40B4-BE49-F238E27FC236}">
                <a16:creationId xmlns:a16="http://schemas.microsoft.com/office/drawing/2014/main" id="{0624054A-45D3-7A56-37B3-CF2280A5A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869823"/>
              </p:ext>
            </p:extLst>
          </p:nvPr>
        </p:nvGraphicFramePr>
        <p:xfrm>
          <a:off x="1777905" y="1643063"/>
          <a:ext cx="8636190" cy="4385046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3378390">
                  <a:extLst>
                    <a:ext uri="{9D8B030D-6E8A-4147-A177-3AD203B41FA5}">
                      <a16:colId xmlns:a16="http://schemas.microsoft.com/office/drawing/2014/main" val="38323239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64639375"/>
                    </a:ext>
                  </a:extLst>
                </a:gridCol>
              </a:tblGrid>
              <a:tr h="483776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שם הפעולה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תיאור הפעולה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128650"/>
                  </a:ext>
                </a:extLst>
              </a:tr>
              <a:tr h="780254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beginTransaction()</a:t>
                      </a:r>
                      <a:r>
                        <a:rPr lang="he-IL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/>
                        <a:t>פתיחת פרוטוקול לביצוע פעולות</a:t>
                      </a:r>
                    </a:p>
                    <a:p>
                      <a:pPr rtl="1"/>
                      <a:r>
                        <a:rPr lang="he-IL" dirty="0"/>
                        <a:t>חובה להפעיל פעולה זו לפני כל פעולה שנרצה לבצע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968232"/>
                  </a:ext>
                </a:extLst>
              </a:tr>
              <a:tr h="780254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setReorderingAllowed(Boolean b)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הפעולה מאפשרת עריכה ע"י שליחת </a:t>
                      </a:r>
                      <a:r>
                        <a:rPr lang="en-US" dirty="0"/>
                        <a:t>true</a:t>
                      </a:r>
                      <a:r>
                        <a:rPr lang="he-IL" dirty="0"/>
                        <a:t> כפרמטר.</a:t>
                      </a:r>
                    </a:p>
                    <a:p>
                      <a:pPr rtl="1"/>
                      <a:r>
                        <a:rPr lang="he-IL" dirty="0"/>
                        <a:t>נפעיל אותה אחרי פתיחת פרוטוקול לצורך ביצוע שינויים.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665527"/>
                  </a:ext>
                </a:extLst>
              </a:tr>
              <a:tr h="780254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Add(…)</a:t>
                      </a:r>
                      <a:r>
                        <a:rPr lang="he-IL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הוספת </a:t>
                      </a:r>
                      <a:r>
                        <a:rPr lang="en-US" dirty="0"/>
                        <a:t>fragment</a:t>
                      </a:r>
                      <a:r>
                        <a:rPr lang="he-IL" dirty="0"/>
                        <a:t> לרשימת ה </a:t>
                      </a:r>
                      <a:r>
                        <a:rPr lang="en-US" dirty="0"/>
                        <a:t>fragments</a:t>
                      </a:r>
                      <a:r>
                        <a:rPr lang="he-IL" dirty="0"/>
                        <a:t> שה </a:t>
                      </a:r>
                      <a:r>
                        <a:rPr lang="en-US" dirty="0"/>
                        <a:t>FragmentManager</a:t>
                      </a:r>
                      <a:r>
                        <a:rPr lang="he-IL" dirty="0"/>
                        <a:t> מנהל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257250"/>
                  </a:ext>
                </a:extLst>
              </a:tr>
              <a:tr h="780254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Replace(….)</a:t>
                      </a:r>
                      <a:r>
                        <a:rPr lang="he-IL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החלפת ה </a:t>
                      </a:r>
                      <a:r>
                        <a:rPr lang="en-US" dirty="0"/>
                        <a:t>fragment</a:t>
                      </a:r>
                      <a:r>
                        <a:rPr lang="he-IL" dirty="0"/>
                        <a:t> שמוצג לאחד אחר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724656"/>
                  </a:ext>
                </a:extLst>
              </a:tr>
              <a:tr h="780254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Commit()</a:t>
                      </a:r>
                      <a:r>
                        <a:rPr lang="he-IL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בצע. נפעיל פעולה זו לאחר כל פקודה שנרצה ש </a:t>
                      </a:r>
                      <a:r>
                        <a:rPr lang="en-US" dirty="0"/>
                        <a:t>FragmentManager</a:t>
                      </a:r>
                      <a:r>
                        <a:rPr lang="he-IL" dirty="0"/>
                        <a:t> יבצע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489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956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D7E43216-8D55-8923-933C-65CB76C78123}"/>
              </a:ext>
            </a:extLst>
          </p:cNvPr>
          <p:cNvSpPr/>
          <p:nvPr/>
        </p:nvSpPr>
        <p:spPr>
          <a:xfrm>
            <a:off x="1828800" y="1333215"/>
            <a:ext cx="8864082" cy="31239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lang="he-IL" sz="4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דוגמה 1</a:t>
            </a:r>
          </a:p>
          <a:p>
            <a:pPr algn="ctr">
              <a:spcAft>
                <a:spcPts val="600"/>
              </a:spcAft>
            </a:pPr>
            <a:r>
              <a:rPr lang="he-IL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העברת נתונים מ </a:t>
            </a:r>
            <a:r>
              <a:rPr lang="en-US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fragment</a:t>
            </a:r>
            <a:r>
              <a:rPr lang="he-IL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אחד לשני כמו ב </a:t>
            </a:r>
            <a:r>
              <a:rPr lang="en-US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startActivity</a:t>
            </a:r>
            <a:r>
              <a:rPr lang="he-IL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ללא ציפייה לתשובה</a:t>
            </a:r>
            <a:endParaRPr lang="he-IL" sz="48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7447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77CB8D1-5DCA-4F33-A14D-409891130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5ACA8BB-B134-19A1-4B08-8EAC37654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5113114" cy="378541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dirty="0"/>
              <a:t>מופיע מייד עם יצירת ה </a:t>
            </a:r>
            <a:r>
              <a:rPr lang="en-US" sz="2400" dirty="0"/>
              <a:t>MainActivity</a:t>
            </a:r>
            <a:endParaRPr lang="he-IL" sz="24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/>
              <a:t>לאחר מילוי הפרטים ולחיצה על </a:t>
            </a:r>
            <a:r>
              <a:rPr lang="en-US" sz="2400" dirty="0"/>
              <a:t>send</a:t>
            </a:r>
            <a:r>
              <a:rPr lang="he-IL" sz="2400" dirty="0"/>
              <a:t> עוברים ל </a:t>
            </a:r>
            <a:r>
              <a:rPr lang="en-US" sz="2400" dirty="0"/>
              <a:t>ExampleFragment2</a:t>
            </a:r>
            <a:r>
              <a:rPr lang="he-IL" sz="2400" dirty="0"/>
              <a:t> ושולחים לו את השם שהוזן ואת האימייל.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FA7A195-03A4-44AB-A3D8-2507E2C94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418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9">
            <a:extLst>
              <a:ext uri="{FF2B5EF4-FFF2-40B4-BE49-F238E27FC236}">
                <a16:creationId xmlns:a16="http://schemas.microsoft.com/office/drawing/2014/main" id="{8F235346-20CC-4981-B836-23ECF1F4E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3465" y="559407"/>
            <a:ext cx="514148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A8676264-CE07-6122-90E8-3086B1F1C1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7608"/>
          <a:stretch/>
        </p:blipFill>
        <p:spPr>
          <a:xfrm>
            <a:off x="6986987" y="1172171"/>
            <a:ext cx="4147738" cy="4668177"/>
          </a:xfrm>
          <a:prstGeom prst="rect">
            <a:avLst/>
          </a:prstGeom>
          <a:effectLst/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43ACDF8-7CE8-558E-F023-1756B4855FB5}"/>
              </a:ext>
            </a:extLst>
          </p:cNvPr>
          <p:cNvSpPr txBox="1"/>
          <p:nvPr/>
        </p:nvSpPr>
        <p:spPr>
          <a:xfrm>
            <a:off x="1194318" y="1172171"/>
            <a:ext cx="36576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/>
              <a:t>ExampleFragment1</a:t>
            </a: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3212527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B2147DFE-2B11-5B5B-CEED-4B792A8D3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320" y="1936102"/>
            <a:ext cx="3505494" cy="3785419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dirty="0"/>
              <a:t>מגיעים ל </a:t>
            </a:r>
            <a:r>
              <a:rPr lang="en-US" sz="2400" dirty="0"/>
              <a:t>fragment</a:t>
            </a:r>
            <a:r>
              <a:rPr lang="he-IL" sz="2400" dirty="0"/>
              <a:t> הזה לאחר </a:t>
            </a:r>
            <a:r>
              <a:rPr lang="en-US" sz="2400" dirty="0"/>
              <a:t>ExampleFragment1</a:t>
            </a:r>
            <a:r>
              <a:rPr lang="he-IL" sz="2400" dirty="0"/>
              <a:t> ומציגים למשתמש הודעה למעלה עם השם שלו שנשלף מהזנת הנתונים ע"י </a:t>
            </a:r>
            <a:r>
              <a:rPr lang="en-US" sz="2400" dirty="0"/>
              <a:t>ExampleFragment1</a:t>
            </a:r>
            <a:r>
              <a:rPr lang="he-IL" sz="2400" dirty="0"/>
              <a:t>. לאחר הכנסת המייל פעם נוספת ולחיצה על כפתור </a:t>
            </a:r>
            <a:r>
              <a:rPr lang="en-US" sz="2400" dirty="0"/>
              <a:t>confirm</a:t>
            </a:r>
            <a:r>
              <a:rPr lang="he-IL" sz="2400" dirty="0"/>
              <a:t> תופיע הודעה האם האימייל תקין או לא.</a:t>
            </a:r>
            <a:endParaRPr lang="en-US" sz="24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A9045B90-58A4-E848-FAFF-5250C4C1F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327" y="1743407"/>
            <a:ext cx="3981973" cy="3560803"/>
          </a:xfrm>
          <a:prstGeom prst="rect">
            <a:avLst/>
          </a:prstGeom>
          <a:effectLst/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3D3635BF-F7F8-2153-17E0-3DC29B3CF850}"/>
              </a:ext>
            </a:extLst>
          </p:cNvPr>
          <p:cNvSpPr txBox="1"/>
          <p:nvPr/>
        </p:nvSpPr>
        <p:spPr>
          <a:xfrm>
            <a:off x="326655" y="770955"/>
            <a:ext cx="36576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/>
              <a:t>ExampleFragment2</a:t>
            </a: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1939007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reeform: Shape 66">
            <a:extLst>
              <a:ext uri="{FF2B5EF4-FFF2-40B4-BE49-F238E27FC236}">
                <a16:creationId xmlns:a16="http://schemas.microsoft.com/office/drawing/2014/main" id="{50811073-89F5-46D6-83D8-BA7644649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3442855"/>
          </a:xfrm>
          <a:custGeom>
            <a:avLst/>
            <a:gdLst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330471 w 12192000"/>
              <a:gd name="connsiteY43" fmla="*/ 3148294 h 3442855"/>
              <a:gd name="connsiteX44" fmla="*/ 2325930 w 12192000"/>
              <a:gd name="connsiteY44" fmla="*/ 3149646 h 3442855"/>
              <a:gd name="connsiteX45" fmla="*/ 2304043 w 12192000"/>
              <a:gd name="connsiteY45" fmla="*/ 3152858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330471 w 12192000"/>
              <a:gd name="connsiteY43" fmla="*/ 3148294 h 3442855"/>
              <a:gd name="connsiteX44" fmla="*/ 2325930 w 12192000"/>
              <a:gd name="connsiteY44" fmla="*/ 3149646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330471 w 12192000"/>
              <a:gd name="connsiteY43" fmla="*/ 3148294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63292 w 12192000"/>
              <a:gd name="connsiteY68" fmla="*/ 3316636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63292 w 12192000"/>
              <a:gd name="connsiteY68" fmla="*/ 3316636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63292 w 12192000"/>
              <a:gd name="connsiteY68" fmla="*/ 3316636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763355 w 12192000"/>
              <a:gd name="connsiteY53" fmla="*/ 3224928 h 3442855"/>
              <a:gd name="connsiteX54" fmla="*/ 1654444 w 12192000"/>
              <a:gd name="connsiteY54" fmla="*/ 3229661 h 3442855"/>
              <a:gd name="connsiteX55" fmla="*/ 1629483 w 12192000"/>
              <a:gd name="connsiteY55" fmla="*/ 3232675 h 3442855"/>
              <a:gd name="connsiteX56" fmla="*/ 1573012 w 12192000"/>
              <a:gd name="connsiteY56" fmla="*/ 3250275 h 3442855"/>
              <a:gd name="connsiteX57" fmla="*/ 1525936 w 12192000"/>
              <a:gd name="connsiteY57" fmla="*/ 3243056 h 3442855"/>
              <a:gd name="connsiteX58" fmla="*/ 1515932 w 12192000"/>
              <a:gd name="connsiteY58" fmla="*/ 3243699 h 3442855"/>
              <a:gd name="connsiteX59" fmla="*/ 1418247 w 12192000"/>
              <a:gd name="connsiteY59" fmla="*/ 3236042 h 3442855"/>
              <a:gd name="connsiteX60" fmla="*/ 1311781 w 12192000"/>
              <a:gd name="connsiteY60" fmla="*/ 3207733 h 3442855"/>
              <a:gd name="connsiteX61" fmla="*/ 1287526 w 12192000"/>
              <a:gd name="connsiteY61" fmla="*/ 3195564 h 3442855"/>
              <a:gd name="connsiteX62" fmla="*/ 1275912 w 12192000"/>
              <a:gd name="connsiteY62" fmla="*/ 3202348 h 3442855"/>
              <a:gd name="connsiteX63" fmla="*/ 1160923 w 12192000"/>
              <a:gd name="connsiteY63" fmla="*/ 3219676 h 3442855"/>
              <a:gd name="connsiteX64" fmla="*/ 909690 w 12192000"/>
              <a:gd name="connsiteY64" fmla="*/ 3216919 h 3442855"/>
              <a:gd name="connsiteX65" fmla="*/ 764020 w 12192000"/>
              <a:gd name="connsiteY65" fmla="*/ 3235844 h 3442855"/>
              <a:gd name="connsiteX66" fmla="*/ 701915 w 12192000"/>
              <a:gd name="connsiteY66" fmla="*/ 3250223 h 3442855"/>
              <a:gd name="connsiteX67" fmla="*/ 463292 w 12192000"/>
              <a:gd name="connsiteY67" fmla="*/ 3316636 h 3442855"/>
              <a:gd name="connsiteX68" fmla="*/ 369865 w 12192000"/>
              <a:gd name="connsiteY68" fmla="*/ 3339094 h 3442855"/>
              <a:gd name="connsiteX69" fmla="*/ 318911 w 12192000"/>
              <a:gd name="connsiteY69" fmla="*/ 3367912 h 3442855"/>
              <a:gd name="connsiteX70" fmla="*/ 119548 w 12192000"/>
              <a:gd name="connsiteY70" fmla="*/ 3404651 h 3442855"/>
              <a:gd name="connsiteX71" fmla="*/ 0 w 12192000"/>
              <a:gd name="connsiteY71" fmla="*/ 3414000 h 3442855"/>
              <a:gd name="connsiteX72" fmla="*/ 0 w 12192000"/>
              <a:gd name="connsiteY72" fmla="*/ 2 h 3442855"/>
              <a:gd name="connsiteX73" fmla="*/ 3459904 w 12192000"/>
              <a:gd name="connsiteY73" fmla="*/ 1 h 3442855"/>
              <a:gd name="connsiteX74" fmla="*/ 3459907 w 12192000"/>
              <a:gd name="connsiteY74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763355 w 12192000"/>
              <a:gd name="connsiteY52" fmla="*/ 3224928 h 3442855"/>
              <a:gd name="connsiteX53" fmla="*/ 1654444 w 12192000"/>
              <a:gd name="connsiteY53" fmla="*/ 3229661 h 3442855"/>
              <a:gd name="connsiteX54" fmla="*/ 1629483 w 12192000"/>
              <a:gd name="connsiteY54" fmla="*/ 3232675 h 3442855"/>
              <a:gd name="connsiteX55" fmla="*/ 1573012 w 12192000"/>
              <a:gd name="connsiteY55" fmla="*/ 3250275 h 3442855"/>
              <a:gd name="connsiteX56" fmla="*/ 1525936 w 12192000"/>
              <a:gd name="connsiteY56" fmla="*/ 3243056 h 3442855"/>
              <a:gd name="connsiteX57" fmla="*/ 1515932 w 12192000"/>
              <a:gd name="connsiteY57" fmla="*/ 3243699 h 3442855"/>
              <a:gd name="connsiteX58" fmla="*/ 1418247 w 12192000"/>
              <a:gd name="connsiteY58" fmla="*/ 3236042 h 3442855"/>
              <a:gd name="connsiteX59" fmla="*/ 1311781 w 12192000"/>
              <a:gd name="connsiteY59" fmla="*/ 3207733 h 3442855"/>
              <a:gd name="connsiteX60" fmla="*/ 1287526 w 12192000"/>
              <a:gd name="connsiteY60" fmla="*/ 3195564 h 3442855"/>
              <a:gd name="connsiteX61" fmla="*/ 1275912 w 12192000"/>
              <a:gd name="connsiteY61" fmla="*/ 3202348 h 3442855"/>
              <a:gd name="connsiteX62" fmla="*/ 1160923 w 12192000"/>
              <a:gd name="connsiteY62" fmla="*/ 3219676 h 3442855"/>
              <a:gd name="connsiteX63" fmla="*/ 909690 w 12192000"/>
              <a:gd name="connsiteY63" fmla="*/ 3216919 h 3442855"/>
              <a:gd name="connsiteX64" fmla="*/ 764020 w 12192000"/>
              <a:gd name="connsiteY64" fmla="*/ 3235844 h 3442855"/>
              <a:gd name="connsiteX65" fmla="*/ 701915 w 12192000"/>
              <a:gd name="connsiteY65" fmla="*/ 3250223 h 3442855"/>
              <a:gd name="connsiteX66" fmla="*/ 463292 w 12192000"/>
              <a:gd name="connsiteY66" fmla="*/ 3316636 h 3442855"/>
              <a:gd name="connsiteX67" fmla="*/ 369865 w 12192000"/>
              <a:gd name="connsiteY67" fmla="*/ 3339094 h 3442855"/>
              <a:gd name="connsiteX68" fmla="*/ 318911 w 12192000"/>
              <a:gd name="connsiteY68" fmla="*/ 3367912 h 3442855"/>
              <a:gd name="connsiteX69" fmla="*/ 119548 w 12192000"/>
              <a:gd name="connsiteY69" fmla="*/ 3404651 h 3442855"/>
              <a:gd name="connsiteX70" fmla="*/ 0 w 12192000"/>
              <a:gd name="connsiteY70" fmla="*/ 3414000 h 3442855"/>
              <a:gd name="connsiteX71" fmla="*/ 0 w 12192000"/>
              <a:gd name="connsiteY71" fmla="*/ 2 h 3442855"/>
              <a:gd name="connsiteX72" fmla="*/ 3459904 w 12192000"/>
              <a:gd name="connsiteY72" fmla="*/ 1 h 3442855"/>
              <a:gd name="connsiteX73" fmla="*/ 3459907 w 12192000"/>
              <a:gd name="connsiteY73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763355 w 12192000"/>
              <a:gd name="connsiteY52" fmla="*/ 3224928 h 3442855"/>
              <a:gd name="connsiteX53" fmla="*/ 1654444 w 12192000"/>
              <a:gd name="connsiteY53" fmla="*/ 3229661 h 3442855"/>
              <a:gd name="connsiteX54" fmla="*/ 1629483 w 12192000"/>
              <a:gd name="connsiteY54" fmla="*/ 3232675 h 3442855"/>
              <a:gd name="connsiteX55" fmla="*/ 1573012 w 12192000"/>
              <a:gd name="connsiteY55" fmla="*/ 3250275 h 3442855"/>
              <a:gd name="connsiteX56" fmla="*/ 1525936 w 12192000"/>
              <a:gd name="connsiteY56" fmla="*/ 3243056 h 3442855"/>
              <a:gd name="connsiteX57" fmla="*/ 1515932 w 12192000"/>
              <a:gd name="connsiteY57" fmla="*/ 3243699 h 3442855"/>
              <a:gd name="connsiteX58" fmla="*/ 1418247 w 12192000"/>
              <a:gd name="connsiteY58" fmla="*/ 3236042 h 3442855"/>
              <a:gd name="connsiteX59" fmla="*/ 1311781 w 12192000"/>
              <a:gd name="connsiteY59" fmla="*/ 3207733 h 3442855"/>
              <a:gd name="connsiteX60" fmla="*/ 1287526 w 12192000"/>
              <a:gd name="connsiteY60" fmla="*/ 3195564 h 3442855"/>
              <a:gd name="connsiteX61" fmla="*/ 1275912 w 12192000"/>
              <a:gd name="connsiteY61" fmla="*/ 3202348 h 3442855"/>
              <a:gd name="connsiteX62" fmla="*/ 1160923 w 12192000"/>
              <a:gd name="connsiteY62" fmla="*/ 3219676 h 3442855"/>
              <a:gd name="connsiteX63" fmla="*/ 909690 w 12192000"/>
              <a:gd name="connsiteY63" fmla="*/ 3216919 h 3442855"/>
              <a:gd name="connsiteX64" fmla="*/ 764020 w 12192000"/>
              <a:gd name="connsiteY64" fmla="*/ 3235844 h 3442855"/>
              <a:gd name="connsiteX65" fmla="*/ 701915 w 12192000"/>
              <a:gd name="connsiteY65" fmla="*/ 3250223 h 3442855"/>
              <a:gd name="connsiteX66" fmla="*/ 463292 w 12192000"/>
              <a:gd name="connsiteY66" fmla="*/ 3316636 h 3442855"/>
              <a:gd name="connsiteX67" fmla="*/ 369865 w 12192000"/>
              <a:gd name="connsiteY67" fmla="*/ 3339094 h 3442855"/>
              <a:gd name="connsiteX68" fmla="*/ 318911 w 12192000"/>
              <a:gd name="connsiteY68" fmla="*/ 3367912 h 3442855"/>
              <a:gd name="connsiteX69" fmla="*/ 119548 w 12192000"/>
              <a:gd name="connsiteY69" fmla="*/ 3404651 h 3442855"/>
              <a:gd name="connsiteX70" fmla="*/ 0 w 12192000"/>
              <a:gd name="connsiteY70" fmla="*/ 3414000 h 3442855"/>
              <a:gd name="connsiteX71" fmla="*/ 0 w 12192000"/>
              <a:gd name="connsiteY71" fmla="*/ 2 h 3442855"/>
              <a:gd name="connsiteX72" fmla="*/ 3459904 w 12192000"/>
              <a:gd name="connsiteY72" fmla="*/ 1 h 3442855"/>
              <a:gd name="connsiteX73" fmla="*/ 3459907 w 12192000"/>
              <a:gd name="connsiteY73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654444 w 12192000"/>
              <a:gd name="connsiteY52" fmla="*/ 3229661 h 3442855"/>
              <a:gd name="connsiteX53" fmla="*/ 1629483 w 12192000"/>
              <a:gd name="connsiteY53" fmla="*/ 3232675 h 3442855"/>
              <a:gd name="connsiteX54" fmla="*/ 1573012 w 12192000"/>
              <a:gd name="connsiteY54" fmla="*/ 3250275 h 3442855"/>
              <a:gd name="connsiteX55" fmla="*/ 1525936 w 12192000"/>
              <a:gd name="connsiteY55" fmla="*/ 3243056 h 3442855"/>
              <a:gd name="connsiteX56" fmla="*/ 1515932 w 12192000"/>
              <a:gd name="connsiteY56" fmla="*/ 3243699 h 3442855"/>
              <a:gd name="connsiteX57" fmla="*/ 1418247 w 12192000"/>
              <a:gd name="connsiteY57" fmla="*/ 3236042 h 3442855"/>
              <a:gd name="connsiteX58" fmla="*/ 1311781 w 12192000"/>
              <a:gd name="connsiteY58" fmla="*/ 3207733 h 3442855"/>
              <a:gd name="connsiteX59" fmla="*/ 1287526 w 12192000"/>
              <a:gd name="connsiteY59" fmla="*/ 3195564 h 3442855"/>
              <a:gd name="connsiteX60" fmla="*/ 1275912 w 12192000"/>
              <a:gd name="connsiteY60" fmla="*/ 3202348 h 3442855"/>
              <a:gd name="connsiteX61" fmla="*/ 1160923 w 12192000"/>
              <a:gd name="connsiteY61" fmla="*/ 3219676 h 3442855"/>
              <a:gd name="connsiteX62" fmla="*/ 909690 w 12192000"/>
              <a:gd name="connsiteY62" fmla="*/ 3216919 h 3442855"/>
              <a:gd name="connsiteX63" fmla="*/ 764020 w 12192000"/>
              <a:gd name="connsiteY63" fmla="*/ 3235844 h 3442855"/>
              <a:gd name="connsiteX64" fmla="*/ 701915 w 12192000"/>
              <a:gd name="connsiteY64" fmla="*/ 3250223 h 3442855"/>
              <a:gd name="connsiteX65" fmla="*/ 463292 w 12192000"/>
              <a:gd name="connsiteY65" fmla="*/ 3316636 h 3442855"/>
              <a:gd name="connsiteX66" fmla="*/ 369865 w 12192000"/>
              <a:gd name="connsiteY66" fmla="*/ 3339094 h 3442855"/>
              <a:gd name="connsiteX67" fmla="*/ 318911 w 12192000"/>
              <a:gd name="connsiteY67" fmla="*/ 3367912 h 3442855"/>
              <a:gd name="connsiteX68" fmla="*/ 119548 w 12192000"/>
              <a:gd name="connsiteY68" fmla="*/ 3404651 h 3442855"/>
              <a:gd name="connsiteX69" fmla="*/ 0 w 12192000"/>
              <a:gd name="connsiteY69" fmla="*/ 3414000 h 3442855"/>
              <a:gd name="connsiteX70" fmla="*/ 0 w 12192000"/>
              <a:gd name="connsiteY70" fmla="*/ 2 h 3442855"/>
              <a:gd name="connsiteX71" fmla="*/ 3459904 w 12192000"/>
              <a:gd name="connsiteY71" fmla="*/ 1 h 3442855"/>
              <a:gd name="connsiteX72" fmla="*/ 3459907 w 12192000"/>
              <a:gd name="connsiteY72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654444 w 12192000"/>
              <a:gd name="connsiteY52" fmla="*/ 3229661 h 3442855"/>
              <a:gd name="connsiteX53" fmla="*/ 1573012 w 12192000"/>
              <a:gd name="connsiteY53" fmla="*/ 3250275 h 3442855"/>
              <a:gd name="connsiteX54" fmla="*/ 1525936 w 12192000"/>
              <a:gd name="connsiteY54" fmla="*/ 3243056 h 3442855"/>
              <a:gd name="connsiteX55" fmla="*/ 1515932 w 12192000"/>
              <a:gd name="connsiteY55" fmla="*/ 3243699 h 3442855"/>
              <a:gd name="connsiteX56" fmla="*/ 1418247 w 12192000"/>
              <a:gd name="connsiteY56" fmla="*/ 3236042 h 3442855"/>
              <a:gd name="connsiteX57" fmla="*/ 1311781 w 12192000"/>
              <a:gd name="connsiteY57" fmla="*/ 3207733 h 3442855"/>
              <a:gd name="connsiteX58" fmla="*/ 1287526 w 12192000"/>
              <a:gd name="connsiteY58" fmla="*/ 3195564 h 3442855"/>
              <a:gd name="connsiteX59" fmla="*/ 1275912 w 12192000"/>
              <a:gd name="connsiteY59" fmla="*/ 3202348 h 3442855"/>
              <a:gd name="connsiteX60" fmla="*/ 1160923 w 12192000"/>
              <a:gd name="connsiteY60" fmla="*/ 3219676 h 3442855"/>
              <a:gd name="connsiteX61" fmla="*/ 909690 w 12192000"/>
              <a:gd name="connsiteY61" fmla="*/ 3216919 h 3442855"/>
              <a:gd name="connsiteX62" fmla="*/ 764020 w 12192000"/>
              <a:gd name="connsiteY62" fmla="*/ 3235844 h 3442855"/>
              <a:gd name="connsiteX63" fmla="*/ 701915 w 12192000"/>
              <a:gd name="connsiteY63" fmla="*/ 3250223 h 3442855"/>
              <a:gd name="connsiteX64" fmla="*/ 463292 w 12192000"/>
              <a:gd name="connsiteY64" fmla="*/ 3316636 h 3442855"/>
              <a:gd name="connsiteX65" fmla="*/ 369865 w 12192000"/>
              <a:gd name="connsiteY65" fmla="*/ 3339094 h 3442855"/>
              <a:gd name="connsiteX66" fmla="*/ 318911 w 12192000"/>
              <a:gd name="connsiteY66" fmla="*/ 3367912 h 3442855"/>
              <a:gd name="connsiteX67" fmla="*/ 119548 w 12192000"/>
              <a:gd name="connsiteY67" fmla="*/ 3404651 h 3442855"/>
              <a:gd name="connsiteX68" fmla="*/ 0 w 12192000"/>
              <a:gd name="connsiteY68" fmla="*/ 3414000 h 3442855"/>
              <a:gd name="connsiteX69" fmla="*/ 0 w 12192000"/>
              <a:gd name="connsiteY69" fmla="*/ 2 h 3442855"/>
              <a:gd name="connsiteX70" fmla="*/ 3459904 w 12192000"/>
              <a:gd name="connsiteY70" fmla="*/ 1 h 3442855"/>
              <a:gd name="connsiteX71" fmla="*/ 3459907 w 12192000"/>
              <a:gd name="connsiteY71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715859 w 12192000"/>
              <a:gd name="connsiteY52" fmla="*/ 3229661 h 3442855"/>
              <a:gd name="connsiteX53" fmla="*/ 1573012 w 12192000"/>
              <a:gd name="connsiteY53" fmla="*/ 3250275 h 3442855"/>
              <a:gd name="connsiteX54" fmla="*/ 1525936 w 12192000"/>
              <a:gd name="connsiteY54" fmla="*/ 3243056 h 3442855"/>
              <a:gd name="connsiteX55" fmla="*/ 1515932 w 12192000"/>
              <a:gd name="connsiteY55" fmla="*/ 3243699 h 3442855"/>
              <a:gd name="connsiteX56" fmla="*/ 1418247 w 12192000"/>
              <a:gd name="connsiteY56" fmla="*/ 3236042 h 3442855"/>
              <a:gd name="connsiteX57" fmla="*/ 1311781 w 12192000"/>
              <a:gd name="connsiteY57" fmla="*/ 3207733 h 3442855"/>
              <a:gd name="connsiteX58" fmla="*/ 1287526 w 12192000"/>
              <a:gd name="connsiteY58" fmla="*/ 3195564 h 3442855"/>
              <a:gd name="connsiteX59" fmla="*/ 1275912 w 12192000"/>
              <a:gd name="connsiteY59" fmla="*/ 3202348 h 3442855"/>
              <a:gd name="connsiteX60" fmla="*/ 1160923 w 12192000"/>
              <a:gd name="connsiteY60" fmla="*/ 3219676 h 3442855"/>
              <a:gd name="connsiteX61" fmla="*/ 909690 w 12192000"/>
              <a:gd name="connsiteY61" fmla="*/ 3216919 h 3442855"/>
              <a:gd name="connsiteX62" fmla="*/ 764020 w 12192000"/>
              <a:gd name="connsiteY62" fmla="*/ 3235844 h 3442855"/>
              <a:gd name="connsiteX63" fmla="*/ 701915 w 12192000"/>
              <a:gd name="connsiteY63" fmla="*/ 3250223 h 3442855"/>
              <a:gd name="connsiteX64" fmla="*/ 463292 w 12192000"/>
              <a:gd name="connsiteY64" fmla="*/ 3316636 h 3442855"/>
              <a:gd name="connsiteX65" fmla="*/ 369865 w 12192000"/>
              <a:gd name="connsiteY65" fmla="*/ 3339094 h 3442855"/>
              <a:gd name="connsiteX66" fmla="*/ 318911 w 12192000"/>
              <a:gd name="connsiteY66" fmla="*/ 3367912 h 3442855"/>
              <a:gd name="connsiteX67" fmla="*/ 119548 w 12192000"/>
              <a:gd name="connsiteY67" fmla="*/ 3404651 h 3442855"/>
              <a:gd name="connsiteX68" fmla="*/ 0 w 12192000"/>
              <a:gd name="connsiteY68" fmla="*/ 3414000 h 3442855"/>
              <a:gd name="connsiteX69" fmla="*/ 0 w 12192000"/>
              <a:gd name="connsiteY69" fmla="*/ 2 h 3442855"/>
              <a:gd name="connsiteX70" fmla="*/ 3459904 w 12192000"/>
              <a:gd name="connsiteY70" fmla="*/ 1 h 3442855"/>
              <a:gd name="connsiteX71" fmla="*/ 3459907 w 12192000"/>
              <a:gd name="connsiteY71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32874 w 12192000"/>
              <a:gd name="connsiteY33" fmla="*/ 2826106 h 3442855"/>
              <a:gd name="connsiteX34" fmla="*/ 9340481 w 12192000"/>
              <a:gd name="connsiteY34" fmla="*/ 2831628 h 3442855"/>
              <a:gd name="connsiteX35" fmla="*/ 9191002 w 12192000"/>
              <a:gd name="connsiteY35" fmla="*/ 2776544 h 3442855"/>
              <a:gd name="connsiteX36" fmla="*/ 9181756 w 12192000"/>
              <a:gd name="connsiteY36" fmla="*/ 2773801 h 3442855"/>
              <a:gd name="connsiteX37" fmla="*/ 8912415 w 12192000"/>
              <a:gd name="connsiteY37" fmla="*/ 2765023 h 3442855"/>
              <a:gd name="connsiteX38" fmla="*/ 7709716 w 12192000"/>
              <a:gd name="connsiteY38" fmla="*/ 2795956 h 3442855"/>
              <a:gd name="connsiteX39" fmla="*/ 6923164 w 12192000"/>
              <a:gd name="connsiteY39" fmla="*/ 2920980 h 3442855"/>
              <a:gd name="connsiteX40" fmla="*/ 3308915 w 12192000"/>
              <a:gd name="connsiteY40" fmla="*/ 3049912 h 3442855"/>
              <a:gd name="connsiteX41" fmla="*/ 2643050 w 12192000"/>
              <a:gd name="connsiteY41" fmla="*/ 3112559 h 3442855"/>
              <a:gd name="connsiteX42" fmla="*/ 2426006 w 12192000"/>
              <a:gd name="connsiteY42" fmla="*/ 3161942 h 3442855"/>
              <a:gd name="connsiteX43" fmla="*/ 2291811 w 12192000"/>
              <a:gd name="connsiteY43" fmla="*/ 3176941 h 3442855"/>
              <a:gd name="connsiteX44" fmla="*/ 2201685 w 12192000"/>
              <a:gd name="connsiteY44" fmla="*/ 3200625 h 3442855"/>
              <a:gd name="connsiteX45" fmla="*/ 2046141 w 12192000"/>
              <a:gd name="connsiteY45" fmla="*/ 3203263 h 3442855"/>
              <a:gd name="connsiteX46" fmla="*/ 1953987 w 12192000"/>
              <a:gd name="connsiteY46" fmla="*/ 3176250 h 3442855"/>
              <a:gd name="connsiteX47" fmla="*/ 1924440 w 12192000"/>
              <a:gd name="connsiteY47" fmla="*/ 3170393 h 3442855"/>
              <a:gd name="connsiteX48" fmla="*/ 1907653 w 12192000"/>
              <a:gd name="connsiteY48" fmla="*/ 3175484 h 3442855"/>
              <a:gd name="connsiteX49" fmla="*/ 1856828 w 12192000"/>
              <a:gd name="connsiteY49" fmla="*/ 3184705 h 3442855"/>
              <a:gd name="connsiteX50" fmla="*/ 1831611 w 12192000"/>
              <a:gd name="connsiteY50" fmla="*/ 3205201 h 3442855"/>
              <a:gd name="connsiteX51" fmla="*/ 1715859 w 12192000"/>
              <a:gd name="connsiteY51" fmla="*/ 3229661 h 3442855"/>
              <a:gd name="connsiteX52" fmla="*/ 1573012 w 12192000"/>
              <a:gd name="connsiteY52" fmla="*/ 3250275 h 3442855"/>
              <a:gd name="connsiteX53" fmla="*/ 1525936 w 12192000"/>
              <a:gd name="connsiteY53" fmla="*/ 3243056 h 3442855"/>
              <a:gd name="connsiteX54" fmla="*/ 1515932 w 12192000"/>
              <a:gd name="connsiteY54" fmla="*/ 3243699 h 3442855"/>
              <a:gd name="connsiteX55" fmla="*/ 1418247 w 12192000"/>
              <a:gd name="connsiteY55" fmla="*/ 3236042 h 3442855"/>
              <a:gd name="connsiteX56" fmla="*/ 1311781 w 12192000"/>
              <a:gd name="connsiteY56" fmla="*/ 3207733 h 3442855"/>
              <a:gd name="connsiteX57" fmla="*/ 1287526 w 12192000"/>
              <a:gd name="connsiteY57" fmla="*/ 3195564 h 3442855"/>
              <a:gd name="connsiteX58" fmla="*/ 1275912 w 12192000"/>
              <a:gd name="connsiteY58" fmla="*/ 3202348 h 3442855"/>
              <a:gd name="connsiteX59" fmla="*/ 1160923 w 12192000"/>
              <a:gd name="connsiteY59" fmla="*/ 3219676 h 3442855"/>
              <a:gd name="connsiteX60" fmla="*/ 909690 w 12192000"/>
              <a:gd name="connsiteY60" fmla="*/ 3216919 h 3442855"/>
              <a:gd name="connsiteX61" fmla="*/ 764020 w 12192000"/>
              <a:gd name="connsiteY61" fmla="*/ 3235844 h 3442855"/>
              <a:gd name="connsiteX62" fmla="*/ 701915 w 12192000"/>
              <a:gd name="connsiteY62" fmla="*/ 3250223 h 3442855"/>
              <a:gd name="connsiteX63" fmla="*/ 463292 w 12192000"/>
              <a:gd name="connsiteY63" fmla="*/ 3316636 h 3442855"/>
              <a:gd name="connsiteX64" fmla="*/ 369865 w 12192000"/>
              <a:gd name="connsiteY64" fmla="*/ 3339094 h 3442855"/>
              <a:gd name="connsiteX65" fmla="*/ 318911 w 12192000"/>
              <a:gd name="connsiteY65" fmla="*/ 3367912 h 3442855"/>
              <a:gd name="connsiteX66" fmla="*/ 119548 w 12192000"/>
              <a:gd name="connsiteY66" fmla="*/ 3404651 h 3442855"/>
              <a:gd name="connsiteX67" fmla="*/ 0 w 12192000"/>
              <a:gd name="connsiteY67" fmla="*/ 3414000 h 3442855"/>
              <a:gd name="connsiteX68" fmla="*/ 0 w 12192000"/>
              <a:gd name="connsiteY68" fmla="*/ 2 h 3442855"/>
              <a:gd name="connsiteX69" fmla="*/ 3459904 w 12192000"/>
              <a:gd name="connsiteY69" fmla="*/ 1 h 3442855"/>
              <a:gd name="connsiteX70" fmla="*/ 3459907 w 12192000"/>
              <a:gd name="connsiteY70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71588 w 12192000"/>
              <a:gd name="connsiteY11" fmla="*/ 3113441 h 3442855"/>
              <a:gd name="connsiteX12" fmla="*/ 11270977 w 12192000"/>
              <a:gd name="connsiteY12" fmla="*/ 3100396 h 3442855"/>
              <a:gd name="connsiteX13" fmla="*/ 11250574 w 12192000"/>
              <a:gd name="connsiteY13" fmla="*/ 3091174 h 3442855"/>
              <a:gd name="connsiteX14" fmla="*/ 11246505 w 12192000"/>
              <a:gd name="connsiteY14" fmla="*/ 3086783 h 3442855"/>
              <a:gd name="connsiteX15" fmla="*/ 11221805 w 12192000"/>
              <a:gd name="connsiteY15" fmla="*/ 3063540 h 3442855"/>
              <a:gd name="connsiteX16" fmla="*/ 11135382 w 12192000"/>
              <a:gd name="connsiteY16" fmla="*/ 3062095 h 3442855"/>
              <a:gd name="connsiteX17" fmla="*/ 11056771 w 12192000"/>
              <a:gd name="connsiteY17" fmla="*/ 3020684 h 3442855"/>
              <a:gd name="connsiteX18" fmla="*/ 10800887 w 12192000"/>
              <a:gd name="connsiteY18" fmla="*/ 2963080 h 3442855"/>
              <a:gd name="connsiteX19" fmla="*/ 10701230 w 12192000"/>
              <a:gd name="connsiteY19" fmla="*/ 2935785 h 3442855"/>
              <a:gd name="connsiteX20" fmla="*/ 10529686 w 12192000"/>
              <a:gd name="connsiteY20" fmla="*/ 2918071 h 3442855"/>
              <a:gd name="connsiteX21" fmla="*/ 10337584 w 12192000"/>
              <a:gd name="connsiteY21" fmla="*/ 2926238 h 3442855"/>
              <a:gd name="connsiteX22" fmla="*/ 10179941 w 12192000"/>
              <a:gd name="connsiteY22" fmla="*/ 2930174 h 3442855"/>
              <a:gd name="connsiteX23" fmla="*/ 10129038 w 12192000"/>
              <a:gd name="connsiteY23" fmla="*/ 2929992 h 3442855"/>
              <a:gd name="connsiteX24" fmla="*/ 10044809 w 12192000"/>
              <a:gd name="connsiteY24" fmla="*/ 2932587 h 3442855"/>
              <a:gd name="connsiteX25" fmla="*/ 9923926 w 12192000"/>
              <a:gd name="connsiteY25" fmla="*/ 2936679 h 3442855"/>
              <a:gd name="connsiteX26" fmla="*/ 9825938 w 12192000"/>
              <a:gd name="connsiteY26" fmla="*/ 2915287 h 3442855"/>
              <a:gd name="connsiteX27" fmla="*/ 9761662 w 12192000"/>
              <a:gd name="connsiteY27" fmla="*/ 2916695 h 3442855"/>
              <a:gd name="connsiteX28" fmla="*/ 9688436 w 12192000"/>
              <a:gd name="connsiteY28" fmla="*/ 2894364 h 3442855"/>
              <a:gd name="connsiteX29" fmla="*/ 9626359 w 12192000"/>
              <a:gd name="connsiteY29" fmla="*/ 2876388 h 3442855"/>
              <a:gd name="connsiteX30" fmla="*/ 9536686 w 12192000"/>
              <a:gd name="connsiteY30" fmla="*/ 2845662 h 3442855"/>
              <a:gd name="connsiteX31" fmla="*/ 9500517 w 12192000"/>
              <a:gd name="connsiteY31" fmla="*/ 2847197 h 3442855"/>
              <a:gd name="connsiteX32" fmla="*/ 9432874 w 12192000"/>
              <a:gd name="connsiteY32" fmla="*/ 2826106 h 3442855"/>
              <a:gd name="connsiteX33" fmla="*/ 9340481 w 12192000"/>
              <a:gd name="connsiteY33" fmla="*/ 2831628 h 3442855"/>
              <a:gd name="connsiteX34" fmla="*/ 9191002 w 12192000"/>
              <a:gd name="connsiteY34" fmla="*/ 2776544 h 3442855"/>
              <a:gd name="connsiteX35" fmla="*/ 9181756 w 12192000"/>
              <a:gd name="connsiteY35" fmla="*/ 2773801 h 3442855"/>
              <a:gd name="connsiteX36" fmla="*/ 8912415 w 12192000"/>
              <a:gd name="connsiteY36" fmla="*/ 2765023 h 3442855"/>
              <a:gd name="connsiteX37" fmla="*/ 7709716 w 12192000"/>
              <a:gd name="connsiteY37" fmla="*/ 2795956 h 3442855"/>
              <a:gd name="connsiteX38" fmla="*/ 6923164 w 12192000"/>
              <a:gd name="connsiteY38" fmla="*/ 2920980 h 3442855"/>
              <a:gd name="connsiteX39" fmla="*/ 3308915 w 12192000"/>
              <a:gd name="connsiteY39" fmla="*/ 3049912 h 3442855"/>
              <a:gd name="connsiteX40" fmla="*/ 2643050 w 12192000"/>
              <a:gd name="connsiteY40" fmla="*/ 3112559 h 3442855"/>
              <a:gd name="connsiteX41" fmla="*/ 2426006 w 12192000"/>
              <a:gd name="connsiteY41" fmla="*/ 3161942 h 3442855"/>
              <a:gd name="connsiteX42" fmla="*/ 2291811 w 12192000"/>
              <a:gd name="connsiteY42" fmla="*/ 3176941 h 3442855"/>
              <a:gd name="connsiteX43" fmla="*/ 2201685 w 12192000"/>
              <a:gd name="connsiteY43" fmla="*/ 3200625 h 3442855"/>
              <a:gd name="connsiteX44" fmla="*/ 2046141 w 12192000"/>
              <a:gd name="connsiteY44" fmla="*/ 3203263 h 3442855"/>
              <a:gd name="connsiteX45" fmla="*/ 1953987 w 12192000"/>
              <a:gd name="connsiteY45" fmla="*/ 3176250 h 3442855"/>
              <a:gd name="connsiteX46" fmla="*/ 1924440 w 12192000"/>
              <a:gd name="connsiteY46" fmla="*/ 3170393 h 3442855"/>
              <a:gd name="connsiteX47" fmla="*/ 1907653 w 12192000"/>
              <a:gd name="connsiteY47" fmla="*/ 3175484 h 3442855"/>
              <a:gd name="connsiteX48" fmla="*/ 1856828 w 12192000"/>
              <a:gd name="connsiteY48" fmla="*/ 3184705 h 3442855"/>
              <a:gd name="connsiteX49" fmla="*/ 1831611 w 12192000"/>
              <a:gd name="connsiteY49" fmla="*/ 3205201 h 3442855"/>
              <a:gd name="connsiteX50" fmla="*/ 1715859 w 12192000"/>
              <a:gd name="connsiteY50" fmla="*/ 3229661 h 3442855"/>
              <a:gd name="connsiteX51" fmla="*/ 1573012 w 12192000"/>
              <a:gd name="connsiteY51" fmla="*/ 3250275 h 3442855"/>
              <a:gd name="connsiteX52" fmla="*/ 1525936 w 12192000"/>
              <a:gd name="connsiteY52" fmla="*/ 3243056 h 3442855"/>
              <a:gd name="connsiteX53" fmla="*/ 1515932 w 12192000"/>
              <a:gd name="connsiteY53" fmla="*/ 3243699 h 3442855"/>
              <a:gd name="connsiteX54" fmla="*/ 1418247 w 12192000"/>
              <a:gd name="connsiteY54" fmla="*/ 3236042 h 3442855"/>
              <a:gd name="connsiteX55" fmla="*/ 1311781 w 12192000"/>
              <a:gd name="connsiteY55" fmla="*/ 3207733 h 3442855"/>
              <a:gd name="connsiteX56" fmla="*/ 1287526 w 12192000"/>
              <a:gd name="connsiteY56" fmla="*/ 3195564 h 3442855"/>
              <a:gd name="connsiteX57" fmla="*/ 1275912 w 12192000"/>
              <a:gd name="connsiteY57" fmla="*/ 3202348 h 3442855"/>
              <a:gd name="connsiteX58" fmla="*/ 1160923 w 12192000"/>
              <a:gd name="connsiteY58" fmla="*/ 3219676 h 3442855"/>
              <a:gd name="connsiteX59" fmla="*/ 909690 w 12192000"/>
              <a:gd name="connsiteY59" fmla="*/ 3216919 h 3442855"/>
              <a:gd name="connsiteX60" fmla="*/ 764020 w 12192000"/>
              <a:gd name="connsiteY60" fmla="*/ 3235844 h 3442855"/>
              <a:gd name="connsiteX61" fmla="*/ 701915 w 12192000"/>
              <a:gd name="connsiteY61" fmla="*/ 3250223 h 3442855"/>
              <a:gd name="connsiteX62" fmla="*/ 463292 w 12192000"/>
              <a:gd name="connsiteY62" fmla="*/ 3316636 h 3442855"/>
              <a:gd name="connsiteX63" fmla="*/ 369865 w 12192000"/>
              <a:gd name="connsiteY63" fmla="*/ 3339094 h 3442855"/>
              <a:gd name="connsiteX64" fmla="*/ 318911 w 12192000"/>
              <a:gd name="connsiteY64" fmla="*/ 3367912 h 3442855"/>
              <a:gd name="connsiteX65" fmla="*/ 119548 w 12192000"/>
              <a:gd name="connsiteY65" fmla="*/ 3404651 h 3442855"/>
              <a:gd name="connsiteX66" fmla="*/ 0 w 12192000"/>
              <a:gd name="connsiteY66" fmla="*/ 3414000 h 3442855"/>
              <a:gd name="connsiteX67" fmla="*/ 0 w 12192000"/>
              <a:gd name="connsiteY67" fmla="*/ 2 h 3442855"/>
              <a:gd name="connsiteX68" fmla="*/ 3459904 w 12192000"/>
              <a:gd name="connsiteY68" fmla="*/ 1 h 3442855"/>
              <a:gd name="connsiteX69" fmla="*/ 3459907 w 12192000"/>
              <a:gd name="connsiteY69" fmla="*/ 0 h 3442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2192000" h="3442855">
                <a:moveTo>
                  <a:pt x="3459907" y="0"/>
                </a:moveTo>
                <a:lnTo>
                  <a:pt x="12192000" y="0"/>
                </a:lnTo>
                <a:lnTo>
                  <a:pt x="12192000" y="3442855"/>
                </a:lnTo>
                <a:lnTo>
                  <a:pt x="12076094" y="3423357"/>
                </a:lnTo>
                <a:cubicBezTo>
                  <a:pt x="12005159" y="3438127"/>
                  <a:pt x="12014346" y="3381657"/>
                  <a:pt x="11974360" y="3396494"/>
                </a:cubicBezTo>
                <a:cubicBezTo>
                  <a:pt x="11904719" y="3371812"/>
                  <a:pt x="11861782" y="3344051"/>
                  <a:pt x="11825709" y="3356473"/>
                </a:cubicBezTo>
                <a:cubicBezTo>
                  <a:pt x="11795915" y="3337312"/>
                  <a:pt x="11776282" y="3287434"/>
                  <a:pt x="11731940" y="3297768"/>
                </a:cubicBezTo>
                <a:cubicBezTo>
                  <a:pt x="11745979" y="3276550"/>
                  <a:pt x="11683245" y="3292173"/>
                  <a:pt x="11676634" y="3269119"/>
                </a:cubicBezTo>
                <a:cubicBezTo>
                  <a:pt x="11673835" y="3250701"/>
                  <a:pt x="11654148" y="3251146"/>
                  <a:pt x="11639416" y="3243537"/>
                </a:cubicBezTo>
                <a:cubicBezTo>
                  <a:pt x="11629359" y="3224298"/>
                  <a:pt x="11554687" y="3202798"/>
                  <a:pt x="11528409" y="3203904"/>
                </a:cubicBezTo>
                <a:cubicBezTo>
                  <a:pt x="11453995" y="3217978"/>
                  <a:pt x="11397027" y="3139530"/>
                  <a:pt x="11337600" y="3148858"/>
                </a:cubicBezTo>
                <a:cubicBezTo>
                  <a:pt x="11294796" y="3133781"/>
                  <a:pt x="11282692" y="3121518"/>
                  <a:pt x="11271588" y="3113441"/>
                </a:cubicBezTo>
                <a:cubicBezTo>
                  <a:pt x="11271384" y="3109093"/>
                  <a:pt x="11271181" y="3104744"/>
                  <a:pt x="11270977" y="3100396"/>
                </a:cubicBezTo>
                <a:lnTo>
                  <a:pt x="11250574" y="3091174"/>
                </a:lnTo>
                <a:lnTo>
                  <a:pt x="11246505" y="3086783"/>
                </a:lnTo>
                <a:cubicBezTo>
                  <a:pt x="11238764" y="3078354"/>
                  <a:pt x="11230851" y="3070308"/>
                  <a:pt x="11221805" y="3063540"/>
                </a:cubicBezTo>
                <a:cubicBezTo>
                  <a:pt x="11194819" y="3110734"/>
                  <a:pt x="11140396" y="3013748"/>
                  <a:pt x="11135382" y="3062095"/>
                </a:cubicBezTo>
                <a:cubicBezTo>
                  <a:pt x="11080975" y="3033115"/>
                  <a:pt x="11090475" y="3086737"/>
                  <a:pt x="11056771" y="3020684"/>
                </a:cubicBezTo>
                <a:cubicBezTo>
                  <a:pt x="10950489" y="2984550"/>
                  <a:pt x="10968513" y="2976705"/>
                  <a:pt x="10800887" y="2963080"/>
                </a:cubicBezTo>
                <a:cubicBezTo>
                  <a:pt x="10782723" y="2947697"/>
                  <a:pt x="10721294" y="2942886"/>
                  <a:pt x="10701230" y="2935785"/>
                </a:cubicBezTo>
                <a:lnTo>
                  <a:pt x="10529686" y="2918071"/>
                </a:lnTo>
                <a:cubicBezTo>
                  <a:pt x="10467898" y="2936564"/>
                  <a:pt x="10391723" y="2920684"/>
                  <a:pt x="10337584" y="2926238"/>
                </a:cubicBezTo>
                <a:cubicBezTo>
                  <a:pt x="10271486" y="2936266"/>
                  <a:pt x="10261085" y="2903356"/>
                  <a:pt x="10179941" y="2930174"/>
                </a:cubicBezTo>
                <a:cubicBezTo>
                  <a:pt x="10171294" y="2901323"/>
                  <a:pt x="10143743" y="2928373"/>
                  <a:pt x="10129038" y="2929992"/>
                </a:cubicBezTo>
                <a:cubicBezTo>
                  <a:pt x="10111049" y="2935411"/>
                  <a:pt x="10080763" y="2928965"/>
                  <a:pt x="10044809" y="2932587"/>
                </a:cubicBezTo>
                <a:cubicBezTo>
                  <a:pt x="9986964" y="2934979"/>
                  <a:pt x="10040427" y="2926217"/>
                  <a:pt x="9923926" y="2936679"/>
                </a:cubicBezTo>
                <a:cubicBezTo>
                  <a:pt x="9890801" y="2937500"/>
                  <a:pt x="9863184" y="2908407"/>
                  <a:pt x="9825938" y="2915287"/>
                </a:cubicBezTo>
                <a:lnTo>
                  <a:pt x="9761662" y="2916695"/>
                </a:lnTo>
                <a:lnTo>
                  <a:pt x="9688436" y="2894364"/>
                </a:lnTo>
                <a:lnTo>
                  <a:pt x="9626359" y="2876388"/>
                </a:lnTo>
                <a:lnTo>
                  <a:pt x="9536686" y="2845662"/>
                </a:lnTo>
                <a:cubicBezTo>
                  <a:pt x="9530621" y="2846717"/>
                  <a:pt x="9510170" y="2854046"/>
                  <a:pt x="9500517" y="2847197"/>
                </a:cubicBezTo>
                <a:lnTo>
                  <a:pt x="9432874" y="2826106"/>
                </a:lnTo>
                <a:cubicBezTo>
                  <a:pt x="9425326" y="2827008"/>
                  <a:pt x="9347481" y="2827961"/>
                  <a:pt x="9340481" y="2831628"/>
                </a:cubicBezTo>
                <a:cubicBezTo>
                  <a:pt x="9293603" y="2778331"/>
                  <a:pt x="9255558" y="2808341"/>
                  <a:pt x="9191002" y="2776544"/>
                </a:cubicBezTo>
                <a:lnTo>
                  <a:pt x="9181756" y="2773801"/>
                </a:lnTo>
                <a:lnTo>
                  <a:pt x="8912415" y="2765023"/>
                </a:lnTo>
                <a:lnTo>
                  <a:pt x="7709716" y="2795956"/>
                </a:lnTo>
                <a:cubicBezTo>
                  <a:pt x="7352819" y="2829880"/>
                  <a:pt x="7380767" y="2943418"/>
                  <a:pt x="6923164" y="2920980"/>
                </a:cubicBezTo>
                <a:cubicBezTo>
                  <a:pt x="5970798" y="2826379"/>
                  <a:pt x="4381146" y="3024064"/>
                  <a:pt x="3308915" y="3049912"/>
                </a:cubicBezTo>
                <a:cubicBezTo>
                  <a:pt x="3098453" y="3075471"/>
                  <a:pt x="2865005" y="3091676"/>
                  <a:pt x="2643050" y="3112559"/>
                </a:cubicBezTo>
                <a:lnTo>
                  <a:pt x="2426006" y="3161942"/>
                </a:lnTo>
                <a:lnTo>
                  <a:pt x="2291811" y="3176941"/>
                </a:lnTo>
                <a:lnTo>
                  <a:pt x="2201685" y="3200625"/>
                </a:lnTo>
                <a:cubicBezTo>
                  <a:pt x="2115718" y="3217427"/>
                  <a:pt x="2132108" y="3186461"/>
                  <a:pt x="2046141" y="3203263"/>
                </a:cubicBezTo>
                <a:cubicBezTo>
                  <a:pt x="2010569" y="3191771"/>
                  <a:pt x="1980262" y="3182883"/>
                  <a:pt x="1953987" y="3176250"/>
                </a:cubicBezTo>
                <a:lnTo>
                  <a:pt x="1924440" y="3170393"/>
                </a:lnTo>
                <a:lnTo>
                  <a:pt x="1907653" y="3175484"/>
                </a:lnTo>
                <a:cubicBezTo>
                  <a:pt x="1878061" y="3178004"/>
                  <a:pt x="1876006" y="3207968"/>
                  <a:pt x="1856828" y="3184705"/>
                </a:cubicBezTo>
                <a:lnTo>
                  <a:pt x="1831611" y="3205201"/>
                </a:lnTo>
                <a:lnTo>
                  <a:pt x="1715859" y="3229661"/>
                </a:lnTo>
                <a:lnTo>
                  <a:pt x="1573012" y="3250275"/>
                </a:lnTo>
                <a:lnTo>
                  <a:pt x="1525936" y="3243056"/>
                </a:lnTo>
                <a:lnTo>
                  <a:pt x="1515932" y="3243699"/>
                </a:lnTo>
                <a:cubicBezTo>
                  <a:pt x="1483797" y="3247820"/>
                  <a:pt x="1486309" y="3252662"/>
                  <a:pt x="1418247" y="3236042"/>
                </a:cubicBezTo>
                <a:cubicBezTo>
                  <a:pt x="1389292" y="3213946"/>
                  <a:pt x="1345427" y="3216968"/>
                  <a:pt x="1311781" y="3207733"/>
                </a:cubicBezTo>
                <a:lnTo>
                  <a:pt x="1287526" y="3195564"/>
                </a:lnTo>
                <a:lnTo>
                  <a:pt x="1275912" y="3202348"/>
                </a:lnTo>
                <a:cubicBezTo>
                  <a:pt x="1219626" y="3232740"/>
                  <a:pt x="1230867" y="3206674"/>
                  <a:pt x="1160923" y="3219676"/>
                </a:cubicBezTo>
                <a:cubicBezTo>
                  <a:pt x="1120939" y="3215839"/>
                  <a:pt x="1029087" y="3185516"/>
                  <a:pt x="909690" y="3216919"/>
                </a:cubicBezTo>
                <a:cubicBezTo>
                  <a:pt x="860463" y="3220671"/>
                  <a:pt x="794970" y="3221233"/>
                  <a:pt x="764020" y="3235844"/>
                </a:cubicBezTo>
                <a:cubicBezTo>
                  <a:pt x="713142" y="3261931"/>
                  <a:pt x="769145" y="3237498"/>
                  <a:pt x="701915" y="3250223"/>
                </a:cubicBezTo>
                <a:cubicBezTo>
                  <a:pt x="644188" y="3215027"/>
                  <a:pt x="531278" y="3284445"/>
                  <a:pt x="463292" y="3316636"/>
                </a:cubicBezTo>
                <a:cubicBezTo>
                  <a:pt x="456096" y="3336479"/>
                  <a:pt x="389128" y="3337531"/>
                  <a:pt x="369865" y="3339094"/>
                </a:cubicBezTo>
                <a:cubicBezTo>
                  <a:pt x="365488" y="3372375"/>
                  <a:pt x="330307" y="3346614"/>
                  <a:pt x="318911" y="3367912"/>
                </a:cubicBezTo>
                <a:cubicBezTo>
                  <a:pt x="256531" y="3381126"/>
                  <a:pt x="186611" y="3396061"/>
                  <a:pt x="119548" y="3404651"/>
                </a:cubicBezTo>
                <a:lnTo>
                  <a:pt x="0" y="3414000"/>
                </a:lnTo>
                <a:lnTo>
                  <a:pt x="0" y="2"/>
                </a:lnTo>
                <a:lnTo>
                  <a:pt x="3459904" y="1"/>
                </a:lnTo>
                <a:cubicBezTo>
                  <a:pt x="3459905" y="1"/>
                  <a:pt x="3459906" y="0"/>
                  <a:pt x="3459907" y="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608CD17C-4A7C-477D-A659-BA8A89A78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1775" y="1609518"/>
            <a:ext cx="6610350" cy="294235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מציין מיקום תוכן 8">
            <a:extLst>
              <a:ext uri="{FF2B5EF4-FFF2-40B4-BE49-F238E27FC236}">
                <a16:creationId xmlns:a16="http://schemas.microsoft.com/office/drawing/2014/main" id="{BDCD7377-C1D9-1AF4-C15E-B98A988FB79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19273" y="-27624"/>
            <a:ext cx="8572500" cy="1374741"/>
          </a:xfrm>
          <a:prstGeom prst="rect">
            <a:avLst/>
          </a:prstGeom>
        </p:spPr>
        <p:txBody>
          <a:bodyPr rtlCol="1" anchor="ctr">
            <a:normAutofit/>
          </a:bodyPr>
          <a:lstStyle/>
          <a:p>
            <a:pPr marL="0" indent="0" algn="ctr">
              <a:buNone/>
            </a:pPr>
            <a:r>
              <a:rPr lang="he-IL" dirty="0"/>
              <a:t>יצירת </a:t>
            </a:r>
            <a:r>
              <a:rPr lang="en-US" dirty="0"/>
              <a:t>ExampleFragment1</a:t>
            </a:r>
            <a:endParaRPr lang="he-IL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1E557265-61DB-EA64-76A5-EBA5EBA52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34" y="1132273"/>
            <a:ext cx="8353377" cy="5247474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D2E5162-3FA7-3D8C-77EF-E4E7E0AFE322}"/>
              </a:ext>
            </a:extLst>
          </p:cNvPr>
          <p:cNvSpPr txBox="1"/>
          <p:nvPr/>
        </p:nvSpPr>
        <p:spPr>
          <a:xfrm>
            <a:off x="7684329" y="3332669"/>
            <a:ext cx="1952625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dirty="0"/>
              <a:t>בבנאי מקשרים ל </a:t>
            </a:r>
            <a:r>
              <a:rPr lang="en-US" dirty="0"/>
              <a:t>layout</a:t>
            </a:r>
            <a:r>
              <a:rPr lang="he-IL" dirty="0"/>
              <a:t> המתאים</a:t>
            </a:r>
          </a:p>
        </p:txBody>
      </p:sp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30320CFD-782C-1FF2-196B-B3D7617892D6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858000" y="3655835"/>
            <a:ext cx="826329" cy="401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930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2">
            <a:extLst>
              <a:ext uri="{FF2B5EF4-FFF2-40B4-BE49-F238E27FC236}">
                <a16:creationId xmlns:a16="http://schemas.microsoft.com/office/drawing/2014/main" id="{CA9CEF99-39CF-406E-8FCF-5EEDCCA2A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Picture 44">
            <a:extLst>
              <a:ext uri="{FF2B5EF4-FFF2-40B4-BE49-F238E27FC236}">
                <a16:creationId xmlns:a16="http://schemas.microsoft.com/office/drawing/2014/main" id="{355717D4-33C9-419C-8D9C-17C707967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53" name="Rectangle 46">
            <a:extLst>
              <a:ext uri="{FF2B5EF4-FFF2-40B4-BE49-F238E27FC236}">
                <a16:creationId xmlns:a16="http://schemas.microsoft.com/office/drawing/2014/main" id="{DE152F22-1707-453C-8C48-6B5CDD24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48">
            <a:extLst>
              <a:ext uri="{FF2B5EF4-FFF2-40B4-BE49-F238E27FC236}">
                <a16:creationId xmlns:a16="http://schemas.microsoft.com/office/drawing/2014/main" id="{90F3EC41-E060-4D79-8F5B-1DD6A3A9D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E4F8B6E3-C72D-6916-2E82-D42BC36FE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477" y="317241"/>
            <a:ext cx="10328988" cy="146976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he-IL" sz="2000" dirty="0"/>
              <a:t>בפעולה </a:t>
            </a:r>
            <a:r>
              <a:rPr lang="en-US" sz="2000" dirty="0"/>
              <a:t>onCreateView</a:t>
            </a:r>
            <a:r>
              <a:rPr lang="he-IL" sz="2000" dirty="0"/>
              <a:t> מנפחים את ה </a:t>
            </a:r>
            <a:r>
              <a:rPr lang="en-US" sz="2000" dirty="0"/>
              <a:t>inflater</a:t>
            </a:r>
            <a:r>
              <a:rPr lang="he-IL" sz="2000" dirty="0"/>
              <a:t> שיתאים לקובץ ה </a:t>
            </a:r>
            <a:r>
              <a:rPr lang="en-US" sz="2000" dirty="0"/>
              <a:t>xml</a:t>
            </a:r>
            <a:r>
              <a:rPr lang="he-IL" sz="2000" dirty="0"/>
              <a:t> המתאים ומוסיפים לכפתור מאזין שמעביר את הנתונים ל </a:t>
            </a:r>
            <a:r>
              <a:rPr lang="en-US" sz="2000" dirty="0"/>
              <a:t>fragment</a:t>
            </a:r>
            <a:r>
              <a:rPr lang="he-IL" sz="2000" dirty="0"/>
              <a:t> השני</a:t>
            </a:r>
            <a:endParaRPr lang="en-US" sz="2000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54E38508-0359-D3DA-EC54-226A71FFB6D6}"/>
              </a:ext>
            </a:extLst>
          </p:cNvPr>
          <p:cNvSpPr txBox="1"/>
          <p:nvPr/>
        </p:nvSpPr>
        <p:spPr>
          <a:xfrm>
            <a:off x="2191403" y="176307"/>
            <a:ext cx="7793832" cy="11617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rtl="0">
              <a:lnSpc>
                <a:spcPct val="90000"/>
              </a:lnSpc>
              <a:spcAft>
                <a:spcPts val="600"/>
              </a:spcAft>
            </a:pPr>
            <a:endParaRPr lang="en-US" sz="1500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DFAA48F-580E-20AC-FE89-931F2FFD7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18" y="1303049"/>
            <a:ext cx="10328988" cy="5554950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CAD3D6C3-5E09-108C-AA2B-AC9B51D298B2}"/>
              </a:ext>
            </a:extLst>
          </p:cNvPr>
          <p:cNvSpPr txBox="1"/>
          <p:nvPr/>
        </p:nvSpPr>
        <p:spPr>
          <a:xfrm>
            <a:off x="8143875" y="2046893"/>
            <a:ext cx="1276350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200" dirty="0"/>
              <a:t>ניפוח ה </a:t>
            </a:r>
            <a:r>
              <a:rPr lang="en-US" sz="1200" dirty="0"/>
              <a:t>inflater</a:t>
            </a:r>
          </a:p>
          <a:p>
            <a:r>
              <a:rPr lang="he-IL" sz="1200" dirty="0"/>
              <a:t>והצבת מצביעים</a:t>
            </a:r>
          </a:p>
        </p:txBody>
      </p: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D3552867-5B23-3F56-9212-BDD680B198FF}"/>
              </a:ext>
            </a:extLst>
          </p:cNvPr>
          <p:cNvCxnSpPr/>
          <p:nvPr/>
        </p:nvCxnSpPr>
        <p:spPr>
          <a:xfrm flipH="1">
            <a:off x="5848350" y="2277725"/>
            <a:ext cx="2295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444108F5-0F50-474D-168E-660E606DF5F7}"/>
              </a:ext>
            </a:extLst>
          </p:cNvPr>
          <p:cNvSpPr txBox="1"/>
          <p:nvPr/>
        </p:nvSpPr>
        <p:spPr>
          <a:xfrm>
            <a:off x="6943725" y="2935723"/>
            <a:ext cx="1419225" cy="27699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200" dirty="0"/>
              <a:t>הוספת מאזין לכפתור</a:t>
            </a:r>
          </a:p>
        </p:txBody>
      </p: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6DE66FD0-CEBB-E964-ADE3-8B719B20FEDE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5000625" y="3038475"/>
            <a:ext cx="1943100" cy="35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85A316C2-8481-0A55-099C-58006B6F33B3}"/>
              </a:ext>
            </a:extLst>
          </p:cNvPr>
          <p:cNvSpPr txBox="1"/>
          <p:nvPr/>
        </p:nvSpPr>
        <p:spPr>
          <a:xfrm>
            <a:off x="8362950" y="3811607"/>
            <a:ext cx="1276350" cy="83099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200" dirty="0"/>
              <a:t>העברת הנתונים ל </a:t>
            </a:r>
            <a:r>
              <a:rPr lang="en-US" sz="1200" dirty="0"/>
              <a:t>fragment</a:t>
            </a:r>
            <a:r>
              <a:rPr lang="he-IL" sz="1200" dirty="0"/>
              <a:t> השני ע"י עצם מסוג </a:t>
            </a:r>
            <a:r>
              <a:rPr lang="en-US" sz="1200" dirty="0"/>
              <a:t>Bundle</a:t>
            </a:r>
            <a:endParaRPr lang="he-IL" sz="1200" dirty="0"/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8B26720D-B5CA-F3B7-A908-694021FF6EF4}"/>
              </a:ext>
            </a:extLst>
          </p:cNvPr>
          <p:cNvCxnSpPr>
            <a:stCxn id="15" idx="1"/>
          </p:cNvCxnSpPr>
          <p:nvPr/>
        </p:nvCxnSpPr>
        <p:spPr>
          <a:xfrm flipH="1">
            <a:off x="5743575" y="4227106"/>
            <a:ext cx="2619375" cy="249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B539633E-4F49-FAEB-1589-3C3B9BF63825}"/>
              </a:ext>
            </a:extLst>
          </p:cNvPr>
          <p:cNvSpPr txBox="1"/>
          <p:nvPr/>
        </p:nvSpPr>
        <p:spPr>
          <a:xfrm>
            <a:off x="8239125" y="5260301"/>
            <a:ext cx="1746110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200" dirty="0"/>
              <a:t>החלפה ל </a:t>
            </a:r>
            <a:r>
              <a:rPr lang="en-US" sz="1200" dirty="0"/>
              <a:t>fragment</a:t>
            </a:r>
            <a:r>
              <a:rPr lang="he-IL" sz="1200" dirty="0"/>
              <a:t> השני דרך ה </a:t>
            </a:r>
            <a:r>
              <a:rPr lang="en-US" sz="1200" dirty="0"/>
              <a:t>FragmentManager</a:t>
            </a:r>
            <a:r>
              <a:rPr lang="he-IL" sz="1200" dirty="0"/>
              <a:t> שהגדרנו ב </a:t>
            </a:r>
            <a:r>
              <a:rPr lang="en-US" sz="1200" dirty="0"/>
              <a:t>MainActivity</a:t>
            </a:r>
            <a:endParaRPr lang="he-IL" sz="1200" dirty="0"/>
          </a:p>
        </p:txBody>
      </p:sp>
      <p:cxnSp>
        <p:nvCxnSpPr>
          <p:cNvPr id="20" name="מחבר חץ ישר 19">
            <a:extLst>
              <a:ext uri="{FF2B5EF4-FFF2-40B4-BE49-F238E27FC236}">
                <a16:creationId xmlns:a16="http://schemas.microsoft.com/office/drawing/2014/main" id="{428C1873-96BB-9B2E-537B-05C93FDD7146}"/>
              </a:ext>
            </a:extLst>
          </p:cNvPr>
          <p:cNvCxnSpPr/>
          <p:nvPr/>
        </p:nvCxnSpPr>
        <p:spPr>
          <a:xfrm flipH="1" flipV="1">
            <a:off x="5476875" y="5388237"/>
            <a:ext cx="2762250" cy="183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128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reeform: Shape 66">
            <a:extLst>
              <a:ext uri="{FF2B5EF4-FFF2-40B4-BE49-F238E27FC236}">
                <a16:creationId xmlns:a16="http://schemas.microsoft.com/office/drawing/2014/main" id="{50811073-89F5-46D6-83D8-BA7644649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3442855"/>
          </a:xfrm>
          <a:custGeom>
            <a:avLst/>
            <a:gdLst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330471 w 12192000"/>
              <a:gd name="connsiteY43" fmla="*/ 3148294 h 3442855"/>
              <a:gd name="connsiteX44" fmla="*/ 2325930 w 12192000"/>
              <a:gd name="connsiteY44" fmla="*/ 3149646 h 3442855"/>
              <a:gd name="connsiteX45" fmla="*/ 2304043 w 12192000"/>
              <a:gd name="connsiteY45" fmla="*/ 3152858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330471 w 12192000"/>
              <a:gd name="connsiteY43" fmla="*/ 3148294 h 3442855"/>
              <a:gd name="connsiteX44" fmla="*/ 2325930 w 12192000"/>
              <a:gd name="connsiteY44" fmla="*/ 3149646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330471 w 12192000"/>
              <a:gd name="connsiteY43" fmla="*/ 3148294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08701 w 12192000"/>
              <a:gd name="connsiteY68" fmla="*/ 3323460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63292 w 12192000"/>
              <a:gd name="connsiteY68" fmla="*/ 3316636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63292 w 12192000"/>
              <a:gd name="connsiteY68" fmla="*/ 3316636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842652 w 12192000"/>
              <a:gd name="connsiteY53" fmla="*/ 3186535 h 3442855"/>
              <a:gd name="connsiteX54" fmla="*/ 1763355 w 12192000"/>
              <a:gd name="connsiteY54" fmla="*/ 3224928 h 3442855"/>
              <a:gd name="connsiteX55" fmla="*/ 1654444 w 12192000"/>
              <a:gd name="connsiteY55" fmla="*/ 3229661 h 3442855"/>
              <a:gd name="connsiteX56" fmla="*/ 1629483 w 12192000"/>
              <a:gd name="connsiteY56" fmla="*/ 3232675 h 3442855"/>
              <a:gd name="connsiteX57" fmla="*/ 1573012 w 12192000"/>
              <a:gd name="connsiteY57" fmla="*/ 3250275 h 3442855"/>
              <a:gd name="connsiteX58" fmla="*/ 1525936 w 12192000"/>
              <a:gd name="connsiteY58" fmla="*/ 3243056 h 3442855"/>
              <a:gd name="connsiteX59" fmla="*/ 1515932 w 12192000"/>
              <a:gd name="connsiteY59" fmla="*/ 3243699 h 3442855"/>
              <a:gd name="connsiteX60" fmla="*/ 1418247 w 12192000"/>
              <a:gd name="connsiteY60" fmla="*/ 3236042 h 3442855"/>
              <a:gd name="connsiteX61" fmla="*/ 1311781 w 12192000"/>
              <a:gd name="connsiteY61" fmla="*/ 3207733 h 3442855"/>
              <a:gd name="connsiteX62" fmla="*/ 1287526 w 12192000"/>
              <a:gd name="connsiteY62" fmla="*/ 3195564 h 3442855"/>
              <a:gd name="connsiteX63" fmla="*/ 1275912 w 12192000"/>
              <a:gd name="connsiteY63" fmla="*/ 3202348 h 3442855"/>
              <a:gd name="connsiteX64" fmla="*/ 1160923 w 12192000"/>
              <a:gd name="connsiteY64" fmla="*/ 3219676 h 3442855"/>
              <a:gd name="connsiteX65" fmla="*/ 909690 w 12192000"/>
              <a:gd name="connsiteY65" fmla="*/ 3216919 h 3442855"/>
              <a:gd name="connsiteX66" fmla="*/ 764020 w 12192000"/>
              <a:gd name="connsiteY66" fmla="*/ 3235844 h 3442855"/>
              <a:gd name="connsiteX67" fmla="*/ 701915 w 12192000"/>
              <a:gd name="connsiteY67" fmla="*/ 3250223 h 3442855"/>
              <a:gd name="connsiteX68" fmla="*/ 463292 w 12192000"/>
              <a:gd name="connsiteY68" fmla="*/ 3316636 h 3442855"/>
              <a:gd name="connsiteX69" fmla="*/ 369865 w 12192000"/>
              <a:gd name="connsiteY69" fmla="*/ 3339094 h 3442855"/>
              <a:gd name="connsiteX70" fmla="*/ 318911 w 12192000"/>
              <a:gd name="connsiteY70" fmla="*/ 3367912 h 3442855"/>
              <a:gd name="connsiteX71" fmla="*/ 119548 w 12192000"/>
              <a:gd name="connsiteY71" fmla="*/ 3404651 h 3442855"/>
              <a:gd name="connsiteX72" fmla="*/ 0 w 12192000"/>
              <a:gd name="connsiteY72" fmla="*/ 3414000 h 3442855"/>
              <a:gd name="connsiteX73" fmla="*/ 0 w 12192000"/>
              <a:gd name="connsiteY73" fmla="*/ 2 h 3442855"/>
              <a:gd name="connsiteX74" fmla="*/ 3459904 w 12192000"/>
              <a:gd name="connsiteY74" fmla="*/ 1 h 3442855"/>
              <a:gd name="connsiteX75" fmla="*/ 3459907 w 12192000"/>
              <a:gd name="connsiteY75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845479 w 12192000"/>
              <a:gd name="connsiteY52" fmla="*/ 3178329 h 3442855"/>
              <a:gd name="connsiteX53" fmla="*/ 1763355 w 12192000"/>
              <a:gd name="connsiteY53" fmla="*/ 3224928 h 3442855"/>
              <a:gd name="connsiteX54" fmla="*/ 1654444 w 12192000"/>
              <a:gd name="connsiteY54" fmla="*/ 3229661 h 3442855"/>
              <a:gd name="connsiteX55" fmla="*/ 1629483 w 12192000"/>
              <a:gd name="connsiteY55" fmla="*/ 3232675 h 3442855"/>
              <a:gd name="connsiteX56" fmla="*/ 1573012 w 12192000"/>
              <a:gd name="connsiteY56" fmla="*/ 3250275 h 3442855"/>
              <a:gd name="connsiteX57" fmla="*/ 1525936 w 12192000"/>
              <a:gd name="connsiteY57" fmla="*/ 3243056 h 3442855"/>
              <a:gd name="connsiteX58" fmla="*/ 1515932 w 12192000"/>
              <a:gd name="connsiteY58" fmla="*/ 3243699 h 3442855"/>
              <a:gd name="connsiteX59" fmla="*/ 1418247 w 12192000"/>
              <a:gd name="connsiteY59" fmla="*/ 3236042 h 3442855"/>
              <a:gd name="connsiteX60" fmla="*/ 1311781 w 12192000"/>
              <a:gd name="connsiteY60" fmla="*/ 3207733 h 3442855"/>
              <a:gd name="connsiteX61" fmla="*/ 1287526 w 12192000"/>
              <a:gd name="connsiteY61" fmla="*/ 3195564 h 3442855"/>
              <a:gd name="connsiteX62" fmla="*/ 1275912 w 12192000"/>
              <a:gd name="connsiteY62" fmla="*/ 3202348 h 3442855"/>
              <a:gd name="connsiteX63" fmla="*/ 1160923 w 12192000"/>
              <a:gd name="connsiteY63" fmla="*/ 3219676 h 3442855"/>
              <a:gd name="connsiteX64" fmla="*/ 909690 w 12192000"/>
              <a:gd name="connsiteY64" fmla="*/ 3216919 h 3442855"/>
              <a:gd name="connsiteX65" fmla="*/ 764020 w 12192000"/>
              <a:gd name="connsiteY65" fmla="*/ 3235844 h 3442855"/>
              <a:gd name="connsiteX66" fmla="*/ 701915 w 12192000"/>
              <a:gd name="connsiteY66" fmla="*/ 3250223 h 3442855"/>
              <a:gd name="connsiteX67" fmla="*/ 463292 w 12192000"/>
              <a:gd name="connsiteY67" fmla="*/ 3316636 h 3442855"/>
              <a:gd name="connsiteX68" fmla="*/ 369865 w 12192000"/>
              <a:gd name="connsiteY68" fmla="*/ 3339094 h 3442855"/>
              <a:gd name="connsiteX69" fmla="*/ 318911 w 12192000"/>
              <a:gd name="connsiteY69" fmla="*/ 3367912 h 3442855"/>
              <a:gd name="connsiteX70" fmla="*/ 119548 w 12192000"/>
              <a:gd name="connsiteY70" fmla="*/ 3404651 h 3442855"/>
              <a:gd name="connsiteX71" fmla="*/ 0 w 12192000"/>
              <a:gd name="connsiteY71" fmla="*/ 3414000 h 3442855"/>
              <a:gd name="connsiteX72" fmla="*/ 0 w 12192000"/>
              <a:gd name="connsiteY72" fmla="*/ 2 h 3442855"/>
              <a:gd name="connsiteX73" fmla="*/ 3459904 w 12192000"/>
              <a:gd name="connsiteY73" fmla="*/ 1 h 3442855"/>
              <a:gd name="connsiteX74" fmla="*/ 3459907 w 12192000"/>
              <a:gd name="connsiteY74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52083 w 12192000"/>
              <a:gd name="connsiteY51" fmla="*/ 3177905 h 3442855"/>
              <a:gd name="connsiteX52" fmla="*/ 1763355 w 12192000"/>
              <a:gd name="connsiteY52" fmla="*/ 3224928 h 3442855"/>
              <a:gd name="connsiteX53" fmla="*/ 1654444 w 12192000"/>
              <a:gd name="connsiteY53" fmla="*/ 3229661 h 3442855"/>
              <a:gd name="connsiteX54" fmla="*/ 1629483 w 12192000"/>
              <a:gd name="connsiteY54" fmla="*/ 3232675 h 3442855"/>
              <a:gd name="connsiteX55" fmla="*/ 1573012 w 12192000"/>
              <a:gd name="connsiteY55" fmla="*/ 3250275 h 3442855"/>
              <a:gd name="connsiteX56" fmla="*/ 1525936 w 12192000"/>
              <a:gd name="connsiteY56" fmla="*/ 3243056 h 3442855"/>
              <a:gd name="connsiteX57" fmla="*/ 1515932 w 12192000"/>
              <a:gd name="connsiteY57" fmla="*/ 3243699 h 3442855"/>
              <a:gd name="connsiteX58" fmla="*/ 1418247 w 12192000"/>
              <a:gd name="connsiteY58" fmla="*/ 3236042 h 3442855"/>
              <a:gd name="connsiteX59" fmla="*/ 1311781 w 12192000"/>
              <a:gd name="connsiteY59" fmla="*/ 3207733 h 3442855"/>
              <a:gd name="connsiteX60" fmla="*/ 1287526 w 12192000"/>
              <a:gd name="connsiteY60" fmla="*/ 3195564 h 3442855"/>
              <a:gd name="connsiteX61" fmla="*/ 1275912 w 12192000"/>
              <a:gd name="connsiteY61" fmla="*/ 3202348 h 3442855"/>
              <a:gd name="connsiteX62" fmla="*/ 1160923 w 12192000"/>
              <a:gd name="connsiteY62" fmla="*/ 3219676 h 3442855"/>
              <a:gd name="connsiteX63" fmla="*/ 909690 w 12192000"/>
              <a:gd name="connsiteY63" fmla="*/ 3216919 h 3442855"/>
              <a:gd name="connsiteX64" fmla="*/ 764020 w 12192000"/>
              <a:gd name="connsiteY64" fmla="*/ 3235844 h 3442855"/>
              <a:gd name="connsiteX65" fmla="*/ 701915 w 12192000"/>
              <a:gd name="connsiteY65" fmla="*/ 3250223 h 3442855"/>
              <a:gd name="connsiteX66" fmla="*/ 463292 w 12192000"/>
              <a:gd name="connsiteY66" fmla="*/ 3316636 h 3442855"/>
              <a:gd name="connsiteX67" fmla="*/ 369865 w 12192000"/>
              <a:gd name="connsiteY67" fmla="*/ 3339094 h 3442855"/>
              <a:gd name="connsiteX68" fmla="*/ 318911 w 12192000"/>
              <a:gd name="connsiteY68" fmla="*/ 3367912 h 3442855"/>
              <a:gd name="connsiteX69" fmla="*/ 119548 w 12192000"/>
              <a:gd name="connsiteY69" fmla="*/ 3404651 h 3442855"/>
              <a:gd name="connsiteX70" fmla="*/ 0 w 12192000"/>
              <a:gd name="connsiteY70" fmla="*/ 3414000 h 3442855"/>
              <a:gd name="connsiteX71" fmla="*/ 0 w 12192000"/>
              <a:gd name="connsiteY71" fmla="*/ 2 h 3442855"/>
              <a:gd name="connsiteX72" fmla="*/ 3459904 w 12192000"/>
              <a:gd name="connsiteY72" fmla="*/ 1 h 3442855"/>
              <a:gd name="connsiteX73" fmla="*/ 3459907 w 12192000"/>
              <a:gd name="connsiteY73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763355 w 12192000"/>
              <a:gd name="connsiteY52" fmla="*/ 3224928 h 3442855"/>
              <a:gd name="connsiteX53" fmla="*/ 1654444 w 12192000"/>
              <a:gd name="connsiteY53" fmla="*/ 3229661 h 3442855"/>
              <a:gd name="connsiteX54" fmla="*/ 1629483 w 12192000"/>
              <a:gd name="connsiteY54" fmla="*/ 3232675 h 3442855"/>
              <a:gd name="connsiteX55" fmla="*/ 1573012 w 12192000"/>
              <a:gd name="connsiteY55" fmla="*/ 3250275 h 3442855"/>
              <a:gd name="connsiteX56" fmla="*/ 1525936 w 12192000"/>
              <a:gd name="connsiteY56" fmla="*/ 3243056 h 3442855"/>
              <a:gd name="connsiteX57" fmla="*/ 1515932 w 12192000"/>
              <a:gd name="connsiteY57" fmla="*/ 3243699 h 3442855"/>
              <a:gd name="connsiteX58" fmla="*/ 1418247 w 12192000"/>
              <a:gd name="connsiteY58" fmla="*/ 3236042 h 3442855"/>
              <a:gd name="connsiteX59" fmla="*/ 1311781 w 12192000"/>
              <a:gd name="connsiteY59" fmla="*/ 3207733 h 3442855"/>
              <a:gd name="connsiteX60" fmla="*/ 1287526 w 12192000"/>
              <a:gd name="connsiteY60" fmla="*/ 3195564 h 3442855"/>
              <a:gd name="connsiteX61" fmla="*/ 1275912 w 12192000"/>
              <a:gd name="connsiteY61" fmla="*/ 3202348 h 3442855"/>
              <a:gd name="connsiteX62" fmla="*/ 1160923 w 12192000"/>
              <a:gd name="connsiteY62" fmla="*/ 3219676 h 3442855"/>
              <a:gd name="connsiteX63" fmla="*/ 909690 w 12192000"/>
              <a:gd name="connsiteY63" fmla="*/ 3216919 h 3442855"/>
              <a:gd name="connsiteX64" fmla="*/ 764020 w 12192000"/>
              <a:gd name="connsiteY64" fmla="*/ 3235844 h 3442855"/>
              <a:gd name="connsiteX65" fmla="*/ 701915 w 12192000"/>
              <a:gd name="connsiteY65" fmla="*/ 3250223 h 3442855"/>
              <a:gd name="connsiteX66" fmla="*/ 463292 w 12192000"/>
              <a:gd name="connsiteY66" fmla="*/ 3316636 h 3442855"/>
              <a:gd name="connsiteX67" fmla="*/ 369865 w 12192000"/>
              <a:gd name="connsiteY67" fmla="*/ 3339094 h 3442855"/>
              <a:gd name="connsiteX68" fmla="*/ 318911 w 12192000"/>
              <a:gd name="connsiteY68" fmla="*/ 3367912 h 3442855"/>
              <a:gd name="connsiteX69" fmla="*/ 119548 w 12192000"/>
              <a:gd name="connsiteY69" fmla="*/ 3404651 h 3442855"/>
              <a:gd name="connsiteX70" fmla="*/ 0 w 12192000"/>
              <a:gd name="connsiteY70" fmla="*/ 3414000 h 3442855"/>
              <a:gd name="connsiteX71" fmla="*/ 0 w 12192000"/>
              <a:gd name="connsiteY71" fmla="*/ 2 h 3442855"/>
              <a:gd name="connsiteX72" fmla="*/ 3459904 w 12192000"/>
              <a:gd name="connsiteY72" fmla="*/ 1 h 3442855"/>
              <a:gd name="connsiteX73" fmla="*/ 3459907 w 12192000"/>
              <a:gd name="connsiteY73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654444 w 12192000"/>
              <a:gd name="connsiteY52" fmla="*/ 3229661 h 3442855"/>
              <a:gd name="connsiteX53" fmla="*/ 1629483 w 12192000"/>
              <a:gd name="connsiteY53" fmla="*/ 3232675 h 3442855"/>
              <a:gd name="connsiteX54" fmla="*/ 1573012 w 12192000"/>
              <a:gd name="connsiteY54" fmla="*/ 3250275 h 3442855"/>
              <a:gd name="connsiteX55" fmla="*/ 1525936 w 12192000"/>
              <a:gd name="connsiteY55" fmla="*/ 3243056 h 3442855"/>
              <a:gd name="connsiteX56" fmla="*/ 1515932 w 12192000"/>
              <a:gd name="connsiteY56" fmla="*/ 3243699 h 3442855"/>
              <a:gd name="connsiteX57" fmla="*/ 1418247 w 12192000"/>
              <a:gd name="connsiteY57" fmla="*/ 3236042 h 3442855"/>
              <a:gd name="connsiteX58" fmla="*/ 1311781 w 12192000"/>
              <a:gd name="connsiteY58" fmla="*/ 3207733 h 3442855"/>
              <a:gd name="connsiteX59" fmla="*/ 1287526 w 12192000"/>
              <a:gd name="connsiteY59" fmla="*/ 3195564 h 3442855"/>
              <a:gd name="connsiteX60" fmla="*/ 1275912 w 12192000"/>
              <a:gd name="connsiteY60" fmla="*/ 3202348 h 3442855"/>
              <a:gd name="connsiteX61" fmla="*/ 1160923 w 12192000"/>
              <a:gd name="connsiteY61" fmla="*/ 3219676 h 3442855"/>
              <a:gd name="connsiteX62" fmla="*/ 909690 w 12192000"/>
              <a:gd name="connsiteY62" fmla="*/ 3216919 h 3442855"/>
              <a:gd name="connsiteX63" fmla="*/ 764020 w 12192000"/>
              <a:gd name="connsiteY63" fmla="*/ 3235844 h 3442855"/>
              <a:gd name="connsiteX64" fmla="*/ 701915 w 12192000"/>
              <a:gd name="connsiteY64" fmla="*/ 3250223 h 3442855"/>
              <a:gd name="connsiteX65" fmla="*/ 463292 w 12192000"/>
              <a:gd name="connsiteY65" fmla="*/ 3316636 h 3442855"/>
              <a:gd name="connsiteX66" fmla="*/ 369865 w 12192000"/>
              <a:gd name="connsiteY66" fmla="*/ 3339094 h 3442855"/>
              <a:gd name="connsiteX67" fmla="*/ 318911 w 12192000"/>
              <a:gd name="connsiteY67" fmla="*/ 3367912 h 3442855"/>
              <a:gd name="connsiteX68" fmla="*/ 119548 w 12192000"/>
              <a:gd name="connsiteY68" fmla="*/ 3404651 h 3442855"/>
              <a:gd name="connsiteX69" fmla="*/ 0 w 12192000"/>
              <a:gd name="connsiteY69" fmla="*/ 3414000 h 3442855"/>
              <a:gd name="connsiteX70" fmla="*/ 0 w 12192000"/>
              <a:gd name="connsiteY70" fmla="*/ 2 h 3442855"/>
              <a:gd name="connsiteX71" fmla="*/ 3459904 w 12192000"/>
              <a:gd name="connsiteY71" fmla="*/ 1 h 3442855"/>
              <a:gd name="connsiteX72" fmla="*/ 3459907 w 12192000"/>
              <a:gd name="connsiteY72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654444 w 12192000"/>
              <a:gd name="connsiteY52" fmla="*/ 3229661 h 3442855"/>
              <a:gd name="connsiteX53" fmla="*/ 1573012 w 12192000"/>
              <a:gd name="connsiteY53" fmla="*/ 3250275 h 3442855"/>
              <a:gd name="connsiteX54" fmla="*/ 1525936 w 12192000"/>
              <a:gd name="connsiteY54" fmla="*/ 3243056 h 3442855"/>
              <a:gd name="connsiteX55" fmla="*/ 1515932 w 12192000"/>
              <a:gd name="connsiteY55" fmla="*/ 3243699 h 3442855"/>
              <a:gd name="connsiteX56" fmla="*/ 1418247 w 12192000"/>
              <a:gd name="connsiteY56" fmla="*/ 3236042 h 3442855"/>
              <a:gd name="connsiteX57" fmla="*/ 1311781 w 12192000"/>
              <a:gd name="connsiteY57" fmla="*/ 3207733 h 3442855"/>
              <a:gd name="connsiteX58" fmla="*/ 1287526 w 12192000"/>
              <a:gd name="connsiteY58" fmla="*/ 3195564 h 3442855"/>
              <a:gd name="connsiteX59" fmla="*/ 1275912 w 12192000"/>
              <a:gd name="connsiteY59" fmla="*/ 3202348 h 3442855"/>
              <a:gd name="connsiteX60" fmla="*/ 1160923 w 12192000"/>
              <a:gd name="connsiteY60" fmla="*/ 3219676 h 3442855"/>
              <a:gd name="connsiteX61" fmla="*/ 909690 w 12192000"/>
              <a:gd name="connsiteY61" fmla="*/ 3216919 h 3442855"/>
              <a:gd name="connsiteX62" fmla="*/ 764020 w 12192000"/>
              <a:gd name="connsiteY62" fmla="*/ 3235844 h 3442855"/>
              <a:gd name="connsiteX63" fmla="*/ 701915 w 12192000"/>
              <a:gd name="connsiteY63" fmla="*/ 3250223 h 3442855"/>
              <a:gd name="connsiteX64" fmla="*/ 463292 w 12192000"/>
              <a:gd name="connsiteY64" fmla="*/ 3316636 h 3442855"/>
              <a:gd name="connsiteX65" fmla="*/ 369865 w 12192000"/>
              <a:gd name="connsiteY65" fmla="*/ 3339094 h 3442855"/>
              <a:gd name="connsiteX66" fmla="*/ 318911 w 12192000"/>
              <a:gd name="connsiteY66" fmla="*/ 3367912 h 3442855"/>
              <a:gd name="connsiteX67" fmla="*/ 119548 w 12192000"/>
              <a:gd name="connsiteY67" fmla="*/ 3404651 h 3442855"/>
              <a:gd name="connsiteX68" fmla="*/ 0 w 12192000"/>
              <a:gd name="connsiteY68" fmla="*/ 3414000 h 3442855"/>
              <a:gd name="connsiteX69" fmla="*/ 0 w 12192000"/>
              <a:gd name="connsiteY69" fmla="*/ 2 h 3442855"/>
              <a:gd name="connsiteX70" fmla="*/ 3459904 w 12192000"/>
              <a:gd name="connsiteY70" fmla="*/ 1 h 3442855"/>
              <a:gd name="connsiteX71" fmla="*/ 3459907 w 12192000"/>
              <a:gd name="connsiteY71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77612 w 12192000"/>
              <a:gd name="connsiteY33" fmla="*/ 2830281 h 3442855"/>
              <a:gd name="connsiteX34" fmla="*/ 9432874 w 12192000"/>
              <a:gd name="connsiteY34" fmla="*/ 2826106 h 3442855"/>
              <a:gd name="connsiteX35" fmla="*/ 9340481 w 12192000"/>
              <a:gd name="connsiteY35" fmla="*/ 2831628 h 3442855"/>
              <a:gd name="connsiteX36" fmla="*/ 9191002 w 12192000"/>
              <a:gd name="connsiteY36" fmla="*/ 2776544 h 3442855"/>
              <a:gd name="connsiteX37" fmla="*/ 9181756 w 12192000"/>
              <a:gd name="connsiteY37" fmla="*/ 2773801 h 3442855"/>
              <a:gd name="connsiteX38" fmla="*/ 8912415 w 12192000"/>
              <a:gd name="connsiteY38" fmla="*/ 2765023 h 3442855"/>
              <a:gd name="connsiteX39" fmla="*/ 7709716 w 12192000"/>
              <a:gd name="connsiteY39" fmla="*/ 2795956 h 3442855"/>
              <a:gd name="connsiteX40" fmla="*/ 6923164 w 12192000"/>
              <a:gd name="connsiteY40" fmla="*/ 2920980 h 3442855"/>
              <a:gd name="connsiteX41" fmla="*/ 3308915 w 12192000"/>
              <a:gd name="connsiteY41" fmla="*/ 3049912 h 3442855"/>
              <a:gd name="connsiteX42" fmla="*/ 2643050 w 12192000"/>
              <a:gd name="connsiteY42" fmla="*/ 3112559 h 3442855"/>
              <a:gd name="connsiteX43" fmla="*/ 2426006 w 12192000"/>
              <a:gd name="connsiteY43" fmla="*/ 3161942 h 3442855"/>
              <a:gd name="connsiteX44" fmla="*/ 2291811 w 12192000"/>
              <a:gd name="connsiteY44" fmla="*/ 3176941 h 3442855"/>
              <a:gd name="connsiteX45" fmla="*/ 2201685 w 12192000"/>
              <a:gd name="connsiteY45" fmla="*/ 3200625 h 3442855"/>
              <a:gd name="connsiteX46" fmla="*/ 2046141 w 12192000"/>
              <a:gd name="connsiteY46" fmla="*/ 3203263 h 3442855"/>
              <a:gd name="connsiteX47" fmla="*/ 1953987 w 12192000"/>
              <a:gd name="connsiteY47" fmla="*/ 3176250 h 3442855"/>
              <a:gd name="connsiteX48" fmla="*/ 1924440 w 12192000"/>
              <a:gd name="connsiteY48" fmla="*/ 3170393 h 3442855"/>
              <a:gd name="connsiteX49" fmla="*/ 1907653 w 12192000"/>
              <a:gd name="connsiteY49" fmla="*/ 3175484 h 3442855"/>
              <a:gd name="connsiteX50" fmla="*/ 1856828 w 12192000"/>
              <a:gd name="connsiteY50" fmla="*/ 3184705 h 3442855"/>
              <a:gd name="connsiteX51" fmla="*/ 1831611 w 12192000"/>
              <a:gd name="connsiteY51" fmla="*/ 3205201 h 3442855"/>
              <a:gd name="connsiteX52" fmla="*/ 1715859 w 12192000"/>
              <a:gd name="connsiteY52" fmla="*/ 3229661 h 3442855"/>
              <a:gd name="connsiteX53" fmla="*/ 1573012 w 12192000"/>
              <a:gd name="connsiteY53" fmla="*/ 3250275 h 3442855"/>
              <a:gd name="connsiteX54" fmla="*/ 1525936 w 12192000"/>
              <a:gd name="connsiteY54" fmla="*/ 3243056 h 3442855"/>
              <a:gd name="connsiteX55" fmla="*/ 1515932 w 12192000"/>
              <a:gd name="connsiteY55" fmla="*/ 3243699 h 3442855"/>
              <a:gd name="connsiteX56" fmla="*/ 1418247 w 12192000"/>
              <a:gd name="connsiteY56" fmla="*/ 3236042 h 3442855"/>
              <a:gd name="connsiteX57" fmla="*/ 1311781 w 12192000"/>
              <a:gd name="connsiteY57" fmla="*/ 3207733 h 3442855"/>
              <a:gd name="connsiteX58" fmla="*/ 1287526 w 12192000"/>
              <a:gd name="connsiteY58" fmla="*/ 3195564 h 3442855"/>
              <a:gd name="connsiteX59" fmla="*/ 1275912 w 12192000"/>
              <a:gd name="connsiteY59" fmla="*/ 3202348 h 3442855"/>
              <a:gd name="connsiteX60" fmla="*/ 1160923 w 12192000"/>
              <a:gd name="connsiteY60" fmla="*/ 3219676 h 3442855"/>
              <a:gd name="connsiteX61" fmla="*/ 909690 w 12192000"/>
              <a:gd name="connsiteY61" fmla="*/ 3216919 h 3442855"/>
              <a:gd name="connsiteX62" fmla="*/ 764020 w 12192000"/>
              <a:gd name="connsiteY62" fmla="*/ 3235844 h 3442855"/>
              <a:gd name="connsiteX63" fmla="*/ 701915 w 12192000"/>
              <a:gd name="connsiteY63" fmla="*/ 3250223 h 3442855"/>
              <a:gd name="connsiteX64" fmla="*/ 463292 w 12192000"/>
              <a:gd name="connsiteY64" fmla="*/ 3316636 h 3442855"/>
              <a:gd name="connsiteX65" fmla="*/ 369865 w 12192000"/>
              <a:gd name="connsiteY65" fmla="*/ 3339094 h 3442855"/>
              <a:gd name="connsiteX66" fmla="*/ 318911 w 12192000"/>
              <a:gd name="connsiteY66" fmla="*/ 3367912 h 3442855"/>
              <a:gd name="connsiteX67" fmla="*/ 119548 w 12192000"/>
              <a:gd name="connsiteY67" fmla="*/ 3404651 h 3442855"/>
              <a:gd name="connsiteX68" fmla="*/ 0 w 12192000"/>
              <a:gd name="connsiteY68" fmla="*/ 3414000 h 3442855"/>
              <a:gd name="connsiteX69" fmla="*/ 0 w 12192000"/>
              <a:gd name="connsiteY69" fmla="*/ 2 h 3442855"/>
              <a:gd name="connsiteX70" fmla="*/ 3459904 w 12192000"/>
              <a:gd name="connsiteY70" fmla="*/ 1 h 3442855"/>
              <a:gd name="connsiteX71" fmla="*/ 3459907 w 12192000"/>
              <a:gd name="connsiteY71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98612 w 12192000"/>
              <a:gd name="connsiteY11" fmla="*/ 3134803 h 3442855"/>
              <a:gd name="connsiteX12" fmla="*/ 11271588 w 12192000"/>
              <a:gd name="connsiteY12" fmla="*/ 3113441 h 3442855"/>
              <a:gd name="connsiteX13" fmla="*/ 11270977 w 12192000"/>
              <a:gd name="connsiteY13" fmla="*/ 3100396 h 3442855"/>
              <a:gd name="connsiteX14" fmla="*/ 11250574 w 12192000"/>
              <a:gd name="connsiteY14" fmla="*/ 3091174 h 3442855"/>
              <a:gd name="connsiteX15" fmla="*/ 11246505 w 12192000"/>
              <a:gd name="connsiteY15" fmla="*/ 3086783 h 3442855"/>
              <a:gd name="connsiteX16" fmla="*/ 11221805 w 12192000"/>
              <a:gd name="connsiteY16" fmla="*/ 3063540 h 3442855"/>
              <a:gd name="connsiteX17" fmla="*/ 11135382 w 12192000"/>
              <a:gd name="connsiteY17" fmla="*/ 3062095 h 3442855"/>
              <a:gd name="connsiteX18" fmla="*/ 11056771 w 12192000"/>
              <a:gd name="connsiteY18" fmla="*/ 3020684 h 3442855"/>
              <a:gd name="connsiteX19" fmla="*/ 10800887 w 12192000"/>
              <a:gd name="connsiteY19" fmla="*/ 2963080 h 3442855"/>
              <a:gd name="connsiteX20" fmla="*/ 10701230 w 12192000"/>
              <a:gd name="connsiteY20" fmla="*/ 2935785 h 3442855"/>
              <a:gd name="connsiteX21" fmla="*/ 10529686 w 12192000"/>
              <a:gd name="connsiteY21" fmla="*/ 2918071 h 3442855"/>
              <a:gd name="connsiteX22" fmla="*/ 10337584 w 12192000"/>
              <a:gd name="connsiteY22" fmla="*/ 2926238 h 3442855"/>
              <a:gd name="connsiteX23" fmla="*/ 10179941 w 12192000"/>
              <a:gd name="connsiteY23" fmla="*/ 2930174 h 3442855"/>
              <a:gd name="connsiteX24" fmla="*/ 10129038 w 12192000"/>
              <a:gd name="connsiteY24" fmla="*/ 2929992 h 3442855"/>
              <a:gd name="connsiteX25" fmla="*/ 10044809 w 12192000"/>
              <a:gd name="connsiteY25" fmla="*/ 2932587 h 3442855"/>
              <a:gd name="connsiteX26" fmla="*/ 9923926 w 12192000"/>
              <a:gd name="connsiteY26" fmla="*/ 2936679 h 3442855"/>
              <a:gd name="connsiteX27" fmla="*/ 9825938 w 12192000"/>
              <a:gd name="connsiteY27" fmla="*/ 2915287 h 3442855"/>
              <a:gd name="connsiteX28" fmla="*/ 9761662 w 12192000"/>
              <a:gd name="connsiteY28" fmla="*/ 2916695 h 3442855"/>
              <a:gd name="connsiteX29" fmla="*/ 9688436 w 12192000"/>
              <a:gd name="connsiteY29" fmla="*/ 2894364 h 3442855"/>
              <a:gd name="connsiteX30" fmla="*/ 9626359 w 12192000"/>
              <a:gd name="connsiteY30" fmla="*/ 2876388 h 3442855"/>
              <a:gd name="connsiteX31" fmla="*/ 9536686 w 12192000"/>
              <a:gd name="connsiteY31" fmla="*/ 2845662 h 3442855"/>
              <a:gd name="connsiteX32" fmla="*/ 9500517 w 12192000"/>
              <a:gd name="connsiteY32" fmla="*/ 2847197 h 3442855"/>
              <a:gd name="connsiteX33" fmla="*/ 9432874 w 12192000"/>
              <a:gd name="connsiteY33" fmla="*/ 2826106 h 3442855"/>
              <a:gd name="connsiteX34" fmla="*/ 9340481 w 12192000"/>
              <a:gd name="connsiteY34" fmla="*/ 2831628 h 3442855"/>
              <a:gd name="connsiteX35" fmla="*/ 9191002 w 12192000"/>
              <a:gd name="connsiteY35" fmla="*/ 2776544 h 3442855"/>
              <a:gd name="connsiteX36" fmla="*/ 9181756 w 12192000"/>
              <a:gd name="connsiteY36" fmla="*/ 2773801 h 3442855"/>
              <a:gd name="connsiteX37" fmla="*/ 8912415 w 12192000"/>
              <a:gd name="connsiteY37" fmla="*/ 2765023 h 3442855"/>
              <a:gd name="connsiteX38" fmla="*/ 7709716 w 12192000"/>
              <a:gd name="connsiteY38" fmla="*/ 2795956 h 3442855"/>
              <a:gd name="connsiteX39" fmla="*/ 6923164 w 12192000"/>
              <a:gd name="connsiteY39" fmla="*/ 2920980 h 3442855"/>
              <a:gd name="connsiteX40" fmla="*/ 3308915 w 12192000"/>
              <a:gd name="connsiteY40" fmla="*/ 3049912 h 3442855"/>
              <a:gd name="connsiteX41" fmla="*/ 2643050 w 12192000"/>
              <a:gd name="connsiteY41" fmla="*/ 3112559 h 3442855"/>
              <a:gd name="connsiteX42" fmla="*/ 2426006 w 12192000"/>
              <a:gd name="connsiteY42" fmla="*/ 3161942 h 3442855"/>
              <a:gd name="connsiteX43" fmla="*/ 2291811 w 12192000"/>
              <a:gd name="connsiteY43" fmla="*/ 3176941 h 3442855"/>
              <a:gd name="connsiteX44" fmla="*/ 2201685 w 12192000"/>
              <a:gd name="connsiteY44" fmla="*/ 3200625 h 3442855"/>
              <a:gd name="connsiteX45" fmla="*/ 2046141 w 12192000"/>
              <a:gd name="connsiteY45" fmla="*/ 3203263 h 3442855"/>
              <a:gd name="connsiteX46" fmla="*/ 1953987 w 12192000"/>
              <a:gd name="connsiteY46" fmla="*/ 3176250 h 3442855"/>
              <a:gd name="connsiteX47" fmla="*/ 1924440 w 12192000"/>
              <a:gd name="connsiteY47" fmla="*/ 3170393 h 3442855"/>
              <a:gd name="connsiteX48" fmla="*/ 1907653 w 12192000"/>
              <a:gd name="connsiteY48" fmla="*/ 3175484 h 3442855"/>
              <a:gd name="connsiteX49" fmla="*/ 1856828 w 12192000"/>
              <a:gd name="connsiteY49" fmla="*/ 3184705 h 3442855"/>
              <a:gd name="connsiteX50" fmla="*/ 1831611 w 12192000"/>
              <a:gd name="connsiteY50" fmla="*/ 3205201 h 3442855"/>
              <a:gd name="connsiteX51" fmla="*/ 1715859 w 12192000"/>
              <a:gd name="connsiteY51" fmla="*/ 3229661 h 3442855"/>
              <a:gd name="connsiteX52" fmla="*/ 1573012 w 12192000"/>
              <a:gd name="connsiteY52" fmla="*/ 3250275 h 3442855"/>
              <a:gd name="connsiteX53" fmla="*/ 1525936 w 12192000"/>
              <a:gd name="connsiteY53" fmla="*/ 3243056 h 3442855"/>
              <a:gd name="connsiteX54" fmla="*/ 1515932 w 12192000"/>
              <a:gd name="connsiteY54" fmla="*/ 3243699 h 3442855"/>
              <a:gd name="connsiteX55" fmla="*/ 1418247 w 12192000"/>
              <a:gd name="connsiteY55" fmla="*/ 3236042 h 3442855"/>
              <a:gd name="connsiteX56" fmla="*/ 1311781 w 12192000"/>
              <a:gd name="connsiteY56" fmla="*/ 3207733 h 3442855"/>
              <a:gd name="connsiteX57" fmla="*/ 1287526 w 12192000"/>
              <a:gd name="connsiteY57" fmla="*/ 3195564 h 3442855"/>
              <a:gd name="connsiteX58" fmla="*/ 1275912 w 12192000"/>
              <a:gd name="connsiteY58" fmla="*/ 3202348 h 3442855"/>
              <a:gd name="connsiteX59" fmla="*/ 1160923 w 12192000"/>
              <a:gd name="connsiteY59" fmla="*/ 3219676 h 3442855"/>
              <a:gd name="connsiteX60" fmla="*/ 909690 w 12192000"/>
              <a:gd name="connsiteY60" fmla="*/ 3216919 h 3442855"/>
              <a:gd name="connsiteX61" fmla="*/ 764020 w 12192000"/>
              <a:gd name="connsiteY61" fmla="*/ 3235844 h 3442855"/>
              <a:gd name="connsiteX62" fmla="*/ 701915 w 12192000"/>
              <a:gd name="connsiteY62" fmla="*/ 3250223 h 3442855"/>
              <a:gd name="connsiteX63" fmla="*/ 463292 w 12192000"/>
              <a:gd name="connsiteY63" fmla="*/ 3316636 h 3442855"/>
              <a:gd name="connsiteX64" fmla="*/ 369865 w 12192000"/>
              <a:gd name="connsiteY64" fmla="*/ 3339094 h 3442855"/>
              <a:gd name="connsiteX65" fmla="*/ 318911 w 12192000"/>
              <a:gd name="connsiteY65" fmla="*/ 3367912 h 3442855"/>
              <a:gd name="connsiteX66" fmla="*/ 119548 w 12192000"/>
              <a:gd name="connsiteY66" fmla="*/ 3404651 h 3442855"/>
              <a:gd name="connsiteX67" fmla="*/ 0 w 12192000"/>
              <a:gd name="connsiteY67" fmla="*/ 3414000 h 3442855"/>
              <a:gd name="connsiteX68" fmla="*/ 0 w 12192000"/>
              <a:gd name="connsiteY68" fmla="*/ 2 h 3442855"/>
              <a:gd name="connsiteX69" fmla="*/ 3459904 w 12192000"/>
              <a:gd name="connsiteY69" fmla="*/ 1 h 3442855"/>
              <a:gd name="connsiteX70" fmla="*/ 3459907 w 12192000"/>
              <a:gd name="connsiteY70" fmla="*/ 0 h 3442855"/>
              <a:gd name="connsiteX0" fmla="*/ 3459907 w 12192000"/>
              <a:gd name="connsiteY0" fmla="*/ 0 h 3442855"/>
              <a:gd name="connsiteX1" fmla="*/ 12192000 w 12192000"/>
              <a:gd name="connsiteY1" fmla="*/ 0 h 3442855"/>
              <a:gd name="connsiteX2" fmla="*/ 12192000 w 12192000"/>
              <a:gd name="connsiteY2" fmla="*/ 3442855 h 3442855"/>
              <a:gd name="connsiteX3" fmla="*/ 12076094 w 12192000"/>
              <a:gd name="connsiteY3" fmla="*/ 3423357 h 3442855"/>
              <a:gd name="connsiteX4" fmla="*/ 11974360 w 12192000"/>
              <a:gd name="connsiteY4" fmla="*/ 3396494 h 3442855"/>
              <a:gd name="connsiteX5" fmla="*/ 11825709 w 12192000"/>
              <a:gd name="connsiteY5" fmla="*/ 3356473 h 3442855"/>
              <a:gd name="connsiteX6" fmla="*/ 11731940 w 12192000"/>
              <a:gd name="connsiteY6" fmla="*/ 3297768 h 3442855"/>
              <a:gd name="connsiteX7" fmla="*/ 11676634 w 12192000"/>
              <a:gd name="connsiteY7" fmla="*/ 3269119 h 3442855"/>
              <a:gd name="connsiteX8" fmla="*/ 11639416 w 12192000"/>
              <a:gd name="connsiteY8" fmla="*/ 3243537 h 3442855"/>
              <a:gd name="connsiteX9" fmla="*/ 11528409 w 12192000"/>
              <a:gd name="connsiteY9" fmla="*/ 3203904 h 3442855"/>
              <a:gd name="connsiteX10" fmla="*/ 11337600 w 12192000"/>
              <a:gd name="connsiteY10" fmla="*/ 3148858 h 3442855"/>
              <a:gd name="connsiteX11" fmla="*/ 11271588 w 12192000"/>
              <a:gd name="connsiteY11" fmla="*/ 3113441 h 3442855"/>
              <a:gd name="connsiteX12" fmla="*/ 11270977 w 12192000"/>
              <a:gd name="connsiteY12" fmla="*/ 3100396 h 3442855"/>
              <a:gd name="connsiteX13" fmla="*/ 11250574 w 12192000"/>
              <a:gd name="connsiteY13" fmla="*/ 3091174 h 3442855"/>
              <a:gd name="connsiteX14" fmla="*/ 11246505 w 12192000"/>
              <a:gd name="connsiteY14" fmla="*/ 3086783 h 3442855"/>
              <a:gd name="connsiteX15" fmla="*/ 11221805 w 12192000"/>
              <a:gd name="connsiteY15" fmla="*/ 3063540 h 3442855"/>
              <a:gd name="connsiteX16" fmla="*/ 11135382 w 12192000"/>
              <a:gd name="connsiteY16" fmla="*/ 3062095 h 3442855"/>
              <a:gd name="connsiteX17" fmla="*/ 11056771 w 12192000"/>
              <a:gd name="connsiteY17" fmla="*/ 3020684 h 3442855"/>
              <a:gd name="connsiteX18" fmla="*/ 10800887 w 12192000"/>
              <a:gd name="connsiteY18" fmla="*/ 2963080 h 3442855"/>
              <a:gd name="connsiteX19" fmla="*/ 10701230 w 12192000"/>
              <a:gd name="connsiteY19" fmla="*/ 2935785 h 3442855"/>
              <a:gd name="connsiteX20" fmla="*/ 10529686 w 12192000"/>
              <a:gd name="connsiteY20" fmla="*/ 2918071 h 3442855"/>
              <a:gd name="connsiteX21" fmla="*/ 10337584 w 12192000"/>
              <a:gd name="connsiteY21" fmla="*/ 2926238 h 3442855"/>
              <a:gd name="connsiteX22" fmla="*/ 10179941 w 12192000"/>
              <a:gd name="connsiteY22" fmla="*/ 2930174 h 3442855"/>
              <a:gd name="connsiteX23" fmla="*/ 10129038 w 12192000"/>
              <a:gd name="connsiteY23" fmla="*/ 2929992 h 3442855"/>
              <a:gd name="connsiteX24" fmla="*/ 10044809 w 12192000"/>
              <a:gd name="connsiteY24" fmla="*/ 2932587 h 3442855"/>
              <a:gd name="connsiteX25" fmla="*/ 9923926 w 12192000"/>
              <a:gd name="connsiteY25" fmla="*/ 2936679 h 3442855"/>
              <a:gd name="connsiteX26" fmla="*/ 9825938 w 12192000"/>
              <a:gd name="connsiteY26" fmla="*/ 2915287 h 3442855"/>
              <a:gd name="connsiteX27" fmla="*/ 9761662 w 12192000"/>
              <a:gd name="connsiteY27" fmla="*/ 2916695 h 3442855"/>
              <a:gd name="connsiteX28" fmla="*/ 9688436 w 12192000"/>
              <a:gd name="connsiteY28" fmla="*/ 2894364 h 3442855"/>
              <a:gd name="connsiteX29" fmla="*/ 9626359 w 12192000"/>
              <a:gd name="connsiteY29" fmla="*/ 2876388 h 3442855"/>
              <a:gd name="connsiteX30" fmla="*/ 9536686 w 12192000"/>
              <a:gd name="connsiteY30" fmla="*/ 2845662 h 3442855"/>
              <a:gd name="connsiteX31" fmla="*/ 9500517 w 12192000"/>
              <a:gd name="connsiteY31" fmla="*/ 2847197 h 3442855"/>
              <a:gd name="connsiteX32" fmla="*/ 9432874 w 12192000"/>
              <a:gd name="connsiteY32" fmla="*/ 2826106 h 3442855"/>
              <a:gd name="connsiteX33" fmla="*/ 9340481 w 12192000"/>
              <a:gd name="connsiteY33" fmla="*/ 2831628 h 3442855"/>
              <a:gd name="connsiteX34" fmla="*/ 9191002 w 12192000"/>
              <a:gd name="connsiteY34" fmla="*/ 2776544 h 3442855"/>
              <a:gd name="connsiteX35" fmla="*/ 9181756 w 12192000"/>
              <a:gd name="connsiteY35" fmla="*/ 2773801 h 3442855"/>
              <a:gd name="connsiteX36" fmla="*/ 8912415 w 12192000"/>
              <a:gd name="connsiteY36" fmla="*/ 2765023 h 3442855"/>
              <a:gd name="connsiteX37" fmla="*/ 7709716 w 12192000"/>
              <a:gd name="connsiteY37" fmla="*/ 2795956 h 3442855"/>
              <a:gd name="connsiteX38" fmla="*/ 6923164 w 12192000"/>
              <a:gd name="connsiteY38" fmla="*/ 2920980 h 3442855"/>
              <a:gd name="connsiteX39" fmla="*/ 3308915 w 12192000"/>
              <a:gd name="connsiteY39" fmla="*/ 3049912 h 3442855"/>
              <a:gd name="connsiteX40" fmla="*/ 2643050 w 12192000"/>
              <a:gd name="connsiteY40" fmla="*/ 3112559 h 3442855"/>
              <a:gd name="connsiteX41" fmla="*/ 2426006 w 12192000"/>
              <a:gd name="connsiteY41" fmla="*/ 3161942 h 3442855"/>
              <a:gd name="connsiteX42" fmla="*/ 2291811 w 12192000"/>
              <a:gd name="connsiteY42" fmla="*/ 3176941 h 3442855"/>
              <a:gd name="connsiteX43" fmla="*/ 2201685 w 12192000"/>
              <a:gd name="connsiteY43" fmla="*/ 3200625 h 3442855"/>
              <a:gd name="connsiteX44" fmla="*/ 2046141 w 12192000"/>
              <a:gd name="connsiteY44" fmla="*/ 3203263 h 3442855"/>
              <a:gd name="connsiteX45" fmla="*/ 1953987 w 12192000"/>
              <a:gd name="connsiteY45" fmla="*/ 3176250 h 3442855"/>
              <a:gd name="connsiteX46" fmla="*/ 1924440 w 12192000"/>
              <a:gd name="connsiteY46" fmla="*/ 3170393 h 3442855"/>
              <a:gd name="connsiteX47" fmla="*/ 1907653 w 12192000"/>
              <a:gd name="connsiteY47" fmla="*/ 3175484 h 3442855"/>
              <a:gd name="connsiteX48" fmla="*/ 1856828 w 12192000"/>
              <a:gd name="connsiteY48" fmla="*/ 3184705 h 3442855"/>
              <a:gd name="connsiteX49" fmla="*/ 1831611 w 12192000"/>
              <a:gd name="connsiteY49" fmla="*/ 3205201 h 3442855"/>
              <a:gd name="connsiteX50" fmla="*/ 1715859 w 12192000"/>
              <a:gd name="connsiteY50" fmla="*/ 3229661 h 3442855"/>
              <a:gd name="connsiteX51" fmla="*/ 1573012 w 12192000"/>
              <a:gd name="connsiteY51" fmla="*/ 3250275 h 3442855"/>
              <a:gd name="connsiteX52" fmla="*/ 1525936 w 12192000"/>
              <a:gd name="connsiteY52" fmla="*/ 3243056 h 3442855"/>
              <a:gd name="connsiteX53" fmla="*/ 1515932 w 12192000"/>
              <a:gd name="connsiteY53" fmla="*/ 3243699 h 3442855"/>
              <a:gd name="connsiteX54" fmla="*/ 1418247 w 12192000"/>
              <a:gd name="connsiteY54" fmla="*/ 3236042 h 3442855"/>
              <a:gd name="connsiteX55" fmla="*/ 1311781 w 12192000"/>
              <a:gd name="connsiteY55" fmla="*/ 3207733 h 3442855"/>
              <a:gd name="connsiteX56" fmla="*/ 1287526 w 12192000"/>
              <a:gd name="connsiteY56" fmla="*/ 3195564 h 3442855"/>
              <a:gd name="connsiteX57" fmla="*/ 1275912 w 12192000"/>
              <a:gd name="connsiteY57" fmla="*/ 3202348 h 3442855"/>
              <a:gd name="connsiteX58" fmla="*/ 1160923 w 12192000"/>
              <a:gd name="connsiteY58" fmla="*/ 3219676 h 3442855"/>
              <a:gd name="connsiteX59" fmla="*/ 909690 w 12192000"/>
              <a:gd name="connsiteY59" fmla="*/ 3216919 h 3442855"/>
              <a:gd name="connsiteX60" fmla="*/ 764020 w 12192000"/>
              <a:gd name="connsiteY60" fmla="*/ 3235844 h 3442855"/>
              <a:gd name="connsiteX61" fmla="*/ 701915 w 12192000"/>
              <a:gd name="connsiteY61" fmla="*/ 3250223 h 3442855"/>
              <a:gd name="connsiteX62" fmla="*/ 463292 w 12192000"/>
              <a:gd name="connsiteY62" fmla="*/ 3316636 h 3442855"/>
              <a:gd name="connsiteX63" fmla="*/ 369865 w 12192000"/>
              <a:gd name="connsiteY63" fmla="*/ 3339094 h 3442855"/>
              <a:gd name="connsiteX64" fmla="*/ 318911 w 12192000"/>
              <a:gd name="connsiteY64" fmla="*/ 3367912 h 3442855"/>
              <a:gd name="connsiteX65" fmla="*/ 119548 w 12192000"/>
              <a:gd name="connsiteY65" fmla="*/ 3404651 h 3442855"/>
              <a:gd name="connsiteX66" fmla="*/ 0 w 12192000"/>
              <a:gd name="connsiteY66" fmla="*/ 3414000 h 3442855"/>
              <a:gd name="connsiteX67" fmla="*/ 0 w 12192000"/>
              <a:gd name="connsiteY67" fmla="*/ 2 h 3442855"/>
              <a:gd name="connsiteX68" fmla="*/ 3459904 w 12192000"/>
              <a:gd name="connsiteY68" fmla="*/ 1 h 3442855"/>
              <a:gd name="connsiteX69" fmla="*/ 3459907 w 12192000"/>
              <a:gd name="connsiteY69" fmla="*/ 0 h 3442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2192000" h="3442855">
                <a:moveTo>
                  <a:pt x="3459907" y="0"/>
                </a:moveTo>
                <a:lnTo>
                  <a:pt x="12192000" y="0"/>
                </a:lnTo>
                <a:lnTo>
                  <a:pt x="12192000" y="3442855"/>
                </a:lnTo>
                <a:lnTo>
                  <a:pt x="12076094" y="3423357"/>
                </a:lnTo>
                <a:cubicBezTo>
                  <a:pt x="12005159" y="3438127"/>
                  <a:pt x="12014346" y="3381657"/>
                  <a:pt x="11974360" y="3396494"/>
                </a:cubicBezTo>
                <a:cubicBezTo>
                  <a:pt x="11904719" y="3371812"/>
                  <a:pt x="11861782" y="3344051"/>
                  <a:pt x="11825709" y="3356473"/>
                </a:cubicBezTo>
                <a:cubicBezTo>
                  <a:pt x="11795915" y="3337312"/>
                  <a:pt x="11776282" y="3287434"/>
                  <a:pt x="11731940" y="3297768"/>
                </a:cubicBezTo>
                <a:cubicBezTo>
                  <a:pt x="11745979" y="3276550"/>
                  <a:pt x="11683245" y="3292173"/>
                  <a:pt x="11676634" y="3269119"/>
                </a:cubicBezTo>
                <a:cubicBezTo>
                  <a:pt x="11673835" y="3250701"/>
                  <a:pt x="11654148" y="3251146"/>
                  <a:pt x="11639416" y="3243537"/>
                </a:cubicBezTo>
                <a:cubicBezTo>
                  <a:pt x="11629359" y="3224298"/>
                  <a:pt x="11554687" y="3202798"/>
                  <a:pt x="11528409" y="3203904"/>
                </a:cubicBezTo>
                <a:cubicBezTo>
                  <a:pt x="11453995" y="3217978"/>
                  <a:pt x="11397027" y="3139530"/>
                  <a:pt x="11337600" y="3148858"/>
                </a:cubicBezTo>
                <a:cubicBezTo>
                  <a:pt x="11294796" y="3133781"/>
                  <a:pt x="11282692" y="3121518"/>
                  <a:pt x="11271588" y="3113441"/>
                </a:cubicBezTo>
                <a:cubicBezTo>
                  <a:pt x="11271384" y="3109093"/>
                  <a:pt x="11271181" y="3104744"/>
                  <a:pt x="11270977" y="3100396"/>
                </a:cubicBezTo>
                <a:lnTo>
                  <a:pt x="11250574" y="3091174"/>
                </a:lnTo>
                <a:lnTo>
                  <a:pt x="11246505" y="3086783"/>
                </a:lnTo>
                <a:cubicBezTo>
                  <a:pt x="11238764" y="3078354"/>
                  <a:pt x="11230851" y="3070308"/>
                  <a:pt x="11221805" y="3063540"/>
                </a:cubicBezTo>
                <a:cubicBezTo>
                  <a:pt x="11194819" y="3110734"/>
                  <a:pt x="11140396" y="3013748"/>
                  <a:pt x="11135382" y="3062095"/>
                </a:cubicBezTo>
                <a:cubicBezTo>
                  <a:pt x="11080975" y="3033115"/>
                  <a:pt x="11090475" y="3086737"/>
                  <a:pt x="11056771" y="3020684"/>
                </a:cubicBezTo>
                <a:cubicBezTo>
                  <a:pt x="10950489" y="2984550"/>
                  <a:pt x="10968513" y="2976705"/>
                  <a:pt x="10800887" y="2963080"/>
                </a:cubicBezTo>
                <a:cubicBezTo>
                  <a:pt x="10782723" y="2947697"/>
                  <a:pt x="10721294" y="2942886"/>
                  <a:pt x="10701230" y="2935785"/>
                </a:cubicBezTo>
                <a:lnTo>
                  <a:pt x="10529686" y="2918071"/>
                </a:lnTo>
                <a:cubicBezTo>
                  <a:pt x="10467898" y="2936564"/>
                  <a:pt x="10391723" y="2920684"/>
                  <a:pt x="10337584" y="2926238"/>
                </a:cubicBezTo>
                <a:cubicBezTo>
                  <a:pt x="10271486" y="2936266"/>
                  <a:pt x="10261085" y="2903356"/>
                  <a:pt x="10179941" y="2930174"/>
                </a:cubicBezTo>
                <a:cubicBezTo>
                  <a:pt x="10171294" y="2901323"/>
                  <a:pt x="10143743" y="2928373"/>
                  <a:pt x="10129038" y="2929992"/>
                </a:cubicBezTo>
                <a:cubicBezTo>
                  <a:pt x="10111049" y="2935411"/>
                  <a:pt x="10080763" y="2928965"/>
                  <a:pt x="10044809" y="2932587"/>
                </a:cubicBezTo>
                <a:cubicBezTo>
                  <a:pt x="9986964" y="2934979"/>
                  <a:pt x="10040427" y="2926217"/>
                  <a:pt x="9923926" y="2936679"/>
                </a:cubicBezTo>
                <a:cubicBezTo>
                  <a:pt x="9890801" y="2937500"/>
                  <a:pt x="9863184" y="2908407"/>
                  <a:pt x="9825938" y="2915287"/>
                </a:cubicBezTo>
                <a:lnTo>
                  <a:pt x="9761662" y="2916695"/>
                </a:lnTo>
                <a:lnTo>
                  <a:pt x="9688436" y="2894364"/>
                </a:lnTo>
                <a:lnTo>
                  <a:pt x="9626359" y="2876388"/>
                </a:lnTo>
                <a:lnTo>
                  <a:pt x="9536686" y="2845662"/>
                </a:lnTo>
                <a:cubicBezTo>
                  <a:pt x="9530621" y="2846717"/>
                  <a:pt x="9510170" y="2854046"/>
                  <a:pt x="9500517" y="2847197"/>
                </a:cubicBezTo>
                <a:lnTo>
                  <a:pt x="9432874" y="2826106"/>
                </a:lnTo>
                <a:cubicBezTo>
                  <a:pt x="9425326" y="2827008"/>
                  <a:pt x="9347481" y="2827961"/>
                  <a:pt x="9340481" y="2831628"/>
                </a:cubicBezTo>
                <a:cubicBezTo>
                  <a:pt x="9293603" y="2778331"/>
                  <a:pt x="9255558" y="2808341"/>
                  <a:pt x="9191002" y="2776544"/>
                </a:cubicBezTo>
                <a:lnTo>
                  <a:pt x="9181756" y="2773801"/>
                </a:lnTo>
                <a:lnTo>
                  <a:pt x="8912415" y="2765023"/>
                </a:lnTo>
                <a:lnTo>
                  <a:pt x="7709716" y="2795956"/>
                </a:lnTo>
                <a:cubicBezTo>
                  <a:pt x="7352819" y="2829880"/>
                  <a:pt x="7380767" y="2943418"/>
                  <a:pt x="6923164" y="2920980"/>
                </a:cubicBezTo>
                <a:cubicBezTo>
                  <a:pt x="5970798" y="2826379"/>
                  <a:pt x="4381146" y="3024064"/>
                  <a:pt x="3308915" y="3049912"/>
                </a:cubicBezTo>
                <a:cubicBezTo>
                  <a:pt x="3098453" y="3075471"/>
                  <a:pt x="2865005" y="3091676"/>
                  <a:pt x="2643050" y="3112559"/>
                </a:cubicBezTo>
                <a:lnTo>
                  <a:pt x="2426006" y="3161942"/>
                </a:lnTo>
                <a:lnTo>
                  <a:pt x="2291811" y="3176941"/>
                </a:lnTo>
                <a:lnTo>
                  <a:pt x="2201685" y="3200625"/>
                </a:lnTo>
                <a:cubicBezTo>
                  <a:pt x="2115718" y="3217427"/>
                  <a:pt x="2132108" y="3186461"/>
                  <a:pt x="2046141" y="3203263"/>
                </a:cubicBezTo>
                <a:cubicBezTo>
                  <a:pt x="2010569" y="3191771"/>
                  <a:pt x="1980262" y="3182883"/>
                  <a:pt x="1953987" y="3176250"/>
                </a:cubicBezTo>
                <a:lnTo>
                  <a:pt x="1924440" y="3170393"/>
                </a:lnTo>
                <a:lnTo>
                  <a:pt x="1907653" y="3175484"/>
                </a:lnTo>
                <a:cubicBezTo>
                  <a:pt x="1878061" y="3178004"/>
                  <a:pt x="1876006" y="3207968"/>
                  <a:pt x="1856828" y="3184705"/>
                </a:cubicBezTo>
                <a:lnTo>
                  <a:pt x="1831611" y="3205201"/>
                </a:lnTo>
                <a:lnTo>
                  <a:pt x="1715859" y="3229661"/>
                </a:lnTo>
                <a:lnTo>
                  <a:pt x="1573012" y="3250275"/>
                </a:lnTo>
                <a:lnTo>
                  <a:pt x="1525936" y="3243056"/>
                </a:lnTo>
                <a:lnTo>
                  <a:pt x="1515932" y="3243699"/>
                </a:lnTo>
                <a:cubicBezTo>
                  <a:pt x="1483797" y="3247820"/>
                  <a:pt x="1486309" y="3252662"/>
                  <a:pt x="1418247" y="3236042"/>
                </a:cubicBezTo>
                <a:cubicBezTo>
                  <a:pt x="1389292" y="3213946"/>
                  <a:pt x="1345427" y="3216968"/>
                  <a:pt x="1311781" y="3207733"/>
                </a:cubicBezTo>
                <a:lnTo>
                  <a:pt x="1287526" y="3195564"/>
                </a:lnTo>
                <a:lnTo>
                  <a:pt x="1275912" y="3202348"/>
                </a:lnTo>
                <a:cubicBezTo>
                  <a:pt x="1219626" y="3232740"/>
                  <a:pt x="1230867" y="3206674"/>
                  <a:pt x="1160923" y="3219676"/>
                </a:cubicBezTo>
                <a:cubicBezTo>
                  <a:pt x="1120939" y="3215839"/>
                  <a:pt x="1029087" y="3185516"/>
                  <a:pt x="909690" y="3216919"/>
                </a:cubicBezTo>
                <a:cubicBezTo>
                  <a:pt x="860463" y="3220671"/>
                  <a:pt x="794970" y="3221233"/>
                  <a:pt x="764020" y="3235844"/>
                </a:cubicBezTo>
                <a:cubicBezTo>
                  <a:pt x="713142" y="3261931"/>
                  <a:pt x="769145" y="3237498"/>
                  <a:pt x="701915" y="3250223"/>
                </a:cubicBezTo>
                <a:cubicBezTo>
                  <a:pt x="644188" y="3215027"/>
                  <a:pt x="531278" y="3284445"/>
                  <a:pt x="463292" y="3316636"/>
                </a:cubicBezTo>
                <a:cubicBezTo>
                  <a:pt x="456096" y="3336479"/>
                  <a:pt x="389128" y="3337531"/>
                  <a:pt x="369865" y="3339094"/>
                </a:cubicBezTo>
                <a:cubicBezTo>
                  <a:pt x="365488" y="3372375"/>
                  <a:pt x="330307" y="3346614"/>
                  <a:pt x="318911" y="3367912"/>
                </a:cubicBezTo>
                <a:cubicBezTo>
                  <a:pt x="256531" y="3381126"/>
                  <a:pt x="186611" y="3396061"/>
                  <a:pt x="119548" y="3404651"/>
                </a:cubicBezTo>
                <a:lnTo>
                  <a:pt x="0" y="3414000"/>
                </a:lnTo>
                <a:lnTo>
                  <a:pt x="0" y="2"/>
                </a:lnTo>
                <a:lnTo>
                  <a:pt x="3459904" y="1"/>
                </a:lnTo>
                <a:cubicBezTo>
                  <a:pt x="3459905" y="1"/>
                  <a:pt x="3459906" y="0"/>
                  <a:pt x="3459907" y="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608CD17C-4A7C-477D-A659-BA8A89A78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1775" y="1609518"/>
            <a:ext cx="6610350" cy="294235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8177FFC-96EB-73A4-CC23-15C455E75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37" y="1542699"/>
            <a:ext cx="7667625" cy="4493686"/>
          </a:xfrm>
          <a:prstGeom prst="rect">
            <a:avLst/>
          </a:prstGeom>
        </p:spPr>
      </p:pic>
      <p:sp>
        <p:nvSpPr>
          <p:cNvPr id="8" name="מציין מיקום תוכן 8">
            <a:extLst>
              <a:ext uri="{FF2B5EF4-FFF2-40B4-BE49-F238E27FC236}">
                <a16:creationId xmlns:a16="http://schemas.microsoft.com/office/drawing/2014/main" id="{6CF94877-3B89-EF22-9803-1C9AB0D0216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19273" y="-27624"/>
            <a:ext cx="8572500" cy="1374741"/>
          </a:xfrm>
          <a:prstGeom prst="rect">
            <a:avLst/>
          </a:prstGeom>
        </p:spPr>
        <p:txBody>
          <a:bodyPr rtlCol="1" anchor="ctr">
            <a:normAutofit/>
          </a:bodyPr>
          <a:lstStyle/>
          <a:p>
            <a:pPr marL="0" indent="0" algn="ctr">
              <a:buNone/>
            </a:pPr>
            <a:r>
              <a:rPr lang="he-IL" dirty="0"/>
              <a:t>יצירת </a:t>
            </a:r>
            <a:r>
              <a:rPr lang="en-US" dirty="0"/>
              <a:t>ExampleFragment2</a:t>
            </a:r>
            <a:endParaRPr lang="he-IL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4A6FE360-8B8B-EE55-4B9B-BA5B80A85815}"/>
              </a:ext>
            </a:extLst>
          </p:cNvPr>
          <p:cNvSpPr txBox="1"/>
          <p:nvPr/>
        </p:nvSpPr>
        <p:spPr>
          <a:xfrm>
            <a:off x="9198768" y="2863344"/>
            <a:ext cx="1952625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dirty="0"/>
              <a:t>בבנאי מקשרים ל </a:t>
            </a:r>
            <a:r>
              <a:rPr lang="en-US" dirty="0"/>
              <a:t>layout</a:t>
            </a:r>
            <a:r>
              <a:rPr lang="he-IL" dirty="0"/>
              <a:t> המתאים</a:t>
            </a:r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729377E1-F965-5883-38B7-AF28FC549ED8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8115300" y="3186510"/>
            <a:ext cx="1083468" cy="675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629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2">
            <a:extLst>
              <a:ext uri="{FF2B5EF4-FFF2-40B4-BE49-F238E27FC236}">
                <a16:creationId xmlns:a16="http://schemas.microsoft.com/office/drawing/2014/main" id="{CA9CEF99-39CF-406E-8FCF-5EEDCCA2A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Picture 44">
            <a:extLst>
              <a:ext uri="{FF2B5EF4-FFF2-40B4-BE49-F238E27FC236}">
                <a16:creationId xmlns:a16="http://schemas.microsoft.com/office/drawing/2014/main" id="{355717D4-33C9-419C-8D9C-17C707967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53" name="Rectangle 46">
            <a:extLst>
              <a:ext uri="{FF2B5EF4-FFF2-40B4-BE49-F238E27FC236}">
                <a16:creationId xmlns:a16="http://schemas.microsoft.com/office/drawing/2014/main" id="{DE152F22-1707-453C-8C48-6B5CDD24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48">
            <a:extLst>
              <a:ext uri="{FF2B5EF4-FFF2-40B4-BE49-F238E27FC236}">
                <a16:creationId xmlns:a16="http://schemas.microsoft.com/office/drawing/2014/main" id="{90F3EC41-E060-4D79-8F5B-1DD6A3A9D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E4F8B6E3-C72D-6916-2E82-D42BC36FE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477" y="317241"/>
            <a:ext cx="10308107" cy="174677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he-IL" sz="1800" dirty="0"/>
              <a:t>בפעולה </a:t>
            </a:r>
            <a:r>
              <a:rPr lang="en-US" sz="1800" dirty="0"/>
              <a:t>onCreateView</a:t>
            </a:r>
            <a:r>
              <a:rPr lang="he-IL" sz="1800" dirty="0"/>
              <a:t> מנפחים את ה </a:t>
            </a:r>
            <a:r>
              <a:rPr lang="en-US" sz="1800" dirty="0"/>
              <a:t>inflater</a:t>
            </a:r>
            <a:r>
              <a:rPr lang="he-IL" sz="1800" dirty="0"/>
              <a:t> שיתאים לקובץ ה </a:t>
            </a:r>
            <a:r>
              <a:rPr lang="en-US" sz="1800" dirty="0"/>
              <a:t>xml</a:t>
            </a:r>
            <a:r>
              <a:rPr lang="he-IL" sz="1800" dirty="0"/>
              <a:t> המתאים, מכניסים ל </a:t>
            </a:r>
            <a:r>
              <a:rPr lang="en-US" sz="1800" dirty="0"/>
              <a:t>TextView</a:t>
            </a:r>
            <a:r>
              <a:rPr lang="he-IL" sz="1800" dirty="0"/>
              <a:t> שבראש הדף את ההודעה </a:t>
            </a:r>
            <a:r>
              <a:rPr lang="en-US" sz="1800" dirty="0"/>
              <a:t>hello</a:t>
            </a:r>
            <a:r>
              <a:rPr lang="he-IL" sz="1800" dirty="0"/>
              <a:t> עם שם המשתמש ומוסיפים לכפתור מאזין ששולף את הנתונים מ </a:t>
            </a:r>
            <a:r>
              <a:rPr lang="en-US" sz="1800" dirty="0"/>
              <a:t>fragment 1</a:t>
            </a:r>
            <a:r>
              <a:rPr lang="he-IL" sz="1800" dirty="0"/>
              <a:t>, בודק שוויון בין האימיילים ומקפיץ הודעה מתאימה.</a:t>
            </a:r>
            <a:endParaRPr lang="en-US" sz="1800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54E38508-0359-D3DA-EC54-226A71FFB6D6}"/>
              </a:ext>
            </a:extLst>
          </p:cNvPr>
          <p:cNvSpPr txBox="1"/>
          <p:nvPr/>
        </p:nvSpPr>
        <p:spPr>
          <a:xfrm>
            <a:off x="2212752" y="58447"/>
            <a:ext cx="7793832" cy="11617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rtl="0">
              <a:lnSpc>
                <a:spcPct val="90000"/>
              </a:lnSpc>
              <a:spcAft>
                <a:spcPts val="600"/>
              </a:spcAft>
            </a:pPr>
            <a:endParaRPr lang="en-US" sz="1500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EA216162-B065-EEFC-13D9-46B60C6BE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92" y="1601159"/>
            <a:ext cx="10746531" cy="4870308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2B7B9933-1248-423F-E39F-D16B626DDDCA}"/>
              </a:ext>
            </a:extLst>
          </p:cNvPr>
          <p:cNvSpPr txBox="1"/>
          <p:nvPr/>
        </p:nvSpPr>
        <p:spPr>
          <a:xfrm>
            <a:off x="8896350" y="2338945"/>
            <a:ext cx="1276350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200" dirty="0"/>
              <a:t>ניפוח ה </a:t>
            </a:r>
            <a:r>
              <a:rPr lang="en-US" sz="1200" dirty="0"/>
              <a:t>inflater</a:t>
            </a:r>
          </a:p>
          <a:p>
            <a:r>
              <a:rPr lang="he-IL" sz="1200" dirty="0"/>
              <a:t>והצבת מצביעים</a:t>
            </a:r>
          </a:p>
        </p:txBody>
      </p: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4B1F2A60-343C-D335-636B-2C1FED23929A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6772275" y="2495550"/>
            <a:ext cx="2124075" cy="74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B425301B-1E57-90B0-B572-ECA5F9F19861}"/>
              </a:ext>
            </a:extLst>
          </p:cNvPr>
          <p:cNvSpPr txBox="1"/>
          <p:nvPr/>
        </p:nvSpPr>
        <p:spPr>
          <a:xfrm>
            <a:off x="8429625" y="3117098"/>
            <a:ext cx="1276350" cy="10156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200" dirty="0"/>
              <a:t>שליפת הנתונים שנשלחו מה </a:t>
            </a:r>
            <a:r>
              <a:rPr lang="en-US" sz="1200" dirty="0"/>
              <a:t>fragment</a:t>
            </a:r>
            <a:r>
              <a:rPr lang="he-IL" sz="1200" dirty="0"/>
              <a:t> הקודם ע"י עצם מסוג </a:t>
            </a:r>
            <a:r>
              <a:rPr lang="en-US" sz="1200" dirty="0"/>
              <a:t>Bundle</a:t>
            </a:r>
            <a:endParaRPr lang="he-IL" sz="1200" dirty="0"/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7A52334E-829C-2664-E052-9A0A946CB098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5257800" y="3343275"/>
            <a:ext cx="3171825" cy="281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C525D4DA-5CB4-0D28-45A7-4CAD9E13F826}"/>
              </a:ext>
            </a:extLst>
          </p:cNvPr>
          <p:cNvSpPr txBox="1"/>
          <p:nvPr/>
        </p:nvSpPr>
        <p:spPr>
          <a:xfrm>
            <a:off x="9666359" y="4275821"/>
            <a:ext cx="1276350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200" dirty="0"/>
              <a:t>בדיקת תקינות אימות אימייל</a:t>
            </a:r>
          </a:p>
        </p:txBody>
      </p: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4714DE04-BBE1-616D-9830-D50DA27A5FB3}"/>
              </a:ext>
            </a:extLst>
          </p:cNvPr>
          <p:cNvCxnSpPr/>
          <p:nvPr/>
        </p:nvCxnSpPr>
        <p:spPr>
          <a:xfrm flipH="1">
            <a:off x="6353175" y="4495800"/>
            <a:ext cx="3352800" cy="298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261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סימן ביקורת">
            <a:extLst>
              <a:ext uri="{FF2B5EF4-FFF2-40B4-BE49-F238E27FC236}">
                <a16:creationId xmlns:a16="http://schemas.microsoft.com/office/drawing/2014/main" id="{37A4BC28-D044-71F7-9204-4C574866E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1A09CCA0-9A92-3E9A-1CE0-150899441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321" y="660002"/>
            <a:ext cx="5649349" cy="31998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6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ניהול</a:t>
            </a:r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Fragments MainActivity ב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60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76E90C0-C05A-260C-AF0F-707A3DDB5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04" y="1524000"/>
            <a:ext cx="3837344" cy="431881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3600" dirty="0"/>
              <a:t>נגדיר בקובץ ה </a:t>
            </a:r>
            <a:r>
              <a:rPr lang="en-US" sz="3600" dirty="0"/>
              <a:t>xml</a:t>
            </a:r>
            <a:r>
              <a:rPr lang="he-IL" sz="3600" dirty="0"/>
              <a:t> של </a:t>
            </a:r>
            <a:r>
              <a:rPr lang="en-US" sz="3600" dirty="0"/>
              <a:t>MainActivity</a:t>
            </a:r>
            <a:r>
              <a:rPr lang="he-IL" sz="36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/>
              <a:t>FragmentContainer</a:t>
            </a:r>
            <a:r>
              <a:rPr lang="he-IL" sz="3600" dirty="0"/>
              <a:t> שבתוכו נשים כל פעם את ה </a:t>
            </a:r>
            <a:r>
              <a:rPr lang="en-US" sz="3600" dirty="0"/>
              <a:t>Fragment</a:t>
            </a:r>
            <a:r>
              <a:rPr lang="he-IL" sz="3600" dirty="0"/>
              <a:t> הרצוי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D5A6CC2-60C3-1E32-4A0D-E3D397050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1038225"/>
            <a:ext cx="567846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תמונה 12">
            <a:extLst>
              <a:ext uri="{FF2B5EF4-FFF2-40B4-BE49-F238E27FC236}">
                <a16:creationId xmlns:a16="http://schemas.microsoft.com/office/drawing/2014/main" id="{1A18691D-F505-D562-BA21-D32263027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8" y="825112"/>
            <a:ext cx="10496550" cy="4991100"/>
          </a:xfrm>
          <a:prstGeom prst="rect">
            <a:avLst/>
          </a:prstGeom>
        </p:spPr>
      </p:pic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01C68E93-7BED-F119-93F3-81E4D33FB562}"/>
              </a:ext>
            </a:extLst>
          </p:cNvPr>
          <p:cNvSpPr txBox="1"/>
          <p:nvPr/>
        </p:nvSpPr>
        <p:spPr>
          <a:xfrm>
            <a:off x="8484247" y="802426"/>
            <a:ext cx="173549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יצירת מצביע ל</a:t>
            </a:r>
          </a:p>
          <a:p>
            <a:r>
              <a:rPr lang="en-US" sz="1400" dirty="0"/>
              <a:t>FragmentContainer</a:t>
            </a:r>
            <a:endParaRPr lang="he-IL" sz="1400" dirty="0"/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4FF9D967-7803-78B7-1605-E2E438365125}"/>
              </a:ext>
            </a:extLst>
          </p:cNvPr>
          <p:cNvCxnSpPr>
            <a:stCxn id="15" idx="1"/>
          </p:cNvCxnSpPr>
          <p:nvPr/>
        </p:nvCxnSpPr>
        <p:spPr>
          <a:xfrm flipH="1">
            <a:off x="5557155" y="1064036"/>
            <a:ext cx="2927092" cy="394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B1828B9E-1A00-491D-55C1-E5257189B329}"/>
              </a:ext>
            </a:extLst>
          </p:cNvPr>
          <p:cNvSpPr txBox="1"/>
          <p:nvPr/>
        </p:nvSpPr>
        <p:spPr>
          <a:xfrm>
            <a:off x="8301816" y="1640181"/>
            <a:ext cx="1735494" cy="95410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יצירת עצם מסוג</a:t>
            </a:r>
          </a:p>
          <a:p>
            <a:r>
              <a:rPr lang="en-US" sz="1400" dirty="0"/>
              <a:t>FragmentManager</a:t>
            </a:r>
            <a:r>
              <a:rPr lang="he-IL" sz="1400" dirty="0"/>
              <a:t> שדרכו ננהל את החלפת ה </a:t>
            </a:r>
            <a:r>
              <a:rPr lang="en-US" sz="1400" dirty="0"/>
              <a:t>fragments</a:t>
            </a:r>
            <a:endParaRPr lang="he-IL" sz="1400" dirty="0"/>
          </a:p>
        </p:txBody>
      </p:sp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B4D582D3-6E7F-3716-BDBD-79980040EB1E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4784174" y="2035252"/>
            <a:ext cx="3517642" cy="81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CC0E9F62-0FE2-DB1F-3AED-68954254FC85}"/>
              </a:ext>
            </a:extLst>
          </p:cNvPr>
          <p:cNvSpPr txBox="1"/>
          <p:nvPr/>
        </p:nvSpPr>
        <p:spPr>
          <a:xfrm>
            <a:off x="8892366" y="3167390"/>
            <a:ext cx="173549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בקשה לשימוש ב </a:t>
            </a:r>
            <a:r>
              <a:rPr lang="en-US" sz="1400" dirty="0"/>
              <a:t>FragmentManager</a:t>
            </a:r>
            <a:endParaRPr lang="he-IL" sz="1400" dirty="0"/>
          </a:p>
        </p:txBody>
      </p: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29B6E85B-2BD3-C09A-A124-3F261A7904C1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4705350" y="3429000"/>
            <a:ext cx="4187016" cy="162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E48F7254-DBFC-66BB-478A-20A430E56BE8}"/>
              </a:ext>
            </a:extLst>
          </p:cNvPr>
          <p:cNvSpPr txBox="1"/>
          <p:nvPr/>
        </p:nvSpPr>
        <p:spPr>
          <a:xfrm>
            <a:off x="10153066" y="4985683"/>
            <a:ext cx="1735494" cy="73866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פתיחת פרוטוקול והצבת ה </a:t>
            </a:r>
            <a:r>
              <a:rPr lang="en-US" sz="1400" dirty="0"/>
              <a:t>fragment</a:t>
            </a:r>
            <a:r>
              <a:rPr lang="he-IL" sz="1400" dirty="0"/>
              <a:t> הרצוי</a:t>
            </a:r>
          </a:p>
        </p:txBody>
      </p:sp>
      <p:cxnSp>
        <p:nvCxnSpPr>
          <p:cNvPr id="30" name="מחבר חץ ישר 29">
            <a:extLst>
              <a:ext uri="{FF2B5EF4-FFF2-40B4-BE49-F238E27FC236}">
                <a16:creationId xmlns:a16="http://schemas.microsoft.com/office/drawing/2014/main" id="{87413B1E-4997-0C0D-D734-5A1F188C331C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7924800" y="4838700"/>
            <a:ext cx="2228266" cy="516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379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D7E43216-8D55-8923-933C-65CB76C78123}"/>
              </a:ext>
            </a:extLst>
          </p:cNvPr>
          <p:cNvSpPr/>
          <p:nvPr/>
        </p:nvSpPr>
        <p:spPr>
          <a:xfrm>
            <a:off x="1828800" y="1333215"/>
            <a:ext cx="8864082" cy="39395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lang="he-IL" sz="4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דוגמה 2</a:t>
            </a:r>
          </a:p>
          <a:p>
            <a:pPr algn="ctr">
              <a:spcAft>
                <a:spcPts val="600"/>
              </a:spcAft>
            </a:pPr>
            <a:r>
              <a:rPr lang="he-IL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העברת נתונים מ </a:t>
            </a:r>
            <a:r>
              <a:rPr lang="en-US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fragment</a:t>
            </a:r>
            <a:r>
              <a:rPr lang="he-IL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אחד לשני כמו ב </a:t>
            </a:r>
            <a:r>
              <a:rPr lang="en-US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registerActivityForResult</a:t>
            </a:r>
            <a:r>
              <a:rPr lang="he-IL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</a:t>
            </a:r>
          </a:p>
          <a:p>
            <a:pPr algn="ctr">
              <a:spcAft>
                <a:spcPts val="600"/>
              </a:spcAft>
            </a:pPr>
            <a:r>
              <a:rPr lang="he-IL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עם ציפייה לתשובה</a:t>
            </a:r>
            <a:endParaRPr lang="he-IL" sz="48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6239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0516B4C7-A835-D93A-EAE2-85B2A18E538C}"/>
              </a:ext>
            </a:extLst>
          </p:cNvPr>
          <p:cNvSpPr txBox="1"/>
          <p:nvPr/>
        </p:nvSpPr>
        <p:spPr>
          <a:xfrm>
            <a:off x="4933950" y="685800"/>
            <a:ext cx="2038349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Fragment1</a:t>
            </a:r>
            <a:endParaRPr lang="he-IL" sz="2800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2E30528C-841D-8143-46E6-0895979C0277}"/>
              </a:ext>
            </a:extLst>
          </p:cNvPr>
          <p:cNvSpPr txBox="1"/>
          <p:nvPr/>
        </p:nvSpPr>
        <p:spPr>
          <a:xfrm>
            <a:off x="7548078" y="2514599"/>
            <a:ext cx="3186597" cy="253402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dirty="0"/>
              <a:t>זהו ה </a:t>
            </a:r>
            <a:r>
              <a:rPr lang="en-US" dirty="0" err="1"/>
              <a:t>fagment</a:t>
            </a:r>
            <a:r>
              <a:rPr lang="he-IL" dirty="0"/>
              <a:t> הראשון שמופיע בהרצת האפליקציה.</a:t>
            </a:r>
          </a:p>
          <a:p>
            <a:pPr>
              <a:lnSpc>
                <a:spcPct val="150000"/>
              </a:lnSpc>
            </a:pPr>
            <a:r>
              <a:rPr lang="he-IL" dirty="0"/>
              <a:t>בלחיצה על הכפתור עוברים ל </a:t>
            </a:r>
            <a:r>
              <a:rPr lang="en-US" dirty="0"/>
              <a:t>FragmentBmi</a:t>
            </a:r>
            <a:r>
              <a:rPr lang="he-IL" dirty="0"/>
              <a:t>.</a:t>
            </a:r>
          </a:p>
          <a:p>
            <a:pPr>
              <a:lnSpc>
                <a:spcPct val="150000"/>
              </a:lnSpc>
            </a:pPr>
            <a:r>
              <a:rPr lang="he-IL" dirty="0"/>
              <a:t>בחזרה לכאן מציגים את ה </a:t>
            </a:r>
            <a:r>
              <a:rPr lang="en-US" dirty="0"/>
              <a:t>bmi</a:t>
            </a:r>
            <a:r>
              <a:rPr lang="he-IL" dirty="0"/>
              <a:t> שחושב בתוספת הערה.</a:t>
            </a: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73D0430D-4DE8-F89B-0B78-7C4866748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563" y="2990850"/>
            <a:ext cx="1647825" cy="876300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C78C5E6A-B7E5-CCC4-D737-6DEBF00584D3}"/>
              </a:ext>
            </a:extLst>
          </p:cNvPr>
          <p:cNvSpPr txBox="1"/>
          <p:nvPr/>
        </p:nvSpPr>
        <p:spPr>
          <a:xfrm>
            <a:off x="2435290" y="1716833"/>
            <a:ext cx="1427583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dirty="0"/>
              <a:t>כפתור למעבר לחישוב </a:t>
            </a:r>
            <a:r>
              <a:rPr lang="en-US" dirty="0"/>
              <a:t>bmi</a:t>
            </a:r>
            <a:endParaRPr lang="he-IL" dirty="0"/>
          </a:p>
        </p:txBody>
      </p: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2BDF2CE8-4480-DB09-2692-8CF72907C679}"/>
              </a:ext>
            </a:extLst>
          </p:cNvPr>
          <p:cNvCxnSpPr>
            <a:stCxn id="14" idx="3"/>
          </p:cNvCxnSpPr>
          <p:nvPr/>
        </p:nvCxnSpPr>
        <p:spPr>
          <a:xfrm>
            <a:off x="3862873" y="2039999"/>
            <a:ext cx="1071077" cy="114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593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מציין מיקום תוכן 5">
            <a:extLst>
              <a:ext uri="{FF2B5EF4-FFF2-40B4-BE49-F238E27FC236}">
                <a16:creationId xmlns:a16="http://schemas.microsoft.com/office/drawing/2014/main" id="{71AC0A20-5167-DA29-DA90-ADE2B5F27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3862" y="2072481"/>
            <a:ext cx="1895475" cy="2505075"/>
          </a:xfr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35B7F60-D131-7077-06B0-9E3049859B23}"/>
              </a:ext>
            </a:extLst>
          </p:cNvPr>
          <p:cNvSpPr txBox="1"/>
          <p:nvPr/>
        </p:nvSpPr>
        <p:spPr>
          <a:xfrm>
            <a:off x="4343400" y="685800"/>
            <a:ext cx="2628899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FragmentBmi</a:t>
            </a:r>
            <a:endParaRPr lang="he-IL" sz="2800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FD10AEDE-04AD-D0E8-B7F1-D42EFD4616D6}"/>
              </a:ext>
            </a:extLst>
          </p:cNvPr>
          <p:cNvSpPr txBox="1"/>
          <p:nvPr/>
        </p:nvSpPr>
        <p:spPr>
          <a:xfrm>
            <a:off x="2975321" y="2454965"/>
            <a:ext cx="2345635" cy="147732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dirty="0"/>
              <a:t>המשתמש מכניס את הנתונים ולאחר לחיצה על הכפתור מחושב ה </a:t>
            </a:r>
            <a:r>
              <a:rPr lang="en-US" dirty="0"/>
              <a:t>bmi</a:t>
            </a:r>
            <a:r>
              <a:rPr lang="he-IL" dirty="0"/>
              <a:t> והתוצאה נשלחת ל</a:t>
            </a:r>
            <a:r>
              <a:rPr lang="en-US" dirty="0"/>
              <a:t>fragment1 </a:t>
            </a:r>
            <a:endParaRPr lang="he-IL" dirty="0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575432B2-6575-9FE8-097B-6A9FD6D8963B}"/>
              </a:ext>
            </a:extLst>
          </p:cNvPr>
          <p:cNvCxnSpPr>
            <a:stCxn id="7" idx="3"/>
          </p:cNvCxnSpPr>
          <p:nvPr/>
        </p:nvCxnSpPr>
        <p:spPr>
          <a:xfrm>
            <a:off x="5320956" y="3193629"/>
            <a:ext cx="2470494" cy="23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369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87F9C8-02EF-1004-C7D8-2A6A02B28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1325563"/>
          </a:xfrm>
        </p:spPr>
        <p:txBody>
          <a:bodyPr/>
          <a:lstStyle/>
          <a:p>
            <a:pPr algn="ctr"/>
            <a:r>
              <a:rPr lang="he-IL" dirty="0"/>
              <a:t>ניהול ה </a:t>
            </a:r>
            <a:r>
              <a:rPr lang="en-US" dirty="0"/>
              <a:t>fragments</a:t>
            </a:r>
            <a:r>
              <a:rPr lang="he-IL" dirty="0"/>
              <a:t> ב </a:t>
            </a:r>
            <a:r>
              <a:rPr lang="en-US" dirty="0"/>
              <a:t>MainActivity</a:t>
            </a:r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2E04F0A0-DC90-15B3-68DA-EB53EC6F5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661" y="2082627"/>
            <a:ext cx="8827811" cy="3767848"/>
          </a:xfr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C1076264-3FB2-5280-8AD9-0A85E9DDD7E0}"/>
              </a:ext>
            </a:extLst>
          </p:cNvPr>
          <p:cNvSpPr txBox="1"/>
          <p:nvPr/>
        </p:nvSpPr>
        <p:spPr>
          <a:xfrm>
            <a:off x="8934036" y="2655438"/>
            <a:ext cx="2419764" cy="95410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הוספת </a:t>
            </a:r>
            <a:r>
              <a:rPr lang="en-US" sz="1400" dirty="0"/>
              <a:t>fragments</a:t>
            </a:r>
            <a:r>
              <a:rPr lang="he-IL" sz="1400" dirty="0"/>
              <a:t> ל </a:t>
            </a:r>
            <a:r>
              <a:rPr lang="en-US" sz="1400" dirty="0"/>
              <a:t>fragmentManager</a:t>
            </a:r>
            <a:r>
              <a:rPr lang="he-IL" sz="1400" dirty="0"/>
              <a:t> והגדרת </a:t>
            </a:r>
            <a:r>
              <a:rPr lang="en-US" sz="1400" dirty="0"/>
              <a:t>fragment1</a:t>
            </a:r>
            <a:r>
              <a:rPr lang="he-IL" sz="1400" dirty="0"/>
              <a:t> כ </a:t>
            </a:r>
            <a:r>
              <a:rPr lang="en-US" sz="1400" dirty="0"/>
              <a:t>fragment</a:t>
            </a:r>
            <a:r>
              <a:rPr lang="he-IL" sz="1400" dirty="0"/>
              <a:t> הראשון שיוצג</a:t>
            </a:r>
          </a:p>
        </p:txBody>
      </p: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BA834ADC-04F9-7538-986A-995A21302C7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886575" y="3132492"/>
            <a:ext cx="2047461" cy="1296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032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49ACD7-B3E8-55B3-049C-75FC9066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1800" dirty="0"/>
              <a:t>בתוך הפעולה </a:t>
            </a:r>
            <a:r>
              <a:rPr lang="en-US" sz="1800" dirty="0"/>
              <a:t>onCreate</a:t>
            </a:r>
            <a:r>
              <a:rPr lang="he-IL" sz="1800" dirty="0"/>
              <a:t> מוסיפים מאזין להחלפת </a:t>
            </a:r>
            <a:r>
              <a:rPr lang="en-US" sz="1800" dirty="0"/>
              <a:t>fragment</a:t>
            </a:r>
            <a:r>
              <a:rPr lang="he-IL" sz="1800" dirty="0"/>
              <a:t> ב </a:t>
            </a:r>
            <a:r>
              <a:rPr lang="en-US" sz="1800" dirty="0"/>
              <a:t>FragmentManager</a:t>
            </a:r>
            <a:r>
              <a:rPr lang="he-IL" sz="1800" dirty="0"/>
              <a:t> שהוגדר בתוך ה </a:t>
            </a:r>
            <a:r>
              <a:rPr lang="en-US" sz="1800" dirty="0"/>
              <a:t>MainActivity</a:t>
            </a:r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9B2A4094-45B9-1391-8456-DA096CD2B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861" y="1357657"/>
            <a:ext cx="8800539" cy="5409650"/>
          </a:xfr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7B81005-17BB-C9DA-4BBB-D2FDA1EE12A7}"/>
              </a:ext>
            </a:extLst>
          </p:cNvPr>
          <p:cNvSpPr txBox="1"/>
          <p:nvPr/>
        </p:nvSpPr>
        <p:spPr>
          <a:xfrm>
            <a:off x="5059018" y="297868"/>
            <a:ext cx="170290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Fragment1</a:t>
            </a:r>
            <a:endParaRPr lang="he-IL" sz="2400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75E9A0B1-D126-449A-F50A-8C5A07808050}"/>
              </a:ext>
            </a:extLst>
          </p:cNvPr>
          <p:cNvSpPr txBox="1"/>
          <p:nvPr/>
        </p:nvSpPr>
        <p:spPr>
          <a:xfrm>
            <a:off x="9096375" y="1388613"/>
            <a:ext cx="2419764" cy="73866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קבלת גישה ל </a:t>
            </a:r>
            <a:r>
              <a:rPr lang="en-US" sz="1400" dirty="0"/>
              <a:t>FragmentManager</a:t>
            </a:r>
            <a:r>
              <a:rPr lang="he-IL" sz="1400" dirty="0"/>
              <a:t> שהוגדר ב </a:t>
            </a:r>
            <a:r>
              <a:rPr lang="en-US" sz="1400" dirty="0"/>
              <a:t>MainActivity</a:t>
            </a:r>
            <a:endParaRPr lang="he-IL" sz="1400" dirty="0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8EDD9398-273A-333B-C983-198889C7CFA2}"/>
              </a:ext>
            </a:extLst>
          </p:cNvPr>
          <p:cNvCxnSpPr>
            <a:stCxn id="7" idx="1"/>
          </p:cNvCxnSpPr>
          <p:nvPr/>
        </p:nvCxnSpPr>
        <p:spPr>
          <a:xfrm flipH="1">
            <a:off x="3590925" y="1757945"/>
            <a:ext cx="5505450" cy="366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EFBB258D-862C-4625-B7A8-6A75F46F1EF6}"/>
              </a:ext>
            </a:extLst>
          </p:cNvPr>
          <p:cNvSpPr txBox="1"/>
          <p:nvPr/>
        </p:nvSpPr>
        <p:spPr>
          <a:xfrm>
            <a:off x="10410824" y="2696462"/>
            <a:ext cx="1214157" cy="30777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הוספת המאזין</a:t>
            </a:r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8646B105-F0B3-A913-0A8A-60630CE78426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8839200" y="2476500"/>
            <a:ext cx="1571624" cy="373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7507C27B-F8DB-C173-CBDA-F5116C5ED894}"/>
              </a:ext>
            </a:extLst>
          </p:cNvPr>
          <p:cNvSpPr txBox="1"/>
          <p:nvPr/>
        </p:nvSpPr>
        <p:spPr>
          <a:xfrm>
            <a:off x="9200942" y="3283681"/>
            <a:ext cx="2419764" cy="73866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מימוש הפעולה </a:t>
            </a:r>
            <a:r>
              <a:rPr lang="en-US" sz="1400" dirty="0"/>
              <a:t>onFragmentResult</a:t>
            </a:r>
            <a:r>
              <a:rPr lang="he-IL" sz="1400" dirty="0"/>
              <a:t> והגדרה מה לעשות עם התוצאה</a:t>
            </a:r>
          </a:p>
        </p:txBody>
      </p: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C7E368E1-2AF0-8D56-7723-05D2F1433CA1}"/>
              </a:ext>
            </a:extLst>
          </p:cNvPr>
          <p:cNvCxnSpPr>
            <a:stCxn id="13" idx="1"/>
          </p:cNvCxnSpPr>
          <p:nvPr/>
        </p:nvCxnSpPr>
        <p:spPr>
          <a:xfrm flipH="1">
            <a:off x="6219825" y="3653013"/>
            <a:ext cx="2981117" cy="22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558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130A7F-7DFE-FDEA-3ABE-CEFAA512C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2400" dirty="0"/>
              <a:t>בפעולה </a:t>
            </a:r>
            <a:r>
              <a:rPr lang="en-US" sz="2400" dirty="0"/>
              <a:t>onCreateView</a:t>
            </a:r>
            <a:r>
              <a:rPr lang="he-IL" sz="2400" dirty="0"/>
              <a:t> בהאזנה לכפתור נעבור ל </a:t>
            </a:r>
            <a:r>
              <a:rPr lang="en-US" sz="2400" dirty="0"/>
              <a:t>FragmentBmi</a:t>
            </a:r>
            <a:r>
              <a:rPr lang="he-IL" sz="2400" dirty="0"/>
              <a:t> וכתוצאה מכך יופעל המאזין שיצרנו.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149EF8EE-FE66-4F44-D2E3-9B2FC8F8A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2800"/>
            <a:ext cx="10515600" cy="4096987"/>
          </a:xfr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45F5C73-1E00-9C24-F8D5-0F72CB458B45}"/>
              </a:ext>
            </a:extLst>
          </p:cNvPr>
          <p:cNvSpPr txBox="1"/>
          <p:nvPr/>
        </p:nvSpPr>
        <p:spPr>
          <a:xfrm>
            <a:off x="8877300" y="3429000"/>
            <a:ext cx="1753014" cy="30777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מעבר ל </a:t>
            </a:r>
            <a:r>
              <a:rPr lang="en-US" sz="1400" dirty="0"/>
              <a:t>FragmentBmi</a:t>
            </a:r>
            <a:endParaRPr lang="he-IL" sz="1400" dirty="0"/>
          </a:p>
        </p:txBody>
      </p: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80D1C398-74F2-64D3-0EC3-FD8194843FC3}"/>
              </a:ext>
            </a:extLst>
          </p:cNvPr>
          <p:cNvCxnSpPr/>
          <p:nvPr/>
        </p:nvCxnSpPr>
        <p:spPr>
          <a:xfrm flipH="1">
            <a:off x="5324475" y="3571875"/>
            <a:ext cx="3543300" cy="866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042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8106C5C-41AC-10E7-C87A-27F0041D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4826"/>
            <a:ext cx="10515600" cy="845862"/>
          </a:xfrm>
        </p:spPr>
        <p:txBody>
          <a:bodyPr>
            <a:normAutofit/>
          </a:bodyPr>
          <a:lstStyle/>
          <a:p>
            <a:br>
              <a:rPr lang="he-IL" sz="2400" dirty="0"/>
            </a:br>
            <a:r>
              <a:rPr lang="he-IL" sz="2400" dirty="0"/>
              <a:t>ב </a:t>
            </a:r>
            <a:r>
              <a:rPr lang="en-US" sz="2400" dirty="0"/>
              <a:t>BmiFragment</a:t>
            </a:r>
            <a:r>
              <a:rPr lang="he-IL" sz="2400" dirty="0"/>
              <a:t> נחשב את ה </a:t>
            </a:r>
            <a:r>
              <a:rPr lang="en-US" sz="2400" dirty="0"/>
              <a:t>bmi</a:t>
            </a:r>
            <a:r>
              <a:rPr lang="he-IL" sz="2400" dirty="0"/>
              <a:t>, נשלח את התוצאה ע"י </a:t>
            </a:r>
            <a:r>
              <a:rPr lang="en-US" sz="2400" dirty="0"/>
              <a:t>bundle</a:t>
            </a:r>
            <a:r>
              <a:rPr lang="he-IL" sz="2400" dirty="0"/>
              <a:t> ונפעיל את </a:t>
            </a:r>
            <a:r>
              <a:rPr lang="en-US" sz="2400" dirty="0"/>
              <a:t>Fragment1</a:t>
            </a:r>
            <a:r>
              <a:rPr lang="he-IL" sz="2400" dirty="0"/>
              <a:t> חזרה.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72694E9A-07B3-2253-42B9-2502EF277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2818" y="1825625"/>
            <a:ext cx="8948328" cy="4836744"/>
          </a:xfr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369B19C-4D24-BE4E-AD2B-215135244DE0}"/>
              </a:ext>
            </a:extLst>
          </p:cNvPr>
          <p:cNvSpPr txBox="1"/>
          <p:nvPr/>
        </p:nvSpPr>
        <p:spPr>
          <a:xfrm>
            <a:off x="4542183" y="297868"/>
            <a:ext cx="221973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BmiFragment</a:t>
            </a:r>
            <a:endParaRPr lang="he-IL" sz="2400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2101AF2F-9387-959D-C327-F28A5AA64B1D}"/>
              </a:ext>
            </a:extLst>
          </p:cNvPr>
          <p:cNvSpPr txBox="1"/>
          <p:nvPr/>
        </p:nvSpPr>
        <p:spPr>
          <a:xfrm>
            <a:off x="7210425" y="3284088"/>
            <a:ext cx="2419764" cy="30777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שליפת הנתונים וחישוב ה </a:t>
            </a:r>
            <a:r>
              <a:rPr lang="en-US" sz="1400" dirty="0"/>
              <a:t>bmi</a:t>
            </a:r>
            <a:endParaRPr lang="he-IL" sz="1400" dirty="0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0E5A6D9E-84F1-51D3-14A1-0F3D7430DCA1}"/>
              </a:ext>
            </a:extLst>
          </p:cNvPr>
          <p:cNvCxnSpPr/>
          <p:nvPr/>
        </p:nvCxnSpPr>
        <p:spPr>
          <a:xfrm>
            <a:off x="9344025" y="0"/>
            <a:ext cx="0" cy="57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B41DCCAF-847F-883A-8468-BA552BF1858A}"/>
              </a:ext>
            </a:extLst>
          </p:cNvPr>
          <p:cNvCxnSpPr>
            <a:stCxn id="7" idx="1"/>
          </p:cNvCxnSpPr>
          <p:nvPr/>
        </p:nvCxnSpPr>
        <p:spPr>
          <a:xfrm flipH="1">
            <a:off x="5876925" y="3437977"/>
            <a:ext cx="1333500" cy="724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60D02728-D590-EC24-464E-CE92E9512B6B}"/>
              </a:ext>
            </a:extLst>
          </p:cNvPr>
          <p:cNvSpPr txBox="1"/>
          <p:nvPr/>
        </p:nvSpPr>
        <p:spPr>
          <a:xfrm>
            <a:off x="9067800" y="3988721"/>
            <a:ext cx="1486106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הכנסת התוצאה לעצם מסוג </a:t>
            </a:r>
            <a:r>
              <a:rPr lang="en-US" sz="1400" dirty="0"/>
              <a:t>bundle</a:t>
            </a:r>
            <a:r>
              <a:rPr lang="he-IL" sz="1400" dirty="0"/>
              <a:t> </a:t>
            </a:r>
          </a:p>
        </p:txBody>
      </p: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0651280E-244D-FB2D-A3FC-97C68B512AEE}"/>
              </a:ext>
            </a:extLst>
          </p:cNvPr>
          <p:cNvCxnSpPr/>
          <p:nvPr/>
        </p:nvCxnSpPr>
        <p:spPr>
          <a:xfrm flipH="1">
            <a:off x="4542183" y="4296498"/>
            <a:ext cx="4516092" cy="416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60D85724-45D7-5B93-2DC6-F18609993E3D}"/>
              </a:ext>
            </a:extLst>
          </p:cNvPr>
          <p:cNvSpPr txBox="1"/>
          <p:nvPr/>
        </p:nvSpPr>
        <p:spPr>
          <a:xfrm>
            <a:off x="8705850" y="4847242"/>
            <a:ext cx="241976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שליחת הנתונים ע"י הפעלת הפעולה </a:t>
            </a:r>
            <a:r>
              <a:rPr lang="en-US" sz="1400" dirty="0"/>
              <a:t>setFragmentResult</a:t>
            </a:r>
            <a:endParaRPr lang="he-IL" sz="1400" dirty="0"/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82CD6F76-7E69-6892-6F55-0CFE0224D2FF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7629525" y="5050328"/>
            <a:ext cx="1076325" cy="58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4694870F-22E8-F98F-26BF-3618506DA811}"/>
              </a:ext>
            </a:extLst>
          </p:cNvPr>
          <p:cNvSpPr txBox="1"/>
          <p:nvPr/>
        </p:nvSpPr>
        <p:spPr>
          <a:xfrm>
            <a:off x="8343900" y="5571723"/>
            <a:ext cx="1993626" cy="30777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/>
              <a:t>מעבר חזרה ל </a:t>
            </a:r>
            <a:r>
              <a:rPr lang="en-US" sz="1400" dirty="0"/>
              <a:t>Fragment1</a:t>
            </a:r>
            <a:endParaRPr lang="he-IL" sz="1400" dirty="0"/>
          </a:p>
        </p:txBody>
      </p:sp>
      <p:cxnSp>
        <p:nvCxnSpPr>
          <p:cNvPr id="20" name="מחבר חץ ישר 19">
            <a:extLst>
              <a:ext uri="{FF2B5EF4-FFF2-40B4-BE49-F238E27FC236}">
                <a16:creationId xmlns:a16="http://schemas.microsoft.com/office/drawing/2014/main" id="{EACDD953-2D94-66C5-7BF4-D7EDDFC7B3AA}"/>
              </a:ext>
            </a:extLst>
          </p:cNvPr>
          <p:cNvCxnSpPr>
            <a:stCxn id="18" idx="1"/>
          </p:cNvCxnSpPr>
          <p:nvPr/>
        </p:nvCxnSpPr>
        <p:spPr>
          <a:xfrm flipH="1" flipV="1">
            <a:off x="6972300" y="5524500"/>
            <a:ext cx="1371600" cy="20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2312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16098</TotalTime>
  <Words>838</Words>
  <Application>Microsoft Office PowerPoint</Application>
  <PresentationFormat>מסך רחב</PresentationFormat>
  <Paragraphs>101</Paragraphs>
  <Slides>30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ערכת נושא Office</vt:lpstr>
      <vt:lpstr>Fragment</vt:lpstr>
      <vt:lpstr>השימושים הנפוצים של Fragment</vt:lpstr>
      <vt:lpstr>מצגת של PowerPoint‏</vt:lpstr>
      <vt:lpstr>כאן מוצג אותו מסך כך שבכל פעם מופיע בו קטע (fragment) שונה במקום שני מסכים שונים.</vt:lpstr>
      <vt:lpstr>מצגת של PowerPoint‏</vt:lpstr>
      <vt:lpstr>תוספות</vt:lpstr>
      <vt:lpstr>יצירת Fragment</vt:lpstr>
      <vt:lpstr>מצגת של PowerPoint‏</vt:lpstr>
      <vt:lpstr>יצירת האקטיביטי שבתוכו יהיה ה Fragment</vt:lpstr>
      <vt:lpstr>מצגת של PowerPoint‏</vt:lpstr>
      <vt:lpstr>מצגת של PowerPoint‏</vt:lpstr>
      <vt:lpstr>ניהול  Fragment מתחלף</vt:lpstr>
      <vt:lpstr>פעולות נפוצות ב FragmentManager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ניהול  Fragments MainActivity ב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ניהול ה fragments ב MainActivity</vt:lpstr>
      <vt:lpstr>בתוך הפעולה onCreate מוסיפים מאזין להחלפת fragment ב FragmentManager שהוגדר בתוך ה MainActivity</vt:lpstr>
      <vt:lpstr>בפעולה onCreateView בהאזנה לכפתור נעבור ל FragmentBmi וכתוצאה מכך יופעל המאזין שיצרנו.</vt:lpstr>
      <vt:lpstr> ב BmiFragment נחשב את ה bmi, נשלח את התוצאה ע"י bundle ונפעיל את Fragment1 חזרה.</vt:lpstr>
    </vt:vector>
  </TitlesOfParts>
  <Company>AMIT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Fragment</dc:title>
  <dc:creator>אור-טל קהלני</dc:creator>
  <cp:lastModifiedBy>אור-טל קהלני</cp:lastModifiedBy>
  <cp:revision>24</cp:revision>
  <dcterms:created xsi:type="dcterms:W3CDTF">2023-01-25T10:00:40Z</dcterms:created>
  <dcterms:modified xsi:type="dcterms:W3CDTF">2023-03-02T19:16:45Z</dcterms:modified>
</cp:coreProperties>
</file>