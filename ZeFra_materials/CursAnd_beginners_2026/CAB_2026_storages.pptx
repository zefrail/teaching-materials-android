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305" r:id="rId4"/>
    <p:sldId id="313" r:id="rId5"/>
    <p:sldId id="306" r:id="rId6"/>
    <p:sldId id="314" r:id="rId7"/>
    <p:sldId id="315" r:id="rId8"/>
    <p:sldId id="307" r:id="rId9"/>
    <p:sldId id="316" r:id="rId10"/>
    <p:sldId id="308" r:id="rId11"/>
    <p:sldId id="319" r:id="rId12"/>
    <p:sldId id="317" r:id="rId13"/>
    <p:sldId id="318" r:id="rId14"/>
    <p:sldId id="32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6:29:06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103 676 9830 0 0,'-85'44'1141'0'0,"74"-37"-1077"0"0,5 1-64 0 0,13-5 46 0 0,6-2 124 0 0,1 1-1 0 0,0 1 1 0 0,-1 0 0 0 0,0 0-1 0 0,0 2 1 0 0,0 0 0 0 0,0 0-1 0 0,16 10 1 0 0,-16-9-3 0 0,0-2 0 0 0,0 1 0 0 0,1-1 0 0 0,-1-1 1 0 0,1-1-1 0 0,0 0 0 0 0,19 1 0 0 0,18 2 312 0 0,5 2 377 0 0,0-2-1 0 0,83-5 1 0 0,115-20 1694 0 0,-144 9-1319 0 0,-83 9-1013 0 0,449-26 4589 0 0,-411 27-4402 0 0,-10 0-399 0 0,56 6 0 0 0,197 19-6 0 0,-58-7 0 0 0,-129-10 0 0 0,205-15 0 0 0,-246 3 0 0 0,125-13 0 0 0,-55-3 0 0 0,146-26 0 0 0,314-69-2294 0 0,-223 44 311 0 0,-76 15 856 0 0,133-30-883 0 0,300-46 3577 0 0,-612 112-865 0 0,84-19 150 0 0,50-7-713 0 0,192-24 1192 0 0,-190 28-524 0 0,-180 33-575 0 0,22-4 106 0 0,-102 12-298 0 0,-3 1-20 0 0,0 0 0 0 0,1 0-1 0 0,-1 1 1 0 0,0-1-1 0 0,0 1 1 0 0,0 1 0 0 0,1-1-1 0 0,-1 0 1 0 0,9 3-1 0 0,-4 1 59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6:29:08.7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1810 9830 0 0,'26'3'558'0'0,"52"0"0"0"0,-10-1 211 0 0,40 3 801 0 0,0-5-1 0 0,134-16 1 0 0,213-54 3053 0 0,362-58-4246 0 0,-212 29 1596 0 0,-347 41-3478 0 0,-84 18-106 0 0,320-86-2624 0 0,219-100-1838 0 0,-673 214 6020 0 0,499-145-37 0 0,-217 78 90 0 0,55-14 0 0 0,33-12 204 0 0,193-57 138 0 0,-280 36-516 0 0,-43 14 25 0 0,-166 69 86 0 0,76-24-36 0 0,-151 54 191 0 0,70-35 1 0 0,-46 19 513 0 0,-41 20-319 0 0,-11 5-242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6:29:10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9830 0 0,'63'25'919'0'0,"1"-2"-1"0"0,1-4 0 0 0,1-2 1 0 0,99 12-1 0 0,214 46 2992 0 0,-105-18-942 0 0,-175-38-2145 0 0,507 78 3268 0 0,-438-82-4091 0 0,223 32 0 0 0,-259-26 0 0 0,181 6 0 0 0,-248-28 0 0 0,18 2 0 0 0,-70 0 0 0 0,-3-2 0 0 0,-45 29 0 0 0,0-5 0 0 0,2 1 0 0 0,0 2 0 0 0,-32 34 0 0 0,-46 55 0 0 0,-64 71 0 0 0,133-137 0 0 0,-271 295 0 0 0,260-287 0 0 0,-51 70 0 0 0,54-63 0 0 0,11-12 0 0 0,2 1 0 0 0,-41 83 0 0 0,-43 120 0 0 0,54-110 0 0 0,-63 115 0 0 0,83-172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1:45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1:46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3234 751 9830 0 0,'0'26'228'0'0,"0"-14"-118"0"0,0-11-98 0 0,1-1 1 0 0,-1 1-1 0 0,0-1 1 0 0,0 0 0 0 0,1 1-1 0 0,-1-1 1 0 0,0 1 0 0 0,1-1-1 0 0,-1 0 1 0 0,0 1 0 0 0,1-1-1 0 0,-1 0 1 0 0,0 1 0 0 0,1-1-1 0 0,-1 0 1 0 0,1 0 0 0 0,-1 0-1 0 0,0 1 1 0 0,1-1 0 0 0,-1 0-1 0 0,1 0 1 0 0,-1 0 0 0 0,1 0-1 0 0,-1 0 1 0 0,1 0 0 0 0,-1 0-1 0 0,1 0 1 0 0,-1 0 0 0 0,1 0-1 0 0,-1 0 1 0 0,1 0 0 0 0,-1 0-1 0 0,1 0 1 0 0,-1 0 0 0 0,0 0-1 0 0,1 0 1 0 0,-1-1-1 0 0,1 1 1 0 0,-1 0 0 0 0,1 0-1 0 0,-1-1 1 0 0,0 1 0 0 0,1 0-1 0 0,-1-1 1 0 0,0 1 0 0 0,1-1-1 0 0,5-2 35 0 0,-1 1-1 0 0,0-2 1 0 0,-1 1-1 0 0,1-1 0 0 0,0 1 1 0 0,-1-1-1 0 0,0 0 0 0 0,0-1 1 0 0,0 1-1 0 0,-1-1 1 0 0,1 0-1 0 0,4-7 0 0 0,-7 9-48 0 0,0 0-1 0 0,1 0 1 0 0,-1 0-1 0 0,0 0 0 0 0,0 0 1 0 0,0 0-1 0 0,-1 0 0 0 0,1 0 1 0 0,-1-1-1 0 0,0 1 1 0 0,0 0-1 0 0,0 0 0 0 0,0 0 1 0 0,0-1-1 0 0,-1 1 0 0 0,1 0 1 0 0,-1 0-1 0 0,0 0 1 0 0,0 0-1 0 0,0 0 0 0 0,-1 0 1 0 0,1 0-1 0 0,-1 0 0 0 0,-2-3 1 0 0,-59-77-94 0 0,21 29-31 0 0,-60-100 1 0 0,88 127 83 0 0,-2 2 1 0 0,0 0 0 0 0,-2 0-1 0 0,-39-39 1 0 0,43 50 20 0 0,-1 1-1 0 0,-1 1 1 0 0,0 0-1 0 0,-1 1 1 0 0,0 1-1 0 0,0 0 1 0 0,-1 2-1 0 0,-28-10 1 0 0,-24-3 461 0 0,0 3 0 0 0,-2 4 0 0 0,-103-8 0 0 0,-220 9 3259 0 0,-55 52 538 0 0,320-23-2912 0 0,-241 44 2258 0 0,213-31-2542 0 0,105-18-1030 0 0,1 2 0 0 0,0 2 0 0 0,-94 42 1 0 0,116-41-11 0 0,1 3 0 0 0,0 0 0 0 0,1 1 0 0 0,2 2 0 0 0,-33 34 0 0 0,23-23 0 0 0,-71 54 0 0 0,67-60 0 0 0,2 3 0 0 0,0 1 0 0 0,3 1 0 0 0,-37 43 0 0 0,67-69 0 0 0,0 0 0 0 0,1 0 0 0 0,0 0 0 0 0,0 1 0 0 0,0-1 0 0 0,1 1 0 0 0,0 0 0 0 0,0 0 0 0 0,1 0 0 0 0,0 1 0 0 0,0-1 0 0 0,0 9 0 0 0,1-4 0 0 0,1 1 0 0 0,1 0 0 0 0,0 0 0 0 0,1-1 0 0 0,0 1 0 0 0,5 16 0 0 0,5 15 0 0 0,2-2 0 0 0,28 59 0 0 0,4-23 0 0 0,-12-24 0 0 0,-24-39 0 0 0,0-1 0 0 0,0 0 0 0 0,2 0 0 0 0,-1-1 0 0 0,2-1 0 0 0,-1 0 0 0 0,2-1 0 0 0,0 0 0 0 0,0-1 0 0 0,1 0 0 0 0,0-2 0 0 0,0 1 0 0 0,24 7 0 0 0,-12-6 0 0 0,0-1 0 0 0,1-2 0 0 0,0-1 0 0 0,0-1 0 0 0,1-1 0 0 0,-1-2 0 0 0,43-1 0 0 0,75-11 0 0 0,-82 3 0 0 0,1 4 0 0 0,-1 2 0 0 0,67 8 0 0 0,120 14 0 0 0,-15-3 0 0 0,159 33 0 0 0,-296-44 0 0 0,1-4 0 0 0,137-13 0 0 0,109-44 0 0 0,-259 38 0 0 0,-83 15 0 0 0,443-70 0 0 0,-406 67-21 0 0,0-2 1 0 0,70-20 0 0 0,-97 21-51 0 0,1 0-1 0 0,-1-1 0 0 0,0-1 1 0 0,0 0-1 0 0,-1-1 1 0 0,0 0-1 0 0,0-1 0 0 0,-1 0 1 0 0,0-1-1 0 0,19-20 1 0 0,-25 21-26 0 0,0 0 1 0 0,-1 0 0 0 0,0 0 0 0 0,0-1-1 0 0,-1 0 1 0 0,-1 0 0 0 0,1 0 0 0 0,-2-1-1 0 0,1 1 1 0 0,-1-1 0 0 0,-1 1 0 0 0,0-1-1 0 0,0 0 1 0 0,-1 1 0 0 0,-2-12 0 0 0,0-8-266 0 0,-2 0 1 0 0,-1 0 0 0 0,-2 0-1 0 0,-10-30 1 0 0,8 37 49 0 0,0 1 0 0 0,-2 1 1 0 0,0 0-1 0 0,-2 0 0 0 0,0 1 1 0 0,-1 1-1 0 0,-32-34 0 0 0,-9-2-816 0 0,-67-50-1 0 0,85 75 648 0 0,-25-17-244 0 0,-43-22-452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1:50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1821 878 9830 0 0,'22'-7'228'0'0,"-9"6"-137"0"0,-4 0 91 0 0,-8 1-171 0 0,0 0 0 0 0,0-1 0 0 0,0 1 0 0 0,-1-1 0 0 0,1 0 1 0 0,0 1-1 0 0,0-1 0 0 0,0 0 0 0 0,0 0 0 0 0,-1 1 0 0 0,1-1 1 0 0,0 0-1 0 0,-1 0 0 0 0,1 0 0 0 0,-1 0 0 0 0,1 0 0 0 0,-1 0 1 0 0,1 0-1 0 0,-1 0 0 0 0,0 0 0 0 0,1 0 0 0 0,-1 0 0 0 0,0 0 0 0 0,0 0 1 0 0,0 0-1 0 0,0 0 0 0 0,0 0 0 0 0,0 0 0 0 0,0-1 0 0 0,0-2 19 0 0,3-27-25 0 0,-1-1 0 0 0,-1 1-1 0 0,-2-1 1 0 0,-1 0 0 0 0,-2 1 0 0 0,-1 0 0 0 0,-16-54 0 0 0,12 52-34 0 0,1 2-15 0 0,-18-46-1 0 0,21 66 35 0 0,0 0 1 0 0,-1 1-1 0 0,0 0 0 0 0,0 0 1 0 0,-1 1-1 0 0,-1 0 0 0 0,-15-15 1 0 0,-9-3 151 0 0,-1 1-1 0 0,-1 2 1 0 0,-1 2 0 0 0,-1 1 0 0 0,0 1 0 0 0,-2 2-1 0 0,-56-18 1 0 0,19 13 797 0 0,0 4 0 0 0,-1 3 0 0 0,-82-7 0 0 0,85 12-90 0 0,51 6-538 0 0,0 1-1 0 0,-1 2 1 0 0,1 0-1 0 0,-42 3 1 0 0,60-1-269 0 0,-49 5 617 0 0,0 2 0 0 0,1 3 0 0 0,0 1 0 0 0,-61 23 0 0 0,81-21-380 0 0,-128 56 1447 0 0,130-54-1285 0 0,0 2 0 0 0,1 1 0 0 0,-30 25 0 0 0,46-33-259 0 0,0 1 0 0 0,1 0 0 0 0,1 1 0 0 0,0 1-1 0 0,-18 27 1 0 0,22-29-161 0 0,2-1-1 0 0,0 1 1 0 0,0 1 0 0 0,1-1-1 0 0,0 1 1 0 0,1 0-1 0 0,1 0 1 0 0,-3 23 0 0 0,6 148-21 0 0,1-123 0 0 0,5 33 0 0 0,35 168 0 0 0,-32-221 0 0 0,1 0 0 0 0,2-2 0 0 0,2 1 0 0 0,27 49 0 0 0,92 138 0 0 0,-118-203 0 0 0,1-1 0 0 0,1-1 0 0 0,1 0 0 0 0,1-2 0 0 0,35 28 0 0 0,-13-16 0 0 0,1-2 0 0 0,50 25 0 0 0,-47-33 0 0 0,2-1 0 0 0,0-3 0 0 0,1-2 0 0 0,66 12 0 0 0,-76-20 0 0 0,1-2 0 0 0,0-2 0 0 0,0-1 0 0 0,61-6 0 0 0,156-32 0 0 0,-241 32-85 0 0,0 0 1 0 0,0-2 0 0 0,0 1 0 0 0,-1-2 0 0 0,0 0 0 0 0,0-1 0 0 0,0 0 0 0 0,-1-1-1 0 0,-1-1 1 0 0,0 0 0 0 0,15-15 0 0 0,10-13-692 0 0,-2-2-1 0 0,31-46 1 0 0,-64 83 738 0 0,28-41-643 0 0,-2-1 0 0 0,-1-1 0 0 0,-3-2 1 0 0,-2 0-1 0 0,17-53 0 0 0,-34 84 445 0 0,-2-1 0 0 0,0 0 0 0 0,0 0 0 0 0,-2 0 1 0 0,0 0-1 0 0,-2 0 0 0 0,-2-36 0 0 0,-1 26-133 0 0,-2 1-1 0 0,-1 0 1 0 0,-1 0 0 0 0,-18-43-1 0 0,-1 15-404 0 0,-2 1-1 0 0,-2 1 0 0 0,-3 2 1 0 0,-44-54-1 0 0,-90-105-514 0 0,72 97 1263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2:03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118 664 9830 0 0,'-22'-14'228'0'0,"9"3"-118"0"0,5 2 147 0 0,7 8-255 0 0,0 0-1 0 0,0-1 1 0 0,0 1 0 0 0,0 0 0 0 0,1 0-1 0 0,-1-1 1 0 0,0 1 0 0 0,1 0 0 0 0,-1-1-1 0 0,1 1 1 0 0,-1-1 0 0 0,1 1 0 0 0,0 0-1 0 0,0-1 1 0 0,0 1 0 0 0,0-1 0 0 0,0 1-1 0 0,0-1 1 0 0,0 1 0 0 0,0-1 0 0 0,0 1-1 0 0,1-1 1 0 0,-1 1 0 0 0,1 0 0 0 0,-1-1-1 0 0,2-1 1 0 0,-1-1 3 0 0,2-7 45 0 0,-1 0 0 0 0,2 0 1 0 0,0 0-1 0 0,0 1 1 0 0,1-1-1 0 0,0 1 0 0 0,1 0 1 0 0,0 0-1 0 0,1 1 1 0 0,0 0-1 0 0,0 0 0 0 0,1 1 1 0 0,0 0-1 0 0,13-10 1 0 0,3 0 254 0 0,1 1 0 0 0,1 1 0 0 0,0 1 1 0 0,52-20-1 0 0,120-28 1711 0 0,-59 38-456 0 0,-94 19-859 0 0,59-15 1 0 0,9-13 456 0 0,233-57 2228 0 0,205 11 546 0 0,-437 72-3932 0 0,136 7 0 0 0,-170 2 0 0 0,233 25 0 0 0,-184-12 0 0 0,-97-9 0 0 0,0 1 0 0 0,-1 2 0 0 0,0 1 0 0 0,0 2 0 0 0,-1 1 0 0 0,0 1 0 0 0,-1 1 0 0 0,-1 2 0 0 0,0 0 0 0 0,-1 3 0 0 0,35 30 0 0 0,-55-43 0 0 0,-1 0 0 0 0,1 0 0 0 0,-2 1 0 0 0,1-1 0 0 0,-1 2 0 0 0,0-1 0 0 0,7 15 0 0 0,-2 1 0 0 0,10 34 0 0 0,7 18 0 0 0,-19-59 0 0 0,-5-11 0 0 0,-1 1 0 0 0,1-1 0 0 0,-1 1 0 0 0,0-1 0 0 0,0 1 0 0 0,-1 0 0 0 0,0 0 0 0 0,0 0 0 0 0,0 0 0 0 0,-1 0 0 0 0,0 11 0 0 0,0-11 0 0 0,-1 0 0 0 0,1-1 0 0 0,-1 1 0 0 0,-1 0 0 0 0,1 0 0 0 0,-1-1 0 0 0,0 1 0 0 0,0-1 0 0 0,0 1 0 0 0,-1-1 0 0 0,0 0 0 0 0,0 0 0 0 0,0 0 0 0 0,-1-1 0 0 0,1 1 0 0 0,-1-1 0 0 0,0 1 0 0 0,-1-1 0 0 0,1-1 0 0 0,-1 1 0 0 0,1-1 0 0 0,-1 1 0 0 0,-6 1 0 0 0,-11 7 0 0 0,-2-1 0 0 0,1-2 0 0 0,-1 0 0 0 0,-26 5 0 0 0,12-3 0 0 0,-22 4 0 0 0,-1-3 0 0 0,-96 7 0 0 0,-14 3 0 0 0,-4 5 0 0 0,-1-7 0 0 0,-182-3 0 0 0,160-9 0 0 0,-2 1 0 0 0,-8-19 0 0 0,117 3 0 0 0,-116 7 0 0 0,-242 49 0 0 0,412-43 0 0 0,-1-2 0 0 0,1-1 0 0 0,-72-3 0 0 0,93-2 0 0 0,-1 0 0 0 0,1 0 0 0 0,0-2 0 0 0,0 0 0 0 0,0-1 0 0 0,0 0 0 0 0,1-2 0 0 0,0 1 0 0 0,0-2 0 0 0,0 0 0 0 0,-17-14 0 0 0,27 18-54 0 0,-1 0 0 0 0,1-1 0 0 0,1 0 0 0 0,-1 1 0 0 0,1-2 0 0 0,-1 1 0 0 0,2-1 0 0 0,-1 1 0 0 0,1-1 0 0 0,-1 0 0 0 0,2 0 0 0 0,-1 0 0 0 0,1-1 0 0 0,0 1 0 0 0,-2-11 0 0 0,3 8-47 0 0,0 1 0 0 0,1-1 0 0 0,0 0 0 0 0,1 0 0 0 0,0 0-1 0 0,0 1 1 0 0,1-1 0 0 0,0 0 0 0 0,1 1 0 0 0,5-13 0 0 0,2-1-175 0 0,2 1 1 0 0,0 0-1 0 0,2 1 1 0 0,0 1-1 0 0,1 0 1 0 0,1 1-1 0 0,27-25 1 0 0,-23 26-111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2:04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9830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2:05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13 932 9830 0 0,'20'-437'0'0'0,"-18"425"0"0"0,1 0 0 0 0,0 1 0 0 0,1-1 0 0 0,5-12 0 0 0,10-34 0 0 0,-18 53 4 0 0,1 1-1 0 0,-1-1 0 0 0,1 0 1 0 0,0 0-1 0 0,1 1 1 0 0,-1 0-1 0 0,1-1 0 0 0,0 1 1 0 0,0 0-1 0 0,0 0 1 0 0,1 0-1 0 0,-1 1 0 0 0,5-4 1 0 0,8-6 52 0 0,0 1 0 0 0,18-9 0 0 0,-16 10 20 0 0,-4 2 152 0 0,1 2 0 0 0,-1 0 0 0 0,1 0 0 0 0,1 2 0 0 0,26-7 0 0 0,84-9 1103 0 0,-46 10-527 0 0,94-10 1016 0 0,-34 5-516 0 0,-109 12-965 0 0,44-7 884 0 0,75-1 0 0 0,-97 8-399 0 0,0-2 1 0 0,78-19 0 0 0,46-6 990 0 0,-155 29-1577 0 0,331-28 1915 0 0,-58 27-2153 0 0,-47 1 0 0 0,-212 2 0 0 0,-1 2 0 0 0,0 1 0 0 0,66 15 0 0 0,99 40 0 0 0,-138-39 0 0 0,-36-11 0 0 0,-3-1 0 0 0,0 0 0 0 0,0 2 0 0 0,35 17 0 0 0,-47-18 0 0 0,7 11 0 0 0,-16-12 0 0 0,-1-3 0 0 0,2 4 0 0 0,0 0 0 0 0,-1 1 0 0 0,0-1 0 0 0,0 0 0 0 0,-1 0 0 0 0,0 1 0 0 0,0-1 0 0 0,-1 1 0 0 0,0-1 0 0 0,-1 1 0 0 0,0-1 0 0 0,0 1 0 0 0,0-1 0 0 0,-1 0 0 0 0,-1 0 0 0 0,1 0 0 0 0,-2 0 0 0 0,1 0 0 0 0,-1 0 0 0 0,0-1 0 0 0,0 0 0 0 0,-7 8 0 0 0,2-1 0 0 0,-1-1 0 0 0,-1 0 0 0 0,0-1 0 0 0,-1-1 0 0 0,0 0 0 0 0,-1 0 0 0 0,0-1 0 0 0,0-1 0 0 0,-1 0 0 0 0,-25 11 0 0 0,-102 35 0 0 0,-161 38 0 0 0,-199 40 0 0 0,413-110 0 0 0,-2-3 0 0 0,-168 14 0 0 0,-16-9 0 0 0,66-6 0 0 0,64-4 0 0 0,-134 5 0 0 0,123-8 0 0 0,3 0 0 0 0,128-13 0 0 0,0-1 0 0 0,1-1 0 0 0,0-1 0 0 0,-1-1 0 0 0,2-1 0 0 0,-1-1 0 0 0,1-1 0 0 0,0-1 0 0 0,-21-12 0 0 0,10 6 0 0 0,16 5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2:08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 9830 0 0,'9'137'1596'0'0,"-5"-40"16"0"0,23 125 0 0 0,5-15 535 0 0,-13-67-672 0 0,5 78 820 0 0,27 111 1110 0 0,-28-143-1552 0 0,-14-100-1472 0 0,-5-23-378 0 0,-3 1-1 0 0,-9 82 1 0 0,-1 22-3 0 0,14-28 0 0 0,-1 32 0 0 0,-5-140 0 0 0,-2-1 0 0 0,-1 0 0 0 0,-12 46 0 0 0,-19 85 0 0 0,33-152 0 0 0,-3 0 0 0 0,5-10 0 0 0,0 0 0 0 0,0 0 0 0 0,0 1 0 0 0,0-1 0 0 0,0 0 0 0 0,0 1 0 0 0,0-1 0 0 0,0 0 0 0 0,0 0 0 0 0,0 1 0 0 0,0-1 0 0 0,0 0 0 0 0,0 1 0 0 0,0-1 0 0 0,0 0 0 0 0,0 0 0 0 0,0 1 0 0 0,-1-1 0 0 0,1 0 0 0 0,0 0 0 0 0,0 1 0 0 0,0-1 0 0 0,-1 0 0 0 0,1 0 0 0 0,0 1 0 0 0,0-1 0 0 0,0 0 0 0 0,-1 0 0 0 0,1 0 0 0 0,0 0 0 0 0,0 0 0 0 0,-1 1 0 0 0,1-1 0 0 0,0 0 0 0 0,-1 0 0 0 0,1 0 0 0 0,0 0 0 0 0,0 0 0 0 0,-1 0 0 0 0,1 0 0 0 0,0 0 0 0 0,-1 0 0 0 0,1 0 0 0 0,0 0 0 0 0,0 0 0 0 0,-1 0 0 0 0,1 0 0 0 0,0 0 0 0 0,-1 0 0 0 0,1 0 0 0 0,0 0 0 0 0,0-1 0 0 0,-1 1 0 0 0,1 0 0 0 0,0 0 0 0 0,0 0 0 0 0,-1 0 0 0 0,1-1 0 0 0,0 1 0 0 0,0 0 0 0 0,-1 0 0 0 0,1 0 0 0 0,0-1 0 0 0,0 1 0 0 0,0 0 0 0 0,0 0 0 0 0,-1-1 0 0 0,0-1 0 0 0,-16-18-204 0 0,1 0 1 0 0,1-2-1 0 0,1 0 1 0 0,1 0-1 0 0,-15-37 0 0 0,2-6-1025 0 0,-29-106 0 0 0,13 33-309 0 0,27 89 935 0 0,-22-53-567 0 0,33 97 1121 0 0,-5-25-285 0 0,26 114 185 0 0,18 73 1026 0 0,-10-65-456 0 0,106 334 1788 0 0,-115-381-1830 0 0,16 69 0 0 0,-30-105-340 0 0,0 0 43 0 0,13 30 201 0 0,-9-29-261 0 0,-6-9-22 0 0,0-1 1 0 0,0 0 0 0 0,0 0 0 0 0,0 1-1 0 0,0-1 1 0 0,1 0 0 0 0,-1 1 0 0 0,0-1-1 0 0,0 0 1 0 0,1 0 0 0 0,-1 0-1 0 0,0 1 1 0 0,0-1 0 0 0,1 0 0 0 0,-1 0-1 0 0,0 0 1 0 0,1 1 0 0 0,-1-1 0 0 0,0 0-1 0 0,0 0 1 0 0,1 0 0 0 0,-1 0-1 0 0,0 0 1 0 0,1 0 0 0 0,-1 0 0 0 0,0 0-1 0 0,1 0 1 0 0,-1 0 0 0 0,1 0 0 0 0,1-2 16 0 0,0 0 1 0 0,0 0-1 0 0,0 0 1 0 0,-1 0-1 0 0,1-1 1 0 0,-1 1-1 0 0,1-1 1 0 0,-1 1-1 0 0,0-1 1 0 0,0 1 0 0 0,0-1-1 0 0,0 0 1 0 0,0 1-1 0 0,-1-1 1 0 0,1 0-1 0 0,-1 0 1 0 0,1-3-1 0 0,0-3 45 0 0,25-121-524 0 0,-15 65-347 0 0,2 0 0 0 0,3 1 0 0 0,41-100 0 0 0,-23 97-286 0 0,57-83 1 0 0,-61 104 545 0 0,-9 14 329 0 0,-7 13-321 0 0,20-39 1 0 0,-28 44 444 0 0,-1 1-128 0 0,0 4 169 0 0,3 0 55 0 0,2 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1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457 1046 9830 0 0,'6'-18'46'0'0,"-6"18"-41"0"0,0 0 0 0 0,0 0 0 0 0,0 0 0 0 0,1-1 0 0 0,-1 1 0 0 0,0 0 0 0 0,0 0 0 0 0,1 0 0 0 0,-1 0 0 0 0,0 0 0 0 0,0-1 0 0 0,1 1 0 0 0,-1 0 0 0 0,0 0 0 0 0,0 0 1 0 0,1 0-1 0 0,-1 0 0 0 0,0 0 0 0 0,0 0 0 0 0,1 0 0 0 0,-1 0 0 0 0,0 0 0 0 0,1 0 0 0 0,-1 0 0 0 0,0 0 0 0 0,0 0 0 0 0,1 0 0 0 0,-1 0 0 0 0,0 1 0 0 0,0-1 0 0 0,1 0 0 0 0,-1 0 0 0 0,0 0 1 0 0,0 0-1 0 0,1 1 0 0 0,55 34 637 0 0,-46-27-461 0 0,1-1 0 0 0,-1 0 0 0 0,1-1 0 0 0,1 0 0 0 0,-1-1 1 0 0,18 6-1 0 0,129 27 1589 0 0,-130-28-1379 0 0,-20-6-272 0 0,1-1 1 0 0,-1-1-1 0 0,16 3 0 0 0,-15-3-7 0 0,63 6 1220 0 0,103 1 0 0 0,37-29 969 0 0,-193 17-2125 0 0,10 0 105 0 0,65-9 1330 0 0,112-29-1 0 0,-185 35-1345 0 0,10-3 293 0 0,50-7 0 0 0,-69 15-404 0 0,-1 0-1 0 0,1 1 1 0 0,0 0 0 0 0,-1 1-1 0 0,1 0 1 0 0,-1 1 0 0 0,23 7-1 0 0,65 14 103 0 0,-24-7-269 0 0,82 18 13 0 0,-118-26 0 0 0,1-2 0 0 0,1-2 0 0 0,58-1 0 0 0,124-16 0 0 0,-185 10 0 0 0,391-38 0 0 0,-346 39 0 0 0,101 9 0 0 0,-102-2 0 0 0,105-6 0 0 0,-163 0 0 0 0,116-10 0 0 0,156-32 0 0 0,-211 28 0 0 0,88-4 0 0 0,-136 16 0 0 0,58-1 0 0 0,0 4 0 0 0,0 4 0 0 0,123 21 0 0 0,-147-11 0 0 0,70 23 0 0 0,27 7 0 0 0,-70-30 0 0 0,0-4 0 0 0,102-2 0 0 0,84 6 0 0 0,-195-4 0 0 0,369 32 0 0 0,-357-37 0 0 0,243 2 0 0 0,322-24 0 0 0,-212-10 0 0 0,125-5 0 0 0,-499 29 0 0 0,281-7 0 0 0,-135 1 0 0 0,-209 6-30 0 0,1-1-1 0 0,-1-1 1 0 0,0 0 0 0 0,0-1 0 0 0,0-1 0 0 0,-1-1 0 0 0,0 0 0 0 0,-1-1 0 0 0,0-1 0 0 0,0 0 0 0 0,21-20 0 0 0,-16 12-297 0 0,-1-1 0 0 0,-1-1 0 0 0,-1-1-1 0 0,-1 0 1 0 0,0-2 0 0 0,-2 0 0 0 0,13-26 0 0 0,-20 33 143 0 0,-1 1-1 0 0,-1-1 1 0 0,0 0-1 0 0,-1 0 0 0 0,-1-1 1 0 0,-1 1-1 0 0,0-1 1 0 0,-1 1-1 0 0,0-1 1 0 0,-2 0-1 0 0,0 1 1 0 0,-1-1-1 0 0,0 1 1 0 0,-1-1-1 0 0,-1 1 1 0 0,-10-25-1 0 0,5 20-101 0 0,0 0 0 0 0,-2 0 0 0 0,0 1 0 0 0,-1 1 0 0 0,-1 0 0 0 0,-1 1 1 0 0,-1 0-1 0 0,0 1 0 0 0,-2 0 0 0 0,0 2 0 0 0,-27-21 0 0 0,15 17 94 0 0,-1 1 1 0 0,-1 1 0 0 0,0 2 0 0 0,0 1-1 0 0,-2 1 1 0 0,-42-10 0 0 0,16 10 674 0 0,0 2 1 0 0,-106-6 0 0 0,-14-1 723 0 0,37 2-247 0 0,51 9-73 0 0,-1 5-1 0 0,-120 12 0 0 0,-347 38 2840 0 0,455-44-3248 0 0,-139-12 1 0 0,-102-29-554 0 0,58-22 75 0 0,70 11 0 0 0,106 29 0 0 0,-1 5 0 0 0,-1 5 0 0 0,-154 6 0 0 0,26 26 0 0 0,42-3 0 0 0,-29-5 0 0 0,-224 21 0 0 0,225-1 0 0 0,-49 5 0 0 0,-373 11 0 0 0,298-42 0 0 0,-1-31 0 0 0,104-8 0 0 0,54 5 0 0 0,-111 6 0 0 0,-419-6 0 0 0,628 20 0 0 0,-173 13 0 0 0,121 1 0 0 0,-68-16 0 0 0,153 1 0 0 0,1 4 0 0 0,-106 9 0 0 0,140-2 0 0 0,1 0 0 0 0,0 2 0 0 0,1 0 0 0 0,-1 2 0 0 0,2 1 0 0 0,-1 1 0 0 0,1 2 0 0 0,-25 16 0 0 0,33-17 0 0 0,-1 0 0 0 0,1 2 0 0 0,1 0 0 0 0,1 1 0 0 0,0 0 0 0 0,0 2 0 0 0,2-1 0 0 0,0 2 0 0 0,1 0 0 0 0,-17 34 0 0 0,24-40 0 0 0,0 0 0 0 0,0 0 0 0 0,1 1 0 0 0,0 0 0 0 0,2 0 0 0 0,-1 0 0 0 0,0 15 0 0 0,3-20 0 0 0,0 0 0 0 0,1-1 0 0 0,-1 1 0 0 0,2 0 0 0 0,-1-1 0 0 0,1 1 0 0 0,0-1 0 0 0,0 1 0 0 0,1-1 0 0 0,0 0 0 0 0,1 0 0 0 0,-1 0 0 0 0,8 10 0 0 0,-2-6 0 0 0,0-1 0 0 0,0 0 0 0 0,1 0 0 0 0,0-1 0 0 0,1 0 0 0 0,0-1 0 0 0,0 0 0 0 0,21 10 0 0 0,7 0 0 0 0,59 19 0 0 0,10 4 0 0 0,-66-22 0 0 0,108 44 0 0 0,-132-58 0 0 0,-1 0 0 0 0,0-1 0 0 0,1-1 0 0 0,0 0 0 0 0,0-2 0 0 0,0 0 0 0 0,19-2 0 0 0,23-6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5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297 973 9830 0 0,'-26'-16'46'0'0,"20"13"13"0"0,-43-1 428 0 0,39 3-305 0 0,2 3-91 0 0,11 8 91 0 0,1-6-116 0 0,0 0 0 0 0,-1-1 1 0 0,2 1-1 0 0,-1-1 0 0 0,0 0 1 0 0,1 0-1 0 0,-1-1 0 0 0,1 1 1 0 0,0-1-1 0 0,0 0 0 0 0,0 0 1 0 0,0-1-1 0 0,7 2 0 0 0,72 12 829 0 0,-78-15-827 0 0,19 3 92 0 0,14 1 352 0 0,0 1-1 0 0,0 1 1 0 0,0 3 0 0 0,-1 1-1 0 0,48 19 1 0 0,-41-10 207 0 0,1-2 0 0 0,1-2 1 0 0,1-3-1 0 0,70 11 0 0 0,-23-13 892 0 0,126-1-1 0 0,-149-5-405 0 0,92 15-1 0 0,-54-4-270 0 0,-1 1-876 0 0,-61-8-59 0 0,1-2 0 0 0,79 0 1 0 0,-33-11 0 0 0,0-5 0 0 0,134-31 0 0 0,-93-3 22 0 0,-30 8-550 0 0,-3 6 448 0 0,-1-5 0 0 0,114-55 0 0 0,-202 81 22 0 0,0-1 0 0 0,0 0 0 0 0,-1-1 0 0 0,0 0 0 0 0,-1-1 0 0 0,0 0 0 0 0,-1-1 0 0 0,16-24 0 0 0,-23 29-51 0 0,-1 0 0 0 0,1 0 0 0 0,-2 0 0 0 0,1 0-1 0 0,-1-1 1 0 0,0 1 0 0 0,-1-1 0 0 0,0 1 0 0 0,0-1 0 0 0,-1-10 0 0 0,3-22-282 0 0,-1 27 218 0 0,-1 0 0 0 0,0 0 1 0 0,-1 0-1 0 0,-1-1 0 0 0,0 1 0 0 0,-1 0 1 0 0,0 0-1 0 0,-1 0 0 0 0,-1 0 0 0 0,-10-25 1 0 0,5 20-77 0 0,-2 0 0 0 0,1 1 0 0 0,-2 0 0 0 0,-1 0 0 0 0,0 2 0 0 0,-26-26 0 0 0,14 17-221 0 0,-1 1-1 0 0,0 2 1 0 0,-2 1-1 0 0,-57-34 1 0 0,34 30 10 0 0,-1 2 1 0 0,-1 2 0 0 0,-87-21 0 0 0,-172-21 2582 0 0,310 63-2106 0 0,-104-20 1043 0 0,-1 6-1 0 0,-120-2 1 0 0,86 19 269 0 0,0 5-1 0 0,1 7 1 0 0,-186 43-1 0 0,175-29-1302 0 0,-221 12 1 0 0,285-33-22 0 0,62-6-5 0 0,1 1 0 0 0,-1 1 0 0 0,1 1 0 0 0,0 1 0 0 0,-36 15 0 0 0,47-14 0 0 0,-1 0 0 0 0,1 0 0 0 0,1 1 0 0 0,-1 1 0 0 0,2 0 0 0 0,-1 1 0 0 0,1 0 0 0 0,0 0 0 0 0,1 1 0 0 0,-12 17 0 0 0,5-2 0 0 0,1 0 0 0 0,1 1 0 0 0,2 0 0 0 0,0 1 0 0 0,-11 40 0 0 0,8-10 0 0 0,-16 104 0 0 0,30-144 0 0 0,0 0 0 0 0,1-1 0 0 0,1 1 0 0 0,0 0 0 0 0,1 0 0 0 0,2-1 0 0 0,-1 1 0 0 0,2-1 0 0 0,0 1 0 0 0,1-1 0 0 0,1 0 0 0 0,1-1 0 0 0,0 0 0 0 0,1 0 0 0 0,1 0 0 0 0,0-1 0 0 0,1 0 0 0 0,15 16 0 0 0,-6-9 0 0 0,2 0 0 0 0,1-1 0 0 0,0-1 0 0 0,39 25 0 0 0,8 1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8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3751 814 9830 0 0,'3'5'78'0'0,"1"0"0"0"0,-1-1 1 0 0,1 1-1 0 0,0-1 0 0 0,1 0 0 0 0,-1 0 0 0 0,1-1 1 0 0,0 1-1 0 0,0-1 0 0 0,0 0 0 0 0,0 0 0 0 0,0-1 1 0 0,1 1-1 0 0,-1-1 0 0 0,1 0 0 0 0,7 1 0 0 0,16 4 499 0 0,55 5-1 0 0,-77-11-487 0 0,66 3 1088 0 0,1-3 0 0 0,126-15 0 0 0,33-1 1136 0 0,-70 1-543 0 0,-112 7-1243 0 0,-18 1-60 0 0,-1-2 0 0 0,0-2 0 0 0,-1-1 0 0 0,51-25 0 0 0,-65 29-239 0 0,132-73-990 0 0,-105 55 397 0 0,-23 13 126 0 0,-2 0 0 0 0,0-1-1 0 0,0-1 1 0 0,-1-1-1 0 0,18-20 1 0 0,-28 27 125 0 0,-1-1 0 0 0,0 0 0 0 0,-1 0 0 0 0,1 0 0 0 0,-2-1 0 0 0,0 0 1 0 0,0 0-1 0 0,-1 0 0 0 0,0-1 0 0 0,0 1 0 0 0,-1-1 0 0 0,2-20 0 0 0,-3 20 16 0 0,-1 1-1 0 0,0-1 1 0 0,0 0 0 0 0,-2 0 0 0 0,1 0 0 0 0,-1 0 0 0 0,-1 0-1 0 0,0 0 1 0 0,0 1 0 0 0,-1-1 0 0 0,-1 1 0 0 0,0 0-1 0 0,0 0 1 0 0,-1 0 0 0 0,0 0 0 0 0,-9-12 0 0 0,4 9-76 0 0,0 2 1 0 0,0-1-1 0 0,-1 1 0 0 0,-1 1 1 0 0,0 0-1 0 0,0 1 1 0 0,-27-16-1 0 0,-1 5-512 0 0,-63-25 0 0 0,55 31 1000 0 0,0 1 0 0 0,-1 2 0 0 0,-1 3-1 0 0,-69-4 1 0 0,112 12-283 0 0,-38-2 491 0 0,-1 2-1 0 0,-74 11 1 0 0,16-1 203 0 0,-88 10 736 0 0,-31 1 194 0 0,-47-32 505 0 0,193 4-1371 0 0,0 4 0 0 0,-108 7 0 0 0,-160 63-735 0 0,-6 1-58 0 0,296-64 4 0 0,-111-6 0 0 0,-55-22 0 0 0,115 10 0 0 0,-135 0 0 0 0,158 15 0 0 0,-425-4 0 0 0,273-28 0 0 0,51 4 0 0 0,154 25 0 0 0,-1 1 0 0 0,1 2 0 0 0,-1 1 0 0 0,1 2 0 0 0,-35 8 0 0 0,-149 48 0 0 0,199-56 0 0 0,-88 33 0 0 0,-152 76 0 0 0,247-108 0 0 0,1-1 0 0 0,-1 1 0 0 0,1 1 0 0 0,0 0 0 0 0,1 0 0 0 0,-1 0 0 0 0,1 0 0 0 0,0 1 0 0 0,1 0 0 0 0,0 1 0 0 0,0-1 0 0 0,0 1 0 0 0,1 0 0 0 0,0 0 0 0 0,1 0 0 0 0,0 1 0 0 0,0-1 0 0 0,1 1 0 0 0,-2 10 0 0 0,1 1 0 0 0,0 0 0 0 0,2 0 0 0 0,0-1 0 0 0,1 1 0 0 0,1 0 0 0 0,1 0 0 0 0,6 27 0 0 0,-3-29 0 0 0,1 0 0 0 0,0 0 0 0 0,1-1 0 0 0,1 0 0 0 0,1 0 0 0 0,0-1 0 0 0,14 19 0 0 0,-5-11 0 0 0,2-1 0 0 0,0-1 0 0 0,42 36 0 0 0,-38-40 0 0 0,1-1 0 0 0,1 0 0 0 0,0-2 0 0 0,1-1 0 0 0,55 19 0 0 0,-10-10 0 0 0,96 18 0 0 0,108-6 0 0 0,9-22 0 0 0,-125-8 0 0 0,126 4 0 0 0,1-14 0 0 0,504-71 0 0 0,-481 31 0 0 0,13-14 0 0 0,-236 44 0 0 0,114-5 0 0 0,-142 19 0 0 0,-1 3 0 0 0,1 2 0 0 0,68 13 0 0 0,-113-15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30:44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666 2343 9830 0 0,'28'-6'263'0'0,"-1"1"0"0"0,1 1-1 0 0,0 2 1 0 0,31 1 0 0 0,116 12 1851 0 0,-85-4-1606 0 0,198 15 2549 0 0,104-33 841 0 0,177-45 1460 0 0,-460 44-5223 0 0,203-11-135 0 0,-62 6 0 0 0,-163 9 0 0 0,312-21 0 0 0,56 26 0 0 0,-313 4 0 0 0,0-5 0 0 0,242-40 0 0 0,203-87-1065 0 0,-366 75 1119 0 0,84-22 180 0 0,199-53 155 0 0,-422 115-273 0 0,165-9 0 0 0,-133 17-28 0 0,-80 6-70 0 0,0 2 0 0 0,-1 1 0 0 0,51 9 0 0 0,99 28-27 0 0,-77-14 14 0 0,50 16-5 0 0,-105-25 0 0 0,0-2 0 0 0,2-2 0 0 0,75 6 0 0 0,77-19 0 0 0,-167-1 0 0 0,-1-2 0 0 0,1-1 0 0 0,49-16 0 0 0,67-29-56 0 0,-18 5-404 0 0,192-38 0 0 0,178 32 831 0 0,-422 47-316 0 0,156-19 121 0 0,-4 1-1 0 0,36-7-1 0 0,-108 10-149 0 0,-75 7-25 0 0,-2-4 0 0 0,108-34 0 0 0,-185 48-28 0 0,0-1 0 0 0,1 0 0 0 0,-2 0 0 0 0,1-1 0 0 0,0 0 0 0 0,-1-1-1 0 0,0 0 1 0 0,0-1 0 0 0,-1 0 0 0 0,14-14 0 0 0,-18 17-31 0 0,0-1 0 0 0,-1 1 0 0 0,0-1 0 0 0,1 0-1 0 0,-2 0 1 0 0,1 0 0 0 0,-1 0 0 0 0,0-1 0 0 0,0 1 0 0 0,0-1-1 0 0,-1 1 1 0 0,1-1 0 0 0,-1 0 0 0 0,-1 1 0 0 0,1-1-1 0 0,-1 0 1 0 0,0 0 0 0 0,-1 1 0 0 0,1-1 0 0 0,-1 0-1 0 0,-2-7 1 0 0,-2-4-163 0 0,-2 0 1 0 0,0 0-1 0 0,-1 1 0 0 0,-1 0 0 0 0,0 0 1 0 0,-1 1-1 0 0,-17-20 0 0 0,-6-4-650 0 0,-52-46 1 0 0,41 47 62 0 0,-1 3 1 0 0,-2 1-1 0 0,-1 2 1 0 0,-91-45-1 0 0,27 25-944 0 0,-2 4-1 0 0,-214-58 1 0 0,-59 30 4171 0 0,63 26 797 0 0,76-2-823 0 0,-143-18 1398 0 0,204 53-2918 0 0,-1 8 0 0 0,-206 18 0 0 0,325-5-896 0 0,-1-2 1 0 0,1-4-1 0 0,0-2 1 0 0,0-3-1 0 0,1-4 1 0 0,0-2-1 0 0,-108-37 1 0 0,69 14-932 0 0,-175-54-2333 0 0,215 73 3120 0 0,0 2 0 0 0,-90-8 0 0 0,-392 16 2071 0 0,310 25-1116 0 0,65-2-155 0 0,72-8-184 0 0,0 4 0 0 0,-111 28 0 0 0,162-27-410 0 0,1 2 0 0 0,1 3 1 0 0,1 1-1 0 0,0 3 1 0 0,2 1-1 0 0,-46 32 1 0 0,67-37-39 0 0,1 1 0 0 0,0 2 0 0 0,2 0 0 0 0,-27 33 0 0 0,-68 105 0 0 0,73-97 0 0 0,-53 61 0 0 0,62-85 0 0 0,-180 183 0 0 0,199-207 0 0 0,0-1 0 0 0,-1 0 0 0 0,-1-2 0 0 0,0 0 0 0 0,-1 0 0 0 0,0-2 0 0 0,-37 13 0 0 0,42-18 0 0 0,1 0 0 0 0,-1-1 0 0 0,0-1 0 0 0,0 0 0 0 0,-1-1 0 0 0,1-1 0 0 0,0 0 0 0 0,0 0 0 0 0,-1-2 0 0 0,1 0 0 0 0,0 0 0 0 0,-20-8 0 0 0,-98-43-147 0 0,97 37-48 0 0,-2 1 1 0 0,0 1-1 0 0,0 2 1 0 0,-54-9 0 0 0,58 18 223 0 0,-1 1 0 0 0,0 2 0 0 0,0 1 1 0 0,1 2-1 0 0,-1 1 0 0 0,1 1 1 0 0,-1 2-1 0 0,-40 15 0 0 0,-25 14 103 0 0,-122 64-1 0 0,160-72-73 0 0,-2-2-1 0 0,0-3 1 0 0,-1-3-1 0 0,-1-2 0 0 0,0-3 1 0 0,-2-4-1 0 0,1-2 1 0 0,-98 1-1 0 0,-380-19 19 0 0,446 8-76 0 0,0 5 0 0 0,1 5 0 0 0,0 3 0 0 0,1 5 0 0 0,0 4 0 0 0,-141 50 0 0 0,210-61 0 0 0,0 0 0 0 0,1 2 0 0 0,-38 23 0 0 0,57-30 0 0 0,0 1 0 0 0,0 0 0 0 0,0-1 0 0 0,1 2 0 0 0,0-1 0 0 0,0 1 0 0 0,0 0 0 0 0,1 0 0 0 0,0 1 0 0 0,0 0 0 0 0,1-1 0 0 0,0 2 0 0 0,0-1 0 0 0,1 0 0 0 0,-3 13 0 0 0,2 0 0 0 0,1 0 0 0 0,1 0 0 0 0,1 0 0 0 0,1 0 0 0 0,0 1 0 0 0,6 32 0 0 0,34 127 0 0 0,-35-163 0 0 0,-2-7 0 0 0,59 202 0 0 0,-51-183 0 0 0,2 0 0 0 0,0 0 0 0 0,3-2 0 0 0,33 50 0 0 0,-39-64 0 0 0,1 0 0 0 0,1 0 0 0 0,1-1 0 0 0,0 0 0 0 0,0-1 0 0 0,1-1 0 0 0,1 0 0 0 0,0-1 0 0 0,0-1 0 0 0,1 0 0 0 0,0-1 0 0 0,1-1 0 0 0,-1 0 0 0 0,1-1 0 0 0,1-1 0 0 0,-1-1 0 0 0,1 0 0 0 0,0-1 0 0 0,0-1 0 0 0,0-1 0 0 0,0 0 0 0 0,30-4 0 0 0,5-5 0 0 0,1-2 0 0 0,-1-3 0 0 0,-1-2 0 0 0,87-37 0 0 0,-132 50 0 0 0,-1 3 0 0 0,42-19 0 0 0,-36 13 0 0 0,-1 3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30:3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28 9830 0 0,'0'0'0'0'0,"-31"-4"273"0"0,14 1-273 0 0,-2-2 386 0 0,-4 0-113 0 0,-6-1 0 0 0,-11 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30:35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9830 0 0,'0'0'0'0'0,"-24"24"273"0"0,4-11 113 0 0,0-3-113 0 0,5-4 0 0 0,3 2 0 0 0,-3 0-273 0 0,-5-1 274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30:37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1009 9830 0 0,'25'1'342'0'0,"0"1"1"0"0,0 1-1 0 0,1 1 0 0 0,26 8 0 0 0,-18-4 281 0 0,46 4 0 0 0,181 1 1996 0 0,74 7 788 0 0,-220-6-1327 0 0,182-2 0 0 0,-171-10-807 0 0,25-1 217 0 0,-55-12-1236 0 0,112-27 1 0 0,40-6-286 0 0,-215 42 31 0 0,0 1 0 0 0,0 1 0 0 0,41 6 0 0 0,98 23 0 0 0,-34-5 0 0 0,-13-6 0 0 0,0-6 0 0 0,160-5 0 0 0,699-51 0 0 0,-770 25 0 0 0,46-2 0 0 0,-214 20 0 0 0,751-50 0 0 0,-250-20 0 0 0,-461 54-22 0 0,-1-3 1 0 0,97-38-1 0 0,-143 44-611 0 0,-1-2 1 0 0,69-40-1 0 0,-89 46 370 0 0,0-2 0 0 0,-2-1 0 0 0,1 0 0 0 0,-2-1 1 0 0,0 0-1 0 0,0-1 0 0 0,21-31 0 0 0,-32 41 189 0 0,-1 0 0 0 0,0 0 0 0 0,-1-1 0 0 0,1 1 0 0 0,-1-1 1 0 0,0 0-1 0 0,0 1 0 0 0,-1-1 0 0 0,0 0 0 0 0,0 0 0 0 0,0 0 0 0 0,-1 0 0 0 0,0 0 0 0 0,-1-10 0 0 0,0 7-33 0 0,-1 1 0 0 0,0 0 0 0 0,-1 0 0 0 0,1 0 0 0 0,-2 0 0 0 0,1 0 0 0 0,-1 1 0 0 0,0-1 0 0 0,-9-10 0 0 0,2 4-123 0 0,-2 0 1 0 0,0 0 0 0 0,-1 1 0 0 0,0 1 0 0 0,-1 0 0 0 0,0 1 0 0 0,-1 1 0 0 0,-30-15 0 0 0,-28-6-1200 0 0,-111-30 1 0 0,137 47 897 0 0,-159-30-573 0 0,124 29 1345 0 0,-60-9 1820 0 0,-249-10-1 0 0,-104 39 1814 0 0,250-5-1953 0 0,181-1-1470 0 0,-229-27 1562 0 0,-19 0-1835 0 0,163 26-178 0 0,-336 1 0 0 0,122 32 0 0 0,37-1 0 0 0,200-25 0 0 0,-235 12 0 0 0,250-8 0 0 0,-18 1 0 0 0,-148-7 0 0 0,146-11 0 0 0,1 6 0 0 0,-142 15 0 0 0,-13 38 0 0 0,158-22 0 0 0,43-11 0 0 0,-145 51 0 0 0,203-58 0 0 0,1 1 0 0 0,0 1 0 0 0,0 1 0 0 0,2 2 0 0 0,0 0 0 0 0,0 2 0 0 0,2 0 0 0 0,0 1 0 0 0,-24 29 0 0 0,32-32 0 0 0,1 1 0 0 0,1 0 0 0 0,0 0 0 0 0,1 1 0 0 0,-13 29 0 0 0,20-36 0 0 0,1 0 0 0 0,0 0 0 0 0,0 0 0 0 0,1 0 0 0 0,0 1 0 0 0,1-1 0 0 0,0 1 0 0 0,1-1 0 0 0,0 1 0 0 0,1-1 0 0 0,4 21 0 0 0,4 0 0 0 0,1-1 0 0 0,2 1 0 0 0,1-2 0 0 0,1 0 0 0 0,2 0 0 0 0,0-2 0 0 0,33 43 0 0 0,-36-54 0 0 0,1-1 0 0 0,1 0 0 0 0,0-1 0 0 0,0 0 0 0 0,24 16 0 0 0,-31-26 0 0 0,-1 0 0 0 0,0-1 0 0 0,1 0 0 0 0,0-1 0 0 0,0 1 0 0 0,0-1 0 0 0,0-1 0 0 0,1 1 0 0 0,-1-2 0 0 0,0 1 0 0 0,1-1 0 0 0,0 0 0 0 0,-1-1 0 0 0,1 0 0 0 0,0 0 0 0 0,8-2 0 0 0,46-16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30:57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14061 5208 9830 0 0,'1'-22'0'0'0,"-7"9"0"0"0,6 12 0 0 0,-1 1 0 0 0,1 0 0 0 0,0-1 0 0 0,0 1 0 0 0,-1-1 0 0 0,1 1 0 0 0,0-1 0 0 0,-1 1 0 0 0,1 0 0 0 0,-1-1 0 0 0,1 1 0 0 0,0 0 0 0 0,-1-1 0 0 0,1 1 0 0 0,-1 0 0 0 0,1 0 0 0 0,-1-1 0 0 0,1 1 0 0 0,-1 0 0 0 0,1 0 0 0 0,-1 0 0 0 0,1 0 0 0 0,-1-1 0 0 0,1 1 0 0 0,-1 0 0 0 0,1 0 0 0 0,-1 0 0 0 0,1 0 0 0 0,-1 0 0 0 0,1 1 0 0 0,-1-1 0 0 0,1 0 0 0 0,-1 0 0 0 0,1 0 0 0 0,-1 0 0 0 0,1 0 0 0 0,-1 1 0 0 0,1-1 0 0 0,-1 0 0 0 0,1 0 0 0 0,-1 1 0 0 0,1-1 0 0 0,-1 0 0 0 0,1 1 0 0 0,0-1 0 0 0,-1 1 0 0 0,1 0 0 0 0,-1-1 0 0 0,-24 10 457 0 0,0 0 0 0 0,-53 11 0 0 0,13-4 205 0 0,-47 18 455 0 0,-236 62 2693 0 0,-403 29 3790 0 0,650-119-6655 0 0,-143-9 1 0 0,-100-29-1013 0 0,117-8-402 0 0,-13-1-784 0 0,42 17 1357 0 0,-494-38 681 0 0,237 70-254 0 0,130 1-242 0 0,-874 50-276 0 0,517 12-13 0 0,4 27 0 0 0,486-70 0 0 0,-728 94 0 0 0,54-70 0 0 0,-16-85 0 0 0,327-25 0 0 0,528 53-14 0 0,-295-51-2205 0 0,8-26-1120 0 0,100 7 636 0 0,3-9 0 0 0,5-9 0 0 0,-267-162 0 0 0,196 72 2703 0 0,227 145 0 0 0,2-3 0 0 0,2-1 0 0 0,-55-64 0 0 0,-119-168 0 0 0,110 133 0 0 0,42 51 0 0 0,5-4 0 0 0,4-2 0 0 0,4-2 0 0 0,5-3 0 0 0,3-2 0 0 0,6-1 0 0 0,-40-151 0 0 0,-19-134 0 0 0,66 249 0 0 0,-36-182 0 0 0,47 147 0 0 0,-64-394 0 0 0,72 466 0 0 0,-1-131 0 0 0,11 126 0 0 0,1-45 0 0 0,-5-66 0 0 0,-32-174 0 0 0,36 237 0 0 0,-3-16 0 0 0,4 142 0 0 0,1 10 0 0 0,1 0 0 0 0,1-1 0 0 0,1-22 0 0 0,0 32 0 0 0,0 0 0 0 0,5 72 537 0 0,-1-33 57 0 0,-1 48 0 0 0,-6-44-170 0 0,-2 0-1 0 0,-1 0 1 0 0,-1-1-1 0 0,-13 33 1 0 0,-54 121 1532 0 0,2-6 62 0 0,24-20-371 0 0,-10 31 506 0 0,43-132-1448 0 0,11-45-523 0 0,4-14-180 0 0,0-1 0 0 0,0 1 0 0 0,0 0 0 0 0,0-1 0 0 0,0 1 0 0 0,0 0 0 0 0,0-1 0 0 0,0 1 0 0 0,0 0 0 0 0,-1-1 0 0 0,1 1 0 0 0,0 0 0 0 0,0 0 0 0 0,0-1 0 0 0,0 1 0 0 0,0 0 0 0 0,-1 0 0 0 0,1-1 1 0 0,0 1-1 0 0,0 0 0 0 0,0 0 0 0 0,-1-1 0 0 0,1 1 0 0 0,0 0 0 0 0,0 0 0 0 0,-1 0 0 0 0,1 0 0 0 0,0-1 0 0 0,-1 1 0 0 0,1 0 0 0 0,0 0 0 0 0,0 0 0 0 0,-1 0 0 0 0,1 0 0 0 0,0 0 0 0 0,-1 0 0 0 0,1 0 0 0 0,0 0 0 0 0,-1 0 0 0 0,1 0 0 0 0,0 0 0 0 0,-1 0 0 0 0,1 0 0 0 0,0 0 0 0 0,0 0 0 0 0,-1 0 0 0 0,1 0 0 0 0,0 0 0 0 0,-1 0 0 0 0,1 1 0 0 0,0-1 0 0 0,0 0 0 0 0,-1 0 0 0 0,1 0 0 0 0,0 1 0 0 0,0-1 0 0 0,-1 0 0 0 0,1 0 0 0 0,0 0 0 0 0,0 1 0 0 0,0-1 0 0 0,-1 0 0 0 0,1 1 0 0 0,0-1 0 0 0,0 1 0 0 0,0-1 2 0 0,-2-12 74 0 0,0 1 0 0 0,1-1 1 0 0,1 1-1 0 0,0-1 0 0 0,0 0 1 0 0,3-12-1 0 0,13-75-924 0 0,-14 90 749 0 0,37-181-2071 0 0,9 2 0 0 0,75-189-1 0 0,-87 290 1129 0 0,-31 73 951 0 0,0 4-121 0 0,0 1 157 0 0,0-1 16 0 0,-1 1-111 0 0,6 5 58 0 0,-4 6 101 0 0,0 1 0 0 0,0 0 0 0 0,-1 0 0 0 0,1 1 0 0 0,-1 0 0 0 0,0 0 1 0 0,0 0-1 0 0,0 0 0 0 0,6 8 0 0 0,2 1 121 0 0,16 14 244 0 0,-1 2-1 0 0,-2 1 0 0 0,-1 1 1 0 0,-1 1-1 0 0,-2 1 0 0 0,-1 2 1 0 0,21 45-1 0 0,-16-17 329 0 0,-2 1 0 0 0,-3 1 0 0 0,18 95 0 0 0,-20-72 548 0 0,3 0-1 0 0,66 163 0 0 0,-85-243-1207 0 0,22 27 375 0 0,-23-34-393 0 0,8 8 149 0 0,12-5 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1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542 1046 9830 0 0,'6'-18'46'0'0,"-5"18"-41"0"0,-1 0 0 0 0,0 0 0 0 0,0 0 0 0 0,1-1 0 0 0,-1 1 0 0 0,0 0 0 0 0,0 0 0 0 0,1 0 0 0 0,-1 0 0 0 0,0 0 0 0 0,1-1 0 0 0,-1 1 0 0 0,0 0 0 0 0,0 0 0 0 0,1 0 1 0 0,-1 0-1 0 0,0 0 0 0 0,1 0 0 0 0,-1 0 0 0 0,0 0 0 0 0,1 0 0 0 0,-1 0 0 0 0,0 0 0 0 0,1 0 0 0 0,-1 0 0 0 0,0 0 0 0 0,1 0 0 0 0,-1 0 0 0 0,0 1 0 0 0,1-1 0 0 0,-1 0 0 0 0,0 0 0 0 0,1 0 1 0 0,-1 0-1 0 0,1 1 0 0 0,65 34 637 0 0,-54-27-461 0 0,1-1 0 0 0,-1 0 0 0 0,1-1 0 0 0,1 0 0 0 0,-1-1 1 0 0,21 6-1 0 0,154 27 1589 0 0,-155-28-1379 0 0,-24-6-272 0 0,1-1 1 0 0,1-1-1 0 0,17 3 0 0 0,-18-3-7 0 0,76 6 1220 0 0,122 1 0 0 0,43-29 969 0 0,-229 17-2125 0 0,12 0 105 0 0,78-9 1330 0 0,132-29-1 0 0,-218 35-1345 0 0,10-3 293 0 0,60-7 0 0 0,-82 15-404 0 0,0 0-1 0 0,-1 1 1 0 0,1 0 0 0 0,0 1-1 0 0,0 0 1 0 0,-1 1 0 0 0,27 7-1 0 0,77 14 103 0 0,-27-7-269 0 0,95 18 13 0 0,-138-26 0 0 0,1-2 0 0 0,-1-2 0 0 0,71-1 0 0 0,146-16 0 0 0,-218 10 0 0 0,463-38 0 0 0,-412 39 0 0 0,122 9 0 0 0,-122-2 0 0 0,125-6 0 0 0,-194 0 0 0 0,137-10 0 0 0,187-32 0 0 0,-251 28 0 0 0,104-4 0 0 0,-162 16 0 0 0,70-1 0 0 0,0 4 0 0 0,0 4 0 0 0,145 21 0 0 0,-175-11 0 0 0,85 23 0 0 0,32 7 0 0 0,-84-30 0 0 0,0-4 0 0 0,120-2 0 0 0,101 6 0 0 0,-232-4 0 0 0,439 32 0 0 0,-424-37 0 0 0,287 2 0 0 0,383-24 0 0 0,-252-10 0 0 0,149-5 0 0 0,-593 29 0 0 0,334-7 0 0 0,-160 1 0 0 0,-248 6-30 0 0,1-1-1 0 0,0-1 1 0 0,-1 0 0 0 0,0-1 0 0 0,0-1 0 0 0,-1-1 0 0 0,0 0 0 0 0,-1-1 0 0 0,0-1 0 0 0,-1 0 0 0 0,26-20 0 0 0,-20 12-297 0 0,0-1 0 0 0,-2-1 0 0 0,0-1-1 0 0,-2 0 1 0 0,-1-2 0 0 0,-1 0 0 0 0,15-26 0 0 0,-24 33 143 0 0,-1 1-1 0 0,0-1 1 0 0,-2 0-1 0 0,0 0 0 0 0,-1-1 1 0 0,-1 1-1 0 0,-1-1 1 0 0,-1 1-1 0 0,0-1 1 0 0,-2 0-1 0 0,0 1 1 0 0,-1-1-1 0 0,-1 1 1 0 0,-1-1-1 0 0,-1 1 1 0 0,-11-25-1 0 0,6 20-101 0 0,-2 0 0 0 0,0 0 0 0 0,-2 1 0 0 0,0 1 0 0 0,-2 0 0 0 0,0 1 1 0 0,-1 0-1 0 0,-2 1 0 0 0,0 0 0 0 0,-1 2 0 0 0,-33-21 0 0 0,19 17 94 0 0,-2 1 1 0 0,0 1 0 0 0,-1 2 0 0 0,0 1-1 0 0,-2 1 1 0 0,-50-10 0 0 0,20 10 674 0 0,-2 2 1 0 0,-124-6 0 0 0,-18-1 723 0 0,45 2-247 0 0,60 9-73 0 0,0 5-1 0 0,-144 12 0 0 0,-411 38 2840 0 0,540-44-3248 0 0,-165-12 1 0 0,-121-29-554 0 0,69-22 75 0 0,83 11 0 0 0,125 29 0 0 0,-1 5 0 0 0,-1 5 0 0 0,-183 6 0 0 0,32 26 0 0 0,49-3 0 0 0,-34-5 0 0 0,-266 21 0 0 0,267-1 0 0 0,-58 5 0 0 0,-442 11 0 0 0,352-42 0 0 0,0-31 0 0 0,123-8 0 0 0,64 5 0 0 0,-132 6 0 0 0,-496-6 0 0 0,745 20 0 0 0,-207 13 0 0 0,145 1 0 0 0,-81-16 0 0 0,182 1 0 0 0,0 4 0 0 0,-126 9 0 0 0,168-2 0 0 0,0 0 0 0 0,0 2 0 0 0,0 0 0 0 0,1 2 0 0 0,1 1 0 0 0,-1 1 0 0 0,2 2 0 0 0,-30 16 0 0 0,38-17 0 0 0,0 0 0 0 0,1 2 0 0 0,1 0 0 0 0,0 1 0 0 0,2 0 0 0 0,0 2 0 0 0,1-1 0 0 0,1 2 0 0 0,1 0 0 0 0,-21 34 0 0 0,29-40 0 0 0,0 0 0 0 0,0 0 0 0 0,1 1 0 0 0,1 0 0 0 0,1 0 0 0 0,0 0 0 0 0,-1 15 0 0 0,4-20 0 0 0,0 0 0 0 0,1-1 0 0 0,0 1 0 0 0,0 0 0 0 0,1-1 0 0 0,0 1 0 0 0,1-1 0 0 0,0 1 0 0 0,0-1 0 0 0,0 0 0 0 0,2 0 0 0 0,-1 0 0 0 0,9 10 0 0 0,-3-6 0 0 0,1-1 0 0 0,0 0 0 0 0,0 0 0 0 0,1-1 0 0 0,1 0 0 0 0,0-1 0 0 0,0 0 0 0 0,26 10 0 0 0,7 0 0 0 0,70 19 0 0 0,12 4 0 0 0,-78-22 0 0 0,128 44 0 0 0,-158-58 0 0 0,1 0 0 0 0,-1-1 0 0 0,1-1 0 0 0,0 0 0 0 0,1-2 0 0 0,-1 0 0 0 0,23-2 0 0 0,27-6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5.3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458 973 9830 0 0,'-40'-16'46'0'0,"30"13"13"0"0,-65-1 428 0 0,59 3-305 0 0,5 3-91 0 0,15 8 91 0 0,1-6-116 0 0,1 0 0 0 0,0-1 1 0 0,1 1-1 0 0,-1-1 0 0 0,1 0 1 0 0,0 0-1 0 0,0-1 0 0 0,0 1 1 0 0,0-1-1 0 0,1 0 0 0 0,0 0 1 0 0,0-1-1 0 0,10 2 0 0 0,112 12 829 0 0,-121-15-827 0 0,29 3 92 0 0,23 1 352 0 0,0 1-1 0 0,-1 1 1 0 0,-1 3 0 0 0,0 1-1 0 0,73 19 1 0 0,-62-10 207 0 0,1-2 0 0 0,1-2 1 0 0,1-3-1 0 0,110 11 0 0 0,-37-13 892 0 0,194-1-1 0 0,-228-5-405 0 0,140 15-1 0 0,-82-4-270 0 0,-3 1-876 0 0,-92-8-59 0 0,0-2 0 0 0,122 0 1 0 0,-50-11 0 0 0,-1-5 0 0 0,207-31 0 0 0,-144-3 22 0 0,-45 8-550 0 0,-5 6 448 0 0,-3-5 0 0 0,177-55 0 0 0,-311 81 22 0 0,0-1 0 0 0,-1 0 0 0 0,-1-1 0 0 0,0 0 0 0 0,-2-1 0 0 0,0 0 0 0 0,-1-1 0 0 0,25-24 0 0 0,-36 29-51 0 0,0 0 0 0 0,-1 0 0 0 0,-1 0 0 0 0,0 0-1 0 0,-1-1 1 0 0,0 1 0 0 0,-1-1 0 0 0,0 1 0 0 0,-1-1 0 0 0,-1-10 0 0 0,5-22-282 0 0,-2 27 218 0 0,-1 0 0 0 0,-1 0 1 0 0,-1 0-1 0 0,-1-1 0 0 0,-1 1 0 0 0,-1 0 1 0 0,-1 0-1 0 0,0 0 0 0 0,-2 0 0 0 0,-16-25 1 0 0,8 20-77 0 0,-2 0 0 0 0,-1 1 0 0 0,-1 0 0 0 0,-1 0 0 0 0,-2 2 0 0 0,-40-26 0 0 0,24 17-221 0 0,-3 1-1 0 0,-1 2 1 0 0,-2 1-1 0 0,-88-34 1 0 0,52 30 10 0 0,-1 2 1 0 0,-2 2 0 0 0,-133-21 0 0 0,-265-21 2582 0 0,477 63-2106 0 0,-161-20 1043 0 0,-1 6-1 0 0,-184-2 1 0 0,132 19 269 0 0,0 5-1 0 0,1 7 1 0 0,-286 43-1 0 0,269-29-1302 0 0,-341 12 1 0 0,440-33-22 0 0,96-6-5 0 0,0 1 0 0 0,1 1 0 0 0,0 1 0 0 0,0 1 0 0 0,-56 15 0 0 0,72-14 0 0 0,1 0 0 0 0,0 0 0 0 0,0 1 0 0 0,2 1 0 0 0,-1 0 0 0 0,2 1 0 0 0,0 0 0 0 0,0 0 0 0 0,2 1 0 0 0,-19 17 0 0 0,7-2 0 0 0,3 0 0 0 0,1 1 0 0 0,2 0 0 0 0,2 1 0 0 0,-19 40 0 0 0,13-10 0 0 0,-23 104 0 0 0,44-144 0 0 0,1 0 0 0 0,1-1 0 0 0,2 1 0 0 0,1 0 0 0 0,1 0 0 0 0,1-1 0 0 0,1 1 0 0 0,2-1 0 0 0,1 1 0 0 0,1-1 0 0 0,1 0 0 0 0,1-1 0 0 0,1 0 0 0 0,1 0 0 0 0,2 0 0 0 0,0-1 0 0 0,1 0 0 0 0,23 16 0 0 0,-8-9 0 0 0,2 0 0 0 0,2-1 0 0 0,0-1 0 0 0,60 25 0 0 0,13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7:27:38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3751 814 9830 0 0,'3'5'78'0'0,"1"0"0"0"0,-1-1 1 0 0,1 1-1 0 0,0-1 0 0 0,1 0 0 0 0,-1 0 0 0 0,1-1 1 0 0,0 1-1 0 0,0-1 0 0 0,0 0 0 0 0,0 0 0 0 0,0-1 1 0 0,1 1-1 0 0,-1-1 0 0 0,1 0 0 0 0,7 1 0 0 0,16 4 499 0 0,55 5-1 0 0,-77-11-487 0 0,66 3 1088 0 0,1-3 0 0 0,126-15 0 0 0,33-1 1136 0 0,-70 1-543 0 0,-112 7-1243 0 0,-18 1-60 0 0,-1-2 0 0 0,0-2 0 0 0,-1-1 0 0 0,51-25 0 0 0,-65 29-239 0 0,132-73-990 0 0,-105 55 397 0 0,-23 13 126 0 0,-2 0 0 0 0,0-1-1 0 0,0-1 1 0 0,-1-1-1 0 0,18-20 1 0 0,-28 27 125 0 0,-1-1 0 0 0,0 0 0 0 0,-1 0 0 0 0,1 0 0 0 0,-2-1 0 0 0,0 0 1 0 0,0 0-1 0 0,-1 0 0 0 0,0-1 0 0 0,0 1 0 0 0,-1-1 0 0 0,2-20 0 0 0,-3 20 16 0 0,-1 1-1 0 0,0-1 1 0 0,0 0 0 0 0,-2 0 0 0 0,1 0 0 0 0,-1 0 0 0 0,-1 0-1 0 0,0 0 1 0 0,0 1 0 0 0,-1-1 0 0 0,-1 1 0 0 0,0 0-1 0 0,0 0 1 0 0,-1 0 0 0 0,0 0 0 0 0,-9-12 0 0 0,4 9-76 0 0,0 2 1 0 0,0-1-1 0 0,-1 1 0 0 0,-1 1 1 0 0,0 0-1 0 0,0 1 1 0 0,-27-16-1 0 0,-1 5-512 0 0,-63-25 0 0 0,55 31 1000 0 0,0 1 0 0 0,-1 2 0 0 0,-1 3-1 0 0,-69-4 1 0 0,112 12-283 0 0,-38-2 491 0 0,-1 2-1 0 0,-74 11 1 0 0,16-1 203 0 0,-88 10 736 0 0,-31 1 194 0 0,-47-32 505 0 0,193 4-1371 0 0,0 4 0 0 0,-108 7 0 0 0,-160 63-735 0 0,-6 1-58 0 0,296-64 4 0 0,-111-6 0 0 0,-55-22 0 0 0,115 10 0 0 0,-135 0 0 0 0,158 15 0 0 0,-425-4 0 0 0,273-28 0 0 0,51 4 0 0 0,154 25 0 0 0,-1 1 0 0 0,1 2 0 0 0,-1 1 0 0 0,1 2 0 0 0,-35 8 0 0 0,-149 48 0 0 0,199-56 0 0 0,-88 33 0 0 0,-152 76 0 0 0,247-108 0 0 0,1-1 0 0 0,-1 1 0 0 0,1 1 0 0 0,0 0 0 0 0,1 0 0 0 0,-1 0 0 0 0,1 0 0 0 0,0 1 0 0 0,1 0 0 0 0,0 1 0 0 0,0-1 0 0 0,0 1 0 0 0,1 0 0 0 0,0 0 0 0 0,1 0 0 0 0,0 1 0 0 0,0-1 0 0 0,1 1 0 0 0,-2 10 0 0 0,1 1 0 0 0,0 0 0 0 0,2 0 0 0 0,0-1 0 0 0,1 1 0 0 0,1 0 0 0 0,1 0 0 0 0,6 27 0 0 0,-3-29 0 0 0,1 0 0 0 0,0 0 0 0 0,1-1 0 0 0,1 0 0 0 0,1 0 0 0 0,0-1 0 0 0,14 19 0 0 0,-5-11 0 0 0,2-1 0 0 0,0-1 0 0 0,42 36 0 0 0,-38-40 0 0 0,1-1 0 0 0,1 0 0 0 0,0-2 0 0 0,1-1 0 0 0,55 19 0 0 0,-10-10 0 0 0,96 18 0 0 0,108-6 0 0 0,9-22 0 0 0,-125-8 0 0 0,126 4 0 0 0,1-14 0 0 0,504-71 0 0 0,-481 31 0 0 0,13-14 0 0 0,-236 44 0 0 0,114-5 0 0 0,-142 19 0 0 0,-1 3 0 0 0,1 2 0 0 0,68 13 0 0 0,-113-15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8:24:58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665 1276 9830 0 0,'-21'16'273'0'0,"13"-4"0"0"0,2-2-45 0 0,5-10-221 0 0,1 1 1 0 0,0-1-1 0 0,-1 1 1 0 0,1 0-1 0 0,0-1 1 0 0,-1 1 0 0 0,1-1-1 0 0,0 1 1 0 0,0 0-1 0 0,0-1 1 0 0,-1 1-1 0 0,1 0 1 0 0,0-1-1 0 0,0 1 1 0 0,0 0-1 0 0,0-1 1 0 0,0 1-1 0 0,0 0 1 0 0,1-1-1 0 0,-1 1 1 0 0,0 0 0 0 0,0-1-1 0 0,0 1 1 0 0,0 0-1 0 0,1-1 1 0 0,-1 1-1 0 0,0-1 1 0 0,1 1-1 0 0,-1-1 1 0 0,1 1-1 0 0,-1-1 1 0 0,0 1-1 0 0,1-1 1 0 0,-1 1-1 0 0,1-1 1 0 0,0 1 0 0 0,0 0 31 0 0,6 9 166 0 0,1 0 0 0 0,1-1 0 0 0,0 0 0 0 0,0 0 0 0 0,0-1 0 0 0,17 11-1 0 0,70 38 1040 0 0,-66-41-833 0 0,15 7 194 0 0,2-2 1 0 0,1-2-1 0 0,0-1 0 0 0,1-3 1 0 0,1-3-1 0 0,0-1 0 0 0,1-2 1 0 0,-1-3-1 0 0,73 0 0 0 0,21 6 1004 0 0,-1 0-146 0 0,-14-13-95 0 0,337 16 342 0 0,-348-4-1710 0 0,134 22 0 0 0,82 28 0 0 0,-173-34 0 0 0,450 50 0 0 0,-380-52 0 0 0,300 25 0 0 0,1-38 0 0 0,-448-14 0 0 0,146-7 0 0 0,-175 3 0 0 0,-1-2 0 0 0,66-17 0 0 0,-61 6-667 0 0,-1-2 0 0 0,-1-2 0 0 0,72-42 1 0 0,150-113-2631 0 0,-185 105 1561 0 0,-3-4 0 0 0,107-119 0 0 0,-184 179 1541 0 0,0 0 0 0 0,-1 0 0 0 0,-1-2 0 0 0,0 1 0 0 0,-2-1 0 0 0,0-1 0 0 0,-1 0 0 0 0,-1-1 0 0 0,-1 1 0 0 0,0-1 0 0 0,-2-1 0 0 0,-1 1 0 0 0,4-41 0 0 0,-7 23-116 0 0,-1 1 1 0 0,-1 0 0 0 0,-3-1 0 0 0,-1 1 0 0 0,-1 1-1 0 0,-2-1 1 0 0,-16-41 0 0 0,14 50 314 0 0,-3 0 1 0 0,0 1-1 0 0,-1 1 0 0 0,-2 0 1 0 0,-1 1-1 0 0,-1 0 0 0 0,-1 2 1 0 0,-1 0-1 0 0,-2 1 0 0 0,0 2 1 0 0,-1 0-1 0 0,-1 1 0 0 0,-1 1 1 0 0,0 2-1 0 0,-2 0 0 0 0,0 2 1 0 0,0 1-1 0 0,-2 1 0 0 0,0 1 1 0 0,-51-13-1 0 0,-20 5 1856 0 0,-179-13-1 0 0,-104 21 2032 0 0,280 10-2771 0 0,91 2-1000 0 0,-647 14 6359 0 0,271 3-5538 0 0,225-14-918 0 0,25-3-23 0 0,0-6 0 0 0,-223-40 0 0 0,115 8 0 0 0,173 29 0 0 0,-100 3 0 0 0,-101 19 0 0 0,-123 1 0 0 0,285-13 0 0 0,0 4 0 0 0,0 6 0 0 0,-193 43 0 0 0,219-37 0 0 0,-2-3 0 0 0,1-4 0 0 0,-104-3 0 0 0,101-6 0 0 0,-123 15 0 0 0,175-10 0 0 0,1 2 0 0 0,-1 1 0 0 0,1 2 0 0 0,1 2 0 0 0,-67 32 0 0 0,55-20 0 0 0,1 2 0 0 0,2 3 0 0 0,-84 69 0 0 0,79-51 0 0 0,3 2 0 0 0,-70 96 0 0 0,106-129 0 0 0,0 0 0 0 0,1 1 0 0 0,0 1 0 0 0,2 0 0 0 0,0 0 0 0 0,1 1 0 0 0,1 0 0 0 0,1 0 0 0 0,1 0 0 0 0,0 0 0 0 0,2 1 0 0 0,0 0 0 0 0,2-1 0 0 0,0 1 0 0 0,1 0 0 0 0,1-1 0 0 0,1 1 0 0 0,1-1 0 0 0,1 1 0 0 0,0-2 0 0 0,10 23 0 0 0,-3-16 0 0 0,0-1 0 0 0,2 0 0 0 0,0-1 0 0 0,2-1 0 0 0,0 0 0 0 0,2-1 0 0 0,1-1 0 0 0,0 0 0 0 0,2-2 0 0 0,0 0 0 0 0,1-1 0 0 0,1-1 0 0 0,0-2 0 0 0,34 18 0 0 0,-15-13 0 0 0,1-1 0 0 0,1-2 0 0 0,58 14 0 0 0,152 15 0 0 0,-135-31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8:25:06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8457 744 9830 0 0,'8'-26'0'0'0,"-5"19"0"0"0,0 0 0 0 0,0 0 0 0 0,-1 0 0 0 0,0-1 0 0 0,0 1 0 0 0,-1-1 0 0 0,1 1 0 0 0,-2-1 0 0 0,1 0 0 0 0,-1 1 0 0 0,0-1 0 0 0,-1 1 0 0 0,0-1 0 0 0,0 0 0 0 0,0 1 0 0 0,-5-13 0 0 0,1 1 0 0 0,4 16 21 0 0,0 0 0 0 0,-1 0 0 0 0,1 0 0 0 0,-1 0 0 0 0,1 0-1 0 0,-1 0 1 0 0,0 1 0 0 0,0-1 0 0 0,0 1 0 0 0,0-1 0 0 0,0 1 0 0 0,-1 0 0 0 0,1 0-1 0 0,-1 0 1 0 0,0 0 0 0 0,1 0 0 0 0,-1 1 0 0 0,0-1 0 0 0,0 1 0 0 0,0 0 0 0 0,0 0 0 0 0,0 0-1 0 0,0 0 1 0 0,-1 0 0 0 0,1 1 0 0 0,0-1 0 0 0,0 1 0 0 0,-1 0 0 0 0,1 0 0 0 0,-5 1-1 0 0,-4-1 82 0 0,0 1 0 0 0,0 1-1 0 0,0 0 1 0 0,0 1-1 0 0,0 0 1 0 0,1 1-1 0 0,-12 5 1 0 0,-15 9 442 0 0,1 2 0 0 0,1 2 0 0 0,0 1 0 0 0,-33 30 0 0 0,15-13 112 0 0,33-25-310 0 0,1 0-1 0 0,1 1 0 0 0,0 1 0 0 0,-16 20 1 0 0,15-13 55 0 0,12-15-243 0 0,0 0 0 0 0,1 0 0 0 0,0 1-1 0 0,1 0 1 0 0,-9 18 0 0 0,-6 26 920 0 0,-18 80 0 0 0,31-107-633 0 0,-17 36 0 0 0,14-38 94 0 0,-13 50-1 0 0,8-21 343 0 0,-1-2 0 0 0,-28 57-1 0 0,22-56-26 0 0,-31 106 0 0 0,40-103-854 0 0,-10 96 0 0 0,26-86 0 0 0,1-15 0 0 0,-3-29 0 0 0,1-4 0 0 0,-1 0 0 0 0,0 1 0 0 0,-2-1 0 0 0,0 0 0 0 0,-1 0 0 0 0,-1 0 0 0 0,-9 26 0 0 0,-8 12 0 0 0,16-38 0 0 0,-1 0 0 0 0,-2 0 0 0 0,0-1 0 0 0,0 0 0 0 0,-2-1 0 0 0,0 1 0 0 0,-15 17 0 0 0,19-28 0 0 0,-1 0 0 0 0,1-1 0 0 0,-1 0 0 0 0,0 0 0 0 0,-1-1 0 0 0,1 0 0 0 0,-15 5 0 0 0,-57 16 0 0 0,52-18 0 0 0,-2-2 0 0 0,1-1 0 0 0,-42 0 0 0 0,-88-9 0 0 0,-31 1 0 0 0,-185 49 0 0 0,132-11 0 0 0,-426 15 0 0 0,512-43 0 0 0,-308 2 0 0 0,318-15-94 0 0,-257-44 0 0 0,-436-160-8467 0 0,760 190 7487 0 0,-1 3 0 0 0,-154-14 0 0 0,176 30 1578 0 0,-1 2 1 0 0,1 3-1 0 0,0 2 0 0 0,-105 23 0 0 0,150-24-393 0 0,-317 70 2594 0 0,-3-24-38 0 0,-16-9 137 0 0,292-31-2513 0 0,0 3-1 0 0,1 2 1 0 0,-64 25 0 0 0,52-13-291 0 0,1 3 0 0 0,-92 56 0 0 0,108-56 0 0 0,2 2 0 0 0,2 2 0 0 0,-57 53 0 0 0,-176 222 0 0 0,156-167 0 0 0,-45 66 0 0 0,133-156 0 0 0,1 2 0 0 0,-32 69 0 0 0,53-90 0 0 0,2 1 0 0 0,1 0 0 0 0,1 0 0 0 0,-8 67 0 0 0,-1 144 0 0 0,21-71 0 0 0,-1-117 0 0 0,1-35 0 0 0,0 0 0 0 0,1-1 0 0 0,2 1 0 0 0,0-1 0 0 0,14 36 0 0 0,-3-18 0 0 0,2-1 0 0 0,24 37 0 0 0,-26-50 0 0 0,2 0 0 0 0,1-1 0 0 0,26 25 0 0 0,71 60 0 0 0,-62-61 0 0 0,75 65 0 0 0,87 85 0 0 0,-148-127 0 0 0,3-3 0 0 0,4-3 0 0 0,92 63 0 0 0,-118-96 0 0 0,1-2 0 0 0,2-2 0 0 0,0-3 0 0 0,2-2 0 0 0,1-2 0 0 0,92 22 0 0 0,-34-20 0 0 0,2-4 0 0 0,0-6 0 0 0,1-5 0 0 0,133-7 0 0 0,-18-10 0 0 0,399-6 0 0 0,-271 30 0 0 0,663 114 0 0 0,-323-24 0 0 0,-493-87 0 0 0,295-11 0 0 0,91-40 0 0 0,456-14 0 0 0,-62 96 0 0 0,5 39 0 0 0,-262-46 0 0 0,913-63 0 0 0,-545-88-1002 0 0,-1074 106 863 0 0,556-45-596 0 0,-163 17 1352 0 0,-262 16-357 0 0,188-43 0 0 0,-300 48-567 0 0,591-167-5807 0 0,28-88-875 0 0,-631 252 6730 0 0,-1-1 0 0 0,-1-2-1 0 0,0-1 1 0 0,32-26 0 0 0,-46 31 165 0 0,-1 0 0 0 0,0-1 0 0 0,-1 0 0 0 0,-1-1 1 0 0,0 0-1 0 0,-1-1 0 0 0,-1 0 0 0 0,0-1 0 0 0,9-21 0 0 0,-7 7 94 0 0,-2-1 0 0 0,-1 1 0 0 0,-1-1 0 0 0,-2-1 0 0 0,3-58 0 0 0,-16-160 0 0 0,0 177 0 0 0,-4 0 0 0 0,-2 1 0 0 0,-26-74 0 0 0,7 27 0 0 0,-18-56 0 0 0,-68-141 0 0 0,100 278 0 0 0,-1 1 0 0 0,-2 1 0 0 0,-1 1 0 0 0,-2 0 0 0 0,-35-37 0 0 0,0-1 0 0 0,28 32 0 0 0,-2 1 0 0 0,-2 3 0 0 0,-52-45 0 0 0,-56-27 0 0 0,-286-166 0 0 0,359 234 0 0 0,17 8 0 0 0,-1 3 0 0 0,-103-39 0 0 0,2 14 0 0 0,-179-57 0 0 0,2 29 640 0 0,318 79-604 0 0,-42-10 99 0 0,0-2 0 0 0,2-3 0 0 0,0-2 0 0 0,-75-42 0 0 0,90 40-183 0 0,2-1 0 0 0,0-3 0 0 0,1-1 0 0 0,2-2 0 0 0,1-1-1 0 0,-35-43 1 0 0,29 28-17 0 0,3-2-1 0 0,1-1 0 0 0,3-2 1 0 0,2-1-1 0 0,3-2 0 0 0,1-1 1 0 0,4-1-1 0 0,1 0 0 0 0,-22-97 1 0 0,34 105 12 0 0,-1 2-6 0 0,2 0 1 0 0,2-1-1 0 0,-1-65 1 0 0,-3-123-13 0 0,1 63 71 0 0,-2-24 0 0 0,8 168 0 0 0,-2 0 0 0 0,0 0 0 0 0,-2 1 0 0 0,-22-52 0 0 0,18 54 0 0 0,-1 2 0 0 0,-1-1 0 0 0,-2 2 0 0 0,0 0 0 0 0,-1 1 0 0 0,-1 0 0 0 0,-1 2 0 0 0,-37-30 0 0 0,28 27 0 0 0,-2 2 0 0 0,0 1 0 0 0,-1 2 0 0 0,-1 1 0 0 0,0 1 0 0 0,-38-11 0 0 0,0 5 643 0 0,-114-18-1 0 0,-71 6 1460 0 0,165 23-1660 0 0,-98-10 3021 0 0,-301 8-1 0 0,379 16-2341 0 0,-278 21 2716 0 0,-420 100-3165 0 0,289-57-672 0 0,276-42 0 0 0,181-18 0 0 0,0 3 0 0 0,1 2 0 0 0,1 3 0 0 0,1 3 0 0 0,0 2 0 0 0,-105 55 0 0 0,-106 113 0 0 0,204-139 0 0 0,-7 8 0 0 0,33-25 0 0 0,-56 36 0 0 0,10-27 0 0 0,84-41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18:25:14.2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12543 5786 9830 0 0,'-27'0'273'0'0,"10"4"-45"0"0,3 2-137 0 0,4-2 91 0 0,-1-3-137 0 0,11-1-31 0 0,-1 0-1 0 0,0 1 1 0 0,0-1-1 0 0,0 0 1 0 0,1 1 0 0 0,-1-1-1 0 0,0 0 1 0 0,0 1-1 0 0,1-1 1 0 0,-1 1-1 0 0,0 0 1 0 0,1-1-1 0 0,-1 1 1 0 0,0-1 0 0 0,1 1-1 0 0,-1 0 1 0 0,1-1-1 0 0,-1 1 1 0 0,1 0-1 0 0,0 0 1 0 0,-1 0-1 0 0,1-1 1 0 0,0 1-1 0 0,-1 0 1 0 0,1 0 0 0 0,0 0-1 0 0,0 0 1 0 0,0-1-1 0 0,0 1 1 0 0,0 0-1 0 0,0 0 1 0 0,0 0-1 0 0,0 0 1 0 0,0 0 0 0 0,-1 5 103 0 0,-5 4 32 0 0,0-1 0 0 0,-1 0 0 0 0,0-1 0 0 0,-1 1 0 0 0,0-1 0 0 0,-10 7 0 0 0,10-7-13 0 0,-6 3 114 0 0,0 0 0 0 0,-1-1 1 0 0,0 0-1 0 0,0-1 0 0 0,-25 9 1 0 0,-87 28 1138 0 0,56-25-465 0 0,-1-4 1 0 0,-1-3 0 0 0,-1-2 0 0 0,0-5 0 0 0,0-2 0 0 0,-114-7-1 0 0,-482-67 3615 0 0,370 33-4648 0 0,-280 5 109 0 0,-2 41 0 0 0,55 0 0 0 0,-312-15 0 0 0,-831 35 0 0 0,409-22 0 0 0,1042-14-100 0 0,-319-50 0 0 0,45-57-3942 0 0,295 50 1009 0 0,3-10 1 0 0,-251-131 0 0 0,268 111 2017 0 0,5-7 0 0 0,-160-124 0 0 0,270 177 1015 0 0,-154-125 0 0 0,177 136 0 0 0,2-1 0 0 0,2-2 0 0 0,-39-52 0 0 0,-103-186 0 0 0,48 72 0 0 0,65 96 0 0 0,-81-184 0 0 0,107 207 0 0 0,-129-367 0 0 0,126 325 0 0 0,-57-173 0 0 0,52 161 0 0 0,-19-74 0 0 0,-52-368 0 0 0,96 436 0 0 0,6 0 0 0 0,4-151 0 0 0,12 226 0 0 0,-3 1 0 0 0,-14-84 0 0 0,2 37 0 0 0,9 67 0 0 0,-12-55 0 0 0,11 64 0 0 0,1-1 0 0 0,2 0 0 0 0,4-76 0 0 0,-5-48 0 0 0,4 152 0 0 0,0 0 0 0 0,3-26 0 0 0,1-47 0 0 0,-3 74 0 0 0,0 2 0 0 0,0 1 0 0 0,0 0 0 0 0,-19 50 413 0 0,-12 75 854 0 0,22-76-620 0 0,-17 45-1 0 0,-33 54 1877 0 0,-101 172 1 0 0,80-163-780 0 0,-116 233 2528 0 0,187-359-4027 0 0,5-10-68 0 0,-1 0-1 0 0,0-1 0 0 0,-9 15 1 0 0,19-63 731 0 0,119-344-3963 0 0,-46 161 618 0 0,-11 49 514 0 0,-13 36 493 0 0,100-197-2359 0 0,-104 235 2576 0 0,-47 95 1152 0 0,12-30-606 0 0,-10 23 622 0 0,3 1 86 0 0,-8 9-33 0 0,1 0-1 0 0,-1 0 1 0 0,1-1-1 0 0,-1 1 1 0 0,0 0-1 0 0,1 0 1 0 0,-1 0-1 0 0,1 0 1 0 0,-1 0-1 0 0,1 0 1 0 0,-1 0-1 0 0,1 0 1 0 0,-1 0-1 0 0,1 0 1 0 0,-1 0-1 0 0,0 0 1 0 0,1 0-1 0 0,-1 0 1 0 0,1 0-1 0 0,-1 0 1 0 0,1 1-1 0 0,-1-1 1 0 0,0 0-1 0 0,1 0 1 0 0,-1 0-1 0 0,1 1 1 0 0,0-1-1 0 0,12 13 220 0 0,0 1 0 0 0,-1 0 0 0 0,-1 0 0 0 0,0 1 0 0 0,14 26 0 0 0,-13-22 7 0 0,94 173 1811 0 0,264 398 4414 0 0,-320-513-4803 0 0,107 123 0 0 0,81 50-210 0 0,-181-190-1446 0 0,-48-52 0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3.xml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8.xml"/><Relationship Id="rId3" Type="http://schemas.openxmlformats.org/officeDocument/2006/relationships/image" Target="../media/image4.jpeg"/><Relationship Id="rId7" Type="http://schemas.openxmlformats.org/officeDocument/2006/relationships/customXml" Target="../ink/ink5.xml"/><Relationship Id="rId12" Type="http://schemas.openxmlformats.org/officeDocument/2006/relationships/image" Target="../media/image18.png"/><Relationship Id="rId17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image" Target="../media/image19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jpeg"/><Relationship Id="rId7" Type="http://schemas.openxmlformats.org/officeDocument/2006/relationships/customXml" Target="../ink/ink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customXml" Target="../ink/ink11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29.png"/><Relationship Id="rId3" Type="http://schemas.openxmlformats.org/officeDocument/2006/relationships/image" Target="../media/image4.jpeg"/><Relationship Id="rId7" Type="http://schemas.openxmlformats.org/officeDocument/2006/relationships/image" Target="../media/image26.png"/><Relationship Id="rId12" Type="http://schemas.openxmlformats.org/officeDocument/2006/relationships/customXml" Target="../ink/ink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5" Type="http://schemas.openxmlformats.org/officeDocument/2006/relationships/image" Target="../media/image30.png"/><Relationship Id="rId10" Type="http://schemas.openxmlformats.org/officeDocument/2006/relationships/customXml" Target="../ink/ink16.xml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14" Type="http://schemas.openxmlformats.org/officeDocument/2006/relationships/customXml" Target="../ink/ink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customXml" Target="../ink/ink2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customXml" Target="../ink/ink19.xml"/><Relationship Id="rId10" Type="http://schemas.openxmlformats.org/officeDocument/2006/relationships/image" Target="../media/image24.png"/><Relationship Id="rId4" Type="http://schemas.openxmlformats.org/officeDocument/2006/relationships/image" Target="../media/image4.jpeg"/><Relationship Id="rId9" Type="http://schemas.openxmlformats.org/officeDocument/2006/relationships/customXml" Target="../ink/ink2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2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24.xml"/><Relationship Id="rId4" Type="http://schemas.openxmlformats.org/officeDocument/2006/relationships/image" Target="../media/image4.jpe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Storages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Hadassah Friedlaender" panose="02020603050405020304" pitchFamily="18" charset="-79"/>
              <a:cs typeface="Hadassah Friedlaender" panose="02020603050405020304" pitchFamily="18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איפה לשמור נתונים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ואיך לעבוד עם הנתונים שמורים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61421" y="1404927"/>
            <a:ext cx="8571948" cy="42165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סוגי מקומות לשמירת נתונים:</a:t>
            </a: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בלבד"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עם מבנה מוגדר (</a:t>
            </a:r>
            <a:r>
              <a:rPr lang="en-US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JSON, xml</a:t>
            </a: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ואחרים)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בסיסי נתונים פנימיים וחיצוניים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B263D483-CB5A-B24A-E4CE-E3C6AC139533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51D8-6FF5-861C-D25F-97C0CC5A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F816CDD-200D-3014-193E-390819354A77}"/>
              </a:ext>
            </a:extLst>
          </p:cNvPr>
          <p:cNvSpPr/>
          <p:nvPr/>
        </p:nvSpPr>
        <p:spPr>
          <a:xfrm>
            <a:off x="2261421" y="1404927"/>
            <a:ext cx="8571948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בלבד"</a:t>
            </a: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אשר נמצאים בתיקיה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res\raw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יוצר אותם מתכנת בזמן בניית האפליקציה.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נוח לשים בתוכם נתונים שאמורים להיות קבועים לזמן רב: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הסבר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נתונים קבועים (אם זה מדובר בפיזיקה, כימיה, שמות הערים וכדומה)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מדריכים למיניהם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15260-DF1C-6F22-2DF9-36449E2EE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54440-E022-6A60-D1CD-A0CD63DC37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748EC582-E046-30A7-2421-F27AD33D1E90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</p:spTree>
    <p:extLst>
      <p:ext uri="{BB962C8B-B14F-4D97-AF65-F5344CB8AC3E}">
        <p14:creationId xmlns:p14="http://schemas.microsoft.com/office/powerpoint/2010/main" val="270769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CD6B6-AF72-9BE6-B928-3CB65205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523E24B1-A67F-D3BB-610F-B9BD95E1908A}"/>
              </a:ext>
            </a:extLst>
          </p:cNvPr>
          <p:cNvSpPr/>
          <p:nvPr/>
        </p:nvSpPr>
        <p:spPr>
          <a:xfrm>
            <a:off x="1789471" y="1404927"/>
            <a:ext cx="951762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השתמשנו בנתונים האלה כאשר רצינו "ביקורים לדוגמה"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B0EC0-E88A-D28C-63BF-E7F7292F2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179D6F-A34D-5D04-BC9D-8C6BA5A9BD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5F1ADE16-91D3-A643-1B86-F0CCCD188DFE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AEB31-5C86-18AB-CE5C-C5CA2216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60" y="2312360"/>
            <a:ext cx="2975484" cy="2613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21C5F9-F15F-2748-02A0-79171C0D0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709" y="2312360"/>
            <a:ext cx="5235394" cy="40008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AA9E724-9F16-E43A-D686-C4604545A37F}"/>
              </a:ext>
            </a:extLst>
          </p:cNvPr>
          <p:cNvGrpSpPr/>
          <p:nvPr/>
        </p:nvGrpSpPr>
        <p:grpSpPr>
          <a:xfrm>
            <a:off x="3409177" y="4062244"/>
            <a:ext cx="2937960" cy="1036440"/>
            <a:chOff x="3409177" y="4062244"/>
            <a:chExt cx="2937960" cy="10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9C69B4-6269-255D-1FAC-B7E076E2E5EA}"/>
                    </a:ext>
                  </a:extLst>
                </p14:cNvPr>
                <p14:cNvContentPartPr/>
                <p14:nvPr/>
              </p14:nvContentPartPr>
              <p14:xfrm>
                <a:off x="3409177" y="4230724"/>
                <a:ext cx="2706840" cy="297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9C69B4-6269-255D-1FAC-B7E076E2E5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91537" y="4212724"/>
                  <a:ext cx="27424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CC72F7-0676-C895-91FC-A32AC6D63F15}"/>
                    </a:ext>
                  </a:extLst>
                </p14:cNvPr>
                <p14:cNvContentPartPr/>
                <p14:nvPr/>
              </p14:nvContentPartPr>
              <p14:xfrm>
                <a:off x="3443737" y="4442404"/>
                <a:ext cx="2732040" cy="656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CC72F7-0676-C895-91FC-A32AC6D63F1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26097" y="4424764"/>
                  <a:ext cx="276768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C347C7-2D71-A943-06E0-0A5EAE82078C}"/>
                    </a:ext>
                  </a:extLst>
                </p14:cNvPr>
                <p14:cNvContentPartPr/>
                <p14:nvPr/>
              </p14:nvContentPartPr>
              <p14:xfrm>
                <a:off x="5282617" y="4062244"/>
                <a:ext cx="1064520" cy="92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C347C7-2D71-A943-06E0-0A5EAE8207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64977" y="4044244"/>
                  <a:ext cx="1100160" cy="95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556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5056-03E9-8D69-4DFF-86E92612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C94ECEC3-001D-0789-B7D5-23CD8705B874}"/>
              </a:ext>
            </a:extLst>
          </p:cNvPr>
          <p:cNvSpPr/>
          <p:nvPr/>
        </p:nvSpPr>
        <p:spPr>
          <a:xfrm>
            <a:off x="1818968" y="1227947"/>
            <a:ext cx="9635239" cy="53245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טקסט הנמצאים בתיקיה פנימית של האפליקציה בחלק הזיכרון המוגדר כ"איחסון פנימי"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לא רק לקרוא את התוכן של הקובץ הזה, לא רק לשמור בו טקסט – אלא גם לצור/למחוק אותו תוך כדי שימוש באפליקציה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אין לא מבנה מוגדר, זה "סתם" קובץ טקסט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גישה אליו –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אך ורק לאפליקציה עצמה (קובץ מוסתר)</a:t>
            </a:r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E1195-9294-E25E-2452-25639F70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DDB909-1471-A664-937B-E29AF471AA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4016FA5F-372C-D6D7-6FFD-67E50E4E5C00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</p:spTree>
    <p:extLst>
      <p:ext uri="{BB962C8B-B14F-4D97-AF65-F5344CB8AC3E}">
        <p14:creationId xmlns:p14="http://schemas.microsoft.com/office/powerpoint/2010/main" val="51006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7EB8A-1937-1D93-4FFE-538DC41C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BE1AA60-640F-9EB4-816E-C83A4CFBA369}"/>
              </a:ext>
            </a:extLst>
          </p:cNvPr>
          <p:cNvSpPr/>
          <p:nvPr/>
        </p:nvSpPr>
        <p:spPr>
          <a:xfrm>
            <a:off x="1818968" y="1227947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7F29C0-3A12-7E4F-7ECE-E285F3A3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1990E4-0392-D848-E7DA-29CBCF8C20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E14845E4-04E1-E31D-B51B-A6B3FBAAB65D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90379-A3B3-664A-5798-BE83B99FE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07160"/>
            <a:ext cx="4778477" cy="7857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616ACB-ED94-9D72-BDD8-6F3517C83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51" y="2908883"/>
            <a:ext cx="6487978" cy="1960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E8A39B-7A5A-6C19-EB7E-066C87C54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337" y="5030626"/>
            <a:ext cx="6337870" cy="18273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CAD62C-EAAD-1041-527F-5FA909543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5931" y="2337934"/>
            <a:ext cx="5943131" cy="34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7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39AF-0393-2018-9B30-6589C85B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CBD07531-46C8-80FC-D6DD-9384098BB484}"/>
              </a:ext>
            </a:extLst>
          </p:cNvPr>
          <p:cNvSpPr/>
          <p:nvPr/>
        </p:nvSpPr>
        <p:spPr>
          <a:xfrm>
            <a:off x="1818968" y="631596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93D1B-7D34-4915-C232-76C5F5CA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184830-0B18-DADB-7AD3-44C6EF3DA5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772B03E7-F71E-CB68-80D2-5F979404BD01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237E5C-E77A-2384-4877-A17B0BD98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890" y="1470193"/>
            <a:ext cx="5997460" cy="538780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6AD2A3-F3CA-71AB-D60C-79CEEB9509CE}"/>
              </a:ext>
            </a:extLst>
          </p:cNvPr>
          <p:cNvGrpSpPr/>
          <p:nvPr/>
        </p:nvGrpSpPr>
        <p:grpSpPr>
          <a:xfrm>
            <a:off x="3500257" y="1339924"/>
            <a:ext cx="1335600" cy="549720"/>
            <a:chOff x="3500257" y="1339924"/>
            <a:chExt cx="133560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E1D8B0-2906-8E92-2EAD-A5CE341310A1}"/>
                    </a:ext>
                  </a:extLst>
                </p14:cNvPr>
                <p14:cNvContentPartPr/>
                <p14:nvPr/>
              </p14:nvContentPartPr>
              <p14:xfrm>
                <a:off x="4691137" y="1655644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E1D8B0-2906-8E92-2EAD-A5CE341310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73137" y="163764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EE1360-763A-6EA0-973F-69D73C1FB7D9}"/>
                    </a:ext>
                  </a:extLst>
                </p14:cNvPr>
                <p14:cNvContentPartPr/>
                <p14:nvPr/>
              </p14:nvContentPartPr>
              <p14:xfrm>
                <a:off x="3500257" y="1339924"/>
                <a:ext cx="1335600" cy="549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EE1360-763A-6EA0-973F-69D73C1FB7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82257" y="1322284"/>
                  <a:ext cx="1371240" cy="58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AC210AC-2384-4D14-0F6E-3E5F1AB4BE59}"/>
                  </a:ext>
                </a:extLst>
              </p14:cNvPr>
              <p14:cNvContentPartPr/>
              <p14:nvPr/>
            </p14:nvContentPartPr>
            <p14:xfrm>
              <a:off x="9058657" y="3806644"/>
              <a:ext cx="704880" cy="690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AC210AC-2384-4D14-0F6E-3E5F1AB4BE5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40657" y="3788644"/>
                <a:ext cx="740520" cy="7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FDA6070-105D-926F-C436-9E4950C95FC4}"/>
              </a:ext>
            </a:extLst>
          </p:cNvPr>
          <p:cNvGrpSpPr/>
          <p:nvPr/>
        </p:nvGrpSpPr>
        <p:grpSpPr>
          <a:xfrm>
            <a:off x="3573697" y="4770364"/>
            <a:ext cx="1244160" cy="2073600"/>
            <a:chOff x="3573697" y="4770364"/>
            <a:chExt cx="1244160" cy="20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69C1C0-F464-3CB4-73D1-89F93EF07BBF}"/>
                    </a:ext>
                  </a:extLst>
                </p14:cNvPr>
                <p14:cNvContentPartPr/>
                <p14:nvPr/>
              </p14:nvContentPartPr>
              <p14:xfrm>
                <a:off x="3573697" y="4770364"/>
                <a:ext cx="1172160" cy="330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69C1C0-F464-3CB4-73D1-89F93EF07B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56057" y="4752724"/>
                  <a:ext cx="1207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CF3BCA-5BA8-93E5-14D7-79F3371E89C8}"/>
                    </a:ext>
                  </a:extLst>
                </p14:cNvPr>
                <p14:cNvContentPartPr/>
                <p14:nvPr/>
              </p14:nvContentPartPr>
              <p14:xfrm>
                <a:off x="3725257" y="5589724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CF3BCA-5BA8-93E5-14D7-79F3371E89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07617" y="557208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8A8DA75-F265-371C-16AA-28E644A92F60}"/>
                    </a:ext>
                  </a:extLst>
                </p14:cNvPr>
                <p14:cNvContentPartPr/>
                <p14:nvPr/>
              </p14:nvContentPartPr>
              <p14:xfrm>
                <a:off x="3705457" y="5238724"/>
                <a:ext cx="1112400" cy="354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8A8DA75-F265-371C-16AA-28E644A92F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87817" y="5220724"/>
                  <a:ext cx="11480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452BC4-96E9-2131-5D13-89768D591E08}"/>
                    </a:ext>
                  </a:extLst>
                </p14:cNvPr>
                <p14:cNvContentPartPr/>
                <p14:nvPr/>
              </p14:nvContentPartPr>
              <p14:xfrm>
                <a:off x="3814537" y="5765404"/>
                <a:ext cx="249840" cy="1078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452BC4-96E9-2131-5D13-89768D591E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96537" y="5747764"/>
                  <a:ext cx="285480" cy="1114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76620846-6B84-19A9-321F-73652DF7B57F}"/>
              </a:ext>
            </a:extLst>
          </p:cNvPr>
          <p:cNvSpPr/>
          <p:nvPr/>
        </p:nvSpPr>
        <p:spPr>
          <a:xfrm>
            <a:off x="481780" y="1943738"/>
            <a:ext cx="2325141" cy="440068"/>
          </a:xfrm>
          <a:prstGeom prst="wedgeRoundRectCallout">
            <a:avLst>
              <a:gd name="adj1" fmla="val 78895"/>
              <a:gd name="adj2" fmla="val -1116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מנגנון צפיה בקבצים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079E914E-45D4-B37E-E5FC-D6BA8DF78B6A}"/>
              </a:ext>
            </a:extLst>
          </p:cNvPr>
          <p:cNvSpPr/>
          <p:nvPr/>
        </p:nvSpPr>
        <p:spPr>
          <a:xfrm>
            <a:off x="9763537" y="2912700"/>
            <a:ext cx="2325141" cy="440068"/>
          </a:xfrm>
          <a:prstGeom prst="wedgeRoundRectCallout">
            <a:avLst>
              <a:gd name="adj1" fmla="val -49234"/>
              <a:gd name="adj2" fmla="val 20558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מנגנון צפיה בקבצים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Speech Bubble: Rectangle with Corners Rounded 26">
            <a:extLst>
              <a:ext uri="{FF2B5EF4-FFF2-40B4-BE49-F238E27FC236}">
                <a16:creationId xmlns:a16="http://schemas.microsoft.com/office/drawing/2014/main" id="{120FFFEB-6832-E467-C813-AC29AB11F786}"/>
              </a:ext>
            </a:extLst>
          </p:cNvPr>
          <p:cNvSpPr/>
          <p:nvPr/>
        </p:nvSpPr>
        <p:spPr>
          <a:xfrm>
            <a:off x="285135" y="4057416"/>
            <a:ext cx="2153655" cy="440068"/>
          </a:xfrm>
          <a:prstGeom prst="wedgeRoundRectCallout">
            <a:avLst>
              <a:gd name="adj1" fmla="val 106968"/>
              <a:gd name="adj2" fmla="val 154192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נתוני כללית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Speech Bubble: Rectangle with Corners Rounded 27">
            <a:extLst>
              <a:ext uri="{FF2B5EF4-FFF2-40B4-BE49-F238E27FC236}">
                <a16:creationId xmlns:a16="http://schemas.microsoft.com/office/drawing/2014/main" id="{11AE1D09-609F-20CC-88F5-34516D9DB848}"/>
              </a:ext>
            </a:extLst>
          </p:cNvPr>
          <p:cNvSpPr/>
          <p:nvPr/>
        </p:nvSpPr>
        <p:spPr>
          <a:xfrm>
            <a:off x="563265" y="5926334"/>
            <a:ext cx="2325141" cy="600140"/>
          </a:xfrm>
          <a:prstGeom prst="wedgeRoundRectCallout">
            <a:avLst>
              <a:gd name="adj1" fmla="val 78895"/>
              <a:gd name="adj2" fmla="val -11168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נתונים אפליקציות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18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89A1-8447-BCD7-24E2-0949C13D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D6686A-F637-6FAB-DA4B-B11B46E1C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C5623-1C42-B55A-70B4-209C3AF0B8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975E65F1-F9A6-D47C-9671-266F6AA6CFB5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4D6066-ECA6-DC59-D81A-11C606EE953D}"/>
              </a:ext>
            </a:extLst>
          </p:cNvPr>
          <p:cNvSpPr/>
          <p:nvPr/>
        </p:nvSpPr>
        <p:spPr>
          <a:xfrm>
            <a:off x="1818968" y="631596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0FEA21-D592-C767-6689-578D7153D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447" y="1631266"/>
            <a:ext cx="4845198" cy="35329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AE85824-AF23-08D9-1AE1-71FB907FE78E}"/>
                  </a:ext>
                </a:extLst>
              </p14:cNvPr>
              <p14:cNvContentPartPr/>
              <p14:nvPr/>
            </p14:nvContentPartPr>
            <p14:xfrm>
              <a:off x="5086417" y="2400124"/>
              <a:ext cx="3517920" cy="460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AE85824-AF23-08D9-1AE1-71FB907FE7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68777" y="2382124"/>
                <a:ext cx="355356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AC35317-6A2F-3B81-54D8-64476CEA060F}"/>
                  </a:ext>
                </a:extLst>
              </p14:cNvPr>
              <p14:cNvContentPartPr/>
              <p14:nvPr/>
            </p14:nvContentPartPr>
            <p14:xfrm>
              <a:off x="5384497" y="3366004"/>
              <a:ext cx="1154880" cy="453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AC35317-6A2F-3B81-54D8-64476CEA06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66857" y="3348004"/>
                <a:ext cx="119052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4DB80E4-D6EB-AEDD-0494-92DF5876C9A6}"/>
                  </a:ext>
                </a:extLst>
              </p14:cNvPr>
              <p14:cNvContentPartPr/>
              <p14:nvPr/>
            </p14:nvContentPartPr>
            <p14:xfrm>
              <a:off x="6029977" y="3808084"/>
              <a:ext cx="1936440" cy="417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4DB80E4-D6EB-AEDD-0494-92DF5876C9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2337" y="3790084"/>
                <a:ext cx="1972080" cy="4532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6EAACB56-2B18-8FB8-0245-C4D612C48EC7}"/>
              </a:ext>
            </a:extLst>
          </p:cNvPr>
          <p:cNvSpPr/>
          <p:nvPr/>
        </p:nvSpPr>
        <p:spPr>
          <a:xfrm>
            <a:off x="858653" y="2262862"/>
            <a:ext cx="2153655" cy="440068"/>
          </a:xfrm>
          <a:prstGeom prst="wedgeRoundRectCallout">
            <a:avLst>
              <a:gd name="adj1" fmla="val 146230"/>
              <a:gd name="adj2" fmla="val 2460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אפליקציה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CD1D26B3-F8CC-DD47-0FF2-0402E6E1B4C5}"/>
              </a:ext>
            </a:extLst>
          </p:cNvPr>
          <p:cNvSpPr/>
          <p:nvPr/>
        </p:nvSpPr>
        <p:spPr>
          <a:xfrm>
            <a:off x="1111954" y="3397744"/>
            <a:ext cx="2153655" cy="440068"/>
          </a:xfrm>
          <a:prstGeom prst="wedgeRoundRectCallout">
            <a:avLst>
              <a:gd name="adj1" fmla="val 146230"/>
              <a:gd name="adj2" fmla="val 24605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קבצי טקסט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1678BBC5-E905-88DA-DF54-C67F3E70D21B}"/>
              </a:ext>
            </a:extLst>
          </p:cNvPr>
          <p:cNvSpPr/>
          <p:nvPr/>
        </p:nvSpPr>
        <p:spPr>
          <a:xfrm>
            <a:off x="1533222" y="4532626"/>
            <a:ext cx="2153655" cy="440068"/>
          </a:xfrm>
          <a:prstGeom prst="wedgeRoundRectCallout">
            <a:avLst>
              <a:gd name="adj1" fmla="val 158100"/>
              <a:gd name="adj2" fmla="val -14519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קובץ טקסט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79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1756-5DCE-B270-1BB3-A80B420B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41B5B4-C370-8DD1-704D-3502FF0D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63D91-BA08-E6FC-A368-7D603DDE22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A3242376-3C12-50D8-6A57-72301562497F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6430C76A-294E-D567-9D8C-08E97B85FAE2}"/>
              </a:ext>
            </a:extLst>
          </p:cNvPr>
          <p:cNvSpPr/>
          <p:nvPr/>
        </p:nvSpPr>
        <p:spPr>
          <a:xfrm>
            <a:off x="1818968" y="631596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טקסט פנימיים "לקריאה וכתיבה"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8DC86-74A8-AD57-45A9-F5150361B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002" y="3107863"/>
            <a:ext cx="4845198" cy="3532957"/>
          </a:xfrm>
          <a:prstGeom prst="rect">
            <a:avLst/>
          </a:prstGeom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0ECA42C1-B9D0-578B-16E8-B69804CBCA7E}"/>
              </a:ext>
            </a:extLst>
          </p:cNvPr>
          <p:cNvSpPr/>
          <p:nvPr/>
        </p:nvSpPr>
        <p:spPr>
          <a:xfrm>
            <a:off x="3466326" y="1836678"/>
            <a:ext cx="2153655" cy="440068"/>
          </a:xfrm>
          <a:prstGeom prst="wedgeRoundRectCallout">
            <a:avLst>
              <a:gd name="adj1" fmla="val -46429"/>
              <a:gd name="adj2" fmla="val 23015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תוכן בקובץ טקסט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A4C91-4668-1C96-BAEB-BB66FA813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58" y="2922226"/>
            <a:ext cx="4077053" cy="10135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663F8F-D3AE-155F-B114-AFB241E9F585}"/>
                  </a:ext>
                </a:extLst>
              </p14:cNvPr>
              <p14:cNvContentPartPr/>
              <p14:nvPr/>
            </p14:nvContentPartPr>
            <p14:xfrm>
              <a:off x="1040377" y="2890444"/>
              <a:ext cx="3834720" cy="934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663F8F-D3AE-155F-B114-AFB241E9F5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2737" y="2872804"/>
                <a:ext cx="3870360" cy="97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43FD21A9-E1F4-C7D3-CB9B-2AF72D107753}"/>
              </a:ext>
            </a:extLst>
          </p:cNvPr>
          <p:cNvGrpSpPr/>
          <p:nvPr/>
        </p:nvGrpSpPr>
        <p:grpSpPr>
          <a:xfrm>
            <a:off x="3140977" y="3661564"/>
            <a:ext cx="7476120" cy="2071440"/>
            <a:chOff x="3140977" y="3661564"/>
            <a:chExt cx="7476120" cy="20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9ECFE78-BDF9-2C53-A572-2AB4AD379A00}"/>
                    </a:ext>
                  </a:extLst>
                </p14:cNvPr>
                <p14:cNvContentPartPr/>
                <p14:nvPr/>
              </p14:nvContentPartPr>
              <p14:xfrm>
                <a:off x="8529817" y="5632924"/>
                <a:ext cx="57600" cy="10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9ECFE78-BDF9-2C53-A572-2AB4AD379A0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11817" y="5615284"/>
                  <a:ext cx="93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80DD541-1D55-8CD4-AD49-A1F4BD6E4CBD}"/>
                    </a:ext>
                  </a:extLst>
                </p14:cNvPr>
                <p14:cNvContentPartPr/>
                <p14:nvPr/>
              </p14:nvContentPartPr>
              <p14:xfrm>
                <a:off x="8318857" y="5560924"/>
                <a:ext cx="46080" cy="27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80DD541-1D55-8CD4-AD49-A1F4BD6E4CB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01217" y="5542924"/>
                  <a:ext cx="81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9A0374F-924E-EBDF-2199-5F11DD5C5E02}"/>
                    </a:ext>
                  </a:extLst>
                </p14:cNvPr>
                <p14:cNvContentPartPr/>
                <p14:nvPr/>
              </p14:nvContentPartPr>
              <p14:xfrm>
                <a:off x="8199337" y="5244124"/>
                <a:ext cx="2417760" cy="425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9A0374F-924E-EBDF-2199-5F11DD5C5E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81337" y="5226124"/>
                  <a:ext cx="245340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E75D10-D9C3-B204-6300-FABA9817750A}"/>
                    </a:ext>
                  </a:extLst>
                </p14:cNvPr>
                <p14:cNvContentPartPr/>
                <p14:nvPr/>
              </p14:nvContentPartPr>
              <p14:xfrm>
                <a:off x="3140977" y="3661564"/>
                <a:ext cx="5062320" cy="207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E75D10-D9C3-B204-6300-FABA981775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23337" y="3643924"/>
                  <a:ext cx="5097960" cy="210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6463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2D328-4174-3282-FE0A-C9DEE62A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5921CB1-BFC7-0E2B-A53F-27E99EDF1265}"/>
              </a:ext>
            </a:extLst>
          </p:cNvPr>
          <p:cNvSpPr/>
          <p:nvPr/>
        </p:nvSpPr>
        <p:spPr>
          <a:xfrm>
            <a:off x="1524000" y="1016317"/>
            <a:ext cx="9930207" cy="53245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SharedPreferences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קובץ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עם מבנה מוגדר מראש: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"key " " value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מתאים לשמירת נתונים "פשוטים" בהם אמורים לעשות שימוש (שם המשתמש, סיסמה, ערך לחישוב, הגדרות בסיסיות וכדומה)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גישה – רק לאפליקציה עצמה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 קצר ופשוט לקריאה וכתיבה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מתאים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לשמירת טקסטים חופשיים וטקסטים גדולים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DBF96-EC3A-3C88-321E-E8CCE420D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78E590-A792-0EB9-946F-5F15FF820D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C62D134D-6657-9B6D-AD98-D6BE202B4F83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</p:spTree>
    <p:extLst>
      <p:ext uri="{BB962C8B-B14F-4D97-AF65-F5344CB8AC3E}">
        <p14:creationId xmlns:p14="http://schemas.microsoft.com/office/powerpoint/2010/main" val="229431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5C89-E8DA-9A11-9F10-8EF7E74E7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5FDB4ED6-8CBA-0DFB-EC2C-BC52680C8D3E}"/>
              </a:ext>
            </a:extLst>
          </p:cNvPr>
          <p:cNvSpPr/>
          <p:nvPr/>
        </p:nvSpPr>
        <p:spPr>
          <a:xfrm>
            <a:off x="1524000" y="1016317"/>
            <a:ext cx="9930207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SharedPreferences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 מאוד פשוט לכתיבה ולקריאה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67538-A318-0671-DD01-B49EEBAA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4A215C-5242-87E9-B97F-DD9F3D718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48DF6553-CFD7-FE75-0A13-96D8FA388739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E7DDC-5393-4051-136E-1D9C9BE63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70" y="3016864"/>
            <a:ext cx="7516377" cy="1781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D54522-886C-638D-4CF5-0CEBFE129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503" y="5072063"/>
            <a:ext cx="6746292" cy="125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4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8DA9-EDF8-6EC0-A44A-B99B5EC6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BD2521-5B40-0555-55D8-0C651AE1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677" y="2213508"/>
            <a:ext cx="4003975" cy="2430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C5B79-5769-F498-1C04-C05C321B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EFD625-6683-6831-AC35-40142A2B9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443A25D8-1278-A632-EB9F-F6E2CFB2E423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F1D0E265-95F6-1482-5FD0-74E33CA49D72}"/>
              </a:ext>
            </a:extLst>
          </p:cNvPr>
          <p:cNvSpPr/>
          <p:nvPr/>
        </p:nvSpPr>
        <p:spPr>
          <a:xfrm>
            <a:off x="1818968" y="631596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</a:t>
            </a:r>
            <a:r>
              <a:rPr lang="en-US" sz="44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SharedPreferences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0A59B4-878C-CA0F-A9D5-71C26483C548}"/>
                  </a:ext>
                </a:extLst>
              </p14:cNvPr>
              <p14:cNvContentPartPr/>
              <p14:nvPr/>
            </p14:nvContentPartPr>
            <p14:xfrm>
              <a:off x="5239237" y="2168990"/>
              <a:ext cx="4170234" cy="460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0A59B4-878C-CA0F-A9D5-71C26483C5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1235" y="2150990"/>
                <a:ext cx="4205877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B048A4-6C8E-738F-6187-E143D2F9EC48}"/>
                  </a:ext>
                </a:extLst>
              </p14:cNvPr>
              <p14:cNvContentPartPr/>
              <p14:nvPr/>
            </p14:nvContentPartPr>
            <p14:xfrm>
              <a:off x="6420757" y="4152021"/>
              <a:ext cx="1779346" cy="453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B048A4-6C8E-738F-6187-E143D2F9EC4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03118" y="4134021"/>
                <a:ext cx="1814983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23C1E9F-D607-3990-9BA3-AA741FF6A758}"/>
                  </a:ext>
                </a:extLst>
              </p14:cNvPr>
              <p14:cNvContentPartPr/>
              <p14:nvPr/>
            </p14:nvContentPartPr>
            <p14:xfrm>
              <a:off x="6029977" y="3808084"/>
              <a:ext cx="1936440" cy="417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23C1E9F-D607-3990-9BA3-AA741FF6A7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2337" y="3790084"/>
                <a:ext cx="1972080" cy="4532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3A502177-F37F-1FA2-A4CE-6C22AF8CC62F}"/>
              </a:ext>
            </a:extLst>
          </p:cNvPr>
          <p:cNvSpPr/>
          <p:nvPr/>
        </p:nvSpPr>
        <p:spPr>
          <a:xfrm>
            <a:off x="858653" y="2262862"/>
            <a:ext cx="2153655" cy="440068"/>
          </a:xfrm>
          <a:prstGeom prst="wedgeRoundRectCallout">
            <a:avLst>
              <a:gd name="adj1" fmla="val 148513"/>
              <a:gd name="adj2" fmla="val -2901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אפליקציה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1907B683-48E8-BA7F-460B-14E64C624AB8}"/>
              </a:ext>
            </a:extLst>
          </p:cNvPr>
          <p:cNvSpPr/>
          <p:nvPr/>
        </p:nvSpPr>
        <p:spPr>
          <a:xfrm>
            <a:off x="1111954" y="3397744"/>
            <a:ext cx="2153655" cy="440068"/>
          </a:xfrm>
          <a:prstGeom prst="wedgeRoundRectCallout">
            <a:avLst>
              <a:gd name="adj1" fmla="val 166774"/>
              <a:gd name="adj2" fmla="val -2008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תיקיית קבצי </a:t>
            </a:r>
            <a:r>
              <a:rPr lang="en-US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BC6B888F-7936-1DF6-BC07-7631735F0F54}"/>
              </a:ext>
            </a:extLst>
          </p:cNvPr>
          <p:cNvSpPr/>
          <p:nvPr/>
        </p:nvSpPr>
        <p:spPr>
          <a:xfrm>
            <a:off x="2811415" y="5043903"/>
            <a:ext cx="2153655" cy="440068"/>
          </a:xfrm>
          <a:prstGeom prst="wedgeRoundRectCallout">
            <a:avLst>
              <a:gd name="adj1" fmla="val 158100"/>
              <a:gd name="adj2" fmla="val -145198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קובץ </a:t>
            </a:r>
            <a:r>
              <a:rPr lang="en-US" dirty="0">
                <a:solidFill>
                  <a:schemeClr val="bg1"/>
                </a:solidFill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19178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5AAB-7751-C883-4AB1-60BFB65D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780D94-6630-D813-E803-8B5C4FD6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55" y="4048445"/>
            <a:ext cx="4003975" cy="24309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E6C68-58BD-3869-D4C8-1B3A62DBC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7DFA3E-ED36-1285-5C53-F308B15892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3739DD63-737E-3AA9-CDB4-E453F5B19F8B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D01A91E7-B765-A773-3B0C-8C418DF4D490}"/>
              </a:ext>
            </a:extLst>
          </p:cNvPr>
          <p:cNvSpPr/>
          <p:nvPr/>
        </p:nvSpPr>
        <p:spPr>
          <a:xfrm>
            <a:off x="6950796" y="2092313"/>
            <a:ext cx="2153655" cy="440068"/>
          </a:xfrm>
          <a:prstGeom prst="wedgeRoundRectCallout">
            <a:avLst>
              <a:gd name="adj1" fmla="val -136824"/>
              <a:gd name="adj2" fmla="val 8939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dirty="0">
                <a:solidFill>
                  <a:schemeClr val="bg1"/>
                </a:solidFill>
              </a:rPr>
              <a:t>קובץ </a:t>
            </a:r>
            <a:r>
              <a:rPr lang="en-US" dirty="0">
                <a:solidFill>
                  <a:schemeClr val="bg1"/>
                </a:solidFill>
              </a:rPr>
              <a:t>SP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C0C2E-A8C1-B99E-F481-991AFF84E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20" y="2408604"/>
            <a:ext cx="5644661" cy="16565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ACF63B-8143-9C87-55F4-40B6D26A0CD3}"/>
                  </a:ext>
                </a:extLst>
              </p14:cNvPr>
              <p14:cNvContentPartPr/>
              <p14:nvPr/>
            </p14:nvContentPartPr>
            <p14:xfrm>
              <a:off x="8634937" y="5987884"/>
              <a:ext cx="2409120" cy="705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ACF63B-8143-9C87-55F4-40B6D26A0C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17297" y="5970244"/>
                <a:ext cx="2444760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5580A9-50BB-B792-5AC6-6BDFEC12030F}"/>
                  </a:ext>
                </a:extLst>
              </p14:cNvPr>
              <p14:cNvContentPartPr/>
              <p14:nvPr/>
            </p14:nvContentPartPr>
            <p14:xfrm>
              <a:off x="754537" y="1951204"/>
              <a:ext cx="5833080" cy="2298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5580A9-50BB-B792-5AC6-6BDFEC12030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6537" y="1933564"/>
                <a:ext cx="5868720" cy="23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8D99009-4866-9296-D1FA-8543AADE84C0}"/>
                  </a:ext>
                </a:extLst>
              </p14:cNvPr>
              <p14:cNvContentPartPr/>
              <p14:nvPr/>
            </p14:nvContentPartPr>
            <p14:xfrm>
              <a:off x="4154737" y="4273924"/>
              <a:ext cx="4515840" cy="2195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8D99009-4866-9296-D1FA-8543AADE84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36737" y="4256284"/>
                <a:ext cx="4551480" cy="2230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מלבן 4">
            <a:extLst>
              <a:ext uri="{FF2B5EF4-FFF2-40B4-BE49-F238E27FC236}">
                <a16:creationId xmlns:a16="http://schemas.microsoft.com/office/drawing/2014/main" id="{F817810C-9484-142B-6B58-19A55C2B9D13}"/>
              </a:ext>
            </a:extLst>
          </p:cNvPr>
          <p:cNvSpPr/>
          <p:nvPr/>
        </p:nvSpPr>
        <p:spPr>
          <a:xfrm>
            <a:off x="1818968" y="631596"/>
            <a:ext cx="963523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קבצי </a:t>
            </a:r>
            <a:r>
              <a:rPr lang="en-US" sz="4400" b="1" u="sng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SharedPreferences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77288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09A6-F6D5-2532-8079-321157E5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00D474EF-E00B-2136-AB14-6645393640AC}"/>
              </a:ext>
            </a:extLst>
          </p:cNvPr>
          <p:cNvSpPr/>
          <p:nvPr/>
        </p:nvSpPr>
        <p:spPr>
          <a:xfrm>
            <a:off x="1297858" y="2428726"/>
            <a:ext cx="9930207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בסיס נתונים </a:t>
            </a:r>
            <a:r>
              <a:rPr lang="en-US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SQLite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וזה כבר סיפור גדול ורציני...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F29AA2-48C0-E117-DDD0-BD1E06B27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D4F10C-99D3-3401-416C-E3F4AE54D9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2" name="מלבן 4">
            <a:extLst>
              <a:ext uri="{FF2B5EF4-FFF2-40B4-BE49-F238E27FC236}">
                <a16:creationId xmlns:a16="http://schemas.microsoft.com/office/drawing/2014/main" id="{976E2241-2822-FB01-8C86-4D7AD265F39B}"/>
              </a:ext>
            </a:extLst>
          </p:cNvPr>
          <p:cNvSpPr/>
          <p:nvPr/>
        </p:nvSpPr>
        <p:spPr>
          <a:xfrm>
            <a:off x="4693126" y="-84358"/>
            <a:ext cx="53383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שמירת נתונים ועבודה איתם</a:t>
            </a:r>
          </a:p>
        </p:txBody>
      </p:sp>
    </p:spTree>
    <p:extLst>
      <p:ext uri="{BB962C8B-B14F-4D97-AF65-F5344CB8AC3E}">
        <p14:creationId xmlns:p14="http://schemas.microsoft.com/office/powerpoint/2010/main" val="543504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3419</TotalTime>
  <Words>358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Assistant</vt:lpstr>
      <vt:lpstr>Guttman Vilna</vt:lpstr>
      <vt:lpstr>Hadassah Friedlaender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232</cp:revision>
  <dcterms:created xsi:type="dcterms:W3CDTF">2019-01-05T16:01:25Z</dcterms:created>
  <dcterms:modified xsi:type="dcterms:W3CDTF">2026-03-18T18:56:44Z</dcterms:modified>
</cp:coreProperties>
</file>