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275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48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1045 9830 0 0,'-20'-28'0'0'0,"14"20"0"0"0,0-1 0 0 0,0 1 0 0 0,1-1 0 0 0,-8-18 0 0 0,12 24 0 0 0,-2-3 0 0 0,0-1 0 0 0,1 0 0 0 0,0 0 0 0 0,0 0 0 0 0,0 0 0 0 0,1 0 0 0 0,0 0 0 0 0,0 0 0 0 0,1 0 0 0 0,0 0 0 0 0,0-1 0 0 0,1 1 0 0 0,0 0 0 0 0,0 0 0 0 0,4-11 0 0 0,2-1 0 0 0,2 0 0 0 0,0 1 0 0 0,1 0 0 0 0,0 1 0 0 0,26-30 0 0 0,-12 20 0 0 0,1 1 0 0 0,43-33 0 0 0,-18 18 0 0 0,-20 15 0 0 0,1 1 0 0 0,2 2 0 0 0,0 1 0 0 0,37-19 0 0 0,-35 25 15 0 0,27-15 179 0 0,2 4 0 0 0,94-28 0 0 0,192-20 2541 0 0,169-23 1097 0 0,-154 24-3157 0 0,-291 62-193 0 0,0 4 1 0 0,0 2 0 0 0,95 7-1 0 0,-111 3-62 0 0,0 3 1 0 0,-1 2-1 0 0,0 3 0 0 0,96 34 1 0 0,-135-40-314 0 0,278 109 1670 0 0,-222-81-950 0 0,133 80-1 0 0,-187-101-666 0 0,0 1 1 0 0,-1 1-1 0 0,0 0 0 0 0,26 29 1 0 0,-38-36-149 0 0,-1 0 0 0 0,-1 0 1 0 0,1 1-1 0 0,-1-1 1 0 0,-1 1-1 0 0,0 1 1 0 0,0-1-1 0 0,0 0 0 0 0,-1 1 1 0 0,-1 0-1 0 0,0 0 1 0 0,0-1-1 0 0,0 19 1 0 0,-2-11-13 0 0,-1 0 0 0 0,-1 0 0 0 0,-1 0 0 0 0,0-1 0 0 0,-2 1 0 0 0,1-1 0 0 0,-2 0 0 0 0,0 0 0 0 0,-1 0 0 0 0,-1-1 0 0 0,0 0 0 0 0,-1-1 0 0 0,-1 0 0 0 0,-12 15 0 0 0,-18 18 0 0 0,-2-3 0 0 0,-72 61 0 0 0,79-76 0 0 0,-1-2 0 0 0,-2 0 0 0 0,0-3 0 0 0,-2-1 0 0 0,0-2 0 0 0,-1-2 0 0 0,-1-2 0 0 0,-1-2 0 0 0,-46 11 0 0 0,-36-1 0 0 0,0-5 0 0 0,-168 4 0 0 0,-23-6 0 0 0,-214 6 0 0 0,397-25 0 0 0,-260-36 0 0 0,300 20-855 0 0,1-4 1 0 0,1-4-1 0 0,1-4 1 0 0,1-4 0 0 0,2-4-1 0 0,-153-89 1 0 0,215 109 501 0 0,0 0 0 0 0,1-2 0 0 0,0-1 0 0 0,2-1 0 0 0,1 0 0 0 0,0-2 0 0 0,2 0 0 0 0,-21-33 0 0 0,36 50 270 0 0,0 0 1 0 0,0-1-1 0 0,1 0 1 0 0,-1 1-1 0 0,2-1 1 0 0,-1-1-1 0 0,1 1 1 0 0,0 0-1 0 0,0 0 0 0 0,1-1 1 0 0,0 1-1 0 0,1-1 1 0 0,-1 0-1 0 0,1 1 1 0 0,1-1-1 0 0,0 1 0 0 0,0-1 1 0 0,3-10-1 0 0,19-64-727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51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560 10074 9830 0 0,'-7'-11'12'0'0,"1"0"-1"0"0,0 0 1 0 0,1-1-1 0 0,1 0 1 0 0,-1 0-1 0 0,2 0 1 0 0,-4-20-1 0 0,-4-91 118 0 0,8 78-116 0 0,-10-455-96 0 0,10 251 39 0 0,-4 117 28 0 0,-29-167-1 0 0,-49-128-33 0 0,3 16 26 0 0,1-43 24 0 0,-35-212 0 0 0,46-7 0 0 0,60 375 0 0 0,37-364 0 0 0,-4 448 0 0 0,10 0 0 0 0,87-301 0 0 0,-67 353 0 0 0,6 2 0 0 0,7 3 0 0 0,158-268 0 0 0,-121 262 0 0 0,8 5 0 0 0,6 4 0 0 0,153-154 0 0 0,-126 164 0 0 0,6 7 0 0 0,6 7 0 0 0,5 6 0 0 0,185-106 0 0 0,227-88 0 0 0,-556 309 0 0 0,423-197 0 0 0,12 31 0 0 0,6 20 0 0 0,-49 18 0 0 0,539-159 0 0 0,-527 182 110 0 0,201-58 232 0 0,-501 129 590 0 0,-109 41-888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5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9830 0 0,'583'-48'5808'0'0,"-496"37"-4966"0"0,52-9 639 0 0,132-12 1215 0 0,-16 8 53 0 0,-255 23-2743 0 0,0 1-1 0 0,1 0 1 0 0,-1 0 0 0 0,1 0-1 0 0,-1 0 1 0 0,1 0 0 0 0,-1 0-1 0 0,1 0 1 0 0,-1 0 0 0 0,1 0-1 0 0,-1 0 1 0 0,0 0-1 0 0,1 1 1 0 0,-1-1 0 0 0,1 0-1 0 0,-1 0 1 0 0,1 0 0 0 0,-1 0-1 0 0,0 1 1 0 0,1-1-1 0 0,-1 0 1 0 0,0 0 0 0 0,1 1-1 0 0,-1-1 1 0 0,0 0 0 0 0,1 1-1 0 0,-1-1 1 0 0,0 0 0 0 0,1 1-1 0 0,-1-1 1 0 0,0 1-1 0 0,0-1 1 0 0,0 0 0 0 0,1 1-1 0 0,-1-1 1 0 0,0 1 0 0 0,0-1-1 0 0,0 1 1 0 0,0-1 0 0 0,0 0-1 0 0,0 1 1 0 0,0-1-1 0 0,0 1 1 0 0,0-1 0 0 0,0 1-1 0 0,0-1 1 0 0,0 1 0 0 0,0-1-1 0 0,0 0 1 0 0,-1 2 0 0 0,-7 20 97 0 0,8-21-74 0 0,-29 57 719 0 0,-2-2-1 0 0,-43 59 0 0 0,-90 97-601 0 0,150-196-146 0 0,1 2 0 0 0,1-1 0 0 0,-16 30 0 0 0,16-19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53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1176 1 9830 0 0,'-349'136'3859'0'0,"292"-111"-3103"0"0,1 2 1 0 0,1 2 0 0 0,2 3 0 0 0,-61 47 0 0 0,76-48-107 0 0,1 2 0 0 0,1 1 0 0 0,2 2 1 0 0,1 1-1 0 0,-50 77 0 0 0,65-86-167 0 0,0 2 1 0 0,2 0-1 0 0,2 1 0 0 0,0 1 1 0 0,-15 58-1 0 0,25-74-354 0 0,2 0 0 0 0,-1 0 0 0 0,2 0 0 0 0,0 1 0 0 0,1-1 0 0 0,0 0 0 0 0,2 1-1 0 0,0-1 1 0 0,0 0 0 0 0,2 0 0 0 0,0 0 0 0 0,1 0 0 0 0,0-1 0 0 0,9 17 0 0 0,6 4-128 0 0,1-1-1 0 0,2-1 1 0 0,1-1-1 0 0,2-2 1 0 0,1 0-1 0 0,1-1 1 0 0,2-2-1 0 0,1-1 1 0 0,1-2 0 0 0,42 26-1 0 0,-1-7 0 0 0,3-3 0 0 0,1-3 0 0 0,150 50 0 0 0,-121-55 0 0 0,3-5 0 0 0,204 26 0 0 0,227-28 0 0 0,178-48 0 0 0,1-28 0 0 0,-256 16 0 0 0,-405 31-60 0 0,294-27 203 0 0,-261 18-616 0 0,162-44-1 0 0,-231 49 194 0 0,1 0 0 0 0,-1-2 0 0 0,0 0 0 0 0,-1-2 0 0 0,25-15 0 0 0,-40 22 189 0 0,0 0 0 0 0,0-1 0 0 0,0 1 0 0 0,-1-1 0 0 0,0-1 0 0 0,0 1 0 0 0,0-1 0 0 0,0 0 0 0 0,-1 0 0 0 0,0 0 0 0 0,-1 0 0 0 0,1-1 0 0 0,-1 1 1 0 0,0-1-1 0 0,-1 0 0 0 0,1 0 0 0 0,-2 0 0 0 0,1-1 0 0 0,-1 1 0 0 0,1-14 0 0 0,-3 3-110 0 0,-1 0 1 0 0,0 1-1 0 0,-2 0 0 0 0,0-1 1 0 0,-1 1-1 0 0,0 0 1 0 0,-1 1-1 0 0,-2 0 0 0 0,1 0 1 0 0,-11-15-1 0 0,-4-3-366 0 0,-1 0 1 0 0,-2 2-1 0 0,-37-38 0 0 0,13 23 0 0 0,-2 1-1 0 0,-2 4 0 0 0,-2 1 0 0 0,-2 3 1 0 0,-1 2-1 0 0,-108-47 0 0 0,-396-121-2914 0 0,-5 61 3482 0 0,-11 51 0 0 0,374 68 3058 0 0,-401 4-1 0 0,494 26-1904 0 0,1 5-1 0 0,0 4 1 0 0,1 6-1 0 0,1 4 1 0 0,-135 50-1 0 0,114-24-481 0 0,2 7-1 0 0,3 4 1 0 0,2 7 0 0 0,-171 126 0 0 0,182-107-671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56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2205 9830 0 0,'0'-10'0'0'0,"1"1"0"0"0,1 0 0 0 0,0 0 0 0 0,0 0 0 0 0,1 0 0 0 0,0 1 0 0 0,1-1 0 0 0,0 1 0 0 0,0-1 0 0 0,1 1 0 0 0,-1 1 0 0 0,2-1 0 0 0,-1 1 0 0 0,8-8 0 0 0,14-12 0 0 0,1 1 0 0 0,1 2 0 0 0,63-41 0 0 0,109-49 0 0 0,-144 84 0 0 0,572-273 0 0 0,-599 290 0 0 0,612-254 0 0 0,41 36 0 0 0,14 40 0 0 0,-688 188 0 0 0,1984-394 0 0 0,-895 269 0 0 0,143 23 3591 0 0,-377 35-1371 0 0,995-6 7179 0 0,-1518 86-8812 0 0,548 88 0 0 0,-163 39-587 0 0,460 98 0 0 0,-979-183 0 0 0,314 122 0 0 0,-388-116 0 0 0,164 97 0 0 0,-263-134 0 0 0,-1 1 0 0 0,-1 2 0 0 0,0 1 0 0 0,48 52 0 0 0,-36-27 0 0 0,-2 2 0 0 0,38 61 0 0 0,-57-72 0 0 0,-2 1 0 0 0,-2 0 0 0 0,27 87 0 0 0,-1-3 0 0 0,-35-95 0 0 0,-1 0 0 0 0,-1 0 0 0 0,-2 1 0 0 0,-1 0 0 0 0,-1 1 0 0 0,-2-1 0 0 0,-2 46 0 0 0,-6 8 0 0 0,-27 131 0 0 0,23-181 0 0 0,-9 36 0 0 0,-14 52 0 0 0,21-70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29:57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 0 0,'2'1'36'0'0,"1"0"-1"0"0,0 1 0 0 0,-1-1 1 0 0,1 1-1 0 0,-1 0 1 0 0,0 0-1 0 0,0 0 1 0 0,1 0-1 0 0,-1 0 1 0 0,-1 1-1 0 0,1-1 1 0 0,0 1-1 0 0,0-1 0 0 0,-1 1 1 0 0,0 0-1 0 0,1-1 1 0 0,-1 1-1 0 0,0 0 1 0 0,0 3-1 0 0,3 8 238 0 0,-1 1-1 0 0,1 25 0 0 0,-2-25-106 0 0,4 67 651 0 0,-1-22 78 0 0,12 63 1 0 0,-13-100-679 0 0,-2-8-29 0 0,1 0 0 0 0,1-1 1 0 0,0 1-1 0 0,1-1 0 0 0,0 0 0 0 0,1 0 0 0 0,1-1 0 0 0,0 1 1 0 0,1-1-1 0 0,9 12 0 0 0,-16-24-171 0 0,-1-1-1 0 0,1 1 1 0 0,-1 0 0 0 0,1-1 0 0 0,-1 1 0 0 0,1-1 0 0 0,-1 1-1 0 0,1-1 1 0 0,0 1 0 0 0,-1-1 0 0 0,1 1 0 0 0,0-1 0 0 0,-1 1-1 0 0,1-1 1 0 0,0 0 0 0 0,-1 0 0 0 0,3 1 0 0 0,0-2 20 0 0,0-1-1 0 0,0 1 1 0 0,-1-1 0 0 0,1 0-1 0 0,0 0 1 0 0,0 0 0 0 0,-1 0 0 0 0,1 0-1 0 0,-1-1 1 0 0,0 1 0 0 0,0-1-1 0 0,0 0 1 0 0,2-3 0 0 0,5-4 3 0 0,104-143-801 0 0,-87 113 461 0 0,3 0-1 0 0,1 2 1 0 0,42-42 0 0 0,-55 65 165 0 0,-17 15 133 0 0,0 0 0 0 0,1-1 0 0 0,-1 1 0 0 0,0 0-1 0 0,0 0 1 0 0,1-1 0 0 0,-1 1 0 0 0,0 0 0 0 0,1 0 0 0 0,-1 0 0 0 0,1-1 0 0 0,-1 1 0 0 0,0 0-1 0 0,1 0 1 0 0,-1 0 0 0 0,0 0 0 0 0,1 0 0 0 0,-1 0 0 0 0,1 0 0 0 0,-1 0 0 0 0,0 0 0 0 0,1 0-1 0 0,-1 0 1 0 0,1 0 0 0 0,-1 0 0 0 0,0 0 0 0 0,1 0 0 0 0,-1 0 0 0 0,9 16 187 0 0,-7 14 14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31:38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425 782 9830 0 0,'11'-15'0'0'0,"1"0"0"0"0,0 0 0 0 0,1 1 0 0 0,1 1 0 0 0,0 0 0 0 0,1 0 0 0 0,0 2 0 0 0,1 0 0 0 0,1 1 0 0 0,27-13 0 0 0,1 5 429 0 0,0 2 1 0 0,2 2-1 0 0,51-9 1 0 0,-9 3 49 0 0,32-9 871 0 0,194-22-1 0 0,-21 12 1156 0 0,1 0 40 0 0,280-32 2228 0 0,-359 50-3394 0 0,343-31-1093 0 0,407-3-286 0 0,723-69 0 0 0,-1207 82 0 0 0,704 28 0 0 0,-1011 19 0 0 0,204 14 0 0 0,-59 0 0 0 0,25 2 0 0 0,-203-5 0 0 0,167 42 0 0 0,-236-39 0 0 0,0 3 0 0 0,-2 4 0 0 0,-1 2 0 0 0,69 40 0 0 0,-90-41 0 0 0,-1 3 0 0 0,57 44 0 0 0,-90-61 0 0 0,0-1 0 0 0,-2 2 0 0 0,0 0 0 0 0,0 0 0 0 0,-1 1 0 0 0,-1 1 0 0 0,0 0 0 0 0,-2 0 0 0 0,1 1 0 0 0,10 29 0 0 0,-18-39 0 0 0,1 1 0 0 0,-1 0 0 0 0,-1 0 0 0 0,0 0 0 0 0,0-1 0 0 0,0 1 0 0 0,-1 0 0 0 0,0 0 0 0 0,-1 0 0 0 0,0 0 0 0 0,0 0 0 0 0,-4 14 0 0 0,1-12 0 0 0,0 0 0 0 0,0 0 0 0 0,-1-1 0 0 0,-1 1 0 0 0,1-1 0 0 0,-2 0 0 0 0,1-1 0 0 0,-13 13 0 0 0,-1-2 0 0 0,-2-1 0 0 0,0-1 0 0 0,-1-1 0 0 0,0-1 0 0 0,-2 0 0 0 0,-38 15 0 0 0,-17 3 0 0 0,-2-4 0 0 0,-113 25 0 0 0,-174 12 0 0 0,-41-14 0 0 0,233-29 0 0 0,-189 20 0 0 0,223-33 0 0 0,-247 14 0 0 0,311-20 0 0 0,-400 9 0 0 0,-139-22 0 0 0,405 5 0 0 0,-269-6 0 0 0,230 7 0 0 0,-63-3 0 0 0,-237-9 0 0 0,376 14 0 0 0,-242 5 0 0 0,-57-1 0 0 0,363-6 0 0 0,-413 3 0 0 0,-51-5 0 0 0,369-2 0 0 0,13 0 0 0 0,-162-2 0 0 0,2 25 0 0 0,-456 24 0 0 0,809-40 0 0 0,-180-9 0 0 0,146 5 0 0 0,0-2 0 0 0,0-1 0 0 0,-36-12 0 0 0,66 17-5 0 0,0 0 1 0 0,1-1-1 0 0,0 0 0 0 0,-1 0 1 0 0,1 0-1 0 0,0 0 1 0 0,0-1-1 0 0,1 1 1 0 0,-4-6-1 0 0,6 7-24 0 0,-1-1-1 0 0,2 0 1 0 0,-1 0-1 0 0,0 0 1 0 0,1-1-1 0 0,-1 1 1 0 0,1 0 0 0 0,0 0-1 0 0,0 0 1 0 0,0 0-1 0 0,0 0 1 0 0,1 0-1 0 0,-1 0 1 0 0,1-1 0 0 0,0 1-1 0 0,0 0 1 0 0,0 1-1 0 0,1-5 1 0 0,3-3-123 0 0,0 0 0 0 0,1-1 0 0 0,11-14 0 0 0,-7 13-62 0 0,0 0 0 0 0,2 1 0 0 0,-1 0 0 0 0,1 1 0 0 0,1 0 0 0 0,0 1 0 0 0,26-13 0 0 0,105-44-1240 0 0,-107 51 1028 0 0,66-23-672 0 0,-15 14 191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33:08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1 514 9830 0 0,'1'-7'13'0'0,"0"1"-1"0"0,0 0 0 0 0,1 1 1 0 0,0-1-1 0 0,0 0 1 0 0,1 0-1 0 0,0 1 1 0 0,0-1-1 0 0,0 1 1 0 0,0 0-1 0 0,1 0 1 0 0,0 0-1 0 0,0 1 0 0 0,0-1 1 0 0,1 1-1 0 0,-1 0 1 0 0,1 0-1 0 0,0 0 1 0 0,0 1-1 0 0,8-4 1 0 0,9-5 109 0 0,0 1 1 0 0,0 0 0 0 0,44-12 0 0 0,162-33 2316 0 0,-21 6-176 0 0,42-15 367 0 0,-167 45-1776 0 0,307-58 2497 0 0,-251 53-3629 0 0,25-1 744 0 0,2 8 1 0 0,1 7 0 0 0,215 13-1 0 0,-160 7 205 0 0,430 38 1157 0 0,-629-44-1825 0 0,19 2-2 0 0,-1 2 0 0 0,0 1 0 0 0,61 22 0 0 0,-94-27-1 0 0,0 1 0 0 0,0 0 0 0 0,0 0 0 0 0,-1 0 0 0 0,1 1 0 0 0,-1 0 0 0 0,0 0 0 0 0,-1 1 0 0 0,7 7 0 0 0,-10-11 0 0 0,0 0 0 0 0,-1 0 0 0 0,1 1 0 0 0,0-1 0 0 0,-1 1 0 0 0,0-1 0 0 0,1 1 0 0 0,-1 0 0 0 0,0 0 0 0 0,-1-1 0 0 0,1 1 0 0 0,0 0 0 0 0,-1 0 0 0 0,1 0 0 0 0,-1 0 0 0 0,0 0 0 0 0,0 0 0 0 0,0 0 0 0 0,0 0 0 0 0,-1-1 0 0 0,1 1 0 0 0,-1 0 0 0 0,0 0 0 0 0,0 0 0 0 0,0 0 0 0 0,0-1 0 0 0,-3 5 0 0 0,-6 8 0 0 0,-1-1 0 0 0,-1-1 0 0 0,0 0 0 0 0,-1 0 0 0 0,0-1 0 0 0,-1-1 0 0 0,0-1 0 0 0,-19 12 0 0 0,-12 3 0 0 0,-75 32 0 0 0,-241 65 0 0 0,-8-36 0 0 0,7-37 0 0 0,-4-30 0 0 0,173-11 0 0 0,168-7 0 0 0,-190 16 0 0 0,175-12 0 0 0,0 2 0 0 0,1 2 0 0 0,-52 18 0 0 0,-43 16 0 0 0,-250 45 0 0 0,383-88 0 0 0,-4 1-1 0 0,-33 7 2 0 0,0-2 1 0 0,-1-1 0 0 0,-57-1-1 0 0,85-4-5 0 0,0-1 1 0 0,0 0-1 0 0,0-1 0 0 0,1 0 0 0 0,-1-1 0 0 0,0 0 0 0 0,1 0 0 0 0,-1-2 0 0 0,1 1 0 0 0,0-1 1 0 0,1 0-1 0 0,-1-1 0 0 0,1 0 0 0 0,0-1 0 0 0,1 0 0 0 0,-1 0 0 0 0,-7-10 0 0 0,3 0-240 0 0,0 0 1 0 0,1-1-1 0 0,1-1 0 0 0,1 0 0 0 0,1 0 1 0 0,0-1-1 0 0,-6-22 0 0 0,-33-152-1850 0 0,37 141 1489 0 0,3 9 155 0 0,9 7-123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6:50:2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72 9830 0 0,'59'-3'468'0'0,"-45"1"-287"0"0,0 0-1 0 0,0 2 1 0 0,0 0-1 0 0,0 0 0 0 0,0 1 1 0 0,0 1-1 0 0,26 7 1 0 0,47 21 1132 0 0,2-3 1 0 0,0-5-1 0 0,106 14 1 0 0,-122-28-238 0 0,0-2-1 0 0,1-4 1 0 0,125-13 0 0 0,-80 1 43 0 0,34-4 606 0 0,200-62 377 0 0,-125 24-2133 0 0,-211 48 31 0 0,50-10 0 0 0,1 2 0 0 0,91-3 0 0 0,-80 18 0 0 0,142 22 0 0 0,-170-17 0 0 0,22 4 0 0 0,70 8 0 0 0,-139-20 0 0 0,104 8 0 0 0,142-9 0 0 0,-167-4 0 0 0,111 6 0 0 0,-154 2 0 0 0,-1 1 0 0 0,0 3 0 0 0,-1 1 0 0 0,0 2 0 0 0,39 15 0 0 0,-46-13 0 0 0,-6-3 0 0 0,-1 0 0 0 0,0 2 0 0 0,0 1 0 0 0,-1 1 0 0 0,0 0 0 0 0,22 19 0 0 0,1 7 0 0 0,62 56 0 0 0,-92-79 0 0 0,-1 0 0 0 0,-1 1 0 0 0,0 1 0 0 0,15 26 0 0 0,-21-26 0 0 0,0 0 0 0 0,0 0 0 0 0,-2 0 0 0 0,0 1 0 0 0,-2 0 0 0 0,0 1 0 0 0,3 36 0 0 0,-6-23 0 0 0,0 0 0 0 0,-3 0 0 0 0,-9 61 0 0 0,1-59 0 0 0,9-32 0 0 0,0 1 0 0 0,-1-1 0 0 0,1 0 0 0 0,-1 1 0 0 0,0-1 0 0 0,1 0 0 0 0,-1 0 0 0 0,0 0 0 0 0,-1 0 0 0 0,1-1 0 0 0,-1 1 0 0 0,1-1 0 0 0,-1 1 0 0 0,-4 2 0 0 0,-39 19 0 0 0,39-21 0 0 0,-58 21 0 0 0,-77 19 0 0 0,-52 18 0 0 0,-118 44 0 0 0,305-103 0 0 0,-56 15 0 0 0,0-2 0 0 0,-86 7 0 0 0,-129-3 0 0 0,159-14 0 0 0,31 0 0 0 0,-316 25 0 0 0,255-5 0 0 0,64-9 0 0 0,-42 8 0 0 0,51-8 0 0 0,-1-4 0 0 0,-120 5 0 0 0,-572-23 0 0 0,720 3 0 0 0,0-3 0 0 0,1-1 0 0 0,-54-15 0 0 0,-85-34 0 0 0,-44-8 0 0 0,195 58 0 0 0,16 4 0 0 0,0-2 0 0 0,-23-6 0 0 0,29 5 0 0 0,-1 0 0 0 0,0-1 0 0 0,-7-6 0 0 0,18 5 0 0 0,3 4 0 0 0,-3-2-39 0 0,1 0 0 0 0,0 0 0 0 0,0 0 0 0 0,0 0 0 0 0,1-1 0 0 0,0 1 0 0 0,0-1 0 0 0,0 0 1 0 0,0 1-1 0 0,1-1 0 0 0,0 0 0 0 0,1 0 0 0 0,-1 0 0 0 0,1 0 0 0 0,0 0 0 0 0,2-11 0 0 0,2-5-270 0 0,1 0-1 0 0,1 0 0 0 0,9-24 0 0 0,7-21-679 0 0,27-120-1308 0 0,-31 115 784 0 0,16-126 0 0 0,-32 170 1114 0 0,-2-1 1 0 0,-3-35-1 0 0,-2-33-702 0 0,5 84 1010 0 0,0 2-92 0 0,0 1 138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7:01:39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1 632 9830 0 0,'8'-16'0'0'0,"2"0"0"0"0,0 1 0 0 0,0 0 0 0 0,2 0 0 0 0,0 1 0 0 0,0 0 0 0 0,1 1 0 0 0,1 1 0 0 0,0 0 0 0 0,1 1 0 0 0,16-9 0 0 0,50-25 317 0 0,2 4-1 0 0,142-50 1 0 0,-178 79 287 0 0,-1 3 0 0 0,2 2 0 0 0,88-2 0 0 0,-41 4 181 0 0,176-24 1916 0 0,38-3 311 0 0,-215 24-2203 0 0,37-2 491 0 0,-62 5-38 0 0,118-23 0 0 0,-117 15-559 0 0,151-36 490 0 0,-143 28-1371 0 0,1 4-1 0 0,126-10 0 0 0,-169 26 195 0 0,0 3 0 0 0,-1 1 1 0 0,1 1-1 0 0,-1 2 0 0 0,0 1 1 0 0,-1 2-1 0 0,0 2 0 0 0,49 21 1 0 0,-34-8 10 0 0,-1 1 0 0 0,-1 3 0 0 0,-1 2 0 0 0,76 64 0 0 0,-106-80-18 0 0,-1 1 0 0 0,-1 0 0 0 0,0 1 0 0 0,-1 0 0 0 0,0 1 0 0 0,-2 1 0 0 0,0 0 0 0 0,-1 1 0 0 0,0 0 0 0 0,-2 0 0 0 0,8 25 0 0 0,-13-31-3 0 0,0-1-1 0 0,-1 1 1 0 0,0-1-1 0 0,-1 1 1 0 0,0 0-1 0 0,-1-1 0 0 0,0 1 1 0 0,-1 0-1 0 0,0 0 1 0 0,-2-1-1 0 0,1 1 1 0 0,-1-1-1 0 0,-1 0 1 0 0,0 0-1 0 0,-1 0 1 0 0,0 0-1 0 0,-1-1 0 0 0,0 0 1 0 0,-13 17-1 0 0,6-12 0 0 0,-1 0 0 0 0,-1-1 0 0 0,0-1 0 0 0,-1-1 0 0 0,-33 22 0 0 0,-98 47-9 0 0,116-67 6 0 0,-284 121-2 0 0,-13-25 0 0 0,290-99 0 0 0,-113 34 0 0 0,-2-7 0 0 0,-1-7 0 0 0,-197 16 0 0 0,292-43 0 0 0,-293 21 0 0 0,241-23 0 0 0,-131-13 0 0 0,-43-31 87 0 0,241 32-349 0 0,1-3 1 0 0,0-2-1 0 0,1-1 0 0 0,-55-29 0 0 0,52 20-636 0 0,-65-47 0 0 0,93 59 630 0 0,2-1 1 0 0,0-1 0 0 0,0 0-1 0 0,2-1 1 0 0,-1 0 0 0 0,-20-33-1 0 0,30 42 191 0 0,1 0 0 0 0,0-1 0 0 0,0 1 0 0 0,1-1 0 0 0,0 0 0 0 0,0 1 0 0 0,0-1-1 0 0,1 0 1 0 0,0 0 0 0 0,1 0 0 0 0,-1 0 0 0 0,1 0 0 0 0,0 0 0 0 0,1 0 0 0 0,0 0 0 0 0,0 0 0 0 0,1 0 0 0 0,-1 0 0 0 0,2 1-1 0 0,-1-1 1 0 0,1 1 0 0 0,0-1 0 0 0,3-5 0 0 0,2-1-106 0 0,1 0 0 0 0,0 1 1 0 0,1 0-1 0 0,0 1 0 0 0,1 0 0 0 0,0 1 0 0 0,0 0 0 0 0,1 1 0 0 0,24-15 1 0 0,41-19-667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7:01:42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161 810 9830 0 0,'5'4'79'0'0,"1"0"0"0"0,0-1 0 0 0,-1 0-1 0 0,1 0 1 0 0,0 0 0 0 0,1-1 0 0 0,-1 0 0 0 0,0 0 0 0 0,1-1-1 0 0,-1 1 1 0 0,1-2 0 0 0,7 1 0 0 0,12 0 411 0 0,47-6 0 0 0,-28 1 30 0 0,181-24 1766 0 0,-126 12-1118 0 0,-83 15-963 0 0,-1 0-1 0 0,1 2 1 0 0,-1 0-1 0 0,1 0 0 0 0,-1 2 1 0 0,27 7-1 0 0,-18-5 275 0 0,44 6 0 0 0,39-2 672 0 0,-48-2 58 0 0,119-3 0 0 0,366-68 3238 0 0,247-15-4447 0 0,-422 71 0 0 0,-268 12 0 0 0,165 27 0 0 0,-188-18 0 0 0,1-3 0 0 0,0-3 0 0 0,145-8 0 0 0,-153-7 22 0 0,133-33 0 0 0,64-39-520 0 0,-205 60 57 0 0,-55 17 408 0 0,91-32 108 0 0,-89 30-128 0 0,-1 0-1 0 0,-1 0 0 0 0,1-1 0 0 0,-1 0 0 0 0,0 0 0 0 0,0-1 1 0 0,10-11-1 0 0,-18 16 28 0 0,1 1-1 0 0,-1-1 1 0 0,0 0 0 0 0,0 0 0 0 0,0 0-1 0 0,0 0 1 0 0,0 0 0 0 0,0 0 0 0 0,-1-1 0 0 0,1 1-1 0 0,-1 0 1 0 0,1 0 0 0 0,-1 0 0 0 0,0-1-1 0 0,0 1 1 0 0,0 0 0 0 0,0 0 0 0 0,0-1 0 0 0,-1 1-1 0 0,1 0 1 0 0,-1 0 0 0 0,1 0 0 0 0,-1-1-1 0 0,0 1 1 0 0,0 0 0 0 0,0 0 0 0 0,0 0 0 0 0,0 0-1 0 0,-1-1 1 0 0,-3-5-77 0 0,-1 1 0 0 0,1 0 0 0 0,-1 0 0 0 0,0 1 0 0 0,0-1 0 0 0,-8-4-1 0 0,-6-3-194 0 0,1 1-1 0 0,-2 0 0 0 0,0 2 0 0 0,-1 1 1 0 0,-28-10-1 0 0,-122-32-1418 0 0,148 46 1450 0 0,-61-13-132 0 0,-144-11-1 0 0,58 10 1289 0 0,-182-14 891 0 0,224 25-1107 0 0,11-3-132 0 0,-120-4 705 0 0,-243 26 956 0 0,308-4-2166 0 0,100-7-36 0 0,1-2 0 0 0,-99-18 0 0 0,-136-44 0 0 0,257 54 0 0 0,-1 1 0 0 0,0 3 0 0 0,0 2 0 0 0,-1 3 0 0 0,1 1 0 0 0,-1 3 0 0 0,1 2 0 0 0,-93 20 0 0 0,-223 85 0 0 0,-27 26 0 0 0,368-125 0 0 0,0 1 0 0 0,2 2 0 0 0,-1 0 0 0 0,2 2 0 0 0,0 0 0 0 0,-41 37 0 0 0,44-35 0 0 0,3-4 0 0 0,1 0 0 0 0,-22 27 0 0 0,34-36 0 0 0,0 1 0 0 0,1 0 0 0 0,0 0 0 0 0,0 0 0 0 0,0 0 0 0 0,0 1 0 0 0,1-1 0 0 0,0 1 0 0 0,0-1 0 0 0,0 1 0 0 0,1 0 0 0 0,0 0 0 0 0,0 0 0 0 0,0 6 0 0 0,2 1 0 0 0,0 1 0 0 0,1 0 0 0 0,0-1 0 0 0,1 1 0 0 0,1-1 0 0 0,0 0 0 0 0,1 0 0 0 0,0 0 0 0 0,1-1 0 0 0,0 0 0 0 0,1 0 0 0 0,14 19 0 0 0,-7-14 0 0 0,0 0 0 0 0,1-1 0 0 0,1-1 0 0 0,1 0 0 0 0,0-1 0 0 0,1-1 0 0 0,29 16 0 0 0,34 13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07:01:44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5533 9830 0 0,'-22'-22'0'0'0,"11"10"0"0"0,8 2 0 0 0,3 9 0 0 0,0 1 0 0 0,0-1 0 0 0,0 0 0 0 0,0 1 0 0 0,0-1 0 0 0,0 0 0 0 0,0 1 0 0 0,0-1 0 0 0,1 0 0 0 0,-1 1 0 0 0,0-1 0 0 0,0 0 0 0 0,0 1 0 0 0,1-1 0 0 0,-1 0 0 0 0,0 1 0 0 0,1-1 0 0 0,-1 1 0 0 0,1-1 0 0 0,-1 1 0 0 0,0-1 0 0 0,1 1 0 0 0,-1-1 0 0 0,1 1 0 0 0,0-1 0 0 0,-1 1 0 0 0,1 0 0 0 0,-1-1 0 0 0,1 1 0 0 0,-1 0 0 0 0,1 0 0 0 0,0-1 0 0 0,-1 1 0 0 0,1 0 0 0 0,0 0 0 0 0,0 0 0 0 0,0-1 0 0 0,10-1 96 0 0,0 0 0 0 0,-1 1 1 0 0,1 0-1 0 0,0 1 0 0 0,0 0 0 0 0,0 0 0 0 0,12 3 0 0 0,9-1 273 0 0,-15-1-206 0 0,297 2 2951 0 0,606-92 5741 0 0,-675 42-11689 0 0,-3-11 1 0 0,-2-11-1 0 0,376-162 0 0 0,307-250 899 0 0,-752 375 1935 0 0,262-214 0 0 0,-350 247 0 0 0,-3-4 0 0 0,-4-3 0 0 0,94-128 0 0 0,-88 92 0 0 0,-6-4 0 0 0,74-154 0 0 0,-102 165 0 0 0,-4-1 0 0 0,-5-3 0 0 0,-5-1 0 0 0,-5-2 0 0 0,-5 0 0 0 0,-5-2 0 0 0,5-172 0 0 0,-23 232 0 0 0,-14-108 0 0 0,-25-56 0 0 0,17 108 0 0 0,-59-277 0 0 0,62 327 0 0 0,-2 2 0 0 0,-2 0 0 0 0,-4 1 0 0 0,-35-60 0 0 0,-114-132 0 0 0,145 213 0 0 0,-3-1 0 0 0,-1 3 0 0 0,-1 0 0 0 0,-71-55 0 0 0,76 71 26 0 0,-2 2 0 0 0,-34-17-1 0 0,35 20 25 0 0,0-1 0 0 0,-39-30 0 0 0,38 26 260 0 0,22 16-265 0 0,9 6-41 0 0,1 0 1 0 0,0 0 0 0 0,0 0-1 0 0,0 0 1 0 0,0-1-1 0 0,-1 1 1 0 0,1 0-1 0 0,0 0 1 0 0,0 0-1 0 0,-1 0 1 0 0,1 0-1 0 0,0 0 1 0 0,0 0-1 0 0,0 0 1 0 0,-1 0-1 0 0,1 0 1 0 0,0 0-1 0 0,0 0 1 0 0,-1 0-1 0 0,1 0 1 0 0,0 0-1 0 0,0 0 1 0 0,0 0-1 0 0,-1 0 1 0 0,1 0-1 0 0,0 0 1 0 0,0 0-1 0 0,-1 1 1 0 0,1-1 0 0 0,0 0-1 0 0,0 0 1 0 0,0 0-1 0 0,0 0 1 0 0,-1 0-1 0 0,1 1 1 0 0,0-1-1 0 0,0 0 1 0 0,0 0-1 0 0,0 0 1 0 0,0 0-1 0 0,-1 1 1 0 0,1-1-1 0 0,0 0 1 0 0,0 0-1 0 0,0 1 1 0 0,0-1-1 0 0,0 0 1 0 0,0 0-1 0 0,0 0 1 0 0,0 1-1 0 0,0-1 1 0 0,0 1-1 0 0,1 5 26 0 0,9 35 870 0 0,28 74 0 0 0,1 4 473 0 0,-29-84-962 0 0,-1-5-37 0 0,-2 0-1 0 0,0 0 1 0 0,-3 0-1 0 0,3 44 1 0 0,-16 18 611 0 0,5-80-938 0 0,-2-12 9 0 0,-5-10 154 0 0,6-1-173 0 0,0-1 1 0 0,0 0-1 0 0,1 1 0 0 0,1-2 0 0 0,0 1 1 0 0,0 0-1 0 0,1-1 0 0 0,0-20 0 0 0,-3-10-279 0 0,-2 12-53 0 0,-11-36 1 0 0,-6-23-162 0 0,-1-4-77 0 0,4 14 45 0 0,21 57 384 0 0,5-10-214 0 0,-3 20 272 0 0,3 0-45 0 0,8 4 99 0 0,-7 7 49 0 0,1 1-1 0 0,-1-1 0 0 0,1 1 0 0 0,-1 0 0 0 0,1 1 0 0 0,0 0 0 0 0,-1 0 0 0 0,1 0 0 0 0,-1 1 1 0 0,10 1-1 0 0,68 21 465 0 0,-56-15-295 0 0,51 14 562 0 0,0-5 0 0 0,85 8-1 0 0,195-8 1683 0 0,-348-17-2344 0 0,-2 0-95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54:29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9830,'45'3'705,"-1"1"-1,0 2 1,0 2 0,0 3-1,60 21 1,-82-26-381,-1 0 0,1-2 1,0-1-1,28 1 0,93-5 869,-61-2-412,915 2 7718,-513 2-8437,-287 13-62,10 0 0,-128-15 0,-56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54:31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937 588 9830,'-15'0'255,"1"-1"1,-1-1-1,1 0 0,0-1 1,0 0-1,0-1 0,1-1 0,-15-7 1,-105-39 1335,91 32-881,-71-43 0,53 24-583,1-2 1,2-4 0,-88-85-1,2-6-253,118 112 221,7 8-65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7:54:33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841 1 9830,'-12'7'378,"0"1"0,1 0 0,0 1 0,0 0 0,-15 17 0,-21 18 253,-64 39 504,59-47-146,2 2 0,2 3 1,-76 81-1,-89 96 2531,128-137-2424,58-54-1031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7:51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1700 1 9830 0 0,'-12'3'150'0'0,"5"1"-33"0"0,-35 24 324 0 0,30-21-331 0 0,2 2 72 0 0,3-1-137 0 0,14-6 1 0 0,3-1 182 0 0,-1 5-1 0 0,2-2-136 0 0,-2-3 91 0 0,1 0-91 0 0,0 4 91 0 0,2 2-136 0 0,-20-1 121 0 0,-1-2 1 0 0,1 1 0 0 0,-1-1-1 0 0,-11 4 1 0 0,-589 227 6767 0 0,498-202-5673 0 0,63-20-381 0 0,-53 22 1 0 0,-26 9 528 0 0,80-29-459 0 0,-66 29 0 0 0,-138 64-815 0 0,225-96-136 0 0,0-1 0 0 0,-1-1 0 0 0,-1-1 0 0 0,-36 6 0 0 0,32-4 0 0 0,9-3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7:52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0 665 9830 0 0,'47'-24'728'0'0,"79"-45"28"0"0,-106 56-785 0 0,-1 0 0 0 0,-1-2 0 0 0,-1 0 1 0 0,22-23-1 0 0,-16 11-18 0 0,0-1-1 0 0,-2-2 1 0 0,-1 0 0 0 0,32-64-1 0 0,-41 69 11 0 0,0-1 0 0 0,-2-1 1 0 0,-1 1-1 0 0,7-41 0 0 0,-13 57 27 0 0,-1 1 0 0 0,2 0 1 0 0,-1 0-1 0 0,1 0 0 0 0,1 1 0 0 0,0-1 1 0 0,0 1-1 0 0,7-11 0 0 0,-5 11-1 0 0,-4 9 11 0 0,-1 6 41 0 0,-1-7-35 0 0,-3 19 248 0 0,-1-1 1 0 0,-1 0 0 0 0,0 0 0 0 0,-1 0 0 0 0,-14 27 0 0 0,2-3 198 0 0,10-22-258 0 0,-15 37 667 0 0,2 1 0 0 0,-18 87 0 0 0,37-135-763 0 0,-75 373 3910 0 0,72-364-3793 0 0,3-10-216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7:53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9830 0 0,'13'3'161'0'0,"0"1"0"0"0,1-2-1 0 0,-1 1 1 0 0,1-2 0 0 0,-1 0-1 0 0,1 0 1 0 0,24-4 0 0 0,-8 2 191 0 0,120-9 1045 0 0,-78 4-609 0 0,12 5 82 0 0,1 2-56 0 0,-48-1-541 0 0,-25 1-46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00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3591 0 9830 0 0,'-52'27'472'0'0,"6"-8"147"0"0,46-19-619 0 0,-43 18 890 0 0,-59 32-1 0 0,64-30-308 0 0,-1-1-1 0 0,-43 14 1 0 0,37-17 326 0 0,-64 34 1 0 0,31-13 36 0 0,-73 37 798 0 0,12-6-44 0 0,12-5-281 0 0,-192 98 2275 0 0,178-86-3228 0 0,-257 119-464 0 0,239-119 0 0 0,-434 244 0 0 0,397-214 0 0 0,76-45 0 0 0,-206 90 0 0 0,86-43 0 0 0,234-105 0 0 0,0 1 0 0 0,0 1 0 0 0,1-1 0 0 0,-10 9 0 0 0,5-1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01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586 469 9830 0 0,'-10'10'170'0'0,"-1"0"-1"0"0,0-1 1 0 0,-1 0 0 0 0,0-1-1 0 0,0-1 1 0 0,-1 0 0 0 0,0 0-1 0 0,0-1 1 0 0,0-1-1 0 0,-1 0 1 0 0,0-1 0 0 0,-17 3-1 0 0,27-7-138 0 0,1 1 1 0 0,0-1-1 0 0,-1 0 0 0 0,1-1 0 0 0,0 1 0 0 0,-1 0 0 0 0,1-1 0 0 0,0 0 1 0 0,0 0-1 0 0,0 0 0 0 0,0 0 0 0 0,-1 0 0 0 0,2-1 0 0 0,-1 1 0 0 0,0-1 1 0 0,0 0-1 0 0,0 0 0 0 0,1 0 0 0 0,-1 0 0 0 0,1 0 0 0 0,0-1 0 0 0,-1 1 1 0 0,1-1-1 0 0,0 1 0 0 0,0-1 0 0 0,1 0 0 0 0,-1 0 0 0 0,1 0 0 0 0,-1 0 0 0 0,-1-6 1 0 0,0-1-47 0 0,0 0 0 0 0,1 0 0 0 0,0 0 0 0 0,0 0-1 0 0,1 0 1 0 0,0 0 0 0 0,1-1 0 0 0,2-18 0 0 0,0 16-16 0 0,0-1 0 0 0,1 1 0 0 0,0-1-1 0 0,1 1 1 0 0,0 0 0 0 0,1 1 0 0 0,1-1-1 0 0,0 1 1 0 0,0 0 0 0 0,1 0 0 0 0,1 1-1 0 0,0 0 1 0 0,12-12 0 0 0,2 1-19 0 0,0 0 0 0 0,2 2 0 0 0,1 1 0 0 0,0 1 0 0 0,1 1-1 0 0,1 1 1 0 0,0 1 0 0 0,1 1 0 0 0,1 2 0 0 0,53-15 0 0 0,-73 24 126 0 0,0 1-1 0 0,0 0 0 0 0,0 1 1 0 0,0 0-1 0 0,1 1 0 0 0,-1 0 1 0 0,0 0-1 0 0,0 0 0 0 0,1 2 1 0 0,-1-1-1 0 0,9 3 1 0 0,-14-3-32 0 0,0 1 1 0 0,0-1-1 0 0,0 1 1 0 0,0 0 0 0 0,-1-1-1 0 0,1 2 1 0 0,-1-1-1 0 0,1 0 1 0 0,-1 1 0 0 0,0-1-1 0 0,0 1 1 0 0,0 0-1 0 0,0 0 1 0 0,-1 1 0 0 0,1-1-1 0 0,-1 0 1 0 0,0 1 0 0 0,0-1-1 0 0,0 1 1 0 0,0 0-1 0 0,-1 0 1 0 0,1 0 0 0 0,-1-1-1 0 0,0 1 1 0 0,0 1-1 0 0,0 5 1 0 0,0 10 150 0 0,-1-1-1 0 0,-1 0 1 0 0,-1 0-1 0 0,-1 0 1 0 0,-1 0-1 0 0,0 0 0 0 0,-1-1 1 0 0,-13 31-1 0 0,-10 14 733 0 0,-38 61 0 0 0,56-106-719 0 0,-28 48 673 0 0,-2-1-1 0 0,-3-3 1 0 0,-3-1 0 0 0,-2-3-1 0 0,-3-2 1 0 0,-110 95 0 0 0,141-136-570 0 0,-1 0 0 0 0,0-1 1 0 0,0-1-1 0 0,-42 17 1 0 0,53-26-269 0 0,1 0 0 0 0,-1-1 1 0 0,1-1-1 0 0,-1 0 0 0 0,0 0 1 0 0,0-1-1 0 0,0 0 1 0 0,0-1-1 0 0,0 0 0 0 0,0 0 1 0 0,0-1-1 0 0,0 0 0 0 0,1-1 1 0 0,-1 0-1 0 0,-10-4 1 0 0,18 5-44 0 0,0 0 0 0 0,-1 0 0 0 0,1 0 1 0 0,0 0-1 0 0,-1 0 0 0 0,1-1 0 0 0,0 1 1 0 0,0-1-1 0 0,0 1 0 0 0,0-1 1 0 0,0 0-1 0 0,1 0 0 0 0,-1 0 0 0 0,0 0 1 0 0,1 0-1 0 0,0 0 0 0 0,-1 0 0 0 0,1 0 1 0 0,0-1-1 0 0,0 1 0 0 0,0 0 0 0 0,-1-5 1 0 0,2 3-39 0 0,0 1 1 0 0,0 0-1 0 0,0-1 1 0 0,0 1-1 0 0,0 0 0 0 0,1-1 1 0 0,0 1-1 0 0,-1 0 1 0 0,1 0-1 0 0,1-1 1 0 0,-1 1-1 0 0,0 0 0 0 0,1 0 1 0 0,-1 0-1 0 0,4-4 1 0 0,-3 4 21 0 0,0 0-1 0 0,0 0 1 0 0,0 0 0 0 0,1 1 0 0 0,-1-1 0 0 0,1 0 0 0 0,0 1 0 0 0,0 0-1 0 0,-1 0 1 0 0,1 0 0 0 0,1 0 0 0 0,-1 0 0 0 0,0 0 0 0 0,0 1 0 0 0,1 0-1 0 0,-1 0 1 0 0,1 0 0 0 0,-1 0 0 0 0,1 0 0 0 0,-1 0 0 0 0,1 1 0 0 0,-1 0-1 0 0,1 0 1 0 0,0 0 0 0 0,-1 0 0 0 0,1 0 0 0 0,-1 1 0 0 0,1 0 0 0 0,-1 0-1 0 0,1 0 1 0 0,-1 0 0 0 0,1 0 0 0 0,4 3 0 0 0,10 10 45 0 0,0 0-1 0 0,29 30 1 0 0,8 8 26 0 0,-27-28-28 0 0,-17-14-13 0 0,0-1 0 0 0,0 0 0 0 0,1 0 0 0 0,0-1-1 0 0,0-1 1 0 0,1 0 0 0 0,18 7 0 0 0,-10-7 11 0 0,-1-1-1 0 0,29 4 1 0 0,-40-8-18 0 0,-1-2 1 0 0,0 1-1 0 0,0-1 1 0 0,1-1-1 0 0,-1 0 0 0 0,0 0 1 0 0,0 0-1 0 0,1-1 0 0 0,9-3 1 0 0,9-6-148 0 0,-1-2-1 0 0,0 0 1 0 0,-1-1 0 0 0,0-2 0 0 0,-1 0 0 0 0,34-32 0 0 0,-29 28-170 0 0,-22 17 211 0 0,0-2-1 0 0,0 1 0 0 0,0-1 0 0 0,-1 0 0 0 0,11-11 0 0 0,-5 5 136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1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3335 0 9830 0 0,'-33'15'477'0'0,"1"-2"0"0"0,-36 10 0 0 0,-11 3 511 0 0,29-6-463 0 0,-65 21 825 0 0,-199 36 2003 0 0,194-49-2134 0 0,-162 20 1877 0 0,188-35-2124 0 0,-116 14 1231 0 0,78-8-1059 0 0,-113 23-1041 0 0,-36 18-103 0 0,205-46 0 0 0,-9-1 0 0 0,49-9 0 0 0,-43 11 0 0 0,-115 25 0 0 0,107-24 0 0 0,10-2 0 0 0,21-4 0 0 0,0 1 0 0 0,-63 24 0 0 0,77-22 0 0 0,-49 10 0 0 0,-4 0 0 0 0,27-7 0 0 0,-38 12 0 0 0,94-24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2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3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9830 0 0,'10'3'148'0'0,"1"1"1"0"0,0-1-1 0 0,0-1 0 0 0,0 0 1 0 0,0 0-1 0 0,1-1 0 0 0,-1-1 1 0 0,0 0-1 0 0,14-2 0 0 0,17-3 520 0 0,45-12-1 0 0,-61 12-349 0 0,-19 3-252 0 0,342-58 3565 0 0,-321 57-3320 0 0,10 0 286 0 0,44 2 0 0 0,-82 1-593 0 0,1 0 0 0 0,-1 0 0 0 0,0 0 0 0 0,1 0 0 0 0,-1 0 0 0 0,0 0 0 0 0,1 0 0 0 0,-1 0 0 0 0,0 1 0 0 0,1-1 0 0 0,-1 0 0 0 0,0 0 0 0 0,1 0 0 0 0,-1 0 0 0 0,0 1 0 0 0,1-1 0 0 0,-1 0 0 0 0,0 0 0 0 0,0 0 0 0 0,1 1 0 0 0,-1-1 0 0 0,0 0 0 0 0,0 1 0 0 0,1-1 0 0 0,-1 0 0 0 0,0 1 0 0 0,0-1 0 0 0,0 0 0 0 0,0 1 0 0 0,0-1 0 0 0,1 0 0 0 0,-1 1 0 0 0,0-1 0 0 0,0 0 0 0 0,0 1 0 0 0,0-1 0 0 0,0 0 0 0 0,0 1 0 0 0,0-1 0 0 0,0 0 0 0 0,0 1 0 0 0,0-1 0 0 0,0 0 0 0 0,-1 1 0 0 0,1-1 0 0 0,0 1 0 0 0,0-1 0 0 0,0 0 0 0 0,0 0 0 0 0,-1 1 0 0 0,1-1 0 0 0,0 0 0 0 0,0 1 0 0 0,0-1 0 0 0,-1 0 0 0 0,1 1 0 0 0,-5 5 110 0 0,-1 1 0 0 0,0-1 0 0 0,0 0 1 0 0,0-1-1 0 0,0 1 0 0 0,-14 7 0 0 0,-1 2-31 0 0,-7 8 397 0 0,1 0 16 0 0,0-2 0 0 0,-2-1 0 0 0,0-1 0 0 0,-1-1 0 0 0,-57 24 0 0 0,73-37-431 0 0,0 0 192 0 0,2 2-147 0 0,3 0 72 0 0,0 0-91 0 0,2-2 91 0 0,15-5-91 0 0,56-2 621 0 0,-31 1-236 0 0,0 0-1 0 0,45 6 1 0 0,-66-1-446 0 0,0 0 0 0 0,-1 0 1 0 0,1 1-1 0 0,-1 0 0 0 0,-1 1 0 0 0,1 1 1 0 0,-1 0-1 0 0,0 0 0 0 0,0 1 0 0 0,-1 0 0 0 0,16 18 1 0 0,-19-18-31 0 0,-1 0 0 0 0,-1 1 0 0 0,1-1 0 0 0,-1 1 0 0 0,-1 0 0 0 0,1 0 0 0 0,-2 0 0 0 0,1 1 0 0 0,-1-1 0 0 0,-1 1 0 0 0,0-1 0 0 0,0 14 0 0 0,-1 9 0 0 0,-1 0 0 0 0,-9 42 0 0 0,10-69 0 0 0,-1 4 0 0 0,-1 0 0 0 0,0-1 0 0 0,0 1 0 0 0,0 0 0 0 0,-1-1 0 0 0,-1 1 0 0 0,1-1 0 0 0,-1 0 0 0 0,-10 14 0 0 0,13-20 0 0 0,0 0 0 0 0,0 0 0 0 0,-1-1 0 0 0,1 1 0 0 0,0 0 0 0 0,-1-1 0 0 0,1 1 0 0 0,-1-1 0 0 0,0 0 0 0 0,1 1 0 0 0,-1-1 0 0 0,0 0 0 0 0,0 0 0 0 0,0 0 0 0 0,0 0 0 0 0,0 0 0 0 0,0-1 0 0 0,0 1 0 0 0,0-1 0 0 0,0 1 0 0 0,0-1 0 0 0,0 0 0 0 0,-3 0 0 0 0,-1 1 0 0 0,-20 0 0 0 0,0 0 0 0 0,0-2 0 0 0,0-1 0 0 0,1-1 0 0 0,-35-8 0 0 0,-9 0 0 0 0,-15-1 0 0 0,2-3 0 0 0,-136-43 0 0 0,194 51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6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4299 1 9830 0 0,'-40'2'438'0'0,"31"2"-354"0"0,-2 1-14 0 0,-16 1 334 0 0,-192 47 2130 0 0,158-33-1817 0 0,-514 151 5492 0 0,498-149-5264 0 0,45-13-413 0 0,-47 9-1 0 0,-25 2 1305 0 0,-172 58-1 0 0,38-9-1586 0 0,-162 17-249 0 0,-109 27 0 0 0,-92 91 0 0 0,303-103 0 0 0,200-70 0 0 0,7 3 0 0 0,48-17 0 0 0,-50 12 0 0 0,19-10 0 0 0,-99 39 0 0 0,145-48 0 0 0,-37 8 0 0 0,24-7 0 0 0,16-6 0 0 0,13-4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8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2 9830 0 0,'-30'-1'404'0'0,"25"5"-362"0"0,4-1 13 0 0,-5 5 77 0 0,1 0-1 0 0,1 1 1 0 0,0 0 0 0 0,0 0 0 0 0,0 0 0 0 0,-3 14 0 0 0,-5 13 290 0 0,-37 94 967 0 0,31-78-512 0 0,-3 0 0 0 0,-33 62 1 0 0,35-79 2 0 0,-25 66 0 0 0,36-82-548 0 0,3-7-241 0 0,-4-2 91 0 0,9-10-181 0 0,1 0 1 0 0,-1-1-1 0 0,0 1 1 0 0,0 0-1 0 0,1 0 0 0 0,-1 0 1 0 0,0 0-1 0 0,0 0 1 0 0,1 0-1 0 0,-1 0 0 0 0,0 0 1 0 0,1 0-1 0 0,-1 0 1 0 0,0 0-1 0 0,0 1 0 0 0,1-1 1 0 0,-1 0-1 0 0,0 0 1 0 0,0 0-1 0 0,1 0 0 0 0,-1 0 1 0 0,0 0-1 0 0,0 1 1 0 0,0-1-1 0 0,1 0 0 0 0,-1 0 1 0 0,0 0-1 0 0,0 1 1 0 0,0-1-1 0 0,1 0 0 0 0,-1 0 1 0 0,0 0-1 0 0,0 1 1 0 0,0-1-1 0 0,0 0 0 0 0,0 0 1 0 0,0 1-1 0 0,0-1 1 0 0,1 0-1 0 0,-1 1 0 0 0,0-1 1 0 0,0 0-1 0 0,0 0 1 0 0,0 1-1 0 0,0-1 0 0 0,0 0 1 0 0,0 0-1 0 0,0 1 1 0 0,-1-1-1 0 0,1 0 0 0 0,0 1 1 0 0,0-1-1 0 0,0 0 1 0 0,0 0-1 0 0,0 1 0 0 0,0-1 1 0 0,0 0-1 0 0,-1 0 1 0 0,1 0-1 0 0,0 1 0 0 0,0-1 1 0 0,0 0-1 0 0,0 0 1 0 0,-1 1-1 0 0,20-5 264 0 0,0 0 1 0 0,0-1-1 0 0,0-1 0 0 0,-1-1 1 0 0,28-15-1 0 0,13-4 28 0 0,298-107-1916 0 0,-350 130 1669 0 0,19-3 159 0 0,-16 7-159 0 0,-8 6 68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18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0 9830 0 0,'-1'15'165'0'0,"-1"-1"-1"0"0,-1 0 1 0 0,0 0-1 0 0,0 0 1 0 0,-9 19-1 0 0,-4 16 338 0 0,-75 229 2652 0 0,-12 44 239 0 0,99-305-3181 0 0,0 0-1 0 0,2 0 0 0 0,-1 0 0 0 0,2 0 1 0 0,1 1-1 0 0,0-1 0 0 0,1 0 0 0 0,0 1 1 0 0,8 29-1 0 0,1-9 245 0 0,-7-29-336 0 0,-1 1 0 0 0,0 0 0 0 0,0 0 0 0 0,-1 0 0 0 0,-1 0 0 0 0,-1 20 0 0 0,1-18 108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21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445 91 9830 0 0,'-17'-33'0'0'0,"17"32"0"0"0,0 0 0 0 0,-1 0 0 0 0,1 0 0 0 0,-1 0 0 0 0,1 0 0 0 0,-1-1 0 0 0,0 1 0 0 0,0 0 0 0 0,1 0 0 0 0,-1 1 0 0 0,0-1 0 0 0,0 0 0 0 0,0 0 0 0 0,0 0 0 0 0,0 0 0 0 0,0 1 0 0 0,-2-2 0 0 0,-15-10 0 0 0,13 9 59 0 0,0-1-1 0 0,-1 1 1 0 0,1 0-1 0 0,-1 1 1 0 0,0-1 0 0 0,1 1-1 0 0,-1 0 1 0 0,0 1-1 0 0,0-1 1 0 0,0 1 0 0 0,-1 1-1 0 0,1-1 1 0 0,0 1-1 0 0,0 0 1 0 0,0 0 0 0 0,-10 2-1 0 0,7 0 33 0 0,1 0 0 0 0,0 1 0 0 0,0 0 1 0 0,0 0-1 0 0,1 1 0 0 0,-1 0 0 0 0,1 0 0 0 0,0 1 0 0 0,0 0 0 0 0,0 0 0 0 0,-11 11 0 0 0,-1 5 255 0 0,1 0 1 0 0,1 1-1 0 0,1 1 0 0 0,1 1 0 0 0,1 0 1 0 0,1 0-1 0 0,1 2 0 0 0,1 0 0 0 0,1 0 1 0 0,2 0-1 0 0,0 1 0 0 0,-6 48 1 0 0,10-50-57 0 0,2 0 1 0 0,0 1-1 0 0,1-1 1 0 0,2 0-1 0 0,1 1 1 0 0,1-1-1 0 0,8 35 1 0 0,11 89 1288 0 0,-5-27-296 0 0,15 179 1924 0 0,-32-292-3115 0 0,1 6 9 0 0,0-1-1 0 0,-1 0 1 0 0,-1 1-1 0 0,0-1 1 0 0,-1 1 0 0 0,-1-1-1 0 0,0 0 1 0 0,-1 0-1 0 0,0-1 1 0 0,-1 1-1 0 0,-1-1 1 0 0,-12 22 0 0 0,11-24-101 0 0,-3 0 0 0 0,0-5 0 0 0,10-6 0 0 0,0 0 0 0 0,-1 0 0 0 0,1 0 0 0 0,-1 0 0 0 0,1-1 0 0 0,-1 1 0 0 0,1 0 0 0 0,0 0 0 0 0,-1 0 0 0 0,1-1 0 0 0,-1 1 0 0 0,1 0 0 0 0,0-1 0 0 0,-1 1 0 0 0,1 0 0 0 0,0-1 0 0 0,-1 1 0 0 0,1 0 0 0 0,0-1 0 0 0,0 1 0 0 0,-1 0 0 0 0,1-1 0 0 0,0 0 0 0 0,-2-3-15 0 0,1 0 0 0 0,1 0-1 0 0,-1 0 1 0 0,1 0 0 0 0,-1 0 0 0 0,1-1 0 0 0,0 1 0 0 0,1 0 0 0 0,-1 0 0 0 0,1 0 0 0 0,-1 0 0 0 0,1 0 0 0 0,1 0 0 0 0,1-5 0 0 0,2-4-162 0 0,0 0 1 0 0,1 1-1 0 0,8-12 0 0 0,-11 19 133 0 0,1 1-1 0 0,0 0 0 0 0,-1-1 0 0 0,2 1 0 0 0,-1 1 1 0 0,0-1-1 0 0,1 1 0 0 0,0 0 0 0 0,-1 0 1 0 0,11-5-1 0 0,-14 7 46 0 0,0 1 0 0 0,0-1-1 0 0,0 1 1 0 0,0-1 0 0 0,0 0 0 0 0,0 1 0 0 0,0 0 0 0 0,0-1 0 0 0,0 1-1 0 0,0 0 1 0 0,0-1 0 0 0,0 1 0 0 0,1 0 0 0 0,-1 0 0 0 0,0 0-1 0 0,0 0 1 0 0,0 0 0 0 0,0 0 0 0 0,0 0 0 0 0,0 1 0 0 0,0-1 0 0 0,1 0-1 0 0,-1 1 1 0 0,0-1 0 0 0,0 1 0 0 0,0-1 0 0 0,0 1 0 0 0,0-1-1 0 0,1 2 1 0 0,0-1 9 0 0,2 1-6 0 0,-1 1 0 0 0,1-1 0 0 0,-1 0 1 0 0,0 1-1 0 0,0 0 0 0 0,0 0 0 0 0,0 0 1 0 0,0 0-1 0 0,-1 0 0 0 0,1 0 0 0 0,-1 1 1 0 0,0-1-1 0 0,0 1 0 0 0,0 0 0 0 0,0-1 1 0 0,-1 1-1 0 0,0 0 0 0 0,0 0 0 0 0,0 0 1 0 0,0 0-1 0 0,0 0 0 0 0,-1 1 0 0 0,0-1 1 0 0,0 4-1 0 0,4 21 29 0 0,1 1-4 0 0,-1-1-1 0 0,-2 1 1 0 0,-1-1 0 0 0,-1 1 0 0 0,-5 31-1 0 0,1-36 5 0 0,-1 0 0 0 0,-2 0 0 0 0,-9 26 0 0 0,-8 28 53 0 0,21-66-67 0 0,0 0-1 0 0,1 0 1 0 0,1 0 0 0 0,0 0-1 0 0,1 0 1 0 0,0 0 0 0 0,3 21-1 0 0,-1-29-11 0 0,-1 1 0 0 0,0-1 0 0 0,1 0 0 0 0,0 0 0 0 0,0 0 0 0 0,1 0 0 0 0,-1 0 0 0 0,1-1 0 0 0,0 1 0 0 0,0-1 0 0 0,1 0 0 0 0,-1 0-1 0 0,1 0 1 0 0,0 0 0 0 0,0 0 0 0 0,0-1 0 0 0,1 0 0 0 0,-1 0 0 0 0,1 0 0 0 0,-1 0 0 0 0,9 2 0 0 0,-4-1 6 0 0,0-1 1 0 0,1 0-1 0 0,17 3 1 0 0,15-2 16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23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2560 1 9830 0 0,'-22'4'274'0'0,"9"-2"-81"0"0,0 0 0 0 0,0 2 1 0 0,0-1-1 0 0,0 2 0 0 0,-15 7 0 0 0,-349 188 4085 0 0,142-78-1462 0 0,183-99-1908 0 0,-1-1 0 0 0,-90 22 0 0 0,99-34-291 0 0,0 2 0 0 0,1 2 0 0 0,0 2 0 0 0,-52 27 0 0 0,-237 124 1478 0 0,81-44-2142 0 0,-10 2 47 0 0,41-22 0 0 0,15-14 0 0 0,158-65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24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1 9830 0 0,'-24'1'292'0'0,"10"7"11"0"0,7 3-160 0 0,1 1 0 0 0,0-1 0 0 0,0 1 0 0 0,1 1 1 0 0,1-1-1 0 0,0 1 0 0 0,1 0 0 0 0,0 0 0 0 0,-1 13 0 0 0,-9 33 523 0 0,-3-10 261 0 0,-32 67 0 0 0,9-27 69 0 0,-12 48 774 0 0,46-125-1542 0 0,-1-1-183 0 0,7-8-18 0 0,5-8 48 0 0,8-9 191 0 0,3-6-277 0 0,2 1-1 0 0,0 0 1 0 0,1 2 0 0 0,0 0 0 0 0,2 1-1 0 0,32-18 1 0 0,-42 27-53 0 0,1 2-1 0 0,-1-1 0 0 0,1 2 1 0 0,0 0-1 0 0,0 0 1 0 0,18-2-1 0 0,-23 5 128 0 0,1 1 0 0 0,-1-1 0 0 0,1 2 0 0 0,-1-1 0 0 0,1 1 0 0 0,-1 0 0 0 0,1 1 0 0 0,-1 0 0 0 0,0 0 0 0 0,15 7 0 0 0,-15-4 1 0 0,0 0-1 0 0,0 0 1 0 0,-1 1 0 0 0,1 0 0 0 0,-1 0 0 0 0,-1 0-1 0 0,1 1 1 0 0,-1 0 0 0 0,7 12 0 0 0,2 3 156 0 0,-1 1-1 0 0,11 26 1 0 0,-14-26-55 0 0,-1 0-1 0 0,-1 1 1 0 0,-1 0 0 0 0,-1 0-1 0 0,-2 0 1 0 0,0 1 0 0 0,-1 0-1 0 0,-2 0 1 0 0,0 1 0 0 0,-4 41 0 0 0,2-61-127 0 0,-2 0 1 0 0,1 0 0 0 0,-1 0 0 0 0,0 0-1 0 0,0 0 1 0 0,-1-1 0 0 0,0 1 0 0 0,0 0 0 0 0,0-1-1 0 0,0 0 1 0 0,-1 0 0 0 0,0 0 0 0 0,0 0-1 0 0,0-1 1 0 0,-1 0 0 0 0,0 0 0 0 0,0 0 0 0 0,0 0-1 0 0,0-1 1 0 0,0 1 0 0 0,-9 3 0 0 0,-1-1 81 0 0,-1 1-1 0 0,1-2 1 0 0,-1 0 0 0 0,0-1 0 0 0,-1-1 0 0 0,-28 3 0 0 0,3-4 138 0 0,0-1 1 0 0,0-2-1 0 0,0-2 1 0 0,1-2-1 0 0,-1-2 1 0 0,1-1-1 0 0,1-2 1 0 0,0-2-1 0 0,0-2 0 0 0,-42-21 1 0 0,68 25-109 0 0,10-5 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8:58:25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0 247 9830 0 0,'85'-12'728'0'0,"-1"-4"0"0"0,-1-4-1 0 0,0-3 1 0 0,-2-4 0 0 0,82-39 0 0 0,-125 49-396 0 0,0 2 0 0 0,2 1 0 0 0,76-16 1 0 0,-81 24 72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2:50.25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1993 470 2808 0 0,'0'0'17818'0'0,"-4"4"-17390"0"0,2-2-428 0 0,0 0 102 0 0,0 0-1 0 0,-1 0 0 0 0,1 0 1 0 0,0 0-1 0 0,-1 0 0 0 0,1-1 0 0 0,-1 1 1 0 0,0-1-1 0 0,1 1 0 0 0,-1-1 1 0 0,0 0-1 0 0,0 0 0 0 0,0-1 1 0 0,-5 2-1 0 0,3-1 31 0 0,1-1 1 0 0,0 1-1 0 0,-1 1 1 0 0,1-1-1 0 0,0 1 1 0 0,-4 1-1 0 0,-11 5 272 0 0,-13 2 243 0 0,1 1 0 0 0,-58 31 1 0 0,-56 43 520 0 0,127-74-1066 0 0,0 1-8 0 0,-1 0 0 0 0,2 2 0 0 0,0 0 0 0 0,0 1 1 0 0,-23 28-1 0 0,36-37-73 0 0,0 0 0 0 0,1 1 0 0 0,-1-1 1 0 0,2 1-1 0 0,-1 0 0 0 0,1 0 0 0 0,0 0 0 0 0,0 0 1 0 0,1 0-1 0 0,-1 13 0 0 0,1-7 29 0 0,1 0-1 0 0,1 0 1 0 0,0 0-1 0 0,1 0 1 0 0,4 15-1 0 0,-5-22-36 0 0,0 0-1 0 0,0 0 1 0 0,0 0-1 0 0,-1 0 0 0 0,0 0 1 0 0,0 1-1 0 0,-1-1 0 0 0,0 0 1 0 0,0 0-1 0 0,0 0 0 0 0,-1-1 1 0 0,1 1-1 0 0,-1 0 0 0 0,-1 0 1 0 0,1-1-1 0 0,-1 1 0 0 0,0-1 1 0 0,0 0-1 0 0,-6 7 0 0 0,0-1 2 0 0,-1-1-1 0 0,-1 1 0 0 0,0-1 1 0 0,0-1-1 0 0,-1 0 0 0 0,-24 13 0 0 0,-59 24 20 0 0,61-32-5 0 0,-43 27-1 0 0,6-2 11 0 0,-93 38-1 0 0,7-5 24 0 0,-178 83 169 0 0,313-148-222 0 0,1 1 0 0 0,1 1 1 0 0,-1 1-1 0 0,2 1 0 0 0,-1 1 1 0 0,1 1-1 0 0,1 0 0 0 0,-17 16 0 0 0,21-14 1 0 0,0 0-1 0 0,1 0 1 0 0,-20 31-1 0 0,28-37-6 0 0,0 1 0 0 0,0 0 1 0 0,1 0-1 0 0,0 1 0 0 0,1-1 0 0 0,0 1 0 0 0,1 0 1 0 0,-2 17-1 0 0,-1 55-2 0 0,3 0 1 0 0,14 124-1 0 0,-5-141 0 0 0,-3 1 0 0 0,-3-1 0 0 0,-3 0 0 0 0,-2 0 0 0 0,-19 95 0 0 0,5-71 0 0 0,4 2 0 0 0,-3 139 0 0 0,18-195 0 0 0,2 0 0 0 0,2 0 0 0 0,1 0 0 0 0,2 0 0 0 0,13 39 0 0 0,3-10 0 0 0,55 108 0 0 0,49 49 0 0 0,-120-207 0 0 0,0-2 0 0 0,2 1 0 0 0,-1-1 0 0 0,2-1 0 0 0,0 1 0 0 0,0-2 0 0 0,1 0 0 0 0,0 0 0 0 0,15 9 0 0 0,18 9 0 0 0,66 33 0 0 0,-76-44 0 0 0,-9-5 0 0 0,1-1 0 0 0,1-1 0 0 0,0-1 0 0 0,0-2 0 0 0,47 7 0 0 0,-14-7 0 0 0,102-1 0 0 0,37 2 19 0 0,30 0 26 0 0,-109-14-17 0 0,-51 1-19 0 0,0 3 1 0 0,112 13-1 0 0,265 30-9 0 0,-61-8 0 0 0,244 24 32 0 0,-526-60-32 0 0,0-4 0 0 0,149-28 0 0 0,-228 30 0 0 0,-2 0 0 0 0,309-42 0 0 0,-238 38 0 0 0,147 5 0 0 0,-53 13 20 0 0,401 15 97 0 0,-88 11-31 0 0,-138-4-45 0 0,607 19 274 0 0,-464-29-159 0 0,117-27-82 0 0,-421-8-58 0 0,-1-10 0 0 0,256-61-1 0 0,-391 69 0 0 0,0-4 1 0 0,85-35-1 0 0,-124 42-3 0 0,-1-1 1 0 0,0-1 0 0 0,0-2 0 0 0,-2 0-1 0 0,0-2 1 0 0,-1-1 0 0 0,-1 0-1 0 0,20-24 1 0 0,-29 28-4 0 0,-1-1-1 0 0,-1 0 1 0 0,0 0-1 0 0,-1-2 1 0 0,-1 1-1 0 0,-1-1 1 0 0,-1 0-1 0 0,0-1 1 0 0,-1 0-1 0 0,-1 0 1 0 0,-1 0-1 0 0,0-1 1 0 0,-2 1-1 0 0,0-1 1 0 0,-1 0-1 0 0,-2 0 1 0 0,-1-19-1 0 0,-4-26 8 0 0,-3 1 0 0 0,-33-123 0 0 0,-52-110 15 0 0,-27-75-31 0 0,76 208 15 0 0,12 42 14 0 0,-10-45 48 0 0,36 123-49 0 0,-3-8-18 0 0,3 0-1 0 0,0-56 0 0 0,7 79-6 0 0,-1 0 0 0 0,-1 0 0 0 0,-2 1 0 0 0,-1-1 0 0 0,-1 1-1 0 0,-1 0 1 0 0,-18-45 0 0 0,20 57-3 0 0,3 11 0 0 0,1 0 0 0 0,-1-1 0 0 0,-1 1 0 0 0,1 0 0 0 0,-1 0 0 0 0,0 1 0 0 0,0-1 0 0 0,0 1 0 0 0,-4-5 0 0 0,-3-5 0 0 0,5 4 0 0 0,-1 0 0 0 0,-3 1 0 0 0,1 2-1 0 0,5 4-6 0 0,-2-4-1 0 0,1 3 3 0 0,0 1-1 0 0,-1 0 0 0 0,1 0 1 0 0,-1 0-1 0 0,-6-3 1 0 0,4 3 5 0 0,-6-4-4 0 0,-1 2 1 0 0,0-1-1 0 0,0 2 0 0 0,0 0 1 0 0,-24-3-1 0 0,16 3 2 0 0,-44-7-3 0 0,-96-2 1 0 0,109 11-8 0 0,0-2 0 0 0,0-2 0 0 0,-70-19 1 0 0,-30-30 2 0 0,-24-6 3 0 0,88 43 3 0 0,-2 4 1 0 0,-103-3-1 0 0,-43-6 3 0 0,227 22 0 0 0,-25-4 0 0 0,-50-13 0 0 0,72 14 0 0 0,0-1 0 0 0,0 0 0 0 0,1-1 1 0 0,-1 0-1 0 0,2-1 0 0 0,-1 0 0 0 0,-12-11 0 0 0,-4-4 2 0 0,1-2-1 0 0,1 0 1 0 0,1-2-1 0 0,-41-55 1 0 0,59 71-2 0 0,0-1 0 0 0,1 0 0 0 0,0-1 0 0 0,0 1-1 0 0,1-1 1 0 0,1-1 0 0 0,0 1 0 0 0,1 0 0 0 0,0-1 0 0 0,1 0 0 0 0,0 0 0 0 0,1 0 0 0 0,0 1 0 0 0,1-1 0 0 0,1 0 0 0 0,0 0 0 0 0,3-13 0 0 0,1 5-1 0 0,1 1 0 0 0,1 0 0 0 0,1 0 0 0 0,0 1 0 0 0,2 0 0 0 0,0 0 1 0 0,1 1-1 0 0,1 1 0 0 0,15-19 0 0 0,-14 20 0 0 0,-1 0 0 0 0,-1-1 0 0 0,0 0 0 0 0,-1-1 0 0 0,-1 0 0 0 0,0-1 0 0 0,10-35 0 0 0,-17 44 2 0 0,1-1-1 0 0,-2 1 0 0 0,1 0 0 0 0,-2-1 0 0 0,1 1 0 0 0,-1 0 0 0 0,-1-1 0 0 0,0 1 0 0 0,0 0 0 0 0,-1-1 0 0 0,-1 1 0 0 0,1 0 0 0 0,-2 0 0 0 0,1 1 0 0 0,-1-1 0 0 0,-1 1 0 0 0,-7-12 0 0 0,1 5 0 0 0,-2 1-1 0 0,0 0 0 0 0,0 1 1 0 0,-2 1-1 0 0,1 0 1 0 0,-2 0-1 0 0,0 2 1 0 0,0 0-1 0 0,-1 1 1 0 0,0 0-1 0 0,-35-13 1 0 0,-2 4-12 0 0,0 2 1 0 0,-105-20 0 0 0,82 26-18 0 0,-121-3 1 0 0,-77 17-10 0 0,-576 70-50 0 0,476-36 59 0 0,97-12 1 0 0,87-6 4 0 0,-176 23-23 0 0,-496 58 38 0 0,657-79 9 0 0,25-2 0 0 0,-76 11 0 0 0,178-24 0 0 0,0 3 0 0 0,0 4 0 0 0,-92 28 0 0 0,110-20 0 0 0,28-9 0 0 0,1-1 0 0 0,-2-1 0 0 0,-62 8 0 0 0,80-17 17 0 0,-1-1 0 0 0,-23-4 0 0 0,12 0-3880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3:16.87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1400 0 0,'0'0'16'0'0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9:05.88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3504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9:09.37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371 2069 7632 0 0,'0'0'2592'0'0,"2"-5"-1568"0"0,20-39 1421 0 0,31-49 0 0 0,19-33 300 0 0,-36 54-1308 0 0,3 1-1 0 0,72-99 1 0 0,-49 84-638 0 0,45-57 359 0 0,-53 76-762 0 0,77-87 269 0 0,-95 116-495 0 0,80-78 315 0 0,-83 86-346 0 0,11-11 97 0 0,2 2 1 0 0,2 2 0 0 0,91-55-1 0 0,-101 75-123 0 0,1 2 1 0 0,79-19-1 0 0,-7 2 12 0 0,45-18 7 0 0,125-46 168 0 0,131-36 291 0 0,-264 91-430 0 0,356-94 157 0 0,-341 103-262 0 0,0 6 0 0 0,2 8 0 0 0,171 4 0 0 0,-185 12-50 0 0,147 3 5 0 0,585 76 28 0 0,-453-9 3 0 0,-354-55-32 0 0,124 23 22 0 0,280 44 14 0 0,267-9-3 0 0,-636-62-38 0 0,99-2 9 0 0,-90-5-6 0 0,64-3 28 0 0,331-43 1 0 0,-486 41-31 0 0,235-25 74 0 0,-213 25-68 0 0,0 3 1 0 0,0 2-1 0 0,61 11 1 0 0,-74-6-12 0 0,-2 1-1 0 0,69 25 0 0 0,-23-2 10 0 0,1-4-1 0 0,162 31 0 0 0,-124-37-5 0 0,194 25 26 0 0,-173-37-30 0 0,-54-5 3 0 0,125 23 0 0 0,-186-22 0 0 0,-1 2 0 0 0,0 0 1 0 0,0 2-1 0 0,-1 1 0 0 0,0 1 0 0 0,-1 1 1 0 0,0 1-1 0 0,-1 1 0 0 0,22 18 0 0 0,-29-17 1 0 0,-1 1-1 0 0,0 0 1 0 0,-1 2-1 0 0,-1 0 1 0 0,-1 0-1 0 0,0 1 1 0 0,-2 0-1 0 0,0 1 0 0 0,-1 0 1 0 0,-1 1-1 0 0,8 33 1 0 0,-4 0-4 0 0,-3 0 1 0 0,2 56-1 0 0,-9-53 0 0 0,-3 0 0 0 0,-9 58 0 0 0,-26 111 0 0 0,-5 57 0 0 0,-46 290 13 0 0,48-362-10 0 0,13-91-3 0 0,-69 190 0 0 0,31-116 0 0 0,41-126 0 0 0,-3-1 0 0 0,-3-1 0 0 0,-56 94 0 0 0,48-97 0 0 0,-3 8 0 0 0,-85 112 0 0 0,76-124 0 0 0,-3-2 1 0 0,-2-3-1 0 0,-2-2 0 0 0,-90 65 0 0 0,118-98 3 0 0,-53 39 12 0 0,-154 82-1 0 0,125-90-4 0 0,-124 37 0 0 0,-124 19-7 0 0,192-64-3 0 0,-187 21 0 0 0,164-39 0 0 0,-199-2 0 0 0,30-33-1 0 0,-22-20-6 0 0,-36-4 7 0 0,-1 9 0 0 0,-28 13 8 0 0,-91-3-8 0 0,-162-58-1 0 0,260 21 9 0 0,-719-67 57 0 0,927 92-56 0 0,56 6 0 0 0,-192 0 0 0 0,277 22-1 0 0,-374-4 12 0 0,390 1-19 0 0,-60-1-1 0 0,-204-34 0 0 0,293 29 0 0 0,1-3 0 0 0,0-1 0 0 0,0-2 0 0 0,2-2 0 0 0,0-2 0 0 0,1-1 0 0 0,0-3 0 0 0,2-1 0 0 0,1-1 0 0 0,1-3 0 0 0,2 0 0 0 0,0-3 0 0 0,2 0 0 0 0,2-2 0 0 0,0-2 0 0 0,-25-39 0 0 0,-16-42 0 0 0,-91-202 0 0 0,79 146 0 0 0,65 135 0 0 0,1-1 0 0 0,2 0 0 0 0,-13-52-1 0 0,24 73 2 0 0,0 1 0 0 0,2-1-1 0 0,0 1 1 0 0,1-1 0 0 0,0 0-1 0 0,2 0 1 0 0,0 0 0 0 0,1 0-1 0 0,0 1 1 0 0,10-31 0 0 0,-1 17 2 0 0,1 2 1 0 0,2 0 0 0 0,30-46-1 0 0,63-72 1 0 0,-72 100-5 0 0,319-385 9 0 0,-325 397-8 0 0,-3 2 0 0 0,-1-2 0 0 0,-1-1 0 0 0,-2 0 0 0 0,-1-2 0 0 0,29-73 0 0 0,-40 84-265 0 0,9-25 622 0 0,-14 17-4362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9:09.51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18191 0 0,'0'0'2136'0'0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9:09:13.15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8148 11 992 0 0,'0'0'273'0'0,"5"-2"39"0"0,12-5 903 0 0,-13 6 213 0 0,-4 4-298 0 0,0 1 0 0 0,1-1 0 0 0,-1 1 1 0 0,1 0-1 0 0,0-1 0 0 0,-1 1 0 0 0,2-1 0 0 0,2 8 1146 0 0,-3 10 5873 0 0,-9-17-7990 0 0,0-1 1 0 0,0 0-1 0 0,-1 0 0 0 0,1-1 0 0 0,-11 1 1 0 0,-17 5 160 0 0,-94 30 611 0 0,-179 76 1 0 0,-529 311 420 0 0,807-409-1329 0 0,-184 101 117 0 0,-448 222 102 0 0,388-207-188 0 0,93-43-26 0 0,-120 71 2 0 0,127-63-22 0 0,-637 354 33 0 0,406-236-4 0 0,124-68-2 0 0,130-67-20 0 0,-158 90 19 0 0,170-86-11 0 0,-154 100 9 0 0,135-78-12 0 0,-109 81 24 0 0,-246 217 53 0 0,23-20-51 0 0,202-160-6 0 0,168-129-28 0 0,-157 139-7 0 0,162-126 16 0 0,-163 116 1 0 0,224-185 87 0 0,54-38-101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" Type="http://schemas.openxmlformats.org/officeDocument/2006/relationships/image" Target="../media/image6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4" Type="http://schemas.openxmlformats.org/officeDocument/2006/relationships/image" Target="../media/image4.jpe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jpeg"/><Relationship Id="rId7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3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customXml" Target="../ink/ink16.xml"/><Relationship Id="rId12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0" Type="http://schemas.openxmlformats.org/officeDocument/2006/relationships/image" Target="../media/image20.png"/><Relationship Id="rId4" Type="http://schemas.openxmlformats.org/officeDocument/2006/relationships/image" Target="../media/image4.jpeg"/><Relationship Id="rId9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customXml" Target="../ink/ink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32.png"/><Relationship Id="rId3" Type="http://schemas.openxmlformats.org/officeDocument/2006/relationships/image" Target="../media/image4.jpeg"/><Relationship Id="rId7" Type="http://schemas.openxmlformats.org/officeDocument/2006/relationships/image" Target="../media/image29.png"/><Relationship Id="rId12" Type="http://schemas.openxmlformats.org/officeDocument/2006/relationships/customXml" Target="../ink/ink2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5.png"/><Relationship Id="rId10" Type="http://schemas.openxmlformats.org/officeDocument/2006/relationships/customXml" Target="../ink/ink24.xml"/><Relationship Id="rId4" Type="http://schemas.openxmlformats.org/officeDocument/2006/relationships/customXml" Target="../ink/ink22.xml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9" Type="http://schemas.openxmlformats.org/officeDocument/2006/relationships/customXml" Target="../ink/ink43.xml"/><Relationship Id="rId21" Type="http://schemas.openxmlformats.org/officeDocument/2006/relationships/customXml" Target="../ink/ink34.xml"/><Relationship Id="rId34" Type="http://schemas.openxmlformats.org/officeDocument/2006/relationships/image" Target="../media/image47.png"/><Relationship Id="rId42" Type="http://schemas.openxmlformats.org/officeDocument/2006/relationships/customXml" Target="../ink/ink45.xml"/><Relationship Id="rId7" Type="http://schemas.openxmlformats.org/officeDocument/2006/relationships/customXml" Target="../ink/ink27.xml"/><Relationship Id="rId2" Type="http://schemas.openxmlformats.org/officeDocument/2006/relationships/image" Target="../media/image3.png"/><Relationship Id="rId16" Type="http://schemas.openxmlformats.org/officeDocument/2006/relationships/image" Target="../media/image38.png"/><Relationship Id="rId29" Type="http://schemas.openxmlformats.org/officeDocument/2006/relationships/customXml" Target="../ink/ink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customXml" Target="../ink/ink29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42.xml"/><Relationship Id="rId40" Type="http://schemas.openxmlformats.org/officeDocument/2006/relationships/image" Target="../media/image50.png"/><Relationship Id="rId45" Type="http://schemas.openxmlformats.org/officeDocument/2006/relationships/customXml" Target="../ink/ink47.xml"/><Relationship Id="rId5" Type="http://schemas.openxmlformats.org/officeDocument/2006/relationships/image" Target="../media/image5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4" Type="http://schemas.openxmlformats.org/officeDocument/2006/relationships/customXml" Target="../ink/ink46.xml"/><Relationship Id="rId4" Type="http://schemas.openxmlformats.org/officeDocument/2006/relationships/customXml" Target="../ink/ink26.xml"/><Relationship Id="rId9" Type="http://schemas.openxmlformats.org/officeDocument/2006/relationships/customXml" Target="../ink/ink28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37.xml"/><Relationship Id="rId30" Type="http://schemas.openxmlformats.org/officeDocument/2006/relationships/image" Target="../media/image45.png"/><Relationship Id="rId35" Type="http://schemas.openxmlformats.org/officeDocument/2006/relationships/customXml" Target="../ink/ink41.xml"/><Relationship Id="rId43" Type="http://schemas.openxmlformats.org/officeDocument/2006/relationships/image" Target="../media/image51.png"/><Relationship Id="rId8" Type="http://schemas.openxmlformats.org/officeDocument/2006/relationships/image" Target="../media/image34.png"/><Relationship Id="rId3" Type="http://schemas.openxmlformats.org/officeDocument/2006/relationships/image" Target="../media/image4.jpeg"/><Relationship Id="rId12" Type="http://schemas.openxmlformats.org/officeDocument/2006/relationships/image" Target="../media/image36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49.png"/><Relationship Id="rId46" Type="http://schemas.openxmlformats.org/officeDocument/2006/relationships/image" Target="../media/image52.png"/><Relationship Id="rId20" Type="http://schemas.openxmlformats.org/officeDocument/2006/relationships/image" Target="../media/image40.png"/><Relationship Id="rId41" Type="http://schemas.openxmlformats.org/officeDocument/2006/relationships/customXml" Target="../ink/ink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.png"/><Relationship Id="rId4" Type="http://schemas.openxmlformats.org/officeDocument/2006/relationships/customXml" Target="../ink/ink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.png"/><Relationship Id="rId4" Type="http://schemas.openxmlformats.org/officeDocument/2006/relationships/customXml" Target="../ink/ink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יומן ביקורים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Guttman-Aram" panose="02010401010101010101" pitchFamily="2" charset="-79"/>
              <a:cs typeface="Guttman-Aram" panose="02010401010101010101" pitchFamily="2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אפליקציה עם כלים מתקדמים יותר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בתחום העיצוב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בתחום התכנות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61421" y="1404927"/>
            <a:ext cx="857194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נכנסים לשלב ג':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בונים אקטיביטי להצגת הרבה נתונים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רשימת עצמים (גדולה)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מציגים רשימה על הרכיב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ru-RU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המיועד להצגת הרבה נתונים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מחברים לרכיב הזה מאזין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69F07314-65A1-2CFD-15FF-A50CD19852C6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315-3D5D-BEFC-FEFE-E2165AF1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DB6837A-B001-81EA-1E96-9CE1CAF0A7A0}"/>
              </a:ext>
            </a:extLst>
          </p:cNvPr>
          <p:cNvSpPr/>
          <p:nvPr/>
        </p:nvSpPr>
        <p:spPr>
          <a:xfrm>
            <a:off x="2182762" y="1522914"/>
            <a:ext cx="85719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להימנע מ"בזבוז" זמן רב (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הפעם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בלהקליד שוב ושוב נתוני ביקורים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נבנה קובץ טקסט (לדוגמה)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נתונים של 15 ביקורים (בעזרת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AI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BB854-60B8-9A03-5014-B90D0E01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847FD-AE97-6654-B2A8-E551D8841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241F90B-3AED-187C-284A-503233184EE0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81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CBB1-2930-6488-345A-04A44C4B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1D1429D-49D2-B99E-8BE1-F51D8BD4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285576"/>
            <a:ext cx="10679015" cy="4286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3BDF1E-7831-4320-0FA1-7D948C73A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C7A6F-08F6-E2C1-37F8-C620981A79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2E1E329B-0387-58A2-6CCB-5B834A74AD49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4727DBE-2C5F-566F-5490-60E458C63E98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C87537-0CC6-860B-9681-E188DA22C33F}"/>
                  </a:ext>
                </a:extLst>
              </p14:cNvPr>
              <p14:cNvContentPartPr/>
              <p14:nvPr/>
            </p14:nvContentPartPr>
            <p14:xfrm>
              <a:off x="1206697" y="5146924"/>
              <a:ext cx="1326240" cy="497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C87537-0CC6-860B-9681-E188DA22C3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88697" y="5128924"/>
                <a:ext cx="1361880" cy="53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1494503-82FD-46E3-B2DE-EF8F1FC265AB}"/>
              </a:ext>
            </a:extLst>
          </p:cNvPr>
          <p:cNvGrpSpPr/>
          <p:nvPr/>
        </p:nvGrpSpPr>
        <p:grpSpPr>
          <a:xfrm>
            <a:off x="1190137" y="790924"/>
            <a:ext cx="9317520" cy="4516920"/>
            <a:chOff x="1190137" y="790924"/>
            <a:chExt cx="9317520" cy="45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70D950-4F02-C80E-5A4F-4ED902897F13}"/>
                    </a:ext>
                  </a:extLst>
                </p14:cNvPr>
                <p14:cNvContentPartPr/>
                <p14:nvPr/>
              </p14:nvContentPartPr>
              <p14:xfrm>
                <a:off x="1190137" y="1680844"/>
                <a:ext cx="2388960" cy="3627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70D950-4F02-C80E-5A4F-4ED902897F1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2137" y="1662844"/>
                  <a:ext cx="2424600" cy="36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3857D3-85B2-D5CD-D3ED-C75390C09EE8}"/>
                    </a:ext>
                  </a:extLst>
                </p14:cNvPr>
                <p14:cNvContentPartPr/>
                <p14:nvPr/>
              </p14:nvContentPartPr>
              <p14:xfrm>
                <a:off x="3221617" y="1652044"/>
                <a:ext cx="485640" cy="218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3857D3-85B2-D5CD-D3ED-C75390C09EE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03617" y="1634044"/>
                  <a:ext cx="5212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09BBBC1-866C-CA9A-5011-5F610C17E226}"/>
                    </a:ext>
                  </a:extLst>
                </p14:cNvPr>
                <p14:cNvContentPartPr/>
                <p14:nvPr/>
              </p14:nvContentPartPr>
              <p14:xfrm>
                <a:off x="3511777" y="1296364"/>
                <a:ext cx="1763280" cy="657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09BBBC1-866C-CA9A-5011-5F610C17E2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94137" y="1278724"/>
                  <a:ext cx="179892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725FAD-366D-809B-97E2-7A2D84B0EE11}"/>
                    </a:ext>
                  </a:extLst>
                </p14:cNvPr>
                <p14:cNvContentPartPr/>
                <p14:nvPr/>
              </p14:nvContentPartPr>
              <p14:xfrm>
                <a:off x="5053297" y="790924"/>
                <a:ext cx="5441040" cy="92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725FAD-366D-809B-97E2-7A2D84B0EE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35657" y="773284"/>
                  <a:ext cx="5476680" cy="9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0F64EE-A112-4893-2083-F30045E84512}"/>
                    </a:ext>
                  </a:extLst>
                </p14:cNvPr>
                <p14:cNvContentPartPr/>
                <p14:nvPr/>
              </p14:nvContentPartPr>
              <p14:xfrm>
                <a:off x="10320817" y="1649524"/>
                <a:ext cx="186840" cy="21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0F64EE-A112-4893-2083-F30045E8451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03177" y="1631884"/>
                  <a:ext cx="22248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E5C5975-C5AE-C55A-16BC-D7E7078E9716}"/>
                  </a:ext>
                </a:extLst>
              </p14:cNvPr>
              <p14:cNvContentPartPr/>
              <p14:nvPr/>
            </p14:nvContentPartPr>
            <p14:xfrm>
              <a:off x="7687777" y="2087284"/>
              <a:ext cx="3629160" cy="474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E5C5975-C5AE-C55A-16BC-D7E7078E971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70137" y="2069644"/>
                <a:ext cx="3664800" cy="5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190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DCAA-D04E-CD87-C6D5-39CC80AB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5018A45A-C3E4-10E9-EA99-DB38804197D4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CF24A9-8ECE-AF83-B74C-A386E8DA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C46FAC-8648-1CA7-5A59-4D8529328E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37499896-4437-5D67-81C9-7116E3FBEA6C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256F720-4D15-220F-EB62-447DBD457E00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AFF4468-BA42-32C0-B39E-F5A63B689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8070" y="1048834"/>
            <a:ext cx="7482112" cy="4474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8E22EB-393B-7CFD-EE07-BE49E9D559B4}"/>
                  </a:ext>
                </a:extLst>
              </p14:cNvPr>
              <p14:cNvContentPartPr/>
              <p14:nvPr/>
            </p14:nvContentPartPr>
            <p14:xfrm>
              <a:off x="3973297" y="2957404"/>
              <a:ext cx="1289520" cy="343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8E22EB-393B-7CFD-EE07-BE49E9D559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55657" y="2939404"/>
                <a:ext cx="1325160" cy="3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908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94E7-24CC-D287-124D-14B7A520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BEB301A-BB1D-E968-1A4E-8348B6D56161}"/>
              </a:ext>
            </a:extLst>
          </p:cNvPr>
          <p:cNvSpPr/>
          <p:nvPr/>
        </p:nvSpPr>
        <p:spPr>
          <a:xfrm>
            <a:off x="2106719" y="1016317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לא לבנות קובץ טקסט לבד,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מבקשים מ-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AI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פנימי לעשות עבורנו את העבודה.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Prompt:</a:t>
            </a:r>
          </a:p>
          <a:p>
            <a:pPr algn="ct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בתיקייה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res\raw, 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צרו קובץ טקסט בשם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visits_data.txt 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והוסיפו נתונים עבור 15 ביקורים, באנגלית, בהתאם לשדות של מחלקת האובייקט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Visit. 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לכתוב את הנתונים של כל שדה בשורה נפרדת (5 שדות ביקורים = 5 שורות).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8C7BA-D3A0-FD32-30B4-B75F367EA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1F7A6-48E8-5098-EDE1-70C1D90F7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0330B676-043C-58FD-37A2-304EA430AB7E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327816-5D71-F3CF-9510-04AB544BB158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A77A5727-7A2F-1CD5-6254-737F2FE10E68}"/>
              </a:ext>
            </a:extLst>
          </p:cNvPr>
          <p:cNvSpPr/>
          <p:nvPr/>
        </p:nvSpPr>
        <p:spPr>
          <a:xfrm>
            <a:off x="3224979" y="4633224"/>
            <a:ext cx="2421885" cy="727587"/>
          </a:xfrm>
          <a:prstGeom prst="wedgeRoundRectCallout">
            <a:avLst>
              <a:gd name="adj1" fmla="val 51198"/>
              <a:gd name="adj2" fmla="val 14358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והתוצאה היא...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4C16E04C-E7C0-5F66-A69D-A10B17CA6CBC}"/>
              </a:ext>
            </a:extLst>
          </p:cNvPr>
          <p:cNvSpPr/>
          <p:nvPr/>
        </p:nvSpPr>
        <p:spPr>
          <a:xfrm>
            <a:off x="4807974" y="6037006"/>
            <a:ext cx="2261420" cy="73742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383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8676-3258-3D25-67FE-4C23378D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2FF562-21C4-FF32-3CA3-6268DD99B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780" y="1016317"/>
            <a:ext cx="4432987" cy="5335660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F81D7FFB-72B8-B028-DA5A-523FED9ACD17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9480B-C8CC-335E-F20F-BA765D863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A74115-5D65-E2E1-0AFB-D0C6AA7AB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8C5F811-E5F9-EE3A-44A2-F2489D3ACBAA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1D3318D-5493-2F21-BC7A-EE5284E59B4B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DE7013A-D62D-FCFA-7109-BB98EA13A612}"/>
              </a:ext>
            </a:extLst>
          </p:cNvPr>
          <p:cNvSpPr/>
          <p:nvPr/>
        </p:nvSpPr>
        <p:spPr>
          <a:xfrm>
            <a:off x="683342" y="3286204"/>
            <a:ext cx="3508034" cy="727587"/>
          </a:xfrm>
          <a:prstGeom prst="wedgeRoundRectCallout">
            <a:avLst>
              <a:gd name="adj1" fmla="val 87634"/>
              <a:gd name="adj2" fmla="val 12871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קובץ אם נתוני ביקורים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4AE59F-C921-8AC3-2E8C-9CC7FEDB7D4D}"/>
                  </a:ext>
                </a:extLst>
              </p14:cNvPr>
              <p14:cNvContentPartPr/>
              <p14:nvPr/>
            </p14:nvContentPartPr>
            <p14:xfrm>
              <a:off x="5446057" y="4268524"/>
              <a:ext cx="1569600" cy="514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4AE59F-C921-8AC3-2E8C-9CC7FEDB7D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8417" y="4250524"/>
                <a:ext cx="1605240" cy="55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70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14F3-5602-E5F1-511F-CE2493C5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5ECB3B-0063-F715-9205-60216794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95" y="2922377"/>
            <a:ext cx="3073924" cy="3829231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FEEB73ED-E05A-E097-43B8-D98F06973C90}"/>
              </a:ext>
            </a:extLst>
          </p:cNvPr>
          <p:cNvSpPr/>
          <p:nvPr/>
        </p:nvSpPr>
        <p:spPr>
          <a:xfrm>
            <a:off x="2182762" y="644596"/>
            <a:ext cx="85719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עכשיו נעבור לאקטיביטי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ViewAllVisitsActivity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וקודם כל נעשה בה עיצוב בסיסי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ונוסיף רכיב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906AA-F09F-D527-C7B4-3761A0B20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02C78D-7083-7EE1-9266-FFD400DB61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45DDF24B-1EF9-69B8-9F48-D76BC74DB071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C662B64-E6CD-D23E-48AB-61D76F686EB9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BF7D1F1-8EBF-2057-EE27-9DC2E9059904}"/>
              </a:ext>
            </a:extLst>
          </p:cNvPr>
          <p:cNvGrpSpPr/>
          <p:nvPr/>
        </p:nvGrpSpPr>
        <p:grpSpPr>
          <a:xfrm>
            <a:off x="4665217" y="4083124"/>
            <a:ext cx="3141000" cy="2619000"/>
            <a:chOff x="4665217" y="4083124"/>
            <a:chExt cx="3141000" cy="261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23528FB-379F-64F0-9E59-226E2FB28123}"/>
                    </a:ext>
                  </a:extLst>
                </p14:cNvPr>
                <p14:cNvContentPartPr/>
                <p14:nvPr/>
              </p14:nvContentPartPr>
              <p14:xfrm>
                <a:off x="4665217" y="6186604"/>
                <a:ext cx="1251720" cy="515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23528FB-379F-64F0-9E59-226E2FB281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47577" y="6168604"/>
                  <a:ext cx="12873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897957-DB2B-550A-F10E-B4835E6DABC4}"/>
                    </a:ext>
                  </a:extLst>
                </p14:cNvPr>
                <p14:cNvContentPartPr/>
                <p14:nvPr/>
              </p14:nvContentPartPr>
              <p14:xfrm>
                <a:off x="5941057" y="4083124"/>
                <a:ext cx="1677240" cy="338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897957-DB2B-550A-F10E-B4835E6DAB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23057" y="4065124"/>
                  <a:ext cx="1712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7A9A68-70E8-321F-146B-CFADB3EC861B}"/>
                    </a:ext>
                  </a:extLst>
                </p14:cNvPr>
                <p14:cNvContentPartPr/>
                <p14:nvPr/>
              </p14:nvContentPartPr>
              <p14:xfrm>
                <a:off x="5917297" y="4392364"/>
                <a:ext cx="1888920" cy="199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7A9A68-70E8-321F-146B-CFADB3EC86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99297" y="4374724"/>
                  <a:ext cx="1924560" cy="202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80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4771C-9A2D-460A-3F36-FE00758D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0C3006-7679-C2D9-1A6B-DB14E788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39D53-E990-C0DB-9309-8C29AB07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72EC3B39-878E-D781-790B-A51C83CCB572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B798BB2-419C-4E77-D09A-418F8F7ADD36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5933D68-00C5-D157-6DC6-50A0C3637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385" y="802973"/>
            <a:ext cx="5052279" cy="568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FA61FB-068B-2107-1BB3-8DBEE22B6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258" y="1352312"/>
            <a:ext cx="2636748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3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97F7-B373-4019-5AEF-3C095D73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1E43BB0-A8D3-9AA3-EB6C-1554EA9D3057}"/>
              </a:ext>
            </a:extLst>
          </p:cNvPr>
          <p:cNvSpPr/>
          <p:nvPr/>
        </p:nvSpPr>
        <p:spPr>
          <a:xfrm>
            <a:off x="2182762" y="1522914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להציג נתונים על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צריך: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להצגת נתונים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(במערך או ברשימה)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מתאם/ממיר/מחבר אשר מעביר נתונים מרשימה על הרכיב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E4CDB-6401-AE6F-2862-E2CE1B95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ACC1B-9461-9C61-0D5B-274B74BCE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261D8FC3-FCFA-C82B-6340-8771463473DC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C2787E8-8219-A57F-DC2B-CD44B22BC448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6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23371-8E7B-FBB1-0E38-2C7EAB05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E1ADC1-42A4-AA4B-E77D-FC932960C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2E56DB-C9E4-2904-8748-61CC2278B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F63D7BC-E9B8-323F-FFD7-C8DD8ABC303C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6B54A6-F074-B5D4-FA5B-DE085C0C0A68}"/>
              </a:ext>
            </a:extLst>
          </p:cNvPr>
          <p:cNvGrpSpPr/>
          <p:nvPr/>
        </p:nvGrpSpPr>
        <p:grpSpPr>
          <a:xfrm>
            <a:off x="1671484" y="1769806"/>
            <a:ext cx="9552783" cy="3991897"/>
            <a:chOff x="1540359" y="1987659"/>
            <a:chExt cx="10047701" cy="4747221"/>
          </a:xfrm>
        </p:grpSpPr>
        <p:pic>
          <p:nvPicPr>
            <p:cNvPr id="12" name="תמונה 7">
              <a:extLst>
                <a:ext uri="{FF2B5EF4-FFF2-40B4-BE49-F238E27FC236}">
                  <a16:creationId xmlns:a16="http://schemas.microsoft.com/office/drawing/2014/main" id="{C54A5597-E304-AF81-F76E-6E44AE16B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0359" y="2929079"/>
              <a:ext cx="2504236" cy="1627753"/>
            </a:xfrm>
            <a:prstGeom prst="rect">
              <a:avLst/>
            </a:prstGeom>
          </p:spPr>
        </p:pic>
        <p:pic>
          <p:nvPicPr>
            <p:cNvPr id="13" name="תמונה 2">
              <a:extLst>
                <a:ext uri="{FF2B5EF4-FFF2-40B4-BE49-F238E27FC236}">
                  <a16:creationId xmlns:a16="http://schemas.microsoft.com/office/drawing/2014/main" id="{D891D554-8754-E49C-0F96-11A3711F7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78193" y="5523934"/>
              <a:ext cx="2188457" cy="1210946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FF0000"/>
              </a:solidFill>
            </a:ln>
          </p:spPr>
        </p:pic>
        <p:pic>
          <p:nvPicPr>
            <p:cNvPr id="14" name="Picture 2" descr="Профессиональный курс «ПОВАР-КУЛИНАР» (Повар-универсал 4-го ...">
              <a:extLst>
                <a:ext uri="{FF2B5EF4-FFF2-40B4-BE49-F238E27FC236}">
                  <a16:creationId xmlns:a16="http://schemas.microsoft.com/office/drawing/2014/main" id="{B3DBE57D-D34D-62CD-1036-A60C84E1A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193" y="2935231"/>
              <a:ext cx="2441629" cy="1627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Тарелка суповая, стеклокерамика, 20 см, круглая, Precious, Luminarc, Q1934  в Ельце: цены, фото, отзывы - купить в интернет-магазине Порядок.ру">
              <a:extLst>
                <a:ext uri="{FF2B5EF4-FFF2-40B4-BE49-F238E27FC236}">
                  <a16:creationId xmlns:a16="http://schemas.microsoft.com/office/drawing/2014/main" id="{3F7A811E-3379-EF1A-31BA-13FBD26CA9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04" t="36000" b="13916"/>
            <a:stretch/>
          </p:blipFill>
          <p:spPr bwMode="auto">
            <a:xfrm>
              <a:off x="8753420" y="2929080"/>
              <a:ext cx="2834640" cy="1633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מלבן 6">
              <a:extLst>
                <a:ext uri="{FF2B5EF4-FFF2-40B4-BE49-F238E27FC236}">
                  <a16:creationId xmlns:a16="http://schemas.microsoft.com/office/drawing/2014/main" id="{FDC5C72D-78DE-5262-658B-83721EB3A879}"/>
                </a:ext>
              </a:extLst>
            </p:cNvPr>
            <p:cNvSpPr/>
            <p:nvPr/>
          </p:nvSpPr>
          <p:spPr>
            <a:xfrm>
              <a:off x="1540359" y="1987659"/>
              <a:ext cx="956201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 rtl="1"/>
              <a:r>
                <a:rPr lang="he-IL" sz="36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רכיב </a:t>
              </a:r>
              <a:r>
                <a:rPr lang="ru-RU" sz="36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   </a:t>
              </a:r>
              <a:r>
                <a:rPr lang="he-IL" sz="36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מתאם</a:t>
              </a:r>
              <a:r>
                <a:rPr lang="ru-RU" sz="36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                 </a:t>
              </a:r>
              <a:r>
                <a:rPr lang="he-IL" sz="36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נתונים</a:t>
              </a: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226315C9-8A37-D3AE-99AC-81E2D2923D59}"/>
                </a:ext>
              </a:extLst>
            </p:cNvPr>
            <p:cNvSpPr/>
            <p:nvPr/>
          </p:nvSpPr>
          <p:spPr>
            <a:xfrm rot="16200000">
              <a:off x="5947136" y="1150121"/>
              <a:ext cx="743715" cy="7636128"/>
            </a:xfrm>
            <a:prstGeom prst="leftBrace">
              <a:avLst>
                <a:gd name="adj1" fmla="val 45350"/>
                <a:gd name="adj2" fmla="val 50000"/>
              </a:avLst>
            </a:prstGeom>
            <a:ln w="889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2964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6879-3C5D-8ECB-80CF-DA9558F0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E5CDF56-C47B-F03A-385A-B02EB27B070A}"/>
              </a:ext>
            </a:extLst>
          </p:cNvPr>
          <p:cNvSpPr/>
          <p:nvPr/>
        </p:nvSpPr>
        <p:spPr>
          <a:xfrm>
            <a:off x="2182762" y="1522914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לצור רשימת נתונים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נעביר נתונים מקובץ טקסט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לרשימת נתונים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Visit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נרכז את הפעילות הזאת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נפרדת.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89268-E345-3897-72BC-7E02BAF8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2D3B52-EC31-0550-CE50-146C5AA86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AAFC2F49-C79B-6BDE-57E3-A8C3674DE66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AD732E8-B064-2B0A-9BC7-E6320974B756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463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9B18-8654-461D-A4C6-A8E3F91A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E573E36-7532-B832-691E-06781ECCEB62}"/>
              </a:ext>
            </a:extLst>
          </p:cNvPr>
          <p:cNvSpPr/>
          <p:nvPr/>
        </p:nvSpPr>
        <p:spPr>
          <a:xfrm>
            <a:off x="1632154" y="697004"/>
            <a:ext cx="9714272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משתנים אשר: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פותחים גישה לקובץ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מטפלים בהעברת נתונים () דרך ערוץ זה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מאגרים בזמן הקריאה שורות שלמות ולא "תו אחרי תו"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F3FB8-A10D-F02E-8C05-52651E0C8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301EE6-7A7A-4C77-4E5A-AC7C308DF0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F9E9895D-5952-720F-B622-5DD70B146312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73BE9E4-C448-ACCB-7C8F-08F6AAD08D14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292DE6A-F1F7-936C-6EEA-F0E932EFC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60" y="4050939"/>
            <a:ext cx="3020387" cy="176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4F8D3D-BC84-5A87-D462-97830B1FD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542" y="4374722"/>
            <a:ext cx="6562853" cy="101595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D5E77DA-CA7F-0710-36D7-3BEAA12C4212}"/>
              </a:ext>
            </a:extLst>
          </p:cNvPr>
          <p:cNvGrpSpPr/>
          <p:nvPr/>
        </p:nvGrpSpPr>
        <p:grpSpPr>
          <a:xfrm>
            <a:off x="3323137" y="4714204"/>
            <a:ext cx="973800" cy="455040"/>
            <a:chOff x="3323137" y="4714204"/>
            <a:chExt cx="973800" cy="4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5B0D86-E1C1-7EA3-AC77-887D7DA9C290}"/>
                    </a:ext>
                  </a:extLst>
                </p14:cNvPr>
                <p14:cNvContentPartPr/>
                <p14:nvPr/>
              </p14:nvContentPartPr>
              <p14:xfrm>
                <a:off x="3323137" y="4866844"/>
                <a:ext cx="963000" cy="4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5B0D86-E1C1-7EA3-AC77-887D7DA9C29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05137" y="4848844"/>
                  <a:ext cx="998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0B8FCB-DA7C-5C1A-04DC-0466EBA31D7B}"/>
                    </a:ext>
                  </a:extLst>
                </p14:cNvPr>
                <p14:cNvContentPartPr/>
                <p14:nvPr/>
              </p14:nvContentPartPr>
              <p14:xfrm>
                <a:off x="3959617" y="4714204"/>
                <a:ext cx="337320" cy="212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0B8FCB-DA7C-5C1A-04DC-0466EBA31D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41977" y="4696204"/>
                  <a:ext cx="3729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04E16F-5034-1BE9-410E-D6B81F5B6B6D}"/>
                    </a:ext>
                  </a:extLst>
                </p14:cNvPr>
                <p14:cNvContentPartPr/>
                <p14:nvPr/>
              </p14:nvContentPartPr>
              <p14:xfrm>
                <a:off x="3994177" y="4896364"/>
                <a:ext cx="302760" cy="272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04E16F-5034-1BE9-410E-D6B81F5B6B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76537" y="4878724"/>
                  <a:ext cx="338400" cy="30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914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6A1C-86FD-9060-FB6E-481526ED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8B7E1F2-9D98-B155-7036-630C8D054868}"/>
              </a:ext>
            </a:extLst>
          </p:cNvPr>
          <p:cNvSpPr/>
          <p:nvPr/>
        </p:nvSpPr>
        <p:spPr>
          <a:xfrm>
            <a:off x="555977" y="510082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תוך כדי קריאת נתונים מהקובץ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עצמים ומוסיפים אותם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לרשימת העצמים.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F7F0B-4271-E33D-DCC2-962B8B8D5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1B6C0-B46A-422F-3137-84DAB609A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044F0D8E-324D-2700-01D7-E047EE6F0FC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29C57C2-5EEC-3A2F-008B-9AB61051643A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A055B0E-7315-CA14-A6C7-5DA643A044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529" y="1329507"/>
            <a:ext cx="4716818" cy="533668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D18E6E8-F106-D80F-0F2E-A5841A144B6B}"/>
              </a:ext>
            </a:extLst>
          </p:cNvPr>
          <p:cNvGrpSpPr/>
          <p:nvPr/>
        </p:nvGrpSpPr>
        <p:grpSpPr>
          <a:xfrm>
            <a:off x="6527137" y="1702444"/>
            <a:ext cx="1156320" cy="396720"/>
            <a:chOff x="6527137" y="1702444"/>
            <a:chExt cx="115632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108A17-E5C7-62F6-8A80-89BBD6BE47C1}"/>
                    </a:ext>
                  </a:extLst>
                </p14:cNvPr>
                <p14:cNvContentPartPr/>
                <p14:nvPr/>
              </p14:nvContentPartPr>
              <p14:xfrm>
                <a:off x="7071097" y="1702444"/>
                <a:ext cx="612360" cy="258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108A17-E5C7-62F6-8A80-89BBD6BE47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53457" y="1684804"/>
                  <a:ext cx="6480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F95F9A9-9275-F215-6C5D-01044D17B340}"/>
                    </a:ext>
                  </a:extLst>
                </p14:cNvPr>
                <p14:cNvContentPartPr/>
                <p14:nvPr/>
              </p14:nvContentPartPr>
              <p14:xfrm>
                <a:off x="6591577" y="1729804"/>
                <a:ext cx="188280" cy="319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F95F9A9-9275-F215-6C5D-01044D17B3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73577" y="1711804"/>
                  <a:ext cx="2239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A0FF126-A940-2C44-F685-F8DA08C504AB}"/>
                    </a:ext>
                  </a:extLst>
                </p14:cNvPr>
                <p14:cNvContentPartPr/>
                <p14:nvPr/>
              </p14:nvContentPartPr>
              <p14:xfrm>
                <a:off x="6527137" y="2091244"/>
                <a:ext cx="217080" cy="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A0FF126-A940-2C44-F685-F8DA08C504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09497" y="2073604"/>
                  <a:ext cx="252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BE172A-BEDD-8E1A-3495-87789B3241C4}"/>
              </a:ext>
            </a:extLst>
          </p:cNvPr>
          <p:cNvGrpSpPr/>
          <p:nvPr/>
        </p:nvGrpSpPr>
        <p:grpSpPr>
          <a:xfrm>
            <a:off x="6147337" y="2529724"/>
            <a:ext cx="1890000" cy="797040"/>
            <a:chOff x="6147337" y="2529724"/>
            <a:chExt cx="1890000" cy="79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DD37C2-6F8B-3FB2-8531-CE594B1D378E}"/>
                    </a:ext>
                  </a:extLst>
                </p14:cNvPr>
                <p14:cNvContentPartPr/>
                <p14:nvPr/>
              </p14:nvContentPartPr>
              <p14:xfrm>
                <a:off x="6744217" y="2529724"/>
                <a:ext cx="1293120" cy="63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DD37C2-6F8B-3FB2-8531-CE594B1D37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26217" y="2511724"/>
                  <a:ext cx="132876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D9C3F6-B4D3-58C0-64E2-FC9F68FA71BC}"/>
                    </a:ext>
                  </a:extLst>
                </p14:cNvPr>
                <p14:cNvContentPartPr/>
                <p14:nvPr/>
              </p14:nvContentPartPr>
              <p14:xfrm>
                <a:off x="6147337" y="2884684"/>
                <a:ext cx="332280" cy="44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D9C3F6-B4D3-58C0-64E2-FC9F68FA71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29697" y="2867044"/>
                  <a:ext cx="367920" cy="47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2A9AD3-01A0-32D4-A006-77B0172CCA2C}"/>
              </a:ext>
            </a:extLst>
          </p:cNvPr>
          <p:cNvGrpSpPr/>
          <p:nvPr/>
        </p:nvGrpSpPr>
        <p:grpSpPr>
          <a:xfrm>
            <a:off x="6679777" y="4138924"/>
            <a:ext cx="1699920" cy="341640"/>
            <a:chOff x="6679777" y="4138924"/>
            <a:chExt cx="169992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0D1B6A-BC94-B8D6-2C25-531615E34B6C}"/>
                    </a:ext>
                  </a:extLst>
                </p14:cNvPr>
                <p14:cNvContentPartPr/>
                <p14:nvPr/>
              </p14:nvContentPartPr>
              <p14:xfrm>
                <a:off x="7179097" y="4138924"/>
                <a:ext cx="1200600" cy="263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0D1B6A-BC94-B8D6-2C25-531615E34B6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61457" y="4120924"/>
                  <a:ext cx="1236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6C55C5-9AA8-7587-9E9A-1669765DBF45}"/>
                    </a:ext>
                  </a:extLst>
                </p14:cNvPr>
                <p14:cNvContentPartPr/>
                <p14:nvPr/>
              </p14:nvContentPartPr>
              <p14:xfrm>
                <a:off x="6688057" y="4239364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6C55C5-9AA8-7587-9E9A-1669765DBF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70417" y="4221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F3B960-08F8-A9B9-6701-F5F7C33CC2A4}"/>
                    </a:ext>
                  </a:extLst>
                </p14:cNvPr>
                <p14:cNvContentPartPr/>
                <p14:nvPr/>
              </p14:nvContentPartPr>
              <p14:xfrm>
                <a:off x="6679777" y="4201564"/>
                <a:ext cx="285480" cy="279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F3B960-08F8-A9B9-6701-F5F7C33CC2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62137" y="4183924"/>
                  <a:ext cx="32112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102A67-EB14-65B8-3009-A27A952ECB75}"/>
              </a:ext>
            </a:extLst>
          </p:cNvPr>
          <p:cNvGrpSpPr/>
          <p:nvPr/>
        </p:nvGrpSpPr>
        <p:grpSpPr>
          <a:xfrm>
            <a:off x="6106297" y="4659844"/>
            <a:ext cx="2302200" cy="1488960"/>
            <a:chOff x="6106297" y="4659844"/>
            <a:chExt cx="2302200" cy="14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67318E-5171-EF0D-5D2F-22F1CE9A90A2}"/>
                    </a:ext>
                  </a:extLst>
                </p14:cNvPr>
                <p14:cNvContentPartPr/>
                <p14:nvPr/>
              </p14:nvContentPartPr>
              <p14:xfrm>
                <a:off x="6860497" y="4659844"/>
                <a:ext cx="1548000" cy="43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67318E-5171-EF0D-5D2F-22F1CE9A90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42497" y="4642204"/>
                  <a:ext cx="15836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60495E-9199-26BC-DFE8-71958B7905B9}"/>
                    </a:ext>
                  </a:extLst>
                </p14:cNvPr>
                <p14:cNvContentPartPr/>
                <p14:nvPr/>
              </p14:nvContentPartPr>
              <p14:xfrm>
                <a:off x="6400417" y="4908964"/>
                <a:ext cx="218880" cy="235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60495E-9199-26BC-DFE8-71958B7905B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82417" y="4891324"/>
                  <a:ext cx="254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285CC5-9E98-EBCE-119D-6FF11AD911A3}"/>
                    </a:ext>
                  </a:extLst>
                </p14:cNvPr>
                <p14:cNvContentPartPr/>
                <p14:nvPr/>
              </p14:nvContentPartPr>
              <p14:xfrm>
                <a:off x="6625417" y="4923724"/>
                <a:ext cx="90000" cy="39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285CC5-9E98-EBCE-119D-6FF11AD911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07777" y="4905724"/>
                  <a:ext cx="1256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25B7A5-6DD5-DAC0-1C6A-B5F9E46D347D}"/>
                    </a:ext>
                  </a:extLst>
                </p14:cNvPr>
                <p14:cNvContentPartPr/>
                <p14:nvPr/>
              </p14:nvContentPartPr>
              <p14:xfrm>
                <a:off x="7904857" y="5055124"/>
                <a:ext cx="160560" cy="74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25B7A5-6DD5-DAC0-1C6A-B5F9E46D34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86857" y="5037484"/>
                  <a:ext cx="19620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713AA46-B64B-E0B7-1786-FF4A899F6E86}"/>
                    </a:ext>
                  </a:extLst>
                </p14:cNvPr>
                <p14:cNvContentPartPr/>
                <p14:nvPr/>
              </p14:nvContentPartPr>
              <p14:xfrm>
                <a:off x="6841777" y="5504404"/>
                <a:ext cx="921600" cy="421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713AA46-B64B-E0B7-1786-FF4A899F6E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23777" y="5486764"/>
                  <a:ext cx="9572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8E9153-5C3F-AE1C-7301-4CBCE260C9E6}"/>
                    </a:ext>
                  </a:extLst>
                </p14:cNvPr>
                <p14:cNvContentPartPr/>
                <p14:nvPr/>
              </p14:nvContentPartPr>
              <p14:xfrm>
                <a:off x="6106297" y="5764324"/>
                <a:ext cx="266040" cy="384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8E9153-5C3F-AE1C-7301-4CBCE260C9E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88657" y="5746684"/>
                  <a:ext cx="301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FC58C3-4C34-AD09-566C-8F84FE6C46A9}"/>
                    </a:ext>
                  </a:extLst>
                </p14:cNvPr>
                <p14:cNvContentPartPr/>
                <p14:nvPr/>
              </p14:nvContentPartPr>
              <p14:xfrm>
                <a:off x="6250297" y="5695924"/>
                <a:ext cx="304920" cy="88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FC58C3-4C34-AD09-566C-8F84FE6C46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32297" y="5678284"/>
                  <a:ext cx="340560" cy="124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מלבן 4">
            <a:extLst>
              <a:ext uri="{FF2B5EF4-FFF2-40B4-BE49-F238E27FC236}">
                <a16:creationId xmlns:a16="http://schemas.microsoft.com/office/drawing/2014/main" id="{CEBF1E26-7E50-6BE0-C57E-8A69484D4371}"/>
              </a:ext>
            </a:extLst>
          </p:cNvPr>
          <p:cNvSpPr/>
          <p:nvPr/>
        </p:nvSpPr>
        <p:spPr>
          <a:xfrm>
            <a:off x="915702" y="2707763"/>
            <a:ext cx="4944299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מאפסים רשימת עצמים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כל עוד עדיין לא סוף הקובץ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יוצרים עצם...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... ומוסיפים אותו ורשימת עצמים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+mj-cs"/>
              </a:rPr>
              <a:t>סוגרים ערוץ גישה ו"מבטלים" שימוש בכלים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A86BBF-348D-EE29-FD0E-3857BAFBE830}"/>
                  </a:ext>
                </a:extLst>
              </p14:cNvPr>
              <p14:cNvContentPartPr/>
              <p14:nvPr/>
            </p14:nvContentPartPr>
            <p14:xfrm>
              <a:off x="8357377" y="2169004"/>
              <a:ext cx="3516840" cy="1609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A86BBF-348D-EE29-FD0E-3857BAFBE83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339737" y="2151364"/>
                <a:ext cx="3552480" cy="16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9C65FEA-8A51-71AB-711C-9FEE3BF4E901}"/>
                  </a:ext>
                </a:extLst>
              </p14:cNvPr>
              <p14:cNvContentPartPr/>
              <p14:nvPr/>
            </p14:nvContentPartPr>
            <p14:xfrm>
              <a:off x="7493737" y="3112564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9C65FEA-8A51-71AB-711C-9FEE3BF4E90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75737" y="3094564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מלבן 4">
            <a:extLst>
              <a:ext uri="{FF2B5EF4-FFF2-40B4-BE49-F238E27FC236}">
                <a16:creationId xmlns:a16="http://schemas.microsoft.com/office/drawing/2014/main" id="{5D80EBB0-83C3-8633-D6A2-A38A19023E0A}"/>
              </a:ext>
            </a:extLst>
          </p:cNvPr>
          <p:cNvSpPr/>
          <p:nvPr/>
        </p:nvSpPr>
        <p:spPr>
          <a:xfrm>
            <a:off x="1848760" y="5317564"/>
            <a:ext cx="3743459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Guttman Drogolin" panose="02010401010101010101" pitchFamily="2" charset="-79"/>
                <a:cs typeface="Guttman Drogolin" panose="02010401010101010101" pitchFamily="2" charset="-79"/>
              </a:rPr>
              <a:t>קוראים שורות נתונים עבור עצם הבא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8A0DC74-DAB0-8302-2E01-86108106653E}"/>
                  </a:ext>
                </a:extLst>
              </p14:cNvPr>
              <p14:cNvContentPartPr/>
              <p14:nvPr/>
            </p14:nvContentPartPr>
            <p14:xfrm>
              <a:off x="1773337" y="5527804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8A0DC74-DAB0-8302-2E01-86108106653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755697" y="551016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280F0F27-E128-5014-0891-D2FF47047D87}"/>
              </a:ext>
            </a:extLst>
          </p:cNvPr>
          <p:cNvGrpSpPr/>
          <p:nvPr/>
        </p:nvGrpSpPr>
        <p:grpSpPr>
          <a:xfrm>
            <a:off x="1618177" y="4757044"/>
            <a:ext cx="3975120" cy="1778040"/>
            <a:chOff x="1618177" y="4757044"/>
            <a:chExt cx="3975120" cy="177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68FAE38-C9F4-422C-D895-0438C9F0E28B}"/>
                    </a:ext>
                  </a:extLst>
                </p14:cNvPr>
                <p14:cNvContentPartPr/>
                <p14:nvPr/>
              </p14:nvContentPartPr>
              <p14:xfrm>
                <a:off x="1618177" y="4757044"/>
                <a:ext cx="3975120" cy="1778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68FAE38-C9F4-422C-D895-0438C9F0E2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00177" y="4739404"/>
                  <a:ext cx="4010760" cy="18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4E5C02E-C036-72E9-8C08-F703F5F9D849}"/>
                    </a:ext>
                  </a:extLst>
                </p14:cNvPr>
                <p14:cNvContentPartPr/>
                <p14:nvPr/>
              </p14:nvContentPartPr>
              <p14:xfrm>
                <a:off x="1914457" y="5369044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4E5C02E-C036-72E9-8C08-F703F5F9D84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96457" y="53514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039B087-F1B2-053B-6305-6FB1292AD73E}"/>
                  </a:ext>
                </a:extLst>
              </p14:cNvPr>
              <p14:cNvContentPartPr/>
              <p14:nvPr/>
            </p14:nvContentPartPr>
            <p14:xfrm>
              <a:off x="5360017" y="3167284"/>
              <a:ext cx="2946600" cy="1782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039B087-F1B2-053B-6305-6FB1292AD73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342377" y="3149644"/>
                <a:ext cx="2982240" cy="18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091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1B17-E91D-22FB-8AE0-4A0AF816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9FC7A22-F59B-5B51-B227-E87AACA11105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נשאר רק להציג את הנתונים על הרכיב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C7A1A-F4B2-1646-2BF9-786DF829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9E673A-2BB7-703A-B45B-B7AE4CCD8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484978BA-C6CD-C19A-1D68-93415698DBF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99AA2D2-502E-D784-FEB9-3D8D66A7423C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מלבן 3">
            <a:extLst>
              <a:ext uri="{FF2B5EF4-FFF2-40B4-BE49-F238E27FC236}">
                <a16:creationId xmlns:a16="http://schemas.microsoft.com/office/drawing/2014/main" id="{1225A69F-80AF-37B3-202B-0B2A565F4748}"/>
              </a:ext>
            </a:extLst>
          </p:cNvPr>
          <p:cNvSpPr/>
          <p:nvPr/>
        </p:nvSpPr>
        <p:spPr>
          <a:xfrm>
            <a:off x="9399639" y="4159044"/>
            <a:ext cx="2000788" cy="257590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רכיב</a:t>
            </a:r>
            <a:endParaRPr lang="en-US" sz="3200" dirty="0"/>
          </a:p>
        </p:txBody>
      </p:sp>
      <p:sp>
        <p:nvSpPr>
          <p:cNvPr id="4" name="הסבר חץ שמאלה-ימינה 6">
            <a:extLst>
              <a:ext uri="{FF2B5EF4-FFF2-40B4-BE49-F238E27FC236}">
                <a16:creationId xmlns:a16="http://schemas.microsoft.com/office/drawing/2014/main" id="{4C97F5E0-51A5-5907-AC22-611EF778CAB7}"/>
              </a:ext>
            </a:extLst>
          </p:cNvPr>
          <p:cNvSpPr/>
          <p:nvPr/>
        </p:nvSpPr>
        <p:spPr>
          <a:xfrm>
            <a:off x="3923791" y="4809414"/>
            <a:ext cx="5395158" cy="1668218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5441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 err="1"/>
              <a:t>ArrayAdapter</a:t>
            </a:r>
            <a:endParaRPr lang="he-IL" sz="3600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147F374F-1BA3-7647-3B5B-099CC9ACA738}"/>
              </a:ext>
            </a:extLst>
          </p:cNvPr>
          <p:cNvSpPr/>
          <p:nvPr/>
        </p:nvSpPr>
        <p:spPr>
          <a:xfrm>
            <a:off x="2113935" y="4522839"/>
            <a:ext cx="1729166" cy="2123767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dirty="0"/>
              <a:t>נתונים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525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FC85-75EE-B1BC-1BE1-DAD917CB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7064A2C-810F-853D-ABE4-8CE92A812482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נשאר רק להציג את הנתונים על הרכיב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78901C-E4D6-903C-FEFB-5E87B1DC3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0C5C9-4705-0637-91DE-7685A2D52A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6891D4F-8ED0-6987-8C63-DB5AABCB9F2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C775EB0-81F1-8246-D6C4-AAE43EC040BF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מלבן 3">
            <a:extLst>
              <a:ext uri="{FF2B5EF4-FFF2-40B4-BE49-F238E27FC236}">
                <a16:creationId xmlns:a16="http://schemas.microsoft.com/office/drawing/2014/main" id="{BDDCAE9E-B4CC-4BE2-FC94-1B3E6C4A3914}"/>
              </a:ext>
            </a:extLst>
          </p:cNvPr>
          <p:cNvSpPr/>
          <p:nvPr/>
        </p:nvSpPr>
        <p:spPr>
          <a:xfrm>
            <a:off x="9399639" y="4159044"/>
            <a:ext cx="2000788" cy="257590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/>
              <a:t>רכיב</a:t>
            </a:r>
            <a:endParaRPr lang="en-US" sz="3200" dirty="0"/>
          </a:p>
        </p:txBody>
      </p:sp>
      <p:sp>
        <p:nvSpPr>
          <p:cNvPr id="4" name="הסבר חץ שמאלה-ימינה 6">
            <a:extLst>
              <a:ext uri="{FF2B5EF4-FFF2-40B4-BE49-F238E27FC236}">
                <a16:creationId xmlns:a16="http://schemas.microsoft.com/office/drawing/2014/main" id="{E9892B82-6B35-686E-7EAA-98B809B09A2D}"/>
              </a:ext>
            </a:extLst>
          </p:cNvPr>
          <p:cNvSpPr/>
          <p:nvPr/>
        </p:nvSpPr>
        <p:spPr>
          <a:xfrm>
            <a:off x="3923791" y="4809414"/>
            <a:ext cx="5395158" cy="1668218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5441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 err="1"/>
              <a:t>ArrayAdapter</a:t>
            </a:r>
            <a:endParaRPr lang="he-IL" sz="3600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0C5A4E49-62C9-987E-FF83-C588C9C59E63}"/>
              </a:ext>
            </a:extLst>
          </p:cNvPr>
          <p:cNvSpPr/>
          <p:nvPr/>
        </p:nvSpPr>
        <p:spPr>
          <a:xfrm>
            <a:off x="2113935" y="4522839"/>
            <a:ext cx="1729166" cy="2123767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dirty="0"/>
              <a:t>נתונים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45123-F2D5-8C03-83D2-EE159303D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756" y="2551772"/>
            <a:ext cx="6487333" cy="157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66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18CA-9337-B43F-58A1-C6C1E961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D12CCB1-A75D-883E-7352-E56B4C87044E}"/>
              </a:ext>
            </a:extLst>
          </p:cNvPr>
          <p:cNvSpPr/>
          <p:nvPr/>
        </p:nvSpPr>
        <p:spPr>
          <a:xfrm>
            <a:off x="2042589" y="1130708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נשאר רק להציג את הנתונים על הרכיב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01C3B6-5013-AA18-875F-B5DF02027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9DAE7D-3DEE-EC2F-E0C4-E0D6070617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EE070B9D-23AA-F0FA-355D-C1222173BE67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8854CD1-71D2-B6D7-FC2F-82A943AF1FB1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686D1CB-29D4-367A-B93E-7C8FF0263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723" y="3743256"/>
            <a:ext cx="6487333" cy="1572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0D2927-0227-654C-6AD5-A1BBE5F169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519" y="2412334"/>
            <a:ext cx="4143262" cy="439021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B18C0781-40F5-E078-F1FD-BAFFFE06CFEF}"/>
              </a:ext>
            </a:extLst>
          </p:cNvPr>
          <p:cNvSpPr/>
          <p:nvPr/>
        </p:nvSpPr>
        <p:spPr>
          <a:xfrm>
            <a:off x="5739017" y="2135984"/>
            <a:ext cx="3508034" cy="727587"/>
          </a:xfrm>
          <a:prstGeom prst="wedgeRoundRectCallout">
            <a:avLst>
              <a:gd name="adj1" fmla="val 15042"/>
              <a:gd name="adj2" fmla="val 18547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קשור לאקטיביטי הזאת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C51F8E5B-F2EA-EE74-8E6E-A193F53B0941}"/>
              </a:ext>
            </a:extLst>
          </p:cNvPr>
          <p:cNvSpPr/>
          <p:nvPr/>
        </p:nvSpPr>
        <p:spPr>
          <a:xfrm>
            <a:off x="9247051" y="3088091"/>
            <a:ext cx="3145949" cy="878753"/>
          </a:xfrm>
          <a:prstGeom prst="wedgeRoundRectCallout">
            <a:avLst>
              <a:gd name="adj1" fmla="val -34835"/>
              <a:gd name="adj2" fmla="val 8970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מבנה להצגת הנתון</a:t>
            </a:r>
          </a:p>
          <a:p>
            <a:pPr algn="ctr" rtl="1"/>
            <a:r>
              <a:rPr lang="he-IL" sz="2400" dirty="0">
                <a:solidFill>
                  <a:schemeClr val="bg1"/>
                </a:solidFill>
              </a:rPr>
              <a:t>כבר קיים באנדרואיד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70B23622-BFFB-6A5B-1780-7632F0F1196B}"/>
              </a:ext>
            </a:extLst>
          </p:cNvPr>
          <p:cNvSpPr/>
          <p:nvPr/>
        </p:nvSpPr>
        <p:spPr>
          <a:xfrm>
            <a:off x="9517626" y="4753146"/>
            <a:ext cx="2380860" cy="727587"/>
          </a:xfrm>
          <a:prstGeom prst="wedgeRoundRectCallout">
            <a:avLst>
              <a:gd name="adj1" fmla="val -190081"/>
              <a:gd name="adj2" fmla="val -51014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רשימת הנתונים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F5F29F4E-14DE-51DF-2A3B-5C271AF7A39E}"/>
              </a:ext>
            </a:extLst>
          </p:cNvPr>
          <p:cNvSpPr/>
          <p:nvPr/>
        </p:nvSpPr>
        <p:spPr>
          <a:xfrm>
            <a:off x="2820529" y="5971108"/>
            <a:ext cx="3508034" cy="727587"/>
          </a:xfrm>
          <a:prstGeom prst="wedgeRoundRectCallout">
            <a:avLst>
              <a:gd name="adj1" fmla="val -3176"/>
              <a:gd name="adj2" fmla="val -14831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מחברים מתאם לרכיב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4837C36E-FD66-3FEE-53F5-120343AEBAEB}"/>
              </a:ext>
            </a:extLst>
          </p:cNvPr>
          <p:cNvSpPr/>
          <p:nvPr/>
        </p:nvSpPr>
        <p:spPr>
          <a:xfrm>
            <a:off x="393289" y="3228296"/>
            <a:ext cx="2349911" cy="878753"/>
          </a:xfrm>
          <a:prstGeom prst="wedgeRoundRectCallout">
            <a:avLst>
              <a:gd name="adj1" fmla="val 84513"/>
              <a:gd name="adj2" fmla="val 3424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מחברים מתאם</a:t>
            </a:r>
          </a:p>
          <a:p>
            <a:pPr algn="ctr" rtl="1"/>
            <a:r>
              <a:rPr lang="he-IL" sz="2400" dirty="0">
                <a:solidFill>
                  <a:schemeClr val="bg1"/>
                </a:solidFill>
              </a:rPr>
              <a:t>לנתונים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098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3230</TotalTime>
  <Words>421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Assistant</vt:lpstr>
      <vt:lpstr>Guttman Drogolin</vt:lpstr>
      <vt:lpstr>Guttman Vilna</vt:lpstr>
      <vt:lpstr>Guttman-Aram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217</cp:revision>
  <dcterms:created xsi:type="dcterms:W3CDTF">2019-01-05T16:01:25Z</dcterms:created>
  <dcterms:modified xsi:type="dcterms:W3CDTF">2026-03-11T07:15:19Z</dcterms:modified>
</cp:coreProperties>
</file>