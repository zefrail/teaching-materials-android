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73" r:id="rId3"/>
    <p:sldId id="474" r:id="rId4"/>
    <p:sldId id="475" r:id="rId5"/>
    <p:sldId id="476" r:id="rId6"/>
    <p:sldId id="477" r:id="rId7"/>
    <p:sldId id="478" r:id="rId8"/>
    <p:sldId id="482" r:id="rId9"/>
    <p:sldId id="483" r:id="rId10"/>
    <p:sldId id="479" r:id="rId11"/>
    <p:sldId id="480" r:id="rId12"/>
    <p:sldId id="48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א'/ניסן/תשפ"ה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info.data.gov.il/hom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tcountries.com/v3.1/all" TargetMode="External"/><Relationship Id="rId2" Type="http://schemas.openxmlformats.org/officeDocument/2006/relationships/hyperlink" Target="https://data.gov.il/dataset/taxi-stations-br7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820055" y="1679428"/>
            <a:ext cx="8670963" cy="31393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הורדת נתונים מאינטרנט</a:t>
            </a:r>
          </a:p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ושימוש בנתונים האלה</a:t>
            </a:r>
          </a:p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(</a:t>
            </a:r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xml, </a:t>
            </a:r>
            <a:r>
              <a:rPr lang="en-US" sz="6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json</a:t>
            </a:r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, API…</a:t>
            </a:r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)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latin typeface="Georgia Pro Black" panose="02040A02050405020203" pitchFamily="18" charset="0"/>
              <a:cs typeface="Guttman Vilna" panose="0201040101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66C4-2929-B804-C1E4-C24EEFB6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9171B52-B63B-F96D-58D4-ACC19F3CAFA5}"/>
              </a:ext>
            </a:extLst>
          </p:cNvPr>
          <p:cNvSpPr/>
          <p:nvPr/>
        </p:nvSpPr>
        <p:spPr>
          <a:xfrm>
            <a:off x="910907" y="720224"/>
            <a:ext cx="10098153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אינטרנט הוא "מערכת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אלאדין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לנתונים שונים.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חלק מהם גלויים לגמרי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ואפשר לקבל אותם חופשי,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חלק נגישים רק אחרי רישום מסוים,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רב מהם – מסחריים ודורשים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לעבור תהליך מסוים כדי לקבל גישה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72784-C2E0-2323-1F17-F74C07C2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EAD51-BFF4-0552-92B8-B74A0CAF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A88FD-E130-AD01-DEF2-3732E1543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A9FB57EC-98E5-F8EE-BBE7-1340286E773F}"/>
              </a:ext>
            </a:extLst>
          </p:cNvPr>
          <p:cNvSpPr/>
          <p:nvPr/>
        </p:nvSpPr>
        <p:spPr>
          <a:xfrm>
            <a:off x="910907" y="720224"/>
            <a:ext cx="10098153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קיימים צורת שונות (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format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לקבצי הנתונים,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בשפת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יש כלים לרוב מהם.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 מנת להפוך קבצי נתונים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לצורה נוחה להצגתם למשתמש,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קיימות פקודות ופעולות "המרה"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parsing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2374E-A55F-7F99-6DC0-6E1CDCC51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85A82E-8B00-2E08-754F-947B91CBC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3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18AF5-961B-8941-B2CC-8C6D2405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7396C380-61D5-F8C0-79EE-D6F98280B6DB}"/>
              </a:ext>
            </a:extLst>
          </p:cNvPr>
          <p:cNvSpPr/>
          <p:nvPr/>
        </p:nvSpPr>
        <p:spPr>
          <a:xfrm>
            <a:off x="910907" y="720224"/>
            <a:ext cx="1009815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למשל, באתר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יש המון נתונים בפורמטים שונים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0D09D-60EA-5195-9F92-E1DAD7DBD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B2C32C-83BC-C048-0323-2E9D0BC83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hlinkClick r:id="rId4"/>
            <a:extLst>
              <a:ext uri="{FF2B5EF4-FFF2-40B4-BE49-F238E27FC236}">
                <a16:creationId xmlns:a16="http://schemas.microsoft.com/office/drawing/2014/main" id="{EFC5CDEF-3BE1-FA4D-6376-500142D31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590" y="1789472"/>
            <a:ext cx="4980820" cy="17284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7F7128-418E-8CB7-73A9-CB93DC3321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346"/>
          <a:stretch/>
        </p:blipFill>
        <p:spPr>
          <a:xfrm>
            <a:off x="9586452" y="1856281"/>
            <a:ext cx="2107538" cy="500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7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66E2D-56C4-076A-5C1B-50BEF1564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AB9C6BFE-9E1F-4F31-20E1-39B1CEED11F4}"/>
              </a:ext>
            </a:extLst>
          </p:cNvPr>
          <p:cNvSpPr/>
          <p:nvPr/>
        </p:nvSpPr>
        <p:spPr>
          <a:xfrm>
            <a:off x="910907" y="720224"/>
            <a:ext cx="10098153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למשל, בדף על 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  <a:hlinkClick r:id="rId2"/>
              </a:rPr>
              <a:t>תחנות מוניות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בבאר-שבע...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או באתר עם 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  <a:hlinkClick r:id="rId3"/>
              </a:rPr>
              <a:t>נתוני המדינות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3B3D2-CFBA-0817-FD57-1D992B3B2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7FBEA0-E9E6-DAD1-B71E-D0CDC66F48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13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CF065-BE7C-30FB-D3B3-8AA69D723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FD50EA4-41DE-67BA-DE83-31B7362D7221}"/>
              </a:ext>
            </a:extLst>
          </p:cNvPr>
          <p:cNvSpPr/>
          <p:nvPr/>
        </p:nvSpPr>
        <p:spPr>
          <a:xfrm>
            <a:off x="910907" y="720224"/>
            <a:ext cx="10098153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בגדול, יש 2 "גישות"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לגבי עבודה עם קבצי המדע האלה: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742950" indent="-742950" algn="r" rtl="1">
              <a:buAutoNum type="arabicPeriod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להוריד קובץ כולו ואחרי הורדתי למכשיר לבצע "המרה"</a:t>
            </a:r>
          </a:p>
          <a:p>
            <a:pPr marL="742950" indent="-742950" algn="r" rtl="1">
              <a:buAutoNum type="arabicPeriod"/>
            </a:pP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742950" indent="-742950" algn="r" rtl="1">
              <a:buAutoNum type="arabicPeriod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לבצע "המרה" ישר בחיבור לאתר דרך אינטרנט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EF8E8-47D1-E7F9-0478-ACF00F8C1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DCFD4A-1BC9-7FFB-1EA7-9BAE72AD1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9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AA71-CC8C-EBD2-A038-ED31514B3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E0658AD4-6BB6-6E2F-7206-9FAFFAFBF667}"/>
              </a:ext>
            </a:extLst>
          </p:cNvPr>
          <p:cNvSpPr/>
          <p:nvPr/>
        </p:nvSpPr>
        <p:spPr>
          <a:xfrm>
            <a:off x="1046923" y="1378985"/>
            <a:ext cx="1009815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אם לקובץ יש כתובת פתוחה,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אני ממליץ על דרך הראשונה.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אבל מספר אתרים עם הקבצים כאלה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קטן וקטן כל הזמן,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לכן דרך השנייה הופחת לנפוצה ביותר.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728DB-AD69-4EF0-E367-BAB267F36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D6AA6C-0890-1FF4-DB25-D119EFB31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14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B526F-6A4F-3F49-40E2-7C1D9626B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718F1530-0DD3-6ACA-F325-E699352EAD61}"/>
              </a:ext>
            </a:extLst>
          </p:cNvPr>
          <p:cNvSpPr/>
          <p:nvPr/>
        </p:nvSpPr>
        <p:spPr>
          <a:xfrm>
            <a:off x="1046923" y="1378985"/>
            <a:ext cx="10098153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קיימת גם תופעה נוספת: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יותר ויותר מאגרי מידע אינטרנטיים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סוגרים גישה גלויה ויצירה לקבצי הנתונים.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היום לרוב מאגרים האלה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הגישה היא דרך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API</a:t>
            </a:r>
          </a:p>
          <a:p>
            <a:pPr algn="ctr" rtl="1"/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(application programming interface)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BE9B7-3762-9E01-01DF-3332DD608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2E0476-CFFC-60F7-BE21-7981549459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21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7AC81-B45D-976A-7573-6D791A18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2CBA4A0-802A-3133-7A06-2263D51E4A87}"/>
              </a:ext>
            </a:extLst>
          </p:cNvPr>
          <p:cNvSpPr/>
          <p:nvPr/>
        </p:nvSpPr>
        <p:spPr>
          <a:xfrm>
            <a:off x="910907" y="710950"/>
            <a:ext cx="10098153" cy="52629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בדרך כלל קיימים כמה אפשרויות: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 חופשי ללא צורך ברישום וקבלת מפתיח – אבל אם הגבלות מסוימות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 חופשי לנתונים, אבל עם צורך רישום האפליקציה באתר/קבלת מפתח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 חופשי בנתונים עם קבלת מפתח וצוריך להשתמש בספריה חיצונים (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dependences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8A2E45-CE60-AEFE-8927-6B0C4F7E7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E5BD4E-7F57-63E8-63CF-EE1416A3B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76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BAF4-6F15-1CE4-0820-5B368EF49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B8B661EF-6E9E-6ED4-9E3B-E266BBE134F0}"/>
              </a:ext>
            </a:extLst>
          </p:cNvPr>
          <p:cNvSpPr/>
          <p:nvPr/>
        </p:nvSpPr>
        <p:spPr>
          <a:xfrm>
            <a:off x="910907" y="720224"/>
            <a:ext cx="10098153" cy="46474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אפליקציה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InfoJSON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גישה לקובץ באופן ישיר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 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AsyncTask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קריאת נתונים (לא הורדת הקבוץ!) בלי המרה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המרה אחרי סיום הקריאה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תצוגת נתונים ושימוש (פתיחת מיקום ע"י שימוש 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Google maps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92657E-DFAE-BF1B-1D4E-619AAA3AD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882148-1B9A-9DCD-CD2B-DA8186EA1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03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97490-0813-9DF7-E284-D8CCA8A6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F4EA7670-8B6F-521C-0ECD-BF6D3F290CBB}"/>
              </a:ext>
            </a:extLst>
          </p:cNvPr>
          <p:cNvSpPr/>
          <p:nvPr/>
        </p:nvSpPr>
        <p:spPr>
          <a:xfrm>
            <a:off x="910907" y="720224"/>
            <a:ext cx="1009815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אפליקציה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JSON_XML_Collection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: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 ב-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xml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על מנת לקבל נתונים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קובץ עם גישה ישירה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 ב-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Thread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המרה תוך כדי קריאת נתונים באינטרנט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8BEA6-E39B-DED5-B867-861537DA9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E2EBFD-0DF0-E438-0920-B7C87C93F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9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94B09-EE37-EECA-06E6-FA276A8C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256D7A7-9D7C-D133-AA43-ECB184CABB45}"/>
              </a:ext>
            </a:extLst>
          </p:cNvPr>
          <p:cNvSpPr/>
          <p:nvPr/>
        </p:nvSpPr>
        <p:spPr>
          <a:xfrm>
            <a:off x="910907" y="720224"/>
            <a:ext cx="10098153" cy="47089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שינויים היקפים ביותר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שאמורים להידרש באפליקציה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המשמשת בהורדה והמרה של הנתונים: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רישום באתר, קבלת מפתח, הוספת מפתח לאפליקציה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הוספת תלות (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dependences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 לאפליקציה ושימוש בקוד בספריות (פקודות ופעולות) נוספות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 בפקודות ופעולות להורדת הנתונים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 בפקודות ופעולות לביצוע המרת הנתונים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6CC3A-C8D7-97AE-0DBC-3DBA412BB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DE910C-6349-7775-89AB-089B4211B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485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3900</TotalTime>
  <Words>351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Georgia Pro Black</vt:lpstr>
      <vt:lpstr>Segoe UI Semibold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479</cp:revision>
  <dcterms:created xsi:type="dcterms:W3CDTF">2019-01-05T16:01:25Z</dcterms:created>
  <dcterms:modified xsi:type="dcterms:W3CDTF">2025-03-30T14:11:44Z</dcterms:modified>
</cp:coreProperties>
</file>