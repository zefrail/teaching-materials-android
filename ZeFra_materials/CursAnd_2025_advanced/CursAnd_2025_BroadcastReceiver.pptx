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473" r:id="rId3"/>
    <p:sldId id="498" r:id="rId4"/>
    <p:sldId id="499" r:id="rId5"/>
    <p:sldId id="500" r:id="rId6"/>
    <p:sldId id="504" r:id="rId7"/>
    <p:sldId id="501" r:id="rId8"/>
    <p:sldId id="502" r:id="rId9"/>
    <p:sldId id="503" r:id="rId10"/>
    <p:sldId id="50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כ"ג/אדר/תשפ"ה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כ"ג/אדר/תשפ"ה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כ"ג/אדר/תשפ"ה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כ"ג/אדר/תשפ"ה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כ"ג/אדר/תשפ"ה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כ"ג/אדר/תשפ"ה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כ"ג/אדר/תשפ"ה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כ"ג/אדר/תשפ"ה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כ"ג/אדר/תשפ"ה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כ"ג/אדר/תשפ"ה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כ"ג/אדר/תשפ"ה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כ"ג/אדר/תשפ"ה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כ"ג/אדר/תשפ"ה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כ"ג/אדר/תשפ"ה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כ"ג/אדר/תשפ"ה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כ"ג/אדר/תשפ"ה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כ"ג/אדר/תשפ"ה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כ"ג/אדר/תשפ"ה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085056" y="2544667"/>
            <a:ext cx="9044464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en-US" sz="66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latin typeface="Georgia Pro Black" panose="02040A02050405020203" pitchFamily="18" charset="0"/>
                <a:cs typeface="Guttman Vilna" panose="02010401010101010101" pitchFamily="2" charset="-79"/>
              </a:rPr>
              <a:t>BroadcastReceiver</a:t>
            </a:r>
            <a:endParaRPr lang="en-US" sz="6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4">
                  <a:lumMod val="50000"/>
                </a:schemeClr>
              </a:solidFill>
              <a:latin typeface="Georgia Pro Black" panose="02040A02050405020203" pitchFamily="18" charset="0"/>
              <a:cs typeface="Guttman Vilna" panose="02010401010101010101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36788B-3737-3937-ACC4-FA8F8A591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FD018D-ED0B-B4B7-00CD-59F39FA585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066C4-2929-B804-C1E4-C24EEFB6B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49171B52-B63B-F96D-58D4-ACC19F3CAFA5}"/>
              </a:ext>
            </a:extLst>
          </p:cNvPr>
          <p:cNvSpPr/>
          <p:nvPr/>
        </p:nvSpPr>
        <p:spPr>
          <a:xfrm>
            <a:off x="910907" y="720224"/>
            <a:ext cx="10098153" cy="563231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בכל מכשיר מתקיימים תמיד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תהליכים שונים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ומערכת אנדרואיד של המכשיר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מפיצה על כך הרבה מידע.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על חלק מהתהליכים/אירועים 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מערכת מודיע באופן בולט מאוד,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על חלק – באופן "צנוע",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על חלק – בכלל לא.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F72784-C2E0-2323-1F17-F74C07C2D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9EAD51-BFF4-0552-92B8-B74A0CAF0F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3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96E21-8028-183B-1334-1EDB4186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D85B3D71-BCFB-678D-854C-9CFC0D2089AE}"/>
              </a:ext>
            </a:extLst>
          </p:cNvPr>
          <p:cNvSpPr/>
          <p:nvPr/>
        </p:nvSpPr>
        <p:spPr>
          <a:xfrm>
            <a:off x="1046923" y="798883"/>
            <a:ext cx="10098153" cy="50167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המנגנון המאפשר</a:t>
            </a: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"לתפוס" מידע על אירוע</a:t>
            </a: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נקרא "מקלט אירועים/שידורים"</a:t>
            </a: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</a:t>
            </a:r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BroadcastReceiver</a:t>
            </a:r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).</a:t>
            </a:r>
          </a:p>
          <a:p>
            <a:pPr algn="ctr" rtl="1"/>
            <a:endParaRPr lang="he-IL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קיימת כמות אדירה של 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BS</a:t>
            </a:r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שונים</a:t>
            </a: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ושימוש בחלק מהם הוא באמת</a:t>
            </a: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חיוני לפרויקט טוב.</a:t>
            </a:r>
            <a:endParaRPr lang="he-IL" sz="28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imes New Roman" panose="02020603050405020304" pitchFamily="18" charset="0"/>
              <a:ea typeface="Cascadia Code" panose="020B0609020000020004" pitchFamily="49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9BC6A7-EBA9-6589-7B5C-069675BE4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53FB14-0B5F-3502-6627-4C7E836834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947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1D13F-BD88-B9FC-6960-9CCFF1EB8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1AF3E74A-5770-E4C7-494F-8BF9A4E0B729}"/>
              </a:ext>
            </a:extLst>
          </p:cNvPr>
          <p:cNvSpPr/>
          <p:nvPr/>
        </p:nvSpPr>
        <p:spPr>
          <a:xfrm>
            <a:off x="1046923" y="405593"/>
            <a:ext cx="10098153" cy="62478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מה יכולים לבדוק 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BR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?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endParaRPr lang="he-IL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האם יש/אין חיבור לרשת טלפונים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האם יש/אין חיבור לרשת אינטרנט (</a:t>
            </a:r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mobile/Wi-Fi</a:t>
            </a:r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)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האם נכנסה </a:t>
            </a:r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SMS</a:t>
            </a:r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או שיחת טלפון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מה המצב של הסוללה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האם מטען מחובר למכשיר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האם הופעל "מצב טיסה" או לא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האם אוזניות מחוברות למכשיר או לא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לעקוב אחרי מצב עוצמת קול במכשיר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בודק האם שונו הגדרות תאריך וזמן במכשיר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...</a:t>
            </a:r>
            <a:endParaRPr lang="he-IL" sz="2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imes New Roman" panose="02020603050405020304" pitchFamily="18" charset="0"/>
              <a:ea typeface="Cascadia Code" panose="020B0609020000020004" pitchFamily="49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3AEDE7-0D3F-D800-F017-1C71D81DC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4ECFF1-99D7-1538-D351-DE67A84076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171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63C45-C88D-F296-52E5-32C15B72A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166FB60D-308E-76C3-5827-70E1CFC5D549}"/>
              </a:ext>
            </a:extLst>
          </p:cNvPr>
          <p:cNvSpPr/>
          <p:nvPr/>
        </p:nvSpPr>
        <p:spPr>
          <a:xfrm>
            <a:off x="1046923" y="282852"/>
            <a:ext cx="10098153" cy="563231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איך 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BR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יכול להגיב?</a:t>
            </a:r>
          </a:p>
          <a:p>
            <a:pPr algn="ctr" rtl="1"/>
            <a:endParaRPr lang="he-IL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אין ל-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BR</a:t>
            </a:r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גישה ישירה ל-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UI</a:t>
            </a:r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,</a:t>
            </a: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כי 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BR</a:t>
            </a:r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הוא תהליך רקע</a:t>
            </a: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background process</a:t>
            </a:r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).</a:t>
            </a:r>
          </a:p>
          <a:p>
            <a:pPr algn="ctr" rtl="1"/>
            <a:endParaRPr lang="he-IL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אבל בהחלט אשפר ש-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BR</a:t>
            </a:r>
            <a:endParaRPr lang="he-IL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ישפיע בדרך עקיפין</a:t>
            </a: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על 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UI</a:t>
            </a:r>
            <a:endParaRPr lang="he-IL" sz="28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imes New Roman" panose="02020603050405020304" pitchFamily="18" charset="0"/>
              <a:ea typeface="Cascadia Code" panose="020B0609020000020004" pitchFamily="49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2B115D-7F38-7AFF-8DB7-FF0569570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E75022-AA78-96AE-5134-23AD63F3E0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37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9394D-8A70-E74A-3FA9-8EF5705C8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F879F1D4-4447-0CDC-41AC-DE1B3F59CE1A}"/>
              </a:ext>
            </a:extLst>
          </p:cNvPr>
          <p:cNvSpPr/>
          <p:nvPr/>
        </p:nvSpPr>
        <p:spPr>
          <a:xfrm>
            <a:off x="1046923" y="282852"/>
            <a:ext cx="10098153" cy="67403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איך 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BR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יכול להגיב?</a:t>
            </a:r>
          </a:p>
          <a:p>
            <a:pPr algn="ctr" rtl="1"/>
            <a:endParaRPr lang="he-IL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אפשר להציג </a:t>
            </a:r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Toast</a:t>
            </a:r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או </a:t>
            </a:r>
            <a:r>
              <a:rPr lang="en-US" sz="32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AlertDialog</a:t>
            </a:r>
            <a:endParaRPr lang="he-IL" sz="32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אפשר לשנות עיצוב רכיבים (להציג, למשל, הודעה בצבע אדום)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אפשר להפעיל קבצי קול (צלילים, למשל, בעזרת השמעת קבצי אודיו מתיקיה </a:t>
            </a:r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raw</a:t>
            </a:r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אפשר "לחסום" רכיבים (למשל, להפוך לחצנים או רשימות איברים על </a:t>
            </a:r>
            <a:r>
              <a:rPr lang="en-US" sz="32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ListView</a:t>
            </a:r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ללא ניתנים ללחיצה)</a:t>
            </a:r>
            <a:endParaRPr lang="ru-RU" sz="32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מזהה מדינה בה נמצא מכשיר ומודיע על כך (למשל, מציג דגל המדינה ואפילו ממליץ על שינוי שפה במכשיר)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...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0E95F0-B267-4227-3823-AC1617B02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F8C17D-0C77-D2C8-D160-66914F7243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251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631A8-49C7-8C28-7020-5F0646EA6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7A455F8A-3770-3B0C-78AD-BF191FE73C9C}"/>
              </a:ext>
            </a:extLst>
          </p:cNvPr>
          <p:cNvSpPr/>
          <p:nvPr/>
        </p:nvSpPr>
        <p:spPr>
          <a:xfrm>
            <a:off x="1046923" y="798883"/>
            <a:ext cx="10098153" cy="42165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האם אפשר להשתמש ב-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if</a:t>
            </a:r>
            <a:endParaRPr lang="he-IL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במקום 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BR</a:t>
            </a:r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?</a:t>
            </a:r>
          </a:p>
          <a:p>
            <a:pPr algn="ctr" rtl="1"/>
            <a:endParaRPr lang="he-IL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בהחלט שכן.</a:t>
            </a: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השאלה – האם כדאי.</a:t>
            </a:r>
          </a:p>
          <a:p>
            <a:pPr algn="ctr" rtl="1"/>
            <a:endParaRPr lang="he-IL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endParaRPr lang="he-IL" sz="28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imes New Roman" panose="02020603050405020304" pitchFamily="18" charset="0"/>
              <a:ea typeface="Cascadia Code" panose="020B0609020000020004" pitchFamily="49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164105-1AD4-A1CE-4E77-454054CAA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416240-1BD9-B102-BD77-BE154E5867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862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20984-EB22-D83D-AD89-ACBDFE089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AFC429-F52B-58E5-640C-6E7D53CD8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22F672-8B64-EE2E-E63C-86E99E8134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1BE092-EE4D-342C-E5B2-484872FEE9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8825" y="1722611"/>
            <a:ext cx="8735492" cy="408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139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383F9-7284-A90B-9E51-315CFB803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B23394-BA87-CE62-536A-D2148BC7A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200E91-5B48-53EC-B93A-61ECE34334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16968D-DEC9-9D07-F767-F0D15285AF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4491" y="553058"/>
            <a:ext cx="7003017" cy="543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497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AB778-A0E8-A31C-D7BC-5DEB53AD4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24E389BB-68A2-1ADD-8FA3-0C97538F8478}"/>
              </a:ext>
            </a:extLst>
          </p:cNvPr>
          <p:cNvSpPr/>
          <p:nvPr/>
        </p:nvSpPr>
        <p:spPr>
          <a:xfrm>
            <a:off x="1046923" y="798883"/>
            <a:ext cx="10098153" cy="31700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יש מקרה מיוחד אחד:</a:t>
            </a: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בדיקת חיבור לאינטרנט.</a:t>
            </a:r>
          </a:p>
          <a:p>
            <a:pPr algn="ctr" rtl="1"/>
            <a:endParaRPr lang="he-IL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בגרסאות האחרונות מומלץ במקום 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BR</a:t>
            </a:r>
            <a:endParaRPr lang="he-IL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להשתמש במחלקה נפרדת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A1E0A3-BAA4-A977-0A3F-CD08923D5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2266AC-04EB-DE02-3E1A-62026C2DA1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0549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3527</TotalTime>
  <Words>285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Georgia Pro Black</vt:lpstr>
      <vt:lpstr>Segoe UI Semibold</vt:lpstr>
      <vt:lpstr>Times New Roman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470</cp:revision>
  <dcterms:created xsi:type="dcterms:W3CDTF">2019-01-05T16:01:25Z</dcterms:created>
  <dcterms:modified xsi:type="dcterms:W3CDTF">2025-03-23T15:35:22Z</dcterms:modified>
</cp:coreProperties>
</file>