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73" r:id="rId3"/>
    <p:sldId id="474" r:id="rId4"/>
    <p:sldId id="483" r:id="rId5"/>
    <p:sldId id="484" r:id="rId6"/>
    <p:sldId id="485" r:id="rId7"/>
    <p:sldId id="475" r:id="rId8"/>
    <p:sldId id="476" r:id="rId9"/>
    <p:sldId id="477" r:id="rId10"/>
    <p:sldId id="478" r:id="rId11"/>
    <p:sldId id="479" r:id="rId12"/>
    <p:sldId id="480" r:id="rId13"/>
    <p:sldId id="481" r:id="rId14"/>
    <p:sldId id="48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כ"ט/ניסן/תשפ"ה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550537" y="1981477"/>
            <a:ext cx="1128866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ActivityResultLauncher</a:t>
            </a:r>
          </a:p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(לך ותביא...)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latin typeface="Georgia Pro Black" panose="02040A02050405020203" pitchFamily="18" charset="0"/>
              <a:cs typeface="Guttman Vilna" panose="0201040101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1046923" y="605212"/>
            <a:ext cx="10098153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מדובר בכלי חדש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שנוסף לאנדרואיד כדי להחליף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את השיטה הישנה של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startActivityForResult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 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השיטה הזו מאפשרת עבודה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פשוטה ונוחה יותר עם בקשות 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"להביא תוצאה"</a:t>
            </a:r>
          </a:p>
          <a:p>
            <a:pPr algn="ctr" rtl="1"/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מאקטיביטי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(ואפליקציות) אחרות.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24E71-575B-4672-EB88-B098CCC5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7E57339-CC39-9BAD-F986-3D57BC72384C}"/>
              </a:ext>
            </a:extLst>
          </p:cNvPr>
          <p:cNvSpPr/>
          <p:nvPr/>
        </p:nvSpPr>
        <p:spPr>
          <a:xfrm>
            <a:off x="1046923" y="1850934"/>
            <a:ext cx="10098153" cy="24314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שלב 1: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קודם כל צריך להגדיר משתנה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private ActivityResultLauncher&lt;Intent&gt; launcher;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CC85B-F266-790A-E5AD-7B0EF9CFB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BF460-36CA-40FE-9C9D-55F814A24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5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CAFE0-F90B-C91B-7060-D275EF6AF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56C86ED-0939-4976-C5F6-97F3CFD9A566}"/>
              </a:ext>
            </a:extLst>
          </p:cNvPr>
          <p:cNvSpPr/>
          <p:nvPr/>
        </p:nvSpPr>
        <p:spPr>
          <a:xfrm>
            <a:off x="1135413" y="523579"/>
            <a:ext cx="10098153" cy="538609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שלב 1: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קודם כל צריך להגדיר משתנה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private ActivityResultLauncher&lt;Intent&gt; launcher;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במקום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Intent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ניתן להשתמש גם במידע אחר,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כל עוד הוא מתאים לדרישות שלך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(כמו סוגים אחרים של נתונים)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168B6-FF39-0698-B435-9FDC382C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C45DB2-3D68-2645-08FB-49883923C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4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80214-13C2-9D73-EBDE-56D5BC74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B6FB094-5AB4-B241-756F-9F9356AD1E9C}"/>
              </a:ext>
            </a:extLst>
          </p:cNvPr>
          <p:cNvSpPr/>
          <p:nvPr/>
        </p:nvSpPr>
        <p:spPr>
          <a:xfrm>
            <a:off x="1135413" y="523579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שלב 2: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לרוב, אתה תשתמש ב-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ActivityResultContracts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כדי לקבוע איזה סוג של פעולה תעשה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כאשר תחזור תוצאה.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לדוגמה, אם אתה רוצה לפתוח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את "גלריית התמונות", תוכל להשתמש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ב-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ActivityResultContracts.GetContent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36D28-BA0F-530D-A5CD-572D75C67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216C82-C5C6-7716-9E76-5C595552F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02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BBA2-4B6E-C06A-532F-F637F7D9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54CAAB4-61D1-38AB-EC71-6B2CC6003C88}"/>
              </a:ext>
            </a:extLst>
          </p:cNvPr>
          <p:cNvSpPr/>
          <p:nvPr/>
        </p:nvSpPr>
        <p:spPr>
          <a:xfrm>
            <a:off x="1912162" y="710950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שלב 2: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D1ECA1-38DA-2EE1-9662-58FB55B0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B3A0BB-AE45-5DB1-51C8-42FE3C1D3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CC4551-283D-6163-A4A2-21C876262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348" y="2055523"/>
            <a:ext cx="8887213" cy="358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92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4568-9F7C-9334-799C-3378AF7F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7103645-F886-32E1-270F-13303B702B74}"/>
              </a:ext>
            </a:extLst>
          </p:cNvPr>
          <p:cNvSpPr/>
          <p:nvPr/>
        </p:nvSpPr>
        <p:spPr>
          <a:xfrm>
            <a:off x="1966452" y="720224"/>
            <a:ext cx="9714271" cy="24314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שלב 3: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כאשר צריך להשתמש – פשוט מפעילים...</a:t>
            </a:r>
            <a:endParaRPr lang="en-US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9BBD2-C817-C387-F870-863DCCF2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A28ED2-9717-D2BD-FD8D-8CCFD8C36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D12BCF-8AFF-004B-A60A-E7B0B020C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082" y="3898045"/>
            <a:ext cx="8409270" cy="161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15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824AC-BD11-3E80-CD78-C300D40EB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D47037AD-6F27-6C04-C748-255E3CF7ABC8}"/>
              </a:ext>
            </a:extLst>
          </p:cNvPr>
          <p:cNvSpPr/>
          <p:nvPr/>
        </p:nvSpPr>
        <p:spPr>
          <a:xfrm>
            <a:off x="802752" y="1437979"/>
            <a:ext cx="10098153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להגדיר-לאתחל-להפעיל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(ואז להשתמש בתוצאה)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982559-3C83-1874-EDC8-CD497B7BD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B9D54D-C80F-63D2-61E5-C90A090FB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0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67DFA-7EF4-A13F-2507-03DAA470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C7D605-1EF9-92FF-CE17-4C7EF7AFF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50FDF1-6333-AD2E-AD9D-B8DBA8FB30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5A3EDD-E2FC-8D52-C256-778883091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10951"/>
              </p:ext>
            </p:extLst>
          </p:nvPr>
        </p:nvGraphicFramePr>
        <p:xfrm>
          <a:off x="570271" y="1723078"/>
          <a:ext cx="11263722" cy="46580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18404">
                  <a:extLst>
                    <a:ext uri="{9D8B030D-6E8A-4147-A177-3AD203B41FA5}">
                      <a16:colId xmlns:a16="http://schemas.microsoft.com/office/drawing/2014/main" val="1079592187"/>
                    </a:ext>
                  </a:extLst>
                </a:gridCol>
                <a:gridCol w="2778886">
                  <a:extLst>
                    <a:ext uri="{9D8B030D-6E8A-4147-A177-3AD203B41FA5}">
                      <a16:colId xmlns:a16="http://schemas.microsoft.com/office/drawing/2014/main" val="2751437053"/>
                    </a:ext>
                  </a:extLst>
                </a:gridCol>
                <a:gridCol w="4666432">
                  <a:extLst>
                    <a:ext uri="{9D8B030D-6E8A-4147-A177-3AD203B41FA5}">
                      <a16:colId xmlns:a16="http://schemas.microsoft.com/office/drawing/2014/main" val="3650031035"/>
                    </a:ext>
                  </a:extLst>
                </a:gridCol>
              </a:tblGrid>
              <a:tr h="51528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400" kern="0">
                          <a:effectLst/>
                        </a:rPr>
                        <a:t>"חוזה"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400" kern="0">
                          <a:effectLst/>
                        </a:rPr>
                        <a:t>סוג בתוך &lt;...&gt;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400" kern="0">
                          <a:effectLst/>
                        </a:rPr>
                        <a:t>שימוש עבור...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2723150"/>
                  </a:ext>
                </a:extLst>
              </a:tr>
              <a:tr h="517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StartActivityForResult()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Intent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400" kern="0">
                          <a:effectLst/>
                        </a:rPr>
                        <a:t>לפנות לאקטיביטי אחרת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6438925"/>
                  </a:ext>
                </a:extLst>
              </a:tr>
              <a:tr h="517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RequestPermission()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400" kern="0">
                          <a:effectLst/>
                        </a:rPr>
                        <a:t>לבקש הרשאה (אחת)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9664764"/>
                  </a:ext>
                </a:extLst>
              </a:tr>
              <a:tr h="517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RequestMultiplePermissions()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String[]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400" kern="0">
                          <a:effectLst/>
                        </a:rPr>
                        <a:t>לבקש מספר הרשאות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4687604"/>
                  </a:ext>
                </a:extLst>
              </a:tr>
              <a:tr h="517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TakePicture()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Uri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Uri</a:t>
                      </a:r>
                      <a:r>
                        <a:rPr lang="he-IL" sz="1400" kern="0" dirty="0">
                          <a:effectLst/>
                        </a:rPr>
                        <a:t>לצלם ולשמור ב-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0537491"/>
                  </a:ext>
                </a:extLst>
              </a:tr>
              <a:tr h="517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TakePicturePreview()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Void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Bitmap</a:t>
                      </a:r>
                      <a:r>
                        <a:rPr lang="he-IL" sz="1400" kern="0" dirty="0">
                          <a:effectLst/>
                        </a:rPr>
                        <a:t>לצלם ולשמור ב-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2300414"/>
                  </a:ext>
                </a:extLst>
              </a:tr>
              <a:tr h="517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GetContent()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String (MIME-</a:t>
                      </a:r>
                      <a:r>
                        <a:rPr lang="he-IL" sz="1400" kern="0">
                          <a:effectLst/>
                        </a:rPr>
                        <a:t>סוג</a:t>
                      </a:r>
                      <a:r>
                        <a:rPr lang="en-US" sz="1400" kern="0">
                          <a:effectLst/>
                        </a:rPr>
                        <a:t>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400" kern="0">
                          <a:effectLst/>
                        </a:rPr>
                        <a:t>לבחור קובץ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4027140"/>
                  </a:ext>
                </a:extLst>
              </a:tr>
              <a:tr h="517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GetMultipleContents()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String (MIME-</a:t>
                      </a:r>
                      <a:r>
                        <a:rPr lang="he-IL" sz="1400" kern="0">
                          <a:effectLst/>
                        </a:rPr>
                        <a:t>סוג</a:t>
                      </a:r>
                      <a:r>
                        <a:rPr lang="en-US" sz="1400" kern="0">
                          <a:effectLst/>
                        </a:rPr>
                        <a:t>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400" kern="0">
                          <a:effectLst/>
                        </a:rPr>
                        <a:t>לבחור כמה קבצים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8918784"/>
                  </a:ext>
                </a:extLst>
              </a:tr>
              <a:tr h="517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OpenDocument()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String[] (MIME-</a:t>
                      </a:r>
                      <a:r>
                        <a:rPr lang="he-IL" sz="1400" kern="0">
                          <a:effectLst/>
                        </a:rPr>
                        <a:t>סוגי</a:t>
                      </a:r>
                      <a:r>
                        <a:rPr lang="en-US" sz="1400" kern="0">
                          <a:effectLst/>
                        </a:rPr>
                        <a:t>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he-IL" sz="1400" kern="0" dirty="0">
                          <a:effectLst/>
                        </a:rPr>
                        <a:t>לפתוח מסמך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0619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221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5A65-44A2-A785-04DC-626C8F3A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4DD3413-F7AE-BA36-3C29-75CB0D552DD3}"/>
              </a:ext>
            </a:extLst>
          </p:cNvPr>
          <p:cNvSpPr/>
          <p:nvPr/>
        </p:nvSpPr>
        <p:spPr>
          <a:xfrm>
            <a:off x="910907" y="720224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בקשת הרשאה (אחת)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0B8927-189C-3566-5C3B-58D0042F9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D4369A-1CA8-9BD4-62CC-DDFC0E61C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906EAD-D735-5FDF-999E-BC740DB2C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644" y="1693861"/>
            <a:ext cx="8717373" cy="460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57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72835-22B7-74DA-3D27-97DD5A8ED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B99863E3-422E-D0C1-C6D2-2AA3F04035A3}"/>
              </a:ext>
            </a:extLst>
          </p:cNvPr>
          <p:cNvSpPr/>
          <p:nvPr/>
        </p:nvSpPr>
        <p:spPr>
          <a:xfrm>
            <a:off x="910907" y="720224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לבחור תמונה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270198-5A54-E1CA-DDE6-64C2CC9E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85CE31-D9BB-499C-3D8D-62E5D9C62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358A6C-6B3A-276E-B5CD-3264A2C23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440" y="1795887"/>
            <a:ext cx="8584370" cy="427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8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8CBC-529A-F336-7D3A-5F747B86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83D709BE-B004-2493-D2D6-CFFBFB3BE7C8}"/>
              </a:ext>
            </a:extLst>
          </p:cNvPr>
          <p:cNvSpPr/>
          <p:nvPr/>
        </p:nvSpPr>
        <p:spPr>
          <a:xfrm>
            <a:off x="1156713" y="1561441"/>
            <a:ext cx="10098153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בקיצר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:</a:t>
            </a:r>
          </a:p>
          <a:p>
            <a:pPr algn="ctr" rtl="1"/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Intent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נדרש רק כדי להתחיל פעילות נוספת.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עבור פעולות אחרות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(הרשאות, תוכן, תמונות)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נעשה שימוש בסוגים אחרים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String, Uri, Void 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וכו').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D759D-378A-7D38-D254-B77C9B3B8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ED917B-13A8-F104-3874-DCA0D6B27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36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8A52-289A-E63F-8090-D7BE6FAE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B33D6FFA-E411-B309-D82A-E615C322AE99}"/>
              </a:ext>
            </a:extLst>
          </p:cNvPr>
          <p:cNvSpPr/>
          <p:nvPr/>
        </p:nvSpPr>
        <p:spPr>
          <a:xfrm>
            <a:off x="910907" y="720224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8D404D-D2C8-E811-7D9F-830638447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BE4B5B-8588-D825-5D57-967BC62C3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650DCD-8FC2-F41E-AA4B-51B5F5B27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143" y="-105630"/>
            <a:ext cx="8301930" cy="675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0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0713F-921C-623F-10EC-76A147CE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A775AC-1826-E605-6701-927A52094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D62CF4-EB52-69EC-22D5-E15FBF0E6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FF9D32-8E77-8A9A-4976-B7ABCA04A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32" y="1257542"/>
            <a:ext cx="11155987" cy="555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703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4781</TotalTime>
  <Words>258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Georgia Pro Black</vt:lpstr>
      <vt:lpstr>Segoe UI Semibold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503</cp:revision>
  <dcterms:created xsi:type="dcterms:W3CDTF">2019-01-05T16:01:25Z</dcterms:created>
  <dcterms:modified xsi:type="dcterms:W3CDTF">2025-04-27T14:25:04Z</dcterms:modified>
</cp:coreProperties>
</file>