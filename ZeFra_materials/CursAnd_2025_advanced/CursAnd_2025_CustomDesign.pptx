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473" r:id="rId3"/>
    <p:sldId id="474" r:id="rId4"/>
    <p:sldId id="490" r:id="rId5"/>
    <p:sldId id="480" r:id="rId6"/>
    <p:sldId id="481" r:id="rId7"/>
    <p:sldId id="482" r:id="rId8"/>
    <p:sldId id="483" r:id="rId9"/>
    <p:sldId id="484" r:id="rId10"/>
    <p:sldId id="491" r:id="rId11"/>
    <p:sldId id="476" r:id="rId12"/>
    <p:sldId id="475" r:id="rId13"/>
    <p:sldId id="489" r:id="rId14"/>
    <p:sldId id="485" r:id="rId15"/>
    <p:sldId id="486" r:id="rId16"/>
    <p:sldId id="487" r:id="rId17"/>
    <p:sldId id="488" r:id="rId18"/>
    <p:sldId id="477" r:id="rId19"/>
    <p:sldId id="478" r:id="rId20"/>
    <p:sldId id="479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כ"ה/שבט/תשפ"ה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כ"ה/שבט/תשפ"ה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כ"ה/שבט/תשפ"ה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כ"ה/שבט/תשפ"ה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כ"ה/שבט/תשפ"ה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כ"ה/שבט/תשפ"ה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כ"ה/שבט/תשפ"ה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כ"ה/שבט/תשפ"ה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כ"ה/שבט/תשפ"ה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כ"ה/שבט/תשפ"ה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כ"ה/שבט/תשפ"ה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כ"ה/שבט/תשפ"ה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כ"ה/שבט/תשפ"ה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כ"ה/שבט/תשפ"ה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כ"ה/שבט/תשפ"ה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כ"ה/שבט/תשפ"ה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כ"ה/שבט/תשפ"ה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כ"ה/שבט/תשפ"ה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2150849" y="1561441"/>
            <a:ext cx="7890302" cy="212365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6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4">
                    <a:lumMod val="50000"/>
                  </a:schemeClr>
                </a:solidFill>
                <a:latin typeface="Georgia Pro Black" panose="02040A02050405020203" pitchFamily="18" charset="0"/>
                <a:cs typeface="Guttman Vilna" panose="02010401010101010101" pitchFamily="2" charset="-79"/>
              </a:rPr>
              <a:t>"עיצוב מותאם אישית"</a:t>
            </a:r>
            <a:endParaRPr lang="en-US" sz="66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4">
                  <a:lumMod val="50000"/>
                </a:schemeClr>
              </a:solidFill>
              <a:latin typeface="Georgia Pro Black" panose="02040A02050405020203" pitchFamily="18" charset="0"/>
              <a:cs typeface="Guttman Vilna" panose="02010401010101010101" pitchFamily="2" charset="-79"/>
            </a:endParaRPr>
          </a:p>
          <a:p>
            <a:pPr algn="ctr" rtl="1"/>
            <a:r>
              <a:rPr lang="en-US" sz="6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4">
                    <a:lumMod val="50000"/>
                  </a:schemeClr>
                </a:solidFill>
                <a:latin typeface="Georgia Pro Black" panose="02040A02050405020203" pitchFamily="18" charset="0"/>
                <a:cs typeface="Guttman Vilna" panose="02010401010101010101" pitchFamily="2" charset="-79"/>
              </a:rPr>
              <a:t>Custom design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36788B-3737-3937-ACC4-FA8F8A591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FD018D-ED0B-B4B7-00CD-59F39FA585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066C4-2929-B804-C1E4-C24EEFB6B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49171B52-B63B-F96D-58D4-ACC19F3CAFA5}"/>
              </a:ext>
            </a:extLst>
          </p:cNvPr>
          <p:cNvSpPr/>
          <p:nvPr/>
        </p:nvSpPr>
        <p:spPr>
          <a:xfrm>
            <a:off x="1243355" y="1351508"/>
            <a:ext cx="10098153" cy="41549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מטרת השימוש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ב"עיצוב מותאם אישית"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היא לא כ"כ "בגלל היופי"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אלא הרבה יותר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כדי לצור רכיבים העונים לצרכי הביצוע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באופן המתאים ביותר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F72784-C2E0-2323-1F17-F74C07C2D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9EAD51-BFF4-0552-92B8-B74A0CAF0F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33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E748B-7E40-F53F-56BB-4F926C2B2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4DC6F65F-94C2-937F-B2F7-F4E6991D99F8}"/>
              </a:ext>
            </a:extLst>
          </p:cNvPr>
          <p:cNvSpPr/>
          <p:nvPr/>
        </p:nvSpPr>
        <p:spPr>
          <a:xfrm>
            <a:off x="1243355" y="1351508"/>
            <a:ext cx="10098153" cy="34778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Toast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אחד מה רכיבים הנוחים ביותר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להצגת ההודעות.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חסרון בולט: עיצוב דל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EED250-3963-97DC-0FD3-833BF5C5E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43E6F9-605E-F990-A60F-54A9B196FB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012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6DEAF-C429-8FBF-0186-763AC9ECC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2BE284E3-D5E5-A649-EDC4-84225BCFAE86}"/>
              </a:ext>
            </a:extLst>
          </p:cNvPr>
          <p:cNvSpPr/>
          <p:nvPr/>
        </p:nvSpPr>
        <p:spPr>
          <a:xfrm>
            <a:off x="1145033" y="0"/>
            <a:ext cx="10098153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Toast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כן קיימת אפשרות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להוסיף ל-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Toast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רכיב ע"י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Java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BF678F-3300-D058-BEDE-2D4DA606D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CA613D-9B50-AAE7-484C-42039A7183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6144874-657F-9AD4-B40C-285164ED33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2648" y="3157581"/>
            <a:ext cx="5646704" cy="3088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311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8EE89-1DF3-58AE-9025-24088087D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CA37E95F-3A82-9AA3-B7A7-538621CEA0FC}"/>
              </a:ext>
            </a:extLst>
          </p:cNvPr>
          <p:cNvSpPr/>
          <p:nvPr/>
        </p:nvSpPr>
        <p:spPr>
          <a:xfrm>
            <a:off x="1243355" y="242539"/>
            <a:ext cx="10098153" cy="31700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Toast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אפשר לצור אותו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באופן מפורט יותר (לא פקודה אחת)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ולקבל שליטה על כמה תכונות נוספות: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מיקום והוספת תמונה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3261B0-3839-F593-52BF-DB700CE96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293957-1B60-14F2-F2A0-8EC435DACC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D0E7D27-D8CA-E61A-CB52-3669C59D3B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981" y="4540311"/>
            <a:ext cx="6652758" cy="22439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6E53CC-5370-3CF0-BA2F-EE97DDF2AA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4932" y="3429000"/>
            <a:ext cx="7504060" cy="84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84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944B2-B685-0C33-1EB9-21E00264F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7A3B5C37-98E1-3F79-4589-F83FCD5A24CD}"/>
              </a:ext>
            </a:extLst>
          </p:cNvPr>
          <p:cNvSpPr/>
          <p:nvPr/>
        </p:nvSpPr>
        <p:spPr>
          <a:xfrm>
            <a:off x="1243355" y="242539"/>
            <a:ext cx="10098153" cy="50167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Toast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אבל הדרך המועילה ביותר היא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להשתמש ב-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xml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ביחד עם מחלק 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java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marL="742950" indent="-742950" algn="r" rtl="1">
              <a:buFont typeface="+mj-lt"/>
              <a:buAutoNum type="arabicPeriod"/>
            </a:pP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בונים קובץ 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xml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לקביעת "צורה חיצונית"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בונים מחלקת 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java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לשליטה בשינויים דרך פרמטרים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מבצעים זימון עם פרמטרים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5BC0C6-89BF-AF44-6B04-DF22BAF52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4B4F61-CFE5-AC0E-10B4-2C2BE394E1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060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28E8B-3C18-AC6B-8AEC-8B30DA7C7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3D1436C0-F496-DE7E-DB0F-FD2BA850E530}"/>
              </a:ext>
            </a:extLst>
          </p:cNvPr>
          <p:cNvSpPr/>
          <p:nvPr/>
        </p:nvSpPr>
        <p:spPr>
          <a:xfrm>
            <a:off x="1243355" y="35280"/>
            <a:ext cx="10098153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Toast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E9CA89-9597-3D70-80BD-F0C61948A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64425A-8B7B-2484-0A1E-F754817513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1EEA0C-D741-379B-6036-55CFB94881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6705" y="710950"/>
            <a:ext cx="5662151" cy="6111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389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E01B5-1DFC-D1D9-CF53-C676B77AA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F9272B67-EBB1-2F47-1ECD-6F250894A44A}"/>
              </a:ext>
            </a:extLst>
          </p:cNvPr>
          <p:cNvSpPr/>
          <p:nvPr/>
        </p:nvSpPr>
        <p:spPr>
          <a:xfrm>
            <a:off x="1243355" y="35280"/>
            <a:ext cx="10098153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Toast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0C1E68-9959-6047-2E76-A81DD0ADF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E70340-B6B2-7B9D-DC47-E4408C048E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57A918E-9EAD-E41B-C865-22CD90E780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4327" y="1376298"/>
            <a:ext cx="9076207" cy="502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279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5CB93-EAAC-7C50-618B-5793509C8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AFC7A5C0-BD48-71CA-D382-74208693876D}"/>
              </a:ext>
            </a:extLst>
          </p:cNvPr>
          <p:cNvSpPr/>
          <p:nvPr/>
        </p:nvSpPr>
        <p:spPr>
          <a:xfrm>
            <a:off x="1243355" y="35280"/>
            <a:ext cx="10098153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Toast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754131-E94B-23B7-40F3-FA29FF349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D95B7A-F696-FE1A-2211-38EDDCF8DA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CDB349-01B3-BAA8-4C19-091BF39DEA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0283" y="3341080"/>
            <a:ext cx="4804295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923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BDFE4-8E1E-20C9-FCD4-5D4309CE0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18DF3868-450C-007A-D747-271CABC2A4E5}"/>
              </a:ext>
            </a:extLst>
          </p:cNvPr>
          <p:cNvSpPr/>
          <p:nvPr/>
        </p:nvSpPr>
        <p:spPr>
          <a:xfrm>
            <a:off x="1243355" y="35280"/>
            <a:ext cx="10098153" cy="138499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Snackbar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כלי "מקבילי" ל-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Toast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50991A-7CAB-0694-D503-75D146CA2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02BC92-4D53-433D-1B37-C05BFC863F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4B0702-B196-5E3F-F750-0F6B2F979A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4293" y="1981477"/>
            <a:ext cx="10176434" cy="373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35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07A7D-E12B-8CC0-8BAD-D4A442E1D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CB40B36D-B18C-26C7-0515-F4EA9D916A54}"/>
              </a:ext>
            </a:extLst>
          </p:cNvPr>
          <p:cNvSpPr/>
          <p:nvPr/>
        </p:nvSpPr>
        <p:spPr>
          <a:xfrm>
            <a:off x="910907" y="326229"/>
            <a:ext cx="10098153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השוואה בין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Toast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לבין </a:t>
            </a:r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Snackbar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88CE3F-7316-33EC-600C-E3B0708A5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E07DE0-EEB2-0159-369A-233D43BB3E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0FB77BF-F333-91DB-D4C1-CA5304CF91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1301" y="1095670"/>
            <a:ext cx="8009397" cy="5502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842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701EE-8C63-54DA-3788-63085332D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2406EA52-EA72-1119-4D58-188933E09C91}"/>
              </a:ext>
            </a:extLst>
          </p:cNvPr>
          <p:cNvSpPr/>
          <p:nvPr/>
        </p:nvSpPr>
        <p:spPr>
          <a:xfrm>
            <a:off x="1243355" y="534927"/>
            <a:ext cx="10098153" cy="55092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AlertDialog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אחד מהכלים הטובים ביותר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להצגת הודעה מפורטת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שנשארת על פני המסך זמן לא מוגבל.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אפשר להרכיב אותה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גם עם טקסטים, גם עם תמונות,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גם עם לחצנים (עד שלושה).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9F6022-5697-D979-A6D3-ED521AB12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6C28C4-2D79-7FDC-3BC3-62DEDACC06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30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880CC-7737-05CB-9FB4-C2120E394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507CA66C-7278-0FB4-60B0-2FA9A5A435FB}"/>
              </a:ext>
            </a:extLst>
          </p:cNvPr>
          <p:cNvSpPr/>
          <p:nvPr/>
        </p:nvSpPr>
        <p:spPr>
          <a:xfrm>
            <a:off x="1243355" y="534927"/>
            <a:ext cx="10098153" cy="55092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AlertDialog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קיימת אפשרות להוסיף לו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רכיב אחד בלבד(!)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ע"י שימוש ב-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Java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: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ListView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, </a:t>
            </a:r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EditText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, Button…</a:t>
            </a:r>
          </a:p>
          <a:p>
            <a:pPr algn="ctr" rtl="1"/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אבל אחד בלבד!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BFE212-BD42-0C1B-FE27-D54F9B68E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F6FF52-7B02-B781-51F2-8DCBDF0108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768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E0F89-D37F-65C3-337C-6B2E35CEE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36821CDE-E1E6-D850-662A-7BD140590FF2}"/>
              </a:ext>
            </a:extLst>
          </p:cNvPr>
          <p:cNvSpPr/>
          <p:nvPr/>
        </p:nvSpPr>
        <p:spPr>
          <a:xfrm>
            <a:off x="1243355" y="534927"/>
            <a:ext cx="10098153" cy="41549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AlertDialog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אבל מבחינת העיצוב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אין אפשרויות נוספות.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גם כאן ניתן להשתמש באותה שיטה:</a:t>
            </a:r>
          </a:p>
          <a:p>
            <a:pPr algn="ctr" rtl="1"/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xml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  <a:sym typeface="Wingdings" panose="05000000000000000000" pitchFamily="2" charset="2"/>
              </a:rPr>
              <a:t> java  call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AF3909-CFCF-5141-9710-897C8C031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E4A113-24FF-6F40-C883-CE56AB691E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5018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34B28-38BB-D404-D107-2538F5A7E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1120B1D3-B606-3C2C-2778-B5EC9229CF54}"/>
              </a:ext>
            </a:extLst>
          </p:cNvPr>
          <p:cNvSpPr/>
          <p:nvPr/>
        </p:nvSpPr>
        <p:spPr>
          <a:xfrm>
            <a:off x="5067545" y="148827"/>
            <a:ext cx="6494632" cy="34778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AlertDialog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קודם כל, כמובן,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בונים קובץ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xml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ומעצבים אותו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"מותאם אישית"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EB1585-E97B-D287-06BE-F1B3EC19B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BDF9A7-2354-1ACC-5E72-48290EC6C9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4501A04-1DA4-8BCB-36C6-2BD15B20A4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8568" y="1051522"/>
            <a:ext cx="3211816" cy="572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3489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F052C-8E7C-B3CD-157B-05DDFDCC7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F90BB961-B164-5845-ED7D-E12BB97864E8}"/>
              </a:ext>
            </a:extLst>
          </p:cNvPr>
          <p:cNvSpPr/>
          <p:nvPr/>
        </p:nvSpPr>
        <p:spPr>
          <a:xfrm>
            <a:off x="1243355" y="220295"/>
            <a:ext cx="10098153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AlertDialog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אחר כך, בקובץ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java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של אקטיביטי מתחילים לבנות</a:t>
            </a:r>
          </a:p>
          <a:p>
            <a:pPr algn="ctr" rtl="1"/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AlertDialog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כרגיל...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CB9B17-2DCB-066F-2091-0CF304336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9F880A-2565-431C-F8C9-DBBACC748D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27FF8A3-4011-C97E-3349-43421C3FFB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1257" y="3542404"/>
            <a:ext cx="8649012" cy="1206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143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DB8DB-2F27-1DC3-F528-787B4ABB0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4A8A317E-0B3C-EAC1-77B8-DE4DF64ADB78}"/>
              </a:ext>
            </a:extLst>
          </p:cNvPr>
          <p:cNvSpPr/>
          <p:nvPr/>
        </p:nvSpPr>
        <p:spPr>
          <a:xfrm>
            <a:off x="1243355" y="220295"/>
            <a:ext cx="10098153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AlertDialog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...אבל מוסיפים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שימוש ב-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xml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שבנינו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8C3645-EF42-600D-BC4D-434D6487B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EE4072-F47C-9CBA-BD51-74249F16A0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9D1529-8D26-0B2F-5A1B-EC730ED44F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0681" y="2464587"/>
            <a:ext cx="8100337" cy="3611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44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A6673-48B5-EE67-34C1-BF2E895EC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785D1337-62FA-6A38-1093-4A6A9AF0FFFF}"/>
              </a:ext>
            </a:extLst>
          </p:cNvPr>
          <p:cNvSpPr/>
          <p:nvPr/>
        </p:nvSpPr>
        <p:spPr>
          <a:xfrm>
            <a:off x="1154865" y="606017"/>
            <a:ext cx="10098153" cy="55092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קיימות עוד מספר דרכים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לצור "עיצוב מותאם אישית",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אבל הן יכולות להיות קשורות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בשימוש בהגדרות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xml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 ופקודות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Java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מורכבות ודי מסובכות.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כנראה, שימוש בשיטות האלה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תלוי מאוד ברמה של תלמיד.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C011CC-68BC-ADBC-440B-C466FC813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1102BF-B1D9-4AAB-581E-5552998D54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5868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7A533-87F7-674A-3FE4-9A5FEA850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2295F3FF-CF56-F9E6-220E-5A3E4349AAAB}"/>
              </a:ext>
            </a:extLst>
          </p:cNvPr>
          <p:cNvSpPr/>
          <p:nvPr/>
        </p:nvSpPr>
        <p:spPr>
          <a:xfrm>
            <a:off x="1243355" y="1351508"/>
            <a:ext cx="10098153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מטרת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DCC14E-1AA7-896D-10E3-17620EEB8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81ECB9-78B5-5E8B-1B51-CCD06F31A3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3930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8F299-F696-4519-479C-279FC4404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ACFD16CA-F823-291B-1776-453DD23CDD80}"/>
              </a:ext>
            </a:extLst>
          </p:cNvPr>
          <p:cNvSpPr/>
          <p:nvPr/>
        </p:nvSpPr>
        <p:spPr>
          <a:xfrm>
            <a:off x="1243355" y="1351508"/>
            <a:ext cx="10098153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ea typeface="Cascadia Code" panose="020B0609020000020004" pitchFamily="49" charset="0"/>
                <a:cs typeface="Segoe UI Semibold" panose="020B0702040204020203" pitchFamily="34" charset="0"/>
              </a:rPr>
              <a:t>מטרת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egoe UI Semibold" panose="020B0702040204020203" pitchFamily="34" charset="0"/>
              <a:ea typeface="Cascadia Code" panose="020B0609020000020004" pitchFamily="49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D95599-C3BA-391B-8DD7-22556EE43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949" cy="19814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72622C-D6D7-6176-6F68-F7C6F5F3AD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018" y="-139540"/>
            <a:ext cx="1700981" cy="17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5668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2766</TotalTime>
  <Words>276</Words>
  <Application>Microsoft Office PowerPoint</Application>
  <PresentationFormat>Widescreen</PresentationFormat>
  <Paragraphs>79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Georgia Pro Black</vt:lpstr>
      <vt:lpstr>Segoe UI Semibold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436</cp:revision>
  <dcterms:created xsi:type="dcterms:W3CDTF">2019-01-05T16:01:25Z</dcterms:created>
  <dcterms:modified xsi:type="dcterms:W3CDTF">2025-02-23T08:12:08Z</dcterms:modified>
</cp:coreProperties>
</file>