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80" r:id="rId3"/>
    <p:sldId id="481" r:id="rId4"/>
    <p:sldId id="490" r:id="rId5"/>
    <p:sldId id="482" r:id="rId6"/>
    <p:sldId id="483" r:id="rId7"/>
    <p:sldId id="48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ב'/אדר/תשפ"ה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171163" y="2397183"/>
            <a:ext cx="584967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Notification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6AA3-B0EF-0FE8-A8A3-620F9096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C1611E1-C00F-D838-4B35-84D545B97D10}"/>
              </a:ext>
            </a:extLst>
          </p:cNvPr>
          <p:cNvSpPr/>
          <p:nvPr/>
        </p:nvSpPr>
        <p:spPr>
          <a:xfrm>
            <a:off x="1243355" y="710950"/>
            <a:ext cx="10098153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עוד סוג של הודעות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(בנוסף ל-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ואחרים).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להפעיל אותם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לא רק בזמן ביצוע אפליקציה,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אלא (ובעיקר!) כאשר היא כבר לא פעילה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(על ידי מערכת אנדרואיד שבמכשיר)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9042C-6DCF-2A18-1B8D-D4BEAF0E9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620694-EB7E-C61F-A6B3-5E9F0FE1F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3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597B-A3B5-C8F6-F9E5-4B2AC627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EF65DA7F-A082-3440-806D-AB5557DD3CDB}"/>
              </a:ext>
            </a:extLst>
          </p:cNvPr>
          <p:cNvSpPr/>
          <p:nvPr/>
        </p:nvSpPr>
        <p:spPr>
          <a:xfrm>
            <a:off x="1243355" y="710950"/>
            <a:ext cx="10098153" cy="45858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מרכיבים עיקריים של הודעה</a:t>
            </a: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: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כותרת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- טקסט בכותרת ההודעה.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טקסט תוכן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- המסר העיקרי של ההתראה.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אייקון (סמל קטן)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- סמל קטן נדרש.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סמל גדול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- תמונה נוספת (אופציונלי).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פעולות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- כפתורים לאינטראקציה עם המשתמש.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צליל, רטט, מחווני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- 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ניתן להתאים אישית.</a:t>
            </a:r>
            <a:endParaRPr lang="he-IL" sz="20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7904CA-B76E-25D1-5D56-767EEB53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523262-9848-B97E-D7BD-C9277939E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2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9299-CAF0-0E9B-2A04-2178E633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E3CEE02-CE37-57D1-5F41-783F2A449956}"/>
              </a:ext>
            </a:extLst>
          </p:cNvPr>
          <p:cNvSpPr/>
          <p:nvPr/>
        </p:nvSpPr>
        <p:spPr>
          <a:xfrm>
            <a:off x="1243355" y="710950"/>
            <a:ext cx="10098153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שלב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1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#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לרשום הרשאה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AndroidManifest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(Android 13+)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8BF5F6-26FA-A02B-4D4B-48E86E1F3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96D706-F7A8-0952-2FF9-FC3EE8429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A8F9DD-9AF6-65C5-0B91-F38A06EED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193" y="3935637"/>
            <a:ext cx="9021614" cy="54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8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9196-8E2E-2194-F308-78E9BB4B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DA16E69-0F3A-ACEC-722F-A4DDDD04C69F}"/>
              </a:ext>
            </a:extLst>
          </p:cNvPr>
          <p:cNvSpPr/>
          <p:nvPr/>
        </p:nvSpPr>
        <p:spPr>
          <a:xfrm>
            <a:off x="1162075" y="0"/>
            <a:ext cx="10098153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שלב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2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#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לצור ערוץ הודעות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Notification channel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DBB3B-069E-A90F-9BA4-C3C5BB58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069C8D-CC41-09AD-2EE1-CC8FED26F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731654C-EAEC-196C-FD12-12C00686A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949" y="2760900"/>
            <a:ext cx="9824722" cy="24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8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E855-7549-D04C-A696-6F1E80160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A856B3-5634-0491-B8D8-49BD838C5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EDF061-193F-17A9-3FB9-2AE3B805B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53591F-8EE8-7370-714F-5BC1E3A32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75" y="3379850"/>
            <a:ext cx="10633063" cy="2708985"/>
          </a:xfrm>
          <a:prstGeom prst="rect">
            <a:avLst/>
          </a:prstGeom>
        </p:spPr>
      </p:pic>
      <p:sp>
        <p:nvSpPr>
          <p:cNvPr id="5" name="מלבן 8">
            <a:extLst>
              <a:ext uri="{FF2B5EF4-FFF2-40B4-BE49-F238E27FC236}">
                <a16:creationId xmlns:a16="http://schemas.microsoft.com/office/drawing/2014/main" id="{C2CAB9C1-C0C1-08D1-D1EE-EBCFD55C336D}"/>
              </a:ext>
            </a:extLst>
          </p:cNvPr>
          <p:cNvSpPr/>
          <p:nvPr/>
        </p:nvSpPr>
        <p:spPr>
          <a:xfrm>
            <a:off x="1162075" y="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שלב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3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#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לצור (להרכיב) ו"לשחרר" הודעה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026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4233-7870-5052-2F7D-7C896183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76928C0-78A4-E31D-ED95-6472D13E21DD}"/>
              </a:ext>
            </a:extLst>
          </p:cNvPr>
          <p:cNvSpPr/>
          <p:nvPr/>
        </p:nvSpPr>
        <p:spPr>
          <a:xfrm>
            <a:off x="1243355" y="710950"/>
            <a:ext cx="10098153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צריך לקחת בחשבון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שבמערכת אנדרואיד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קיימות הגבלות שונות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בקשר להפעלת </a:t>
            </a:r>
            <a:r>
              <a:rPr lang="en-US" sz="4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Notification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0D1851-45D2-636F-46A3-A256AB2E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0E141C-83C8-572B-D1C2-DCD23C646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80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2801</TotalTime>
  <Words>132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Georgia Pro Black</vt:lpstr>
      <vt:lpstr>Segoe UI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433</cp:revision>
  <dcterms:created xsi:type="dcterms:W3CDTF">2019-01-05T16:01:25Z</dcterms:created>
  <dcterms:modified xsi:type="dcterms:W3CDTF">2025-03-02T18:56:12Z</dcterms:modified>
</cp:coreProperties>
</file>