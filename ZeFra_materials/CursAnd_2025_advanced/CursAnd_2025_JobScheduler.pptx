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66" r:id="rId3"/>
    <p:sldId id="467" r:id="rId4"/>
    <p:sldId id="468" r:id="rId5"/>
    <p:sldId id="469" r:id="rId6"/>
    <p:sldId id="470" r:id="rId7"/>
    <p:sldId id="485" r:id="rId8"/>
    <p:sldId id="471" r:id="rId9"/>
    <p:sldId id="472" r:id="rId10"/>
    <p:sldId id="473" r:id="rId11"/>
    <p:sldId id="474" r:id="rId12"/>
    <p:sldId id="475" r:id="rId13"/>
    <p:sldId id="476" r:id="rId14"/>
    <p:sldId id="477" r:id="rId15"/>
    <p:sldId id="478" r:id="rId16"/>
    <p:sldId id="48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7:12:04.7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29,'548'0,"-517"-1,55-11,16-1,428 10,-275 5,3902-2,-4129 2,-1 1,-1 1,51 15,-47-11,0-1,52 5,276-10,-175-4,587 2,-746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7:12:06.0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1 241,'75'2,"-33"-1,0 0,0-3,59-10,12-5,4 0,-90 12,0 2,41-1,-39 4,53-9,36-21,-76 18,1 2,55-7,-59 12,64-18,-69 14,0 2,57-6,28 14,-82 0,1 0,-1-3,60-9,67-23,-141 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7:12:09.7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0 151,'1617'0,"-1551"-3,72-13,-76 8,111-19,-130 19,76-24,-87 21,1 2,1 1,0 2,36-3,424 7,-239 5,-159-2,107-3,-166-5,-31 5,1 1,-1-1,1 1,0 1,-1-1,14 2,-18-1,0 1,0 0,0-1,0 1,0 0,0 0,-1 0,1 1,0-1,0 0,-1 1,1-1,-1 1,1-1,-1 1,0 0,0-1,1 1,-1 0,0 0,-1 0,1 0,0 0,-1 0,1 0,0 4,2 5,0 1,-1-1,-1 1,0 0,-1 18,0-28,-1-1,1 1,-1-1,0 0,1 1,-1-1,0 0,0 0,0 0,0 0,0 0,-1 0,1 0,0 0,0 0,-1 0,1-1,0 1,-1 0,1-1,0 1,-1-1,1 0,-1 1,1-1,-1 0,-2 0,-50 1,40-2,-90-2,28-1,0 4,-106 13,-6 1,96-10,0 9,59-8,-44 3,-554-6,304-4,-489 2,780 1,-56 11,-14 1,74-12,4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26.0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88 24575,'-9'-3'0,"12"-1"0,3-2 0,60-60 0,-65 57 0,0 22 0,7 29 0,-1 1 0,-3 1 0,-1 54 0,-2-63 0,0 263-1365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27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713 91 24575,'0'0'0,"0"0"0,0 0 0,0 0 0,0 0 0,-8-16 0,4 10 0,-1-1 0,0 1 0,0 0 0,-1 1 0,1 0 0,-1-1 0,-1 2 0,1-1 0,0 1 0,-1 0 0,-12-5 0,14 7 0,-1 0 0,0 1 0,1 0 0,-1 0 0,0 1 0,0-1 0,0 1 0,1 0 0,-1 1 0,0-1 0,0 1 0,0 1 0,1-1 0,-1 1 0,1 0 0,-8 3 0,-20 11 0,2 1 0,0 1 0,0 2 0,2 1 0,1 1 0,1 1 0,0 2 0,2 1 0,1 1 0,1 0 0,2 2 0,0 1 0,-18 37 0,22-36 0,-6 9 0,2 2 0,2 0 0,-14 46 0,28-74 0,2 0 0,0 1 0,1-1 0,0 1 0,1 0 0,1-1 0,0 1 0,1 0 0,0-1 0,1 1 0,1-1 0,1 1 0,9 25 0,2-8 0,1 0 0,2-1 0,0-1 0,3 0 0,0-2 0,2 0 0,1-2 0,1 0 0,1-2 0,1-1 0,1-1 0,36 21 0,-55-37 0,1-1 0,0 0 0,0 0 0,1-1 0,0-1 0,-1 0 0,1 0 0,0-1 0,0 0 0,17 0 0,-12-3 0,0 0 0,-1 0 0,1-2 0,0 0 0,-1-1 0,24-8 0,5-8 0,-1-1 0,0-2 0,69-52 0,-91 61 0,23-17 0,65-57 0,-97 76 0,0 0 0,-1-1 0,0-1 0,-1 0 0,0 0 0,-1-1 0,-1 0 0,0 0 0,6-21 0,-1-1 0,-3-1 0,-1 0 0,-2-1 0,-1 0 0,-2 0 0,-2 0 0,-1 0 0,-8-65 0,4 90 0,-1 0 0,0 0 0,-1 0 0,0 1 0,-1-1 0,0 1 0,-1 1 0,-1-1 0,0 1 0,0 0 0,-16-15 0,2 6 0,-1 0 0,0 1 0,-2 1 0,-36-20 0,46 30 0,0 0 0,0 0 0,-1 2 0,-1 0 0,1 1 0,-1 1 0,0 0 0,0 1 0,-1 1 0,1 1 0,-22-1 0,-28 8-1365,6 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30.3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212 92 24575,'-4'-1'0,"1"0"0,-1 1 0,0 0 0,0-1 0,0 2 0,1-1 0,-6 1 0,-1 0 0,-3-1 0,9 0 0,0 0 0,-1 0 0,1 0 0,0 0 0,0-1 0,-1 1 0,1-1 0,-5-2 0,8 2 0,-1 0 0,1 0 0,0 0 0,0 0 0,-1 0 0,1 0 0,0-1 0,0 1 0,0 0 0,0-1 0,0 1 0,1-1 0,-1 1 0,0-1 0,1 1 0,-1-1 0,1 1 0,-1-1 0,1 0 0,0 1 0,0-1 0,0 0 0,0 1 0,0-1 0,0-3 0,0 4 0,0-1 0,0 0 0,0 0 0,0 0 0,0 0 0,0 0 0,1 0 0,-1 0 0,1 1 0,-1-1 0,1 0 0,0 0 0,0 1 0,-1-1 0,1 0 0,0 1 0,1-1 0,-1 1 0,0-1 0,0 1 0,1-1 0,-1 1 0,1 0 0,-1 0 0,1 0 0,-1 0 0,3-1 0,-1 1 0,0 1 0,-1-1 0,1 1 0,0 0 0,0 0 0,-1 0 0,1 1 0,0-1 0,-1 0 0,1 1 0,0 0 0,-1 0 0,1 0 0,-1 0 0,1 0 0,-1 0 0,1 1 0,-1-1 0,2 3 0,2 0 0,-2 1 0,1 0 0,0 0 0,-1 0 0,0 0 0,0 1 0,0-1 0,-1 1 0,0 0 0,0 0 0,0 1 0,-1-1 0,0 1 0,0-1 0,-1 1 0,0-1 0,1 8 0,-1 5 0,0-1 0,-1 1 0,0-1 0,-2 1 0,-4 18 0,0-7 0,-2 0 0,-2 0 0,0 0 0,-2-1 0,-2-1 0,-30 50 0,40-73 0,1 0 0,-1 0 0,0-1 0,-1 1 0,1-1 0,-1 0 0,0-1 0,0 1 0,-8 4 0,10-7 0,0 1 0,0-1 0,-1 0 0,1 0 0,-1 0 0,1 0 0,0 0 0,-1-1 0,0 1 0,1-1 0,-1 0 0,1 0 0,-1-1 0,1 1 0,-1-1 0,1 1 0,-7-3 0,38-21 0,-26 23 0,0 1 0,0 0 0,0 0 0,0-1 0,0 1 0,0 0 0,0 1 0,-1-1 0,1 0 0,0 0 0,0 1 0,0 0 0,0-1 0,-1 1 0,1 0 0,3 1 0,32 21 0,-17-10 0,-6-5 17,1-1 0,0-1 1,0-1-1,1 0 0,0-1 0,19 3 0,-2-3-512,0-2 0,35-2 0,-53-1-6331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31.7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1032 170 24575,'1'-5'0,"-1"1"0,0-1 0,0 1 0,0 0 0,0-1 0,0 1 0,-1-1 0,-2-6 0,-7 0 0,-2 0 0,1 0 0,-1 2 0,-1-1 0,0 1 0,0 1 0,0 0 0,-1 1 0,-1 1 0,1 0 0,-1 1 0,0 0 0,0 2 0,0-1 0,-18 0 0,-5 1 0,-1 1 0,0 2 0,0 2 0,0 1 0,0 2 0,1 2 0,-1 2 0,2 1 0,0 2 0,0 1 0,1 2 0,-34 20 0,55-26 0,1 1 0,0 1 0,1 0 0,0 0 0,1 2 0,0-1 0,1 2 0,0-1 0,1 2 0,-11 20 0,0 5 0,1 2 0,-23 74 0,33-85 0,2 1 0,1 0 0,1 0 0,2 0 0,2 1 0,1 0 0,1-1 0,8 57 0,-4-64 0,1 1 0,2-1 0,0-1 0,2 1 0,0-1 0,2-1 0,1 0 0,0 0 0,2-1 0,1-1 0,25 29 0,-18-26 0,1-1 0,1-1 0,0-2 0,2 0 0,1-1 0,39 20 0,-50-31 0,0-1 0,1 0 0,-1-2 0,1 0 0,1 0 0,-1-2 0,1 0 0,-1-1 0,1-1 0,0 0 0,-1-1 0,1-2 0,22-3 0,14-6 0,1-3 0,75-29 0,-108 34 0,0-1 0,0-1 0,-1-1 0,-1-1 0,0-1 0,0 0 0,-2-2 0,22-21 0,-21 12 0,-2 0 0,-1-1 0,0-1 0,-2-1 0,-1 0 0,-2 0 0,14-52 0,-17 46 12,-1 0 0,-2 0 0,-1 0 0,-2-1 0,-1 1 0,-2-1 0,-1 1 0,-2-1 0,-15-60 0,11 63-147,-1 1 0,-2 1 0,-1 0 0,-1 0 0,-2 1 0,-1 1 0,-1 0 0,-2 2 0,0 0 0,-35-35 0,23 31-6691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34.9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0 353 24575,'11'-18'0,"23"-25"0,2 3 0,2 1 0,62-51 0,-80 74 0,0 2 0,1 1 0,1 0 0,0 1 0,0 2 0,1 0 0,1 2 0,0 0 0,47-8 0,-65 15 0,0 0 0,0 1 0,1 0 0,-1 0 0,0 0 0,0 1 0,1 0 0,-1 0 0,0 1 0,10 4 0,-13-5 0,0 0 0,-1 1 0,1-1 0,-1 1 0,1 0 0,-1 0 0,0 0 0,0 0 0,0 0 0,0 1 0,0-1 0,0 1 0,-1-1 0,1 1 0,-1-1 0,1 1 0,-1 0 0,0 0 0,0 0 0,0 0 0,-1 0 0,1 0 0,-1 0 0,0 3 0,0 6 0,0 0 0,-1 0 0,-1 0 0,0 0 0,-1 0 0,0-1 0,-1 1 0,0-1 0,0 0 0,-2 0 0,-6 12 0,-13 16 0,-45 56 0,48-67 0,14-17 0,7-8 0,-1 0 0,0 0 0,-1 0 0,1 0 0,0 0 0,-1 0 0,0-1 0,0 1 0,0-1 0,-6 4 0,39-2 0,-14-1 0,144 25 0,-134-22 0,-1 1 0,0 1 0,-1 2 0,29 15 0,-45-20 0,-1 0 0,0 0 0,0 1 0,-1 0 0,0 1 0,0-1 0,0 1 0,-1 0 0,0 1 0,0-1 0,-1 1 0,0 0 0,0 0 0,-1 1 0,0-1 0,0 1 0,-1-1 0,0 1 0,-1 0 0,1 11 0,-1-8 0,0 1 0,-1-1 0,-1 0 0,0 0 0,0 1 0,-2-1 0,1 0 0,-1 0 0,-1-1 0,0 1 0,-1-1 0,0 0 0,0 0 0,-11 14 0,8-16 0,0 0 0,-1-1 0,0 0 0,0-1 0,-1 0 0,0-1 0,0 0 0,-1 0 0,0-1 0,0 0 0,0-1 0,0 0 0,-1-1 0,-20 3 0,3-1 0,0-2 0,0-1 0,0-2 0,-56-5 0,59 0 14,0-1 0,0-1 0,-39-16 0,-2-1-1435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36.4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1515 103 24575,'0'0'0,"0"0"0,0 0 0,-26 0 0,2-2 0,1 0 0,0-1 0,0-2 0,1 0 0,-43-16 0,46 15 0,-33-10 0,-1 3 0,0 2 0,-1 3 0,0 2 0,-96 1 0,78 8 0,0 4 0,1 2 0,-132 36 0,185-39 0,0 0 0,1 1 0,-1 1 0,1 0 0,1 2 0,0 0 0,0 0 0,-15 14 0,13-7 0,1 1 0,0 0 0,1 1 0,1 1 0,-20 36 0,9-8 0,2 2 0,2 0 0,2 2 0,3 0 0,-19 95 0,24-74 0,4-1 0,2 2 0,8 133 0,1-169 0,2-1 0,1 0 0,2 0 0,2 0 0,1-1 0,2-1 0,1 0 0,2-1 0,1 0 0,43 60 0,-43-71 0,2-1 0,0 0 0,1-2 0,1 0 0,1-2 0,1 0 0,0-1 0,1-2 0,1 0 0,0-1 0,1-2 0,1-1 0,0-1 0,54 13 0,-13-12 0,1-4 0,0-2 0,0-3 0,91-10 0,-109 2 0,0-2 0,0-2 0,-1-3 0,72-27 0,-50 10 0,-1-2 0,85-55 0,-135 74 0,-1-1 0,0 0 0,-1-1 0,0-2 0,-1 0 0,-1 0 0,-1-2 0,0 0 0,-2-1 0,0 0 0,-1-1 0,-1-1 0,-2 0 0,0 0 0,-1-1 0,7-28 0,-3-5 0,-2-1 0,-3 0 0,-3-1 0,-2 1 0,-9-115 0,0 128 0,-3 1 0,-2 1 0,-1-1 0,-29-66 0,27 82-97,-1 1-1,-1 0 1,-1 1-1,-1 1 1,-1 0-1,-1 2 1,-1 0-1,-1 1 1,-1 1-1,-1 2 1,0 0-1,-2 1 0,-30-14 1,20 13-6729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53.8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24575,'0'0'0,"0"0"0,0 0 0,0 0 0,0 0 0,0 0 0,0 0 0,0 0 0,0 0 0,0 0 0,0 0 0,0 0 0,0 0 0,0 0 0,0 0 0,0 0 0,0 26 0,8 292 0,-7-263 0,-5 60 0,-1-1 0,6-112 0,0 0 0,1 0 0,-1-1 0,1 1 0,-1 0 0,1-1 0,0 1 0,-1-1 0,1 0 0,0 0 0,0 1 0,0-1 0,4 1 0,-1 1 0,7 3 8,1 1 1,0-2-1,0 0 0,0-1 0,0 0 0,1-1 1,0 0-1,16 0 0,16 0-275,52-5 0,-53 1-638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54.4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24575,'0'0'0,"0"0"0,0 0 0,0 0 0,0 0 0,0 0 0,0 0 0,0 0 0,0 19 0,0 659-1365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1T07:52:56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1201 64 24575,'-34'-8'0,"-56"-16"0,64 15 0,-1 2 0,-44-6 0,23 10 0,1 3 0,0 2 0,-1 2 0,1 2 0,1 3 0,0 1 0,0 2 0,-51 21 0,81-27 0,1 2 0,-1-1 0,1 2 0,0 0 0,1 1 0,0 0 0,1 1 0,-20 21 0,14-10 0,2 0 0,1 1 0,1 0 0,-20 41 0,-22 48 0,-51 108 0,95-188 0,2 1 0,1 0 0,1 1 0,2 0 0,-3 36 0,8-21 0,1 1 0,3 0 0,3-1 0,1 0 0,2 0 0,3 0 0,2-1 0,1-1 0,3 0 0,2-1 0,2-1 0,31 50 0,-41-78 0,1 0 0,0 0 0,1-1 0,1-1 0,0 0 0,1-1 0,1-1 0,27 19 0,-18-17 0,0-1 0,1-1 0,0-2 0,1 0 0,43 10 0,-11-9 0,1-3 0,0-2 0,0-3 0,1-2 0,75-8 0,-64 0 0,0-3 0,107-27 0,-154 30 0,1-2 0,-1-1 0,-1-1 0,1-2 0,-2 0 0,0-1 0,0-1 0,-1-1 0,-1-1 0,24-24 0,-30 23 0,-1 0 0,-1-1 0,0 0 0,-2-1 0,0 0 0,-1 0 0,-1-2 0,-1 1 0,-1-1 0,0 0 0,3-24 0,-4 11 0,-2-1 0,-2 0 0,-1 0 0,-2 0 0,-1 1 0,-8-47 0,-4-5 0,-4-1 0,-4 2 0,-42-109 0,54 172 0,-2 1 0,0 0 0,-2 0 0,0 2 0,-33-35 0,-93-76 0,-16 6-1365,90 75-5461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jp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8.xml"/><Relationship Id="rId18" Type="http://schemas.openxmlformats.org/officeDocument/2006/relationships/image" Target="../media/image21.png"/><Relationship Id="rId3" Type="http://schemas.openxmlformats.org/officeDocument/2006/relationships/image" Target="../media/image4.jpg"/><Relationship Id="rId21" Type="http://schemas.openxmlformats.org/officeDocument/2006/relationships/customXml" Target="../ink/ink12.xml"/><Relationship Id="rId7" Type="http://schemas.openxmlformats.org/officeDocument/2006/relationships/customXml" Target="../ink/ink5.xml"/><Relationship Id="rId12" Type="http://schemas.openxmlformats.org/officeDocument/2006/relationships/image" Target="../media/image18.png"/><Relationship Id="rId17" Type="http://schemas.openxmlformats.org/officeDocument/2006/relationships/customXml" Target="../ink/ink10.xml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10" Type="http://schemas.openxmlformats.org/officeDocument/2006/relationships/image" Target="../media/image17.png"/><Relationship Id="rId19" Type="http://schemas.openxmlformats.org/officeDocument/2006/relationships/customXml" Target="../ink/ink11.xml"/><Relationship Id="rId4" Type="http://schemas.openxmlformats.org/officeDocument/2006/relationships/image" Target="../media/image14.png"/><Relationship Id="rId9" Type="http://schemas.openxmlformats.org/officeDocument/2006/relationships/customXml" Target="../ink/ink6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692587" y="2399552"/>
            <a:ext cx="665278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JobScheduler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243355" y="710950"/>
            <a:ext cx="10098153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מדובר במחלקה "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ללאתית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שיכולה לבצע פעולות דרושות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שוב ושוב אחר פרק זמן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("ביצוע חוזר").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JobScheduler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מבצע פעולות בתהליך רקע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EA366-F25C-8D7A-C56D-E076E7B9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67D8A-E27D-072A-F6AD-D56A0C9AA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A44F-6D6D-562E-096B-E5B0A0E3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E32682EF-C104-C411-8D0A-FCA3C248F16D}"/>
              </a:ext>
            </a:extLst>
          </p:cNvPr>
          <p:cNvSpPr/>
          <p:nvPr/>
        </p:nvSpPr>
        <p:spPr>
          <a:xfrm>
            <a:off x="1154865" y="258666"/>
            <a:ext cx="10098153" cy="61247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✅ </a:t>
            </a: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השתמש ב-</a:t>
            </a:r>
            <a:r>
              <a:rPr lang="en-US" sz="28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JobScheduler</a:t>
            </a:r>
            <a:r>
              <a:rPr lang="en-US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אם:</a:t>
            </a: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עליך לבצע משימות תקופתיות (לדוגמה, כל 15 דקות).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המשימה אינה קריטית בזמן.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חשוב לקחת בחשבון את מצב הרשת.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חשוב לחסוך בסוללה.</a:t>
            </a: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✅ </a:t>
            </a: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השתמש ב-</a:t>
            </a:r>
            <a:r>
              <a:rPr lang="en-US" sz="28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AlarmManager</a:t>
            </a:r>
            <a:r>
              <a:rPr lang="en-US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אם:</a:t>
            </a: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עליך לבצע תזכורת חד פעמית בשעה מסוימת (לדוגמה, שעון מעורר, טיימר).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אתה צריך להשלים משימה אפילו במצב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Doze (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לדוגמה, הודעה חשובה).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המשימה דורשת דיוק תזמון גבוה.</a:t>
            </a:r>
            <a:endParaRPr lang="he-IL" sz="1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A895E-E12E-0096-BC71-616F17F7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C7D523-247B-E835-48CB-B8B59AD25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7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A930-8C10-06BF-45AC-6C6FCF6C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F50713F-2314-0C14-6259-AFA61DE3968E}"/>
              </a:ext>
            </a:extLst>
          </p:cNvPr>
          <p:cNvSpPr/>
          <p:nvPr/>
        </p:nvSpPr>
        <p:spPr>
          <a:xfrm>
            <a:off x="1243355" y="710950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מחלקה לשימוש יוצרים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ידני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7FD6F-0ED8-2D61-2049-463A5F33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2D54F0-5773-B12F-623B-83FBE43E5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A24CF9-DA72-5406-D186-5E8E609C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949" y="2272391"/>
            <a:ext cx="10317015" cy="30103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7B8CFA-FA86-84BD-2BDD-7A968BB461BF}"/>
                  </a:ext>
                </a:extLst>
              </p14:cNvPr>
              <p14:cNvContentPartPr/>
              <p14:nvPr/>
            </p14:nvContentPartPr>
            <p14:xfrm>
              <a:off x="1936777" y="4246924"/>
              <a:ext cx="2644200" cy="2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7B8CFA-FA86-84BD-2BDD-7A968BB461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3137" y="4138924"/>
                <a:ext cx="27518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7AF36D5-5CBE-2921-92B4-5BB9698B1A82}"/>
                  </a:ext>
                </a:extLst>
              </p14:cNvPr>
              <p14:cNvContentPartPr/>
              <p14:nvPr/>
            </p14:nvContentPartPr>
            <p14:xfrm>
              <a:off x="5210617" y="3973684"/>
              <a:ext cx="677880" cy="8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7AF36D5-5CBE-2921-92B4-5BB9698B1A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56977" y="3866044"/>
                <a:ext cx="7855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17921D3-5100-6D9E-129A-A0B1CEAF5D16}"/>
                  </a:ext>
                </a:extLst>
              </p14:cNvPr>
              <p14:cNvContentPartPr/>
              <p14:nvPr/>
            </p14:nvContentPartPr>
            <p14:xfrm>
              <a:off x="8534497" y="2433244"/>
              <a:ext cx="1301040" cy="84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17921D3-5100-6D9E-129A-A0B1CEAF5D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80497" y="2325244"/>
                <a:ext cx="1408680" cy="2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25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9EBC-1521-D8B7-183C-0B08C429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E3F5198-701D-F680-0D15-16D710B549C9}"/>
              </a:ext>
            </a:extLst>
          </p:cNvPr>
          <p:cNvSpPr/>
          <p:nvPr/>
        </p:nvSpPr>
        <p:spPr>
          <a:xfrm>
            <a:off x="1243355" y="710950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מוסיפים ירושה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271E3B-6867-B714-3AB6-C383C1F1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E8AAC2-6CEB-0720-9198-9BB96C024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52C508-693E-32FF-017D-2EC5D19FD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738" y="1717255"/>
            <a:ext cx="8966484" cy="254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5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944D-F02D-FDC9-8F87-02A5FA8A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2F15A57-6B7A-7266-45B9-981CAB1668E9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מוסיפים פעולות חובה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implement methods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07E52-8E43-B9EB-33DB-0DC79686D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A0F47F-DF09-8888-084B-95FC68E2B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AECE8A-CF26-03AF-FF9D-65A26CF31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298" y="2564085"/>
            <a:ext cx="6794266" cy="813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690540-B866-BDE5-138E-9E14934917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4492"/>
          <a:stretch/>
        </p:blipFill>
        <p:spPr>
          <a:xfrm>
            <a:off x="4103169" y="3887329"/>
            <a:ext cx="4378524" cy="242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7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EEFD-3512-5221-CE9C-EADF0470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46D9C09-2668-C3FC-EE07-236ADD6C4098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מוסיפים פעולות חובה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implement methods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D512D-692E-7A03-A887-1F1E6C328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BA0680-804E-46C3-8074-7FE7B6C58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DA7E19-F9D7-3F75-6B0D-3E03FC3C2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556" y="2157500"/>
            <a:ext cx="7177521" cy="448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97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D168-3239-FB98-5845-9432AEFB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E48C12C0-1DDF-9901-5D54-81D98A99F360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רושמים 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(ידני!)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מחלקת ששירות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AndroidManifest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A1AE8-C212-DA1F-E7D3-6B765B13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72A6D6-2AD7-0B09-A61F-4098FF94B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6F7D56-3CE7-C69C-340B-E80AE5DCA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684" y="3112476"/>
            <a:ext cx="8168572" cy="151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9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6020-903E-59BB-5E86-3204D924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458158A-96CA-2C2C-1E7C-428D007B8F5F}"/>
              </a:ext>
            </a:extLst>
          </p:cNvPr>
          <p:cNvSpPr/>
          <p:nvPr/>
        </p:nvSpPr>
        <p:spPr>
          <a:xfrm>
            <a:off x="1046923" y="2293341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מוסיפים קודים והרשאות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בהתאם למטרת השימוש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545E9-5F7F-4F2A-B627-4235922B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99B7B8-0E17-DF87-CB8A-4CAC92615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5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3FD2B-EC8C-2F57-763B-ECD75E0C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C0A8367-3F25-B2B6-62A8-093ED8EDFDAC}"/>
              </a:ext>
            </a:extLst>
          </p:cNvPr>
          <p:cNvSpPr/>
          <p:nvPr/>
        </p:nvSpPr>
        <p:spPr>
          <a:xfrm>
            <a:off x="909058" y="2077634"/>
            <a:ext cx="1009815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באקטיביטי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קובעים תכונות ל-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JobScheduler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ומפעילים אותה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24FF0-5E67-DFE4-8853-B537254CA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826151-037F-794D-DC47-13B974460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52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C61FD-C873-19AC-A1A5-C5CA75A3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283084-0EFC-82D2-4E6B-C31DB4109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76D36F-DCAF-F712-B3F3-8215151EF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BF33DF-8D97-FB01-7BBA-926C47DEE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821" y="1671532"/>
            <a:ext cx="10219418" cy="486949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4C7E064-4779-4C4E-E48F-5B32F0C2BA41}"/>
              </a:ext>
            </a:extLst>
          </p:cNvPr>
          <p:cNvGrpSpPr/>
          <p:nvPr/>
        </p:nvGrpSpPr>
        <p:grpSpPr>
          <a:xfrm>
            <a:off x="1333057" y="2046604"/>
            <a:ext cx="428040" cy="456840"/>
            <a:chOff x="1333057" y="2046604"/>
            <a:chExt cx="42804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1656DCF-2448-6FF8-4620-9FF7301B6D54}"/>
                    </a:ext>
                  </a:extLst>
                </p14:cNvPr>
                <p14:cNvContentPartPr/>
                <p14:nvPr/>
              </p14:nvContentPartPr>
              <p14:xfrm>
                <a:off x="1524937" y="2127604"/>
                <a:ext cx="36360" cy="20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1656DCF-2448-6FF8-4620-9FF7301B6D5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20617" y="2123284"/>
                  <a:ext cx="45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58B973-EFB8-EAB0-82DD-66B2BF79C9F8}"/>
                    </a:ext>
                  </a:extLst>
                </p14:cNvPr>
                <p14:cNvContentPartPr/>
                <p14:nvPr/>
              </p14:nvContentPartPr>
              <p14:xfrm>
                <a:off x="1333057" y="2046604"/>
                <a:ext cx="428040" cy="456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58B973-EFB8-EAB0-82DD-66B2BF79C9F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28737" y="2042284"/>
                  <a:ext cx="43668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0D994D-2484-5B81-7412-A4CE69B42F72}"/>
              </a:ext>
            </a:extLst>
          </p:cNvPr>
          <p:cNvGrpSpPr/>
          <p:nvPr/>
        </p:nvGrpSpPr>
        <p:grpSpPr>
          <a:xfrm>
            <a:off x="1308217" y="2719444"/>
            <a:ext cx="443160" cy="480600"/>
            <a:chOff x="1308217" y="2719444"/>
            <a:chExt cx="443160" cy="48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3A32E0-0D51-BEBC-0856-1141893BC22D}"/>
                    </a:ext>
                  </a:extLst>
                </p14:cNvPr>
                <p14:cNvContentPartPr/>
                <p14:nvPr/>
              </p14:nvContentPartPr>
              <p14:xfrm>
                <a:off x="1470577" y="2827444"/>
                <a:ext cx="142560" cy="226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3A32E0-0D51-BEBC-0856-1141893BC2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66257" y="2823124"/>
                  <a:ext cx="151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A71350-9B23-5A79-AF1F-E8A2F0AA2151}"/>
                    </a:ext>
                  </a:extLst>
                </p14:cNvPr>
                <p14:cNvContentPartPr/>
                <p14:nvPr/>
              </p14:nvContentPartPr>
              <p14:xfrm>
                <a:off x="1308217" y="2719444"/>
                <a:ext cx="443160" cy="480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A71350-9B23-5A79-AF1F-E8A2F0AA215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3897" y="2715124"/>
                  <a:ext cx="451800" cy="48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02677F-065A-7F0E-5F13-12259140F1BF}"/>
              </a:ext>
            </a:extLst>
          </p:cNvPr>
          <p:cNvGrpSpPr/>
          <p:nvPr/>
        </p:nvGrpSpPr>
        <p:grpSpPr>
          <a:xfrm>
            <a:off x="1504057" y="3660844"/>
            <a:ext cx="694080" cy="671760"/>
            <a:chOff x="1504057" y="3660844"/>
            <a:chExt cx="694080" cy="67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9B2CEE-609B-D417-DDE1-EEEB87F6EE84}"/>
                    </a:ext>
                  </a:extLst>
                </p14:cNvPr>
                <p14:cNvContentPartPr/>
                <p14:nvPr/>
              </p14:nvContentPartPr>
              <p14:xfrm>
                <a:off x="1665337" y="3744724"/>
                <a:ext cx="311400" cy="353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9B2CEE-609B-D417-DDE1-EEEB87F6EE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61017" y="3740404"/>
                  <a:ext cx="320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8C52BFF-FFCC-6524-F0AA-C49324ABCF52}"/>
                    </a:ext>
                  </a:extLst>
                </p14:cNvPr>
                <p14:cNvContentPartPr/>
                <p14:nvPr/>
              </p14:nvContentPartPr>
              <p14:xfrm>
                <a:off x="1504057" y="3660844"/>
                <a:ext cx="694080" cy="671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8C52BFF-FFCC-6524-F0AA-C49324ABCF5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37" y="3656524"/>
                  <a:ext cx="702720" cy="68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B827E4-01B0-70F0-B7C4-04C34AB00455}"/>
              </a:ext>
            </a:extLst>
          </p:cNvPr>
          <p:cNvGrpSpPr/>
          <p:nvPr/>
        </p:nvGrpSpPr>
        <p:grpSpPr>
          <a:xfrm>
            <a:off x="1214257" y="5072044"/>
            <a:ext cx="612000" cy="665280"/>
            <a:chOff x="1214257" y="5072044"/>
            <a:chExt cx="612000" cy="6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29260C-6948-D3F2-D23F-E3C28300BCD4}"/>
                    </a:ext>
                  </a:extLst>
                </p14:cNvPr>
                <p14:cNvContentPartPr/>
                <p14:nvPr/>
              </p14:nvContentPartPr>
              <p14:xfrm>
                <a:off x="1380937" y="5198404"/>
                <a:ext cx="128880" cy="250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29260C-6948-D3F2-D23F-E3C28300BCD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76617" y="5194084"/>
                  <a:ext cx="137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01B99B-E6F2-2882-0B79-878429F1AB73}"/>
                    </a:ext>
                  </a:extLst>
                </p14:cNvPr>
                <p14:cNvContentPartPr/>
                <p14:nvPr/>
              </p14:nvContentPartPr>
              <p14:xfrm>
                <a:off x="1542217" y="5334844"/>
                <a:ext cx="360" cy="251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01B99B-E6F2-2882-0B79-878429F1AB7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37897" y="5330524"/>
                  <a:ext cx="9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23BDCA-5D31-A8B6-60ED-DCE997172B43}"/>
                    </a:ext>
                  </a:extLst>
                </p14:cNvPr>
                <p14:cNvContentPartPr/>
                <p14:nvPr/>
              </p14:nvContentPartPr>
              <p14:xfrm>
                <a:off x="1214257" y="5072044"/>
                <a:ext cx="612000" cy="665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23BDCA-5D31-A8B6-60ED-DCE997172B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09937" y="5067724"/>
                  <a:ext cx="620640" cy="67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3845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2187-B9EC-A506-8629-0E758216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960027F4-8AE9-B55C-5D95-FD23355762C7}"/>
              </a:ext>
            </a:extLst>
          </p:cNvPr>
          <p:cNvSpPr/>
          <p:nvPr/>
        </p:nvSpPr>
        <p:spPr>
          <a:xfrm>
            <a:off x="1331846" y="180008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חשוב מאוד:</a:t>
            </a:r>
            <a:endParaRPr lang="en-US" sz="4400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400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אחרי הפעלה מחדש של מכשיר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restart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כל "משימות" מתבטלות.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כדי להפעיל אותם אחרי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restart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צריך להשתמש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BroadcastReceiver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D6595-FCF7-5DBE-CDA1-30B49C4F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16C75-5AD4-7F7A-EE27-91364AD98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35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592B7-1742-0378-3A77-0511BCDC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E7BF860-A3E3-0440-62CA-918CA4F954F3}"/>
              </a:ext>
            </a:extLst>
          </p:cNvPr>
          <p:cNvSpPr/>
          <p:nvPr/>
        </p:nvSpPr>
        <p:spPr>
          <a:xfrm>
            <a:off x="1243355" y="710950"/>
            <a:ext cx="1009815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חשוב מאוד(!):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JobScheduler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ממשיך שוב ושוב לבצע את המשימה,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גם אם משתמש סגר כבר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את האפליקציה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220D5-6DCD-8832-9029-55B9B019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4F031-4C42-FDF3-B755-DC82577BA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E2F-3781-A8B6-7788-1EB23FB8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F9BD02F-705F-F51C-598E-53253937A55F}"/>
              </a:ext>
            </a:extLst>
          </p:cNvPr>
          <p:cNvSpPr/>
          <p:nvPr/>
        </p:nvSpPr>
        <p:spPr>
          <a:xfrm>
            <a:off x="1243355" y="710950"/>
            <a:ext cx="1009815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"אופי מיוחד"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JobScheduler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לקבוע, באילו מצבי המערכת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מצבי המכשיר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יבצע את משימתו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61856-3A60-9DEE-3AD4-B1A5630F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198283-CBAD-5D67-6395-61BA5308D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54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316C-C1B9-134D-42BF-4C8DA835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6E66611-1E5F-0FA2-63E7-C7DDB89D4C2B}"/>
              </a:ext>
            </a:extLst>
          </p:cNvPr>
          <p:cNvSpPr/>
          <p:nvPr/>
        </p:nvSpPr>
        <p:spPr>
          <a:xfrm>
            <a:off x="1243355" y="2097299"/>
            <a:ext cx="10098153" cy="29238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תנאי חשמל (טעינה, סוללה לא חלשה):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הפעל רק כאשר המטען מחובר –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setRequiresCharging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(true)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</a:p>
          <a:p>
            <a:pPr algn="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הפעל רק אם רמת הסוללה אינה נמוכה מדי (המערכת קובעת זאת בעצמה) –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setRequiresBatteryNotLow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(true)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33BD0-B93A-967C-950A-F50442607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1A2162-38A2-7ED2-AA2D-9574604F6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1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4103-F842-9BD9-5B0D-3E687469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1DA82DB-05D1-5F45-8CD2-5A68F7EA8371}"/>
              </a:ext>
            </a:extLst>
          </p:cNvPr>
          <p:cNvSpPr/>
          <p:nvPr/>
        </p:nvSpPr>
        <p:spPr>
          <a:xfrm>
            <a:off x="1243355" y="111183"/>
            <a:ext cx="10098153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תנאי רשת 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(Network Constraints)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קביעת שרישות לרשת – </a:t>
            </a:r>
            <a:r>
              <a:rPr lang="en-US" sz="36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setRequiredNetworkType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2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int </a:t>
            </a:r>
            <a:r>
              <a:rPr lang="en-US" sz="2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NetworkType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4ED1A-14C8-9570-3EF2-ECCDF0232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B42048-03FE-EA8C-A2C4-1FEADF4D5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150A57-15DC-FFD7-3E4E-3CA0808083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918"/>
          <a:stretch/>
        </p:blipFill>
        <p:spPr>
          <a:xfrm>
            <a:off x="2627186" y="2765602"/>
            <a:ext cx="4353718" cy="3576203"/>
          </a:xfrm>
          <a:prstGeom prst="rect">
            <a:avLst/>
          </a:prstGeom>
        </p:spPr>
      </p:pic>
      <p:sp>
        <p:nvSpPr>
          <p:cNvPr id="8" name="Arrow: Bent 7">
            <a:extLst>
              <a:ext uri="{FF2B5EF4-FFF2-40B4-BE49-F238E27FC236}">
                <a16:creationId xmlns:a16="http://schemas.microsoft.com/office/drawing/2014/main" id="{AA4E07B8-DF05-BF98-749E-DD463F2DEEE2}"/>
              </a:ext>
            </a:extLst>
          </p:cNvPr>
          <p:cNvSpPr/>
          <p:nvPr/>
        </p:nvSpPr>
        <p:spPr>
          <a:xfrm flipH="1" flipV="1">
            <a:off x="7059561" y="2300746"/>
            <a:ext cx="2133601" cy="284152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86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885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2870</TotalTime>
  <Words>255</Words>
  <Application>Microsoft Office PowerPoint</Application>
  <PresentationFormat>Widescreen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Georgia Pro Black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413</cp:revision>
  <dcterms:created xsi:type="dcterms:W3CDTF">2019-01-05T16:01:25Z</dcterms:created>
  <dcterms:modified xsi:type="dcterms:W3CDTF">2025-02-14T10:20:05Z</dcterms:modified>
</cp:coreProperties>
</file>