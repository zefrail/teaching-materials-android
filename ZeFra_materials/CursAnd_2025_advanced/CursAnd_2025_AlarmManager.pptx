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73" r:id="rId3"/>
    <p:sldId id="481" r:id="rId4"/>
    <p:sldId id="474" r:id="rId5"/>
    <p:sldId id="475" r:id="rId6"/>
    <p:sldId id="476" r:id="rId7"/>
    <p:sldId id="482" r:id="rId8"/>
    <p:sldId id="477" r:id="rId9"/>
    <p:sldId id="478" r:id="rId10"/>
    <p:sldId id="479" r:id="rId11"/>
    <p:sldId id="48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6T09:49:57.7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31,'52'0,"1"-3,59-10,-38 4,0 4,119 6,-66 1,-24-2,569 17,-551-10,-37-3,0 4,90 20,-26 17,20 4,-129-43,1-2,1-2,73-5,-19 0,286 19,-212-4,174-11,-163-3,735 2,-874-2,55-9,25-2,534 10,-337 5,1330-2,-1574 5,-1 2,132 32,-165-30,148 42,-30-7,-131-39,44 3,1 0,39 4,1-5,128-9,-81 0,-56 0,119 5,-113 9,55 3,57 0,-91-4,-1-1,230 8,-190-19,399 12,311 9,-587-22,-203-1,137-22,85-34,-171 30,-77 18,119-3,67 15,-82 2,2-5,192 5,-204 9,71 3,480-16,-666-2,0-2,0-1,0-3,46-15,16-3,-29 12,0 4,93-2,154 14,-155 1,196 26,-31 0,509-26,-409-4,-367 2,84-11,39-13,269 3,59 5,92 3,-390 15,-188-2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6T09:50:01.1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85,'5'-1,"-1"1,0-1,0 0,1 0,-1-1,5-1,15-5,52-7,0 4,123-3,-105 16,115-3,-126-12,-54 7,50-2,559 6,-311 4,-159-3,184 3,-306 2,-1 2,58 15,-29-5,-37-10,39 0,7 1,112 13,-52-7,129-3,-62-6,-166-1,-1 2,76 20,-78-13,0-2,1-1,1-2,69 2,232 17,-60-1,176 5,-390-18,-50-7,1-1,23 1,180-5,-197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6T09:58:50.8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5 253,'3'0,"0"1,1 0,-1 0,0 0,0 0,0 0,4 3,22 7,32-5,0-2,88-6,-40 0,1454 2,-1529 2,59 10,-56-6,45 2,594-7,-327-3,504 2,-829 1,-1 2,34 7,30 3,-42-9,49 13,-70-12,30 7,-34-6,0-2,1 0,29 1,47-5,-31 0,-1 2,100 16,-100-5,0-4,125 4,-67-16,177 5,-244 4,61 14,44 5,-4-23,-105-3,1 2,62 10,-11 1,1-5,146-7,-95-3,-60 5,107-5,-104-9,39-3,-87 15,-3-1,0-1,56-10,104-16,-153 22,99 2,-21 3,-116-1,1-1,-1-1,0 0,-1-1,1-1,-1-1,0 0,21-14,-28 17,43-14,-109 16,-24 2,0-3,-147-25,45-15,-79-13,213 51,0 2,-59 4,62 1,0-2,-81-10,-6-9,72 12,1-3,-62-18,89 18,1 2,-1 1,-1 2,1 1,-54 1,84 3,-39 1,-1-2,-54-8,-88-13,77 10,-61 5,54 4,-2-11,-24 0,-325 13,223 3,215-1,1 2,-35 7,32-4,-48 3,8-8,-1-2,1-4,-127-24,125 17,-1 3,-1 4,1 2,-92 10,125-5,1 2,0 2,1 1,-1 3,1 0,1 3,0 1,-55 30,80-39,-1 0,1-1,0 0,-1-1,0 0,0-1,0-1,0 0,-22-1,15 0,1 0,0 2,-28 6,3 0,0-2,0-2,0-2,-62-5,19 1,33 1,0-4,1-1,-99-26,130 27,-1 2,-26-2,-32-5,-11-10,23 4,-1 2,-130-7,-586 21,336 2,417-1,-61 12,58-7,-46 3,15-4,1 3,-75 19,-29 5,119-26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0:00:03.1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576 1 24575,'177'14'0,"3"0"0,507-15 0,-647 4 0,1 1 0,-1 2 0,0 2 0,39 13 0,-30-7 0,90 12 0,-128-25 0,0 1 0,-1 1 0,0-1 0,1 2 0,-1-1 0,0 2 0,-1-1 0,1 1 0,-1 1 0,0 0 0,0 0 0,0 0 0,13 15 0,165 155 0,-175-164 0,1 0 0,-2 0 0,0 2 0,-1-1 0,0 1 0,-1 1 0,0 0 0,7 19 0,17 44 0,-25-61 0,0 0 0,-1 0 0,-1 1 0,-1 0 0,6 32 0,-11-47 0,0 0 0,0 0 0,0-1 0,0 1 0,-1 0 0,1 0 0,-1-1 0,0 1 0,0-1 0,0 1 0,0-1 0,0 1 0,-1-1 0,1 1 0,-1-1 0,0 0 0,1 0 0,-1 0 0,0 0 0,0 0 0,0 0 0,-1-1 0,1 1 0,0-1 0,0 1 0,-1-1 0,1 0 0,-5 2 0,-7 2 0,-1 0 0,0-1 0,-31 4 0,22-4 0,13-2 0,-42 8 0,-76 25 0,96-25 0,-68 10 0,66-14 0,-59 18 0,66-16 0,-44 7 0,15-4 0,16-5 0,0-1 0,0-3 0,-78-4 0,32 0 0,-8 4 0,-100-5 0,156-2 0,-59-16 0,59 12 0,-57-8 0,23 4 0,49 8 0,-36-3 0,-301 4 0,195 6 0,160-2 0,-1 0 0,0-1 0,1 0 0,-1 0 0,1 0 0,0-1 0,-1 1 0,1-2 0,0 1 0,-8-5 0,10 5 0,0-1 0,1 0 0,-1 0 0,1 0 0,-1 0 0,1-1 0,0 0 0,0 1 0,0-1 0,1 0 0,0 0 0,-1-1 0,1 1 0,1 0 0,-3-6 0,-19-55 0,14 45 0,2-1 0,0 0 0,1-1 0,1 0 0,-2-27 0,-6-41 0,7 64 0,-2-49 0,7 64 0,1 1 0,1 0 0,0 0 0,0 0 0,1 0 0,0 0 0,6-17 0,-6 22 0,0 1 0,1-1 0,0 1 0,-1 0 0,1 0 0,1 0 0,-1 0 0,1 1 0,-1-1 0,1 1 0,0 0 0,0 0 0,1 0 0,-1 1 0,0-1 0,1 1 0,6-2 0,223-89 0,-200 81 0,67-15 0,-33 11 0,12-4-1365,-56 12-5461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0:00:08.2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549 171 24575,'-20'0'0,"1"1"0,-1 1 0,1 0 0,-25 7 0,33-6 0,1 1 0,0 0 0,0 0 0,1 1 0,-1 0 0,1 1 0,0 0 0,0 0 0,-11 11 0,7-6 0,-1 0 0,0-1 0,-1-1 0,-32 15 0,31-16 0,0 0 0,0 2 0,1-1 0,-23 20 0,9-7 0,25-20 0,0 1 0,0-1 0,0 1 0,0 0 0,0 1 0,1-1 0,0 1 0,-1-1 0,1 1 0,1 0 0,-1 0 0,0 0 0,-3 9 0,-3 18 0,1 0 0,1 1 0,2 0 0,2 0 0,0 0 0,2 0 0,4 40 0,-2-66 0,-1-1 0,2 1 0,-1-1 0,1 1 0,-1-1 0,1 1 0,1-1 0,-1 0 0,1 0 0,0 0 0,0 0 0,1 0 0,-1-1 0,1 0 0,6 6 0,4 1 0,0 0 0,0-2 0,27 14 0,18 12 0,-41-24 0,1-1 0,1 0 0,0-2 0,0 0 0,32 7 0,-7-1 0,-23-8 0,1 0 0,1-2 0,-1 0 0,0-2 0,41 0 0,-17-5 0,85-15 0,-79 11 0,1 3 0,98 4 0,9-1 0,-134-1 0,34-9 0,-36 6 0,45-3 0,396 6 0,-224 4 0,-232-2 0,0-1 0,0 0 0,0-1 0,0 0 0,0-1 0,-1 0 0,1 0 0,-1-1 0,0-1 0,0 1 0,0-1 0,-1-1 0,1 1 0,-1-2 0,-1 1 0,1-1 0,12-15 0,4-9 0,-1-1 0,-1-1 0,22-47 0,-11 20 0,-18 36 0,-9 16 0,0-2 0,-1 1 0,0-1 0,0 0 0,-1 0 0,0 0 0,-1-1 0,0 0 0,-1 1 0,2-18 0,-2 9 0,-2 0 0,0 0 0,-2 0 0,-6-34 0,6 46 0,0-1 0,0 1 0,-1 0 0,0 0 0,-1 1 0,1-1 0,-1 1 0,-1 0 0,1-1 0,-1 2 0,0-1 0,0 1 0,-1-1 0,1 2 0,-9-6 0,-136-103 0,115 85 0,12 12 0,0 2 0,0 0 0,-2 1 0,0 1 0,0 2 0,-33-10 0,26 14 0,-1 1 0,0 2 0,0 1 0,0 1 0,-35 5 0,-4-2 0,-474-1 0,523 0 0,0 2 0,-33 7 0,-30 3 0,73-12 0,0 1 0,0 0 0,1 1 0,-1 0 0,1 1 0,0 1 0,0 0 0,0 1 0,1 0 0,0 0 0,-14 11 0,-47 25 77,48-30-798,-45 32 0,53-31-6105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0:00:13.8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24575,'1'16'0,"0"-1"0,0 0 0,1 0 0,1 0 0,1 0 0,0 0 0,1 0 0,9 19 0,-9-20 0,-1 0 0,0 0 0,-1 0 0,-1 1 0,0 0 0,-1-1 0,-1 23 0,-1-18 0,2 0 0,1-1 0,6 34 0,-2-23 0,-2 1 0,-1 1 0,-1-1 0,-3 43 0,3 44 0,0-104 0,1 0 0,0-1 0,1 1 0,0-1 0,9 18 0,7 21 0,-12-34 0,0 0 0,1 0 0,1-1 0,1 0 0,24 29 0,-19-25 0,1 0 0,1 0 0,1-1 0,0-1 0,1-1 0,24 14 0,-25-19 0,2 0 0,-1-2 0,1 0 0,1-2 0,26 8 0,-17-6 0,218 67 0,24 13 0,-249-83 0,1-1 0,-1-1 0,1-2 0,0 0 0,0-1 0,43-4 0,45 4 0,161 21 0,-196-11 0,-49-6 0,51 2 0,73-10 0,75 4 0,-162 12 0,-50-10 0,1 0 0,22 1 0,13-3-1365,-28-2-5461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0:35:05.4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305 248 24575,'116'2'0,"126"-5"0,-176-10 0,-50 9 0,1 1 0,21-3 0,-16 4 0,0-2 0,0-1 0,0 0 0,22-9 0,-3 1 0,-19 7 0,0 2 0,0 1 0,0 1 0,24 1 0,-20 0 0,0 0 0,45-10 0,18-12 0,-30 6 0,78-10 0,-3 3 0,-89 14 0,0 2 0,81-4 0,333-3 0,-359 7 0,0 4 0,1 4 0,-1 5 0,135 23 0,-142-15 0,-1-5 0,156-5 0,-132-4 0,-75 3 0,56 9 0,20 2 0,54 2 0,56 1 0,384-18 0,-418 16 0,-16 0 0,201-15 0,120 2 0,-211 26 0,-49-2 0,105-21 0,55 4 0,-96 10 0,-15-2 0,132-6 0,-367-10 0,0-3 0,0-3 0,-1-1 0,62-19 0,-64 14 0,1 1 0,0 3 0,73-2 0,-83 8 0,57-9 0,-55 4 0,48 0 0,649 8 0,-721 0 0,0 1 0,-1 1 0,20 5 0,-16-3 0,38 3 0,17-4 0,259 19 0,151 7 0,-463-29 0,-1 1 0,34 8 0,-32-6 0,46 4 0,75-9 0,65 3 0,-43 24 0,3 1 0,210-23 0,-199-7 0,220-13 0,-242 5 0,165 9 0,-149 4 0,1084-2 0,-1221-2 0,60-10 0,19-2 0,74 13 0,111-9 0,-129-1 0,-48 4 0,-32-5 0,-56 6 0,44-2 0,551 7 0,-303 3 0,-252-1 0,1 4 0,124 24 0,-146-21 0,1-2 0,95-3 0,2 0 0,55 22 0,-12-1 0,-39-10 0,163 6 0,-295-19 0,0 2 0,-1 1 0,43 12 0,3 0 0,14-1 0,202 48 0,-264-57 0,1-2 0,-1 0 0,1-2 0,41 0 0,-36-2 0,0 1 0,43 8 0,-40-3 0,0-2 0,1-1 0,0-1 0,-1-2 0,1-2 0,0 0 0,33-9 0,7 3 0,1 3 0,110 5 0,-67 2 0,1067-2 0,-1014-14 0,-22 0 0,-118 12 0,45-10 0,-45 7 0,50-4 0,-1 8 0,124-8 0,432-9 0,-423 20 0,80-2 0,-285 0 0,-1 1 0,1 0 0,-1 1 0,1-1 0,-1 1 0,1 1 0,-1-1 0,0 1 0,0 0 0,-1 0 0,1 1 0,-1 0 0,1 0 0,-1 0 0,0 1 0,0-1 0,-1 1 0,8 10 0,0 3 0,0 0 0,-1 0 0,-1 1 0,13 32 0,-9-9 0,-2 0 0,8 49 0,3 14 0,-18-87 0,-1-1 0,-1 1 0,-1 0 0,0 0 0,-2 0 0,1 0 0,-2-1 0,-5 28 0,5-36 0,-2 0 0,1-1 0,-1 1 0,0-1 0,-1 0 0,0 0 0,0 0 0,-1 0 0,0-1 0,0 0 0,-1 0 0,0 0 0,0-1 0,-1 0 0,0 0 0,0 0 0,0-1 0,-13 7 0,-43 19 0,-91 29 0,87-35 0,-267 85 0,179-63 0,-154 70 0,-21 35 0,-289 112 0,534-233 0,-1-4 0,-1-4 0,-2-3 0,0-4 0,-1-5 0,-135 2 0,-233 0 0,-233 2 0,549-15 0,-902-17 0,184-38 0,475 43 0,-53-4 0,-413 3 0,533 15 0,-2155-2 0,1471-57 0,293 6 0,-291-19 0,725 48 0,-797 2 0,690 22 0,-1480-2 0,1816 2 0,-48 9 0,-18 1 0,-482-8 0,329-6 0,-34-11 0,53 0 0,218 12 0,-94 0 0,-221-33 0,-133-50 0,400 74 0,-100-2 0,-80 14 0,88 1 0,-785-3 0,707 13 0,17 1 0,170-13 0,-88 2 0,-263-29 0,298 11 0,24 4 0,1-4 0,-85-26 0,7 3 0,24 8 0,120 24 0,0-2 0,0 0 0,0-1 0,-29-18 0,-92-51 0,57 34 0,80 41 0,-26-14 0,0-1 0,-36-29 0,58 37 0,0 1 0,1-2 0,0 1 0,1-1 0,0-1 0,1 1 0,0-1 0,1 0 0,1 0 0,-5-18 0,3 13 0,0 0 0,-1 0 0,-1 0 0,-12-20 0,14 28 0,0-1 0,1 0 0,0 0 0,1 0 0,0-1 0,1 1 0,0-1 0,1 0 0,-2-20 0,2-8 0,4-59 0,0 28 0,-1 60 0,-1 1 0,1-1 0,0 0 0,1 1 0,1-1 0,-1 1 0,1 0 0,1-1 0,-1 1 0,2 1 0,-1-1 0,1 1 0,1 0 0,-1 0 0,11-11 0,0-1 0,-4 6 0,0 0 0,1 0 0,16-13 0,-5 9 0,-6 5 0,-1-1 0,-1-1 0,23-25 0,-8 13 8,-18 17-1381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0:47:20.6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 24575,'49'2'0,"71"13"0,-43-4 0,-15 2 0,-43-9 0,-1 0 0,22 1 0,25 1 0,63 15 0,-72-10 0,107 7 0,-144-17 0,1 2 0,0 0 0,-1 1 0,1 0 0,-1 2 0,-1 1 0,1 0 0,22 13 0,-1 2 0,0 2 0,51 42 0,-81-57 0,-1 0 0,0 0 0,-1 1 0,0 0 0,0 0 0,6 12 0,35 72 0,-37-70 0,-7-12 0,0 1 0,-1 0 0,-1 0 0,0 0 0,0 0 0,-1 0 0,0 14 0,-4 98 0,-2-48 0,6-3 0,-4 70 0,-1-128 0,-1 0 0,0 0 0,-1 0 0,-10 22 0,5-12 0,7-19 0,0-1 0,0 0 0,-1 0 0,1 0 0,-2 0 0,1-1 0,0 0 0,-1 0 0,0 0 0,-9 7 0,-4 1 0,-38 20 0,39-24 0,8-4 0,0-2 0,0 1 0,0-1 0,0-1 0,-1 1 0,1-2 0,-1 1 0,-10-1 0,-83-3 0,47 0 0,-456 2 0,497-1 0,1-1 0,0 0 0,0 0 0,0-1 0,0-1 0,0-1 0,-16-7 0,3 2 0,1 1 0,21 8 0,-1-1 0,1 1 0,0-1 0,0 0 0,0 0 0,0 0 0,0-1 0,1 0 0,-1 0 0,1 0 0,0 0 0,0-1 0,0 1 0,0-1 0,0 0 0,1-1 0,0 1 0,0 0 0,-4-9 0,-6-17 0,2 0 0,2 0 0,0-1 0,2 0 0,2 0 0,-3-38 0,6-198 0,5 138 0,-1 14 0,-5-125 0,1 229-170,0-1-1,-1 1 0,0 0 1,-1 0-1,0 0 0,0 0 1,-9-12-1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0:47:26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441 247 24575,'-11'0'0,"-1"1"0,1 0 0,0 0 0,-1 1 0,1 1 0,0 0 0,0 0 0,0 1 0,1 0 0,-1 1 0,1 0 0,0 1 0,1 0 0,-1 1 0,1 0 0,0 0 0,-9 11 0,-21 23 0,2 1 0,2 2 0,-29 48 0,56-76 0,1 0 0,1 0 0,0 0 0,1 0 0,1 1 0,0 0 0,-2 32 0,-4 18 0,4-24 0,2-1 0,1 1 0,5 51 0,-1-29 0,1-41 0,2-1 0,0 0 0,1-1 0,1 1 0,1-1 0,12 26 0,14 48 0,-29-84 0,0-1 0,1 1 0,0-1 0,1 0 0,0-1 0,1 1 0,0-1 0,1 0 0,0-1 0,0 0 0,1 0 0,0-1 0,0 0 0,17 10 0,12 5 0,1-2 0,72 28 0,-91-41 0,380 156 0,-373-155 0,0-1 0,0-2 0,0 0 0,1-2 0,-1-1 0,1-1 0,39-3 0,-13 2 0,176 11 0,70 0 0,-245-12 0,-27 2 0,0-2 0,0-1 0,0-1 0,0-2 0,34-8 0,27-13 0,-50 16 0,0-2 0,-1-2 0,64-31 0,-55 21 0,2 3 0,0 2 0,84-19 0,-74 21 0,17-13 0,-58 21 0,1 0 0,34-8 0,140-36 0,-70 17 0,-113 32 0,0 0 0,-1-1 0,1-1 0,-1 0 0,0 0 0,0-1 0,-1 0 0,0 0 0,8-8 0,-1 0 0,-1-1 0,-1-1 0,18-26 0,-16 23 0,-1 1 0,24-21 0,-1 0 0,-24 26 0,1 0 0,0 1 0,1 1 0,24-14 0,16-12 0,-36 24 0,2 0 0,0 2 0,0 1 0,1 0 0,32-9 0,35-15 0,-59 20 0,-1-2 0,0-1 0,-1-1 0,25-21 0,-48 33 0,0 0 0,0 0 0,0 0 0,-1-1 0,0 1 0,-1-1 0,1 0 0,-1 0 0,0-1 0,2-12 0,-1 7 0,-1-1 0,-1 0 0,0 0 0,-1 0 0,0-15 0,-2 21 0,0 0 0,-1 1 0,1-1 0,-2 0 0,1 1 0,-1-1 0,0 1 0,0 0 0,-1 0 0,0 0 0,-1 1 0,1-1 0,-1 1 0,-8-8 0,4 5 0,0 1 0,-1 0 0,0 0 0,0 1 0,-1 0 0,0 1 0,0 0 0,-17-5 0,-29-13 0,34 14 0,-36-11 0,-82-25 0,-149-71 0,204 82 0,-95-23 0,-93-11 0,102 28 0,58 15 0,-1 6 0,-1 4 0,0 6 0,-150 5 0,70 4 0,-89 4 0,241 2 0,-73 17 0,80-13 0,0-2 0,-1-1 0,-41 0 0,62-7 0,0 2 0,0-1 0,0 2 0,1 0 0,-1 1 0,0 1 0,-29 11 0,-1 8-21,0 2 0,1 2 0,-47 38 0,19-15-1260,55-37-5545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0:49:31.1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115 250 24575,'0'19'0,"-2"1"0,0 0 0,-2 0 0,0-1 0,-1 0 0,-10 25 0,7-15 0,1 0 0,-5 41 0,8-43 0,-1 0 0,-1 0 0,-11 30 0,12-39 0,0-1 0,0 1 0,2 0 0,0 0 0,1 0 0,1 0 0,1 0 0,1 0 0,4 35 0,4-7 0,2-1 0,27 72 0,-17-68 0,1 0 0,4-2 0,1 0 0,35 45 0,-56-84 0,1 0 0,0-1 0,1 0 0,-1 0 0,1 0 0,1-1 0,-1 0 0,1-1 0,0 0 0,0 0 0,0-1 0,1 0 0,13 3 0,14 2 0,0-2 0,51 4 0,-27-4 0,48 8 0,22 5 0,216 4 0,557-26 0,-531 3 0,-362-2 0,-1 1 0,0-1 0,0-1 0,0 0 0,-1 0 0,1-1 0,0 0 0,14-7 0,-8 1 0,-1 0 0,0-1 0,25-22 0,-24 21 0,-1 1 0,2 0 0,-1 1 0,21-8 0,32-18 0,-5 1 0,-51 29 0,-1-1 0,1-1 0,-1 0 0,0-1 0,-1 0 0,1 0 0,-2-2 0,1 1 0,14-19 0,18-21 0,-32 39 0,-1-1 0,-1-1 0,11-14 0,-1-5 0,1 2 0,2 0 0,44-45 0,-50 58 0,23-35 0,12-11 0,-24 35 0,-1-1 0,-2-1 0,0-1 0,-2-2 0,31-56 0,-46 73 0,-1-1 0,-1 1 0,0-1 0,-1 0 0,-1 0 0,0 0 0,-1 0 0,-1-1 0,-1-20 0,0 21 0,0 1 0,-1 0 0,-1 0 0,0 0 0,-1 0 0,-8-23 0,8 32 0,1 1 0,-1-1 0,-1 0 0,1 1 0,-1 0 0,0-1 0,0 1 0,0 1 0,-1-1 0,1 1 0,-1 0 0,0 0 0,-1 0 0,1 1 0,-1-1 0,1 1 0,-1 1 0,-8-4 0,-195-57 0,141 41 0,-83-13 0,81 20 0,-77-27 0,110 31 0,-67-12 0,91 21 0,-45-5 0,-1 2 0,-98 6 0,72 0 0,-1463 0 0,1503 2 0,1 1 0,-62 15 0,4-1 0,42-13 0,36-3 0,-36 6 0,53-7 0,0 1 0,-1 0 0,2 1 0,-1-1 0,0 1 0,0 1 0,1-1 0,0 1 0,-8 6 0,0 4 0,0 1 0,1 0 0,1 1 0,0 1 0,-16 32 0,10-20 0,5 4 0,11-28 0,1 0 0,-1-1 0,0 1 0,0-1 0,0 0 0,-4 7 0,5-11-26,1 0 1,0 1-1,0-1 0,0 0 0,-1 0 1,1 1-1,0-1 0,0 0 0,-1 0 1,1 0-1,0 1 0,0-1 0,-1 0 1,1 0-1,0 0 0,-1 0 0,1 0 1,0 0-1,-1 0 0,1 1 0,0-1 1,-1 0-1,1 0 0,0 0 0,0 0 0,-1 0 1,1 0-1,0-1 0,-1 1 0,1 0 1,0 0-1,-1 0 0,1 0 0,0 0 1,-1 0-1,1 0 0,0-1 0,0 1 1,-1 0-1,1 0 0,0 0 0,0-1 1,-1 1-1,1 0 0,0 0 0,0-1 0,0 1 1,-1 0-1,1-1 0,0 1 0,0 0 1,0-1-1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0:49:36.5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2 441 24575,'-1'130'0,"3"142"0,2-232 0,19 77 0,-13-75 0,8 68 0,-17-95 0,1-1 0,0 1 0,1 0 0,1-1 0,0 1 0,12 25 0,-2-11 0,-8-13 0,1-1 0,1 0 0,12 18 0,-16-28 0,1 0 0,-1 0 0,1-1 0,0 1 0,0-1 0,0 0 0,1 0 0,-1-1 0,1 0 0,0 0 0,0 0 0,7 2 0,46 12 0,2-3 0,-1-2 0,70 4 0,238-8 0,-217-11 0,29 5 0,191-5 0,-334 1 0,0-3 0,-1-1 0,1-2 0,-1-1 0,-1-2 0,51-22 0,-50 17 0,1 1 0,70-17 0,-99 31 0,0-1 0,0 0 0,1-1 0,-2 0 0,1 0 0,0-1 0,-1 0 0,1 0 0,-1-1 0,0 1 0,-1-2 0,1 1 0,-1-1 0,0 0 0,0 0 0,-1 0 0,0-1 0,0 0 0,-1 0 0,1-1 0,-1 1 0,-1-1 0,0 0 0,3-8 0,1-3 0,2 1 0,0 0 0,18-26 0,-14 23 0,16-33 0,61-162 0,-82 198 0,-1 1 0,-1-1 0,-1 0 0,0 0 0,2-20 0,-4 22 0,1 0 0,1 1 0,10-25 0,4-9 0,14-44 0,-21 67 0,-2-2 0,-1 1 0,-2-1 0,0 0 0,-2-1 0,3-41 0,-8 60 0,1-3 0,-1 1 0,-1-1 0,0 1 0,-1-1 0,-3-13 0,4 23 0,0 0 0,0-1 0,-1 1 0,1 0 0,-1 0 0,0 0 0,0 0 0,0 0 0,-1 0 0,1 1 0,0-1 0,-1 1 0,0-1 0,0 1 0,0 0 0,0 0 0,0 0 0,0 1 0,0-1 0,0 1 0,-1 0 0,-5-2 0,-263-45 0,114 24 0,67 13 0,-1 4 0,-142 7 0,107 2 0,3-3 0,-123 3 0,222 0 0,1 2 0,0 0 0,0 2 0,-27 9 0,-90 42 0,76-29 0,-143 64 0,37-7 0,-89 39 0,245-119-227,1-1-1,-1 0 1,0-1-1,0-1 1,-19 1-1,11-2-6598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0:52:55.0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0 442 24575,'1'1'0,"1"-1"0,-1 1 0,0-1 0,0 1 0,1-1 0,-1 1 0,0 0 0,0 0 0,0-1 0,0 1 0,0 0 0,0 0 0,0 0 0,0 0 0,-1 0 0,1 1 0,0-1 0,-1 0 0,1 0 0,0 2 0,13 28 0,-13-27 0,6 17 0,7 40 0,-9-38 0,12 37 0,-11-41 0,0 2 0,-1-1 0,-1 0 0,3 33 0,-6 82 0,1 8 0,1-129 0,0 0 0,0 0 0,2-1 0,-1 1 0,2-1 0,12 23 0,-9-18 0,-1-1 0,12 37 0,-15-33 0,2-1 0,1 1 0,1-1 0,0-1 0,2 0 0,0 0 0,1-1 0,0 0 0,2-1 0,15 15 0,-21-25 0,0-1 0,0 0 0,0-1 0,1 0 0,-1 0 0,1-1 0,10 3 0,72 20 0,-38-13 0,1 1 0,2-2 0,0-3 0,77 4 0,170-10 0,-205-5 0,-59 0 0,1-2 0,-1-1 0,0-2 0,0-2 0,-1-2 0,51-19 0,-63 21 0,0 1 0,1 2 0,-1 0 0,32 0 0,21-5 0,-58 6 0,-1-1 0,0-2 0,0 0 0,34-17 0,14-6 0,86-18 0,-56 22 0,-65 18 0,45-15 0,-64 18 0,1 1 0,0 1 0,0 1 0,0 0 0,17 0 0,-13 0 0,0 0 0,27-6 0,1-3 0,80-26 0,-101 27 0,0 0 0,40-23 0,-58 28 0,0-1 0,-1 1 0,0-1 0,0 0 0,0-1 0,-1 0 0,0 0 0,0 0 0,-1-1 0,0 1 0,8-18 0,-1-1 0,0 0 0,-2-1 0,-1-1 0,-1 1 0,-1-2 0,-2 1 0,-1 0 0,1-36 0,-4 5 0,1 34 0,-1 1 0,-2 0 0,0-1 0,-2 1 0,-9-41 0,9 59 0,1 1 0,0 0 0,-1 0 0,0 0 0,-1 1 0,1-1 0,-1 1 0,1-1 0,-1 1 0,-1 0 0,1 1 0,-7-6 0,-7-2 0,-39-20 0,21 13 0,-30-15 0,-74-27 0,-129-39 0,-149-59 0,339 131 0,-141-30 0,108 30 0,63 19 0,-1 1 0,1 3 0,-1 2 0,-64 5 0,18 0 0,73-3 0,-17-1 0,-1 3 0,1 1 0,-48 10 0,55-6 0,-110 29 0,122-31 0,-40 5 0,39-7 0,-36 9 0,51-10 0,1 0 0,-1 1 0,0 0 0,1 0 0,-1 1 0,1-1 0,0 1 0,0 1 0,-6 5 0,-26 23 0,-2-2 0,-1-2 0,-48 25 0,7-3 0,69-43-170,-1 0-1,0-1 0,-1-1 1,1 0-1,-1-1 0,0-1 1,-19 4-1,11-5-6655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0:53:01.7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57 520 24575,'-1'5'0,"0"0"0,0-1 0,-1 1 0,0 0 0,-4 7 0,-3 8 0,1 3 0,1 0 0,1 0 0,1 1 0,1-1 0,2 1 0,-1 25 0,5 308 0,-2-346 0,1 0 0,1 0 0,0-1 0,0 1 0,1 0 0,0-1 0,1 0 0,0 0 0,9 17 0,6 3 0,36 46 0,-14-22 0,-31-42 0,-1-1 0,2 0 0,-1 0 0,1-1 0,16 11 0,67 39 0,-58-38 0,-11-6 0,56 36 0,3-4 0,112 47 0,-57-31 0,31 11 0,-148-68 0,0 0 0,1-2 0,0 0 0,0-2 0,0 0 0,25-1 0,10-2 0,-20 1 0,0-2 0,0-1 0,0-2 0,70-16 0,-44 3 0,86-11 0,-26 6 0,-12 2 0,209-9 0,115 28 0,-243 3 0,32-3 0,189 4 0,-301 5 0,117 24 0,-94-11 0,30 4 0,215 24 0,-257-38 0,122 6 0,-21-3 0,44 0 0,-120-2 0,-27-1 0,426-7 0,-313-5 0,28-13 0,-62 1 0,-191 13 0,0 0 0,0-1 0,0-1 0,0 1 0,0-2 0,0 1 0,-1-1 0,1-1 0,-1 0 0,0 0 0,0-1 0,0 0 0,-1 0 0,0-1 0,0 0 0,0-1 0,0 0 0,10-13 0,2-5 0,20-31 0,15-20 0,-45 62 0,0 0 0,10-21 0,-15 25 0,1 0 0,0 1 0,0-1 0,1 1 0,0 0 0,0 1 0,17-14 0,62-55 0,-36 29 0,-34 34 0,-3 4 0,-2 0 0,1-1 0,-1 0 0,0 0 0,-1-1 0,-1-1 0,0 0 0,12-23 0,37-98 0,-23 47 0,-21 56 0,17-55 0,-28 75 0,-1-1 0,0 0 0,-1 0 0,0 1 0,0-1 0,-1 0 0,-1 0 0,-3-20 0,-1 11 0,0 0 0,-1 1 0,-10-25 0,11 34 0,-1 1 0,1 1 0,-1-1 0,-1 1 0,0 0 0,0 0 0,-1 1 0,-9-7 0,0 1 0,-2 0 0,1 2 0,-2 0 0,-32-14 0,-89-29 0,75 31 0,-240-92 0,268 104 0,-1 1 0,0 2 0,-41-3 0,12 1 0,-620-82 0,620 87 0,-212-30 0,40 11 0,35 5 0,-107-24 0,-225-35 0,416 66 0,-1 6 0,-134 8 0,93 1 0,-47 0 0,-271-5 0,276-9 0,-70-3 0,-171 17 0,3 34 0,384-27 0,-171 33 0,124-15 0,-1-5 0,-115 9 0,205-29 0,0 2 0,0 0 0,0 1 0,0 0 0,-28 15 0,-22 7 0,51-22 0,0-2 0,-33 4 0,35-6 0,0 1 0,0 1 0,0 0 0,0 0 0,-15 7 0,15-4 0,-1-1 0,0-1 0,0 0 0,0-1 0,-26 2 0,-79-4 0,0 0 0,103 1 0,0 2 0,1 0 0,0 1 0,0 1 0,0 0 0,-16 10 0,-18 6 0,50-22 0,-9 3 0,1 0 0,0 0 0,0 1 0,0 0 0,1 1 0,-1-1 0,1 1 0,0 1 0,0-1 0,-10 12 0,17-16 3,0 0-1,-1-1 1,1 1 0,0 0-1,-1 0 1,1 0-1,0-1 1,0 1-1,-1 0 1,1 0 0,0 0-1,0-1 1,0 1-1,0 0 1,0 0-1,1 0 1,-1-1-1,0 1 1,0 0 0,0 0-1,1 0 1,-1-1-1,0 1 1,1 0-1,-1-1 1,0 1 0,1 0-1,-1-1 1,1 1-1,0 0 1,-1-1-1,1 1 1,-1-1 0,1 1-1,0-1 1,-1 1-1,1-1 1,0 1-1,0-1 1,-1 0 0,1 0-1,0 1 1,0-1-1,-1 0 1,2 0-1,37 9-1485,-17-7-5343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jpg"/><Relationship Id="rId7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customXml" Target="../ink/ink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jpg"/><Relationship Id="rId7" Type="http://schemas.openxmlformats.org/officeDocument/2006/relationships/customXml" Target="../ink/ink4.xml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customXml" Target="../ink/ink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customXml" Target="../ink/ink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jpg"/><Relationship Id="rId7" Type="http://schemas.openxmlformats.org/officeDocument/2006/relationships/customXml" Target="../ink/ink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customXml" Target="../ink/ink8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jpg"/><Relationship Id="rId7" Type="http://schemas.openxmlformats.org/officeDocument/2006/relationships/customXml" Target="../ink/ink1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customXml" Target="../ink/ink10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4.jpg"/><Relationship Id="rId7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456221" y="2397183"/>
            <a:ext cx="7279558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66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AlarmManager</a:t>
            </a:r>
            <a:endParaRPr lang="en-US" sz="6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4">
                  <a:lumMod val="50000"/>
                </a:schemeClr>
              </a:solidFill>
              <a:latin typeface="Georgia Pro Black" panose="02040A02050405020203" pitchFamily="18" charset="0"/>
              <a:cs typeface="Guttman Vilna" panose="02010401010101010101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36788B-3737-3937-ACC4-FA8F8A591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FD018D-ED0B-B4B7-00CD-59F39FA58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066C4-2929-B804-C1E4-C24EEFB6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49171B52-B63B-F96D-58D4-ACC19F3CAFA5}"/>
              </a:ext>
            </a:extLst>
          </p:cNvPr>
          <p:cNvSpPr/>
          <p:nvPr/>
        </p:nvSpPr>
        <p:spPr>
          <a:xfrm>
            <a:off x="1046923" y="1398649"/>
            <a:ext cx="10098153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מדובר בשירות מערכת באנדרואיד המאפשר להריץ קוד בזמן מסוים,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גם אם האפליקציה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לא פעילה או שהמכשיר נעול.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זה שימושי עבור משימות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שצריך להפעיל לפי לוח זמנים.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F72784-C2E0-2323-1F17-F74C07C2D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9EAD51-BFF4-0552-92B8-B74A0CAF0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3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74422-42AD-1AAE-51A4-226A6D0F6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517F900E-D68D-09F9-B792-847DD0087FC8}"/>
              </a:ext>
            </a:extLst>
          </p:cNvPr>
          <p:cNvSpPr/>
          <p:nvPr/>
        </p:nvSpPr>
        <p:spPr>
          <a:xfrm>
            <a:off x="1046923" y="1398649"/>
            <a:ext cx="10098153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AlarmManager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יודע לרשום את ההגדרות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הקשורות לפעולה עתידית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ולעביר "אחראיות" על ביצוע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למערכת אנדרואיד.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imes New Roman" panose="02020603050405020304" pitchFamily="18" charset="0"/>
                <a:ea typeface="Cascadia Code" panose="020B0609020000020004" pitchFamily="49" charset="0"/>
                <a:cs typeface="Times New Roman" panose="02020603050405020304" pitchFamily="18" charset="0"/>
              </a:rPr>
              <a:t>לכן זה עובד גם כאשר אפליקציה</a:t>
            </a:r>
          </a:p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imes New Roman" panose="02020603050405020304" pitchFamily="18" charset="0"/>
                <a:ea typeface="Cascadia Code" panose="020B0609020000020004" pitchFamily="49" charset="0"/>
                <a:cs typeface="Times New Roman" panose="02020603050405020304" pitchFamily="18" charset="0"/>
              </a:rPr>
              <a:t>כבר לא עובדת</a:t>
            </a:r>
            <a:endParaRPr lang="he-IL" sz="32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ea typeface="Cascadia Code" panose="020B0609020000020004" pitchFamily="49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B047BF-ABE9-2106-E685-70C5C7819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178502-A8FF-B004-7D39-46EF8C714D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208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8FEF0-53A5-E4B1-89B6-34AA42B06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8E4A89AF-1FD1-1514-1798-90A88E9FB682}"/>
              </a:ext>
            </a:extLst>
          </p:cNvPr>
          <p:cNvSpPr/>
          <p:nvPr/>
        </p:nvSpPr>
        <p:spPr>
          <a:xfrm>
            <a:off x="1243355" y="710950"/>
            <a:ext cx="10098153" cy="63709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איך זה עובד?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יוצרים 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AlarmManager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שהוא מפנה למערכת אנדרואיד את הניהול של הפעולות העתידיות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יוצרים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Intent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להפעלת פעילות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יוצרים 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PendingIntent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כי הפעלה היא לא מיידית אלא מתישהו אחר כך, בעתיד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קושמים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את כל המנגנות בשירותי מערכת (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system service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 שהם אלה ש"ידאגו" לביצוע</a:t>
            </a:r>
            <a:endParaRPr lang="he-IL" sz="20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E2100C-F43A-A784-B6BE-4C9F389CE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C77B50-4DA2-8939-5702-5926E605EB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53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AB816-1CC1-6A63-D572-C1569331C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A08153FA-8DB8-85DA-1438-D4A232CA3E93}"/>
              </a:ext>
            </a:extLst>
          </p:cNvPr>
          <p:cNvSpPr/>
          <p:nvPr/>
        </p:nvSpPr>
        <p:spPr>
          <a:xfrm>
            <a:off x="1243355" y="710950"/>
            <a:ext cx="1009815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יוצרים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AlarmManager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4A157C-D569-117B-4590-C1516D1C6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BE3943-E242-CCC6-3B3D-280BC11408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D49905-5B2E-7B1F-7288-ED50092B5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355" y="3840270"/>
            <a:ext cx="10634353" cy="54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455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508DA-8B74-9FA0-B004-7D43107ED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0400A544-CAF9-01A6-1767-C012B28D1894}"/>
              </a:ext>
            </a:extLst>
          </p:cNvPr>
          <p:cNvSpPr/>
          <p:nvPr/>
        </p:nvSpPr>
        <p:spPr>
          <a:xfrm>
            <a:off x="1243355" y="710950"/>
            <a:ext cx="1009815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יוצרים כל מה שצריך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להפעלת הפעילות הדרושה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FF758C-739E-545B-AEB8-FB5BF8200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4486CC-7D27-C984-3B31-6B55DB1E38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1FB8BF-16C8-B886-39C0-261D0A3D0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265" y="4355164"/>
            <a:ext cx="10178262" cy="14465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AF3A426-26D6-2A88-04CE-8D41B917D137}"/>
                  </a:ext>
                </a:extLst>
              </p14:cNvPr>
              <p14:cNvContentPartPr/>
              <p14:nvPr/>
            </p14:nvContentPartPr>
            <p14:xfrm>
              <a:off x="1740132" y="4541671"/>
              <a:ext cx="7462080" cy="169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AF3A426-26D6-2A88-04CE-8D41B917D13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86492" y="4434031"/>
                <a:ext cx="756972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614C302-A7D3-D782-23A7-BC714A28CF92}"/>
                  </a:ext>
                </a:extLst>
              </p14:cNvPr>
              <p14:cNvContentPartPr/>
              <p14:nvPr/>
            </p14:nvContentPartPr>
            <p14:xfrm>
              <a:off x="4689972" y="4541671"/>
              <a:ext cx="2035080" cy="109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614C302-A7D3-D782-23A7-BC714A28CF9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35972" y="4433671"/>
                <a:ext cx="2142720" cy="3250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5EEBF7D1-BAFB-CCB9-7B0A-FD9B3B38E2ED}"/>
              </a:ext>
            </a:extLst>
          </p:cNvPr>
          <p:cNvSpPr/>
          <p:nvPr/>
        </p:nvSpPr>
        <p:spPr>
          <a:xfrm>
            <a:off x="5997677" y="3007990"/>
            <a:ext cx="3096948" cy="631152"/>
          </a:xfrm>
          <a:prstGeom prst="wedgeRoundRectCallout">
            <a:avLst>
              <a:gd name="adj1" fmla="val -50222"/>
              <a:gd name="adj2" fmla="val 20049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2800" dirty="0">
                <a:latin typeface="FrankRuehl" panose="020E0503060101010101" pitchFamily="34" charset="-79"/>
                <a:cs typeface="FrankRuehl" panose="020E0503060101010101" pitchFamily="34" charset="-79"/>
              </a:rPr>
              <a:t>Intent</a:t>
            </a:r>
            <a:r>
              <a:rPr lang="he-IL" sz="2800" dirty="0">
                <a:latin typeface="FrankRuehl" panose="020E0503060101010101" pitchFamily="34" charset="-79"/>
                <a:cs typeface="FrankRuehl" panose="020E0503060101010101" pitchFamily="34" charset="-79"/>
              </a:rPr>
              <a:t> לביצוע</a:t>
            </a:r>
            <a:endParaRPr lang="en-US" sz="2800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77479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91C58-87BC-B9FE-CD84-360402FC9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1D1EAABE-850D-25CD-51F6-71F32602F88E}"/>
              </a:ext>
            </a:extLst>
          </p:cNvPr>
          <p:cNvSpPr/>
          <p:nvPr/>
        </p:nvSpPr>
        <p:spPr>
          <a:xfrm>
            <a:off x="1243355" y="710950"/>
            <a:ext cx="1009815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יוצרים כל מה שצריך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להפעלת הפעילות הדרושה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1A7284-2573-9C08-BF48-E9CCBC427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CAC08B-6D5D-DD52-9CFA-7D80299206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C0C6DE-CAE1-0D24-7732-C5371FD3B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265" y="4355164"/>
            <a:ext cx="10178262" cy="1446550"/>
          </a:xfrm>
          <a:prstGeom prst="rect">
            <a:avLst/>
          </a:prstGeom>
        </p:spPr>
      </p:pic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930CE016-8491-9A98-C1D0-AC812A4987EA}"/>
              </a:ext>
            </a:extLst>
          </p:cNvPr>
          <p:cNvSpPr/>
          <p:nvPr/>
        </p:nvSpPr>
        <p:spPr>
          <a:xfrm>
            <a:off x="5997677" y="2502836"/>
            <a:ext cx="3077497" cy="1136306"/>
          </a:xfrm>
          <a:prstGeom prst="wedgeRoundRectCallout">
            <a:avLst>
              <a:gd name="adj1" fmla="val -94950"/>
              <a:gd name="adj2" fmla="val 15550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2800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PendingIntent</a:t>
            </a:r>
            <a:r>
              <a:rPr lang="he-IL" sz="2800" dirty="0">
                <a:latin typeface="FrankRuehl" panose="020E0503060101010101" pitchFamily="34" charset="-79"/>
                <a:cs typeface="FrankRuehl" panose="020E0503060101010101" pitchFamily="34" charset="-79"/>
              </a:rPr>
              <a:t> לביצוע עתידי</a:t>
            </a:r>
            <a:endParaRPr lang="en-US" sz="2800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481239B-F152-B9AD-B578-D5E165060A6A}"/>
                  </a:ext>
                </a:extLst>
              </p14:cNvPr>
              <p14:cNvContentPartPr/>
              <p14:nvPr/>
            </p14:nvContentPartPr>
            <p14:xfrm>
              <a:off x="1738777" y="4805578"/>
              <a:ext cx="3125520" cy="190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481239B-F152-B9AD-B578-D5E165060A6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84777" y="4697578"/>
                <a:ext cx="323316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22BA88E-D5BC-C876-C5F3-CCB1C9152034}"/>
                  </a:ext>
                </a:extLst>
              </p14:cNvPr>
              <p14:cNvContentPartPr/>
              <p14:nvPr/>
            </p14:nvContentPartPr>
            <p14:xfrm>
              <a:off x="4305937" y="5043538"/>
              <a:ext cx="923400" cy="345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22BA88E-D5BC-C876-C5F3-CCB1C915203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87937" y="5025898"/>
                <a:ext cx="95904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DABF249-9A70-0B84-4D25-1E9EEE01961E}"/>
                  </a:ext>
                </a:extLst>
              </p14:cNvPr>
              <p14:cNvContentPartPr/>
              <p14:nvPr/>
            </p14:nvContentPartPr>
            <p14:xfrm>
              <a:off x="2565337" y="4372858"/>
              <a:ext cx="877680" cy="367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DABF249-9A70-0B84-4D25-1E9EEE01961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47337" y="4354858"/>
                <a:ext cx="91332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1C35466-2CE0-BA90-823C-A0146C07D4E8}"/>
                  </a:ext>
                </a:extLst>
              </p14:cNvPr>
              <p14:cNvContentPartPr/>
              <p14:nvPr/>
            </p14:nvContentPartPr>
            <p14:xfrm>
              <a:off x="3392257" y="4709818"/>
              <a:ext cx="883440" cy="531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1C35466-2CE0-BA90-823C-A0146C07D4E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74257" y="4691818"/>
                <a:ext cx="919080" cy="56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4436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F20DA-7AD1-C79A-B795-F981D422F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FA7418F9-C4C5-F248-A745-71A96488B654}"/>
              </a:ext>
            </a:extLst>
          </p:cNvPr>
          <p:cNvSpPr/>
          <p:nvPr/>
        </p:nvSpPr>
        <p:spPr>
          <a:xfrm>
            <a:off x="1243355" y="710950"/>
            <a:ext cx="10098153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קובעים צורת הפעלה עתידית: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באיזה צורה (חד פעמי, חוזר, מדויק יותר וכדומה...), מתי, מת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1DD003-F662-04A6-FA51-3B09EDB3E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9F2689-7C82-9DCA-DBAE-B4879DD9CC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06006F-3E77-7ECA-569E-494730FB7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035" y="3339124"/>
            <a:ext cx="10929141" cy="108539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4316140-CA53-F620-A2D3-4C5F3CB83B66}"/>
                  </a:ext>
                </a:extLst>
              </p14:cNvPr>
              <p14:cNvContentPartPr/>
              <p14:nvPr/>
            </p14:nvContentPartPr>
            <p14:xfrm>
              <a:off x="971617" y="3666538"/>
              <a:ext cx="8507160" cy="777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4316140-CA53-F620-A2D3-4C5F3CB83B6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3977" y="3648898"/>
                <a:ext cx="8542800" cy="81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7025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2ACE3-192A-4CD7-E26A-1065FBE7F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594229-CC56-A512-09EE-596DB82C6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B18A7B-0602-C084-9DF7-E73ABCE54E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E15E5B-1BD9-F7AC-D187-CFCDE46E8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021" y="2869701"/>
            <a:ext cx="8357311" cy="769441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DF1C03EB-0C3E-62A2-B023-936FB25D7D57}"/>
              </a:ext>
            </a:extLst>
          </p:cNvPr>
          <p:cNvSpPr/>
          <p:nvPr/>
        </p:nvSpPr>
        <p:spPr>
          <a:xfrm>
            <a:off x="5053781" y="710950"/>
            <a:ext cx="2576052" cy="769441"/>
          </a:xfrm>
          <a:prstGeom prst="wedgeRoundRectCallout">
            <a:avLst>
              <a:gd name="adj1" fmla="val -106019"/>
              <a:gd name="adj2" fmla="val 25645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2800" dirty="0">
                <a:latin typeface="FrankRuehl" panose="020E0503060101010101" pitchFamily="34" charset="-79"/>
                <a:cs typeface="FrankRuehl" panose="020E0503060101010101" pitchFamily="34" charset="-79"/>
              </a:rPr>
              <a:t>הפעלה חד פעמית</a:t>
            </a:r>
            <a:endParaRPr lang="en-US" sz="2800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4CA8CEC0-C471-D8A1-4FD9-14F546510521}"/>
              </a:ext>
            </a:extLst>
          </p:cNvPr>
          <p:cNvSpPr/>
          <p:nvPr/>
        </p:nvSpPr>
        <p:spPr>
          <a:xfrm>
            <a:off x="5053781" y="4343466"/>
            <a:ext cx="2428568" cy="969618"/>
          </a:xfrm>
          <a:prstGeom prst="wedgeRoundRectCallout">
            <a:avLst>
              <a:gd name="adj1" fmla="val -10877"/>
              <a:gd name="adj2" fmla="val -15157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2800" dirty="0">
                <a:latin typeface="FrankRuehl" panose="020E0503060101010101" pitchFamily="34" charset="-79"/>
                <a:cs typeface="FrankRuehl" panose="020E0503060101010101" pitchFamily="34" charset="-79"/>
              </a:rPr>
              <a:t>"להעיר" מכשיר</a:t>
            </a:r>
          </a:p>
          <a:p>
            <a:pPr algn="ctr" rtl="1"/>
            <a:r>
              <a:rPr lang="he-IL" sz="2800" dirty="0">
                <a:latin typeface="FrankRuehl" panose="020E0503060101010101" pitchFamily="34" charset="-79"/>
                <a:cs typeface="FrankRuehl" panose="020E0503060101010101" pitchFamily="34" charset="-79"/>
              </a:rPr>
              <a:t>ממצב שינה</a:t>
            </a:r>
            <a:endParaRPr lang="en-US" sz="2800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E206CE4-CF64-3DC3-B5BD-AE9F245CC117}"/>
                  </a:ext>
                </a:extLst>
              </p14:cNvPr>
              <p14:cNvContentPartPr/>
              <p14:nvPr/>
            </p14:nvContentPartPr>
            <p14:xfrm>
              <a:off x="3408817" y="3067564"/>
              <a:ext cx="477000" cy="463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E206CE4-CF64-3DC3-B5BD-AE9F245CC11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90817" y="3049924"/>
                <a:ext cx="512640" cy="4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558AC04-A53F-02FA-6060-09DD2B030912}"/>
                  </a:ext>
                </a:extLst>
              </p14:cNvPr>
              <p14:cNvContentPartPr/>
              <p14:nvPr/>
            </p14:nvContentPartPr>
            <p14:xfrm>
              <a:off x="5268577" y="2890084"/>
              <a:ext cx="1417320" cy="660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558AC04-A53F-02FA-6060-09DD2B03091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50577" y="2872084"/>
                <a:ext cx="1452960" cy="69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091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ED980-B503-C7BF-0D15-0EC00206B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994570-FE66-5332-EDDD-692B52BF7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8588D6-5C26-54B6-3F0A-82CE09D329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ECE973-3BF7-03AF-90C9-61533A767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695" y="3075275"/>
            <a:ext cx="8664610" cy="550134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92F2DE85-94A0-6E89-B0E2-2F352687C41E}"/>
              </a:ext>
            </a:extLst>
          </p:cNvPr>
          <p:cNvSpPr/>
          <p:nvPr/>
        </p:nvSpPr>
        <p:spPr>
          <a:xfrm>
            <a:off x="5053781" y="710950"/>
            <a:ext cx="2576052" cy="769441"/>
          </a:xfrm>
          <a:prstGeom prst="wedgeRoundRectCallout">
            <a:avLst>
              <a:gd name="adj1" fmla="val -106019"/>
              <a:gd name="adj2" fmla="val 25645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2800" dirty="0">
                <a:latin typeface="FrankRuehl" panose="020E0503060101010101" pitchFamily="34" charset="-79"/>
                <a:cs typeface="FrankRuehl" panose="020E0503060101010101" pitchFamily="34" charset="-79"/>
              </a:rPr>
              <a:t>הפעלה חוזרת</a:t>
            </a:r>
            <a:endParaRPr lang="en-US" sz="2800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C868A841-4D32-E349-0BEA-CE56171AF466}"/>
              </a:ext>
            </a:extLst>
          </p:cNvPr>
          <p:cNvSpPr/>
          <p:nvPr/>
        </p:nvSpPr>
        <p:spPr>
          <a:xfrm>
            <a:off x="7492181" y="4509978"/>
            <a:ext cx="2428568" cy="969618"/>
          </a:xfrm>
          <a:prstGeom prst="wedgeRoundRectCallout">
            <a:avLst>
              <a:gd name="adj1" fmla="val -10877"/>
              <a:gd name="adj2" fmla="val -15157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2800" dirty="0">
                <a:latin typeface="FrankRuehl" panose="020E0503060101010101" pitchFamily="34" charset="-79"/>
                <a:cs typeface="FrankRuehl" panose="020E0503060101010101" pitchFamily="34" charset="-79"/>
              </a:rPr>
              <a:t>זמן מחזור</a:t>
            </a:r>
            <a:endParaRPr lang="en-US" sz="2800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2EB30D5-4F21-053F-55B4-794302774FB9}"/>
                  </a:ext>
                </a:extLst>
              </p14:cNvPr>
              <p14:cNvContentPartPr/>
              <p14:nvPr/>
            </p14:nvContentPartPr>
            <p14:xfrm>
              <a:off x="3085177" y="3155044"/>
              <a:ext cx="1271520" cy="562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2EB30D5-4F21-053F-55B4-794302774F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67177" y="3137044"/>
                <a:ext cx="1307160" cy="59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CB07DA8-01C1-E066-1958-E042455A8580}"/>
                  </a:ext>
                </a:extLst>
              </p14:cNvPr>
              <p14:cNvContentPartPr/>
              <p14:nvPr/>
            </p14:nvContentPartPr>
            <p14:xfrm>
              <a:off x="7835305" y="3066457"/>
              <a:ext cx="936000" cy="542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CB07DA8-01C1-E066-1958-E042455A858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17665" y="3048817"/>
                <a:ext cx="971640" cy="57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46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1F1E9-E17B-D09C-9669-B76CE3DDF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507946-6220-FE5F-8C55-36DD6CDEB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10A486-3ABD-0C01-A0AA-6DA384729E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F66D67-8564-16DD-79FC-0DF22BB7D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5515" y="3045475"/>
            <a:ext cx="8979926" cy="5650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605818-9049-1224-C976-3128DF7591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172" y="4014005"/>
            <a:ext cx="10143884" cy="449839"/>
          </a:xfrm>
          <a:prstGeom prst="rect">
            <a:avLst/>
          </a:prstGeom>
        </p:spPr>
      </p:pic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D8104B91-86EA-4972-AB03-ED830D3229D4}"/>
              </a:ext>
            </a:extLst>
          </p:cNvPr>
          <p:cNvSpPr/>
          <p:nvPr/>
        </p:nvSpPr>
        <p:spPr>
          <a:xfrm>
            <a:off x="4817806" y="710950"/>
            <a:ext cx="2812027" cy="769441"/>
          </a:xfrm>
          <a:prstGeom prst="wedgeRoundRectCallout">
            <a:avLst>
              <a:gd name="adj1" fmla="val -80844"/>
              <a:gd name="adj2" fmla="val 259006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2800" dirty="0">
                <a:latin typeface="FrankRuehl" panose="020E0503060101010101" pitchFamily="34" charset="-79"/>
                <a:cs typeface="FrankRuehl" panose="020E0503060101010101" pitchFamily="34" charset="-79"/>
              </a:rPr>
              <a:t>הפעלה מאוד מדויקת</a:t>
            </a:r>
            <a:endParaRPr lang="en-US" sz="2800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D6BAF2DB-A349-1812-B801-A5E6A968A6A9}"/>
              </a:ext>
            </a:extLst>
          </p:cNvPr>
          <p:cNvSpPr/>
          <p:nvPr/>
        </p:nvSpPr>
        <p:spPr>
          <a:xfrm>
            <a:off x="3923071" y="5473538"/>
            <a:ext cx="3067664" cy="1442869"/>
          </a:xfrm>
          <a:prstGeom prst="wedgeRoundRectCallout">
            <a:avLst>
              <a:gd name="adj1" fmla="val -18569"/>
              <a:gd name="adj2" fmla="val -112733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2800" dirty="0">
                <a:latin typeface="FrankRuehl" panose="020E0503060101010101" pitchFamily="34" charset="-79"/>
                <a:cs typeface="FrankRuehl" panose="020E0503060101010101" pitchFamily="34" charset="-79"/>
              </a:rPr>
              <a:t>הפעלה גם אם מכשיר במצב חיסנון הסוללה</a:t>
            </a:r>
            <a:endParaRPr lang="en-US" sz="2800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2332609-787D-5F35-DF16-AAA709235308}"/>
                  </a:ext>
                </a:extLst>
              </p14:cNvPr>
              <p14:cNvContentPartPr/>
              <p14:nvPr/>
            </p14:nvContentPartPr>
            <p14:xfrm>
              <a:off x="3323137" y="3026276"/>
              <a:ext cx="1083960" cy="5929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2332609-787D-5F35-DF16-AAA70923530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05137" y="3008276"/>
                <a:ext cx="1119600" cy="62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CA35F26-7D68-0848-1EC3-CEE8F60ACD95}"/>
                  </a:ext>
                </a:extLst>
              </p14:cNvPr>
              <p14:cNvContentPartPr/>
              <p14:nvPr/>
            </p14:nvContentPartPr>
            <p14:xfrm>
              <a:off x="3312697" y="3903236"/>
              <a:ext cx="2813760" cy="728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CA35F26-7D68-0848-1EC3-CEE8F60ACD9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94697" y="3885236"/>
                <a:ext cx="2849400" cy="76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17557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2749</TotalTime>
  <Words>167</Words>
  <Application>Microsoft Office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FrankRuehl</vt:lpstr>
      <vt:lpstr>Georgia Pro Black</vt:lpstr>
      <vt:lpstr>Segoe UI Semibold</vt:lpstr>
      <vt:lpstr>Times New Roman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428</cp:revision>
  <dcterms:created xsi:type="dcterms:W3CDTF">2019-01-05T16:01:25Z</dcterms:created>
  <dcterms:modified xsi:type="dcterms:W3CDTF">2025-03-02T18:56:42Z</dcterms:modified>
</cp:coreProperties>
</file>