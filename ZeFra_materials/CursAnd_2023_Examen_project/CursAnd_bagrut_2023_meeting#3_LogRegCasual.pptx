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9" r:id="rId3"/>
    <p:sldId id="485" r:id="rId4"/>
    <p:sldId id="489" r:id="rId5"/>
    <p:sldId id="505" r:id="rId6"/>
    <p:sldId id="506" r:id="rId7"/>
    <p:sldId id="507" r:id="rId8"/>
    <p:sldId id="500" r:id="rId9"/>
    <p:sldId id="501" r:id="rId10"/>
    <p:sldId id="508" r:id="rId11"/>
    <p:sldId id="510" r:id="rId12"/>
    <p:sldId id="509" r:id="rId13"/>
    <p:sldId id="502" r:id="rId14"/>
    <p:sldId id="511" r:id="rId15"/>
    <p:sldId id="503" r:id="rId16"/>
    <p:sldId id="504" r:id="rId17"/>
    <p:sldId id="513" r:id="rId18"/>
    <p:sldId id="512" r:id="rId19"/>
    <p:sldId id="51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8T08:00:29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0:54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18 165 96 0 0,'-3'-1'0'0'0,"-5"-3"0"0"0,4 1 0 0 0,1 2 0 0 0,6 1 0 0 0,1 0 0 0 0,0 1 0 0 0,2 5 0 0 0,0-2 0 0 0,5-4 0 0 0,7 0 0 0 0,7 0 0 0 0,4 2 0 0 0,6 4 0 0 0,1 1 0 0 0,1-2 1 0 0,50-4 54 0 0,84 14 366 0 0,-31 4 294 0 0,-31-2-81 0 0,1-5 1 0 0,152-4-1 0 0,-124-5-203 0 0,-40 1-125 0 0,194 16 603 0 0,-84-3-426 0 0,382-11 1493 0 0,-473-6-1754 0 0,83-3 77 0 0,3-8-258 0 0,-86 6-10 0 0,130-22 0 0 0,50-44-29 0 0,64-48 842 0 0,-320 107-758 0 0,1 1 0 0 0,74-10 0 0 0,-71 14-38 0 0,11 3 20 0 0,-41 4-25 0 0,0-1 1 0 0,26-5-1 0 0,-25 2-18 0 0,0 1-1 0 0,0 1 0 0 0,1 1 0 0 0,-1 0 0 0 0,1 1 0 0 0,-1 1 0 0 0,1 1 1 0 0,29 6-1 0 0,47 32 129 0 0,-72-34-141 0 0,-12-4-7 0 0,0 0-1 0 0,-1 1 1 0 0,17 7 0 0 0,9 12 76 0 0,-33-21-53 0 0,0 0 0 0 0,0 0 0 0 0,0 0 0 0 0,0 0 1 0 0,0 0-1 0 0,0 0 0 0 0,-1 0 0 0 0,1 0 0 0 0,0 0 0 0 0,-1 1 0 0 0,1-1 0 0 0,-1 0 0 0 0,1 1 0 0 0,-1-1 0 0 0,0 0 1 0 0,0 1-1 0 0,1-1 0 0 0,-1 0 0 0 0,0 3 0 0 0,-1 31 655 0 0,0-22-679 0 0,-2 78 506 0 0,0-50-270 0 0,5 65 0 0 0,19 185 277 0 0,19 155-104 0 0,-19-146-193 0 0,-11-102-108 0 0,22 446 179 0 0,-18-312-154 0 0,1-3-26 0 0,1 10-8 0 0,0-1-6 0 0,-13-281-74 0 0,2 0-1 0 0,17 72 1 0 0,-14-86-12 0 0,-1 14 21 0 0,1 98 1 0 0,-6-78-25 0 0,9 110 12 0 0,6 153 15 0 0,-14 101-4 0 0,-4-287-8 0 0,17 107 6 0 0,-1 23 16 0 0,-18-56 35 0 0,36 320 0 0 0,52 244 98 0 0,-28-378-62 0 0,8 112-52 0 0,-63-219-6 0 0,0-187-22 0 0,0-76-19 0 0,-1 0-1 0 0,-7 48 1 0 0,2-56-7 0 0,0-2-2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0:57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931 1 96 0 0,'0'3'0'0'0,"3"1"0"0"0,2 0 0 0 0,-2-1 557 0 0,-89-3 727 0 0,-149-3 690 0 0,225 3-1896 0 0,0 1 0 0 0,-1 0 0 0 0,1 0 0 0 0,-14 4 0 0 0,-33 4 238 0 0,-429-3 3603 0 0,485-6-3901 0 0,5 4 781 0 0,7 32-788 0 0,3-1 1 0 0,1-1-1 0 0,32 56 1 0 0,-41-79-3 0 0,-3-5 13 0 0,-1 0-1 0 0,0 1 1 0 0,0-1 0 0 0,-1 1 0 0 0,1-1 0 0 0,-2 1 0 0 0,1 0 0 0 0,-1 13 0 0 0,3 22 102 0 0,19 102 652 0 0,6 265 0 0 0,-79 520 200 0 0,42-857-922 0 0,-30 292 172 0 0,16-47-56 0 0,-8 150 43 0 0,24-353-176 0 0,-7 314 46 0 0,14-176-34 0 0,5 192 39 0 0,-1-209-37 0 0,3 78 10 0 0,-8 91 1 0 0,-2-282-39 0 0,18 283 34 0 0,-7-281-31 0 0,18 658 61 0 0,-16-572-148 0 0,43 245 0 0 0,-46-405 56 0 0,2 9-42 0 0,18 180-33 0 0,5 73 70 0 0,-7-72 18 0 0,-18-185-2 0 0,-3-11 11 0 0,2-1-1 0 0,2 0 0 0 0,21 65 1 0 0,-24-99-15 0 0,3 4 9 0 0,1-1-7 0 0,-4-8-3 0 0,-1 0 0 0 0,0-1 0 0 0,1 1 0 0 0,0-1 0 0 0,0-1 0 0 0,0 1 0 0 0,0-1 0 0 0,0 1 0 0 0,1-1 0 0 0,-1-1 0 0 0,0 1 0 0 0,1-1 0 0 0,0 0 0 0 0,-1 0 0 0 0,1-1 0 0 0,-1 0 0 0 0,1 0 0 0 0,0 0 0 0 0,6-1 0 0 0,16 1 2 0 0,172 11-2 0 0,30 3-2 0 0,-11 7-8 0 0,203 27-6 0 0,-22-12 22 0 0,1-30 6 0 0,-126-4-8 0 0,184-32 33 0 0,-188 5-5 0 0,283-14 40 0 0,-15 34 28 0 0,-376 9-69 0 0,240 16 14 0 0,-216-7-25 0 0,55-9 4 0 0,-201-4-18 0 0,38-4 40 0 0,112-19 0 0 0,-46 3 18 0 0,-6 10 19 0 0,-36 9-40 0 0,-94 1-44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0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76 96 0 0,'15'2'0'0'0,"1"0"0"0"0,16 0 0 0 0,35-1 0 0 0,-46-2 0 0 0,1 1 0 0 0,32 5 0 0 0,-27-2 0 0 0,0-1 0 0 0,54-4 0 0 0,-46 0 0 0 0,40 3 0 0 0,36 4 0 0 0,126-10 0 0 0,-151 1 0 0 0,136 14 181 0 0,-16 1 7 0 0,83-8 625 0 0,-260-2-706 0 0,73 7 268 0 0,-64-3-115 0 0,71-1 0 0 0,17-16 720 0 0,210-48 0 0 0,-197 29-573 0 0,-108 26-287 0 0,33-9 1 0 0,-31 9 88 0 0,-32 5-197 0 0,-1 0-1 0 0,1 0 1 0 0,0 0 0 0 0,-1 0-1 0 0,1 0 1 0 0,0 0 0 0 0,-1 0 0 0 0,1 1-1 0 0,0-1 1 0 0,-1 0 0 0 0,1 0-1 0 0,0 0 1 0 0,-1 1 0 0 0,1-1 0 0 0,-1 0-1 0 0,1 1 1 0 0,-1-1 0 0 0,1 1-1 0 0,0-1 1 0 0,-1 0 0 0 0,1 1 0 0 0,-1-1-1 0 0,0 1 1 0 0,1 0 0 0 0,-1-1-1 0 0,1 1 1 0 0,-1-1 0 0 0,0 1 0 0 0,0-1-1 0 0,1 1 1 0 0,-1 0 0 0 0,0-1-1 0 0,0 1 1 0 0,1 0 0 0 0,-1 0 0 0 0,0 5 48 0 0,2 1 1 0 0,-1-1 0 0 0,0 0 0 0 0,1 0 0 0 0,4 10 0 0 0,2 7 93 0 0,2 27 455 0 0,6 91-1 0 0,-1-7 271 0 0,-12-99-636 0 0,-1-1-1 0 0,-1 1 0 0 0,-5 35 0 0 0,1 53 175 0 0,4-87-287 0 0,-6 38 1 0 0,2-42 20 0 0,2 61-1 0 0,2-86-88 0 0,-1 0-1 0 0,0 1 0 0 0,-1-1 1 0 0,0 1-1 0 0,0-1 0 0 0,0 0 1 0 0,-1 0-1 0 0,-4 13 0 0 0,2-4 105 0 0,0 1 0 0 0,2-1 0 0 0,0 1 0 0 0,1-1 0 0 0,2 29 0 0 0,-1-21 186 0 0,0-23-340 0 0,-1-1 0 0 0,1 1-1 0 0,0 0 1 0 0,-1 0-1 0 0,1 0 1 0 0,0 0 0 0 0,-1-1-1 0 0,1 1 1 0 0,-1 0-1 0 0,1 0 1 0 0,-1-1 0 0 0,0 1-1 0 0,1 0 1 0 0,-1-1 0 0 0,0 1-1 0 0,1-1 1 0 0,-3 2-1 0 0,0 2 470 0 0,-35-18-438 0 0,0 1 0 0 0,-1 3 0 0 0,0 0 0 0 0,-60-5 1 0 0,-253 11 149 0 0,188 6-146 0 0,32-3-1 0 0,-216 8 28 0 0,301-4-57 0 0,-58-5 1 0 0,-32 2 11 0 0,-13 8 14 0 0,-84 8 28 0 0,-66 34 20 0 0,50-6-23 0 0,38-11 44 0 0,110-16-83 0 0,90-16-25 0 0,3-1 7 0 0,2 0-7 0 0,0 1 1 0 0,-1 1-3 0 0,3-2-2 0 0,1 0 0 0 0,-1 0 0 0 0,0 0 0 0 0,1-1 0 0 0,1-4 0 0 0,-1-5 2 0 0,1-1 0 0 0,-1 0-1 0 0,2 0 1 0 0,0 0 0 0 0,0 0 0 0 0,1 0 0 0 0,0-15 0 0 0,-2-18 5 0 0,-9-93 35 0 0,8 82-28 0 0,-20-115 18 0 0,1 22-9 0 0,17 93-20 0 0,-4-89-3 0 0,4-108 0 0 0,6 238 0 0 0,0 3 0 0 0,0 2 0 0 0,0 0 0 0 0,0 1 0 0 0,0 2 0 0 0,0 2 0 0 0,0 0 0 0 0,0-9-18 0 0,0 12 12 0 0,157 30-156 0 0,-79-23 27 0 0,86-6 1 0 0,50 3-205 0 0,31 2 202 0 0,-165-5 116 0 0,262 15 38 0 0,-127 2-3 0 0,0-1-20 0 0,-184-16 4 0 0,171-4-8 0 0,-155 1-5 0 0,-1-2 1 0 0,62-16-1 0 0,-12-1 2 0 0,150-15-1 0 0,-111 32-331 0 0,-131 5 332 0 0,-2 0-3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0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153 103 96 0 0,'11'9'157'0'0,"13"-3"488"0"0,13-8 542 0 0,-33 1-1024 0 0,19 1 374 0 0,-1 2 0 0 0,39 6 0 0 0,-39-2-305 0 0,0-2 1 0 0,1 0 0 0 0,27 1 0 0 0,-15-1-56 0 0,88 7 341 0 0,61 9-42 0 0,-147-16-320 0 0,-1-2 0 0 0,1-1 0 0 0,49-6 0 0 0,-33 1-4 0 0,362-41 1388 0 0,-204 23-249 0 0,-50 9-442 0 0,-98 11-420 0 0,87-17-1 0 0,70-13 299 0 0,-56 9-272 0 0,-5 4 185 0 0,-138 18-490 0 0,1 1-1 0 0,0 1 0 0 0,-1 1 0 0 0,1 1 0 0 0,26 7 1 0 0,-42-9-128 0 0,-1 1 1 0 0,0 1 0 0 0,0-1-1 0 0,0 1 1 0 0,0 0 0 0 0,0 0-1 0 0,-1 0 1 0 0,1 1 0 0 0,-1 0-1 0 0,7 6 1 0 0,-10-9-22 0 0,0 0 1 0 0,-1 0-1 0 0,1 0 1 0 0,0 0-1 0 0,0 0 1 0 0,0 0-1 0 0,-1 0 1 0 0,1 0-1 0 0,-1 0 0 0 0,1 0 1 0 0,-1 0-1 0 0,1 0 1 0 0,-1 0-1 0 0,1 2 1 0 0,4 11 0 0 0,0-3 3 0 0,-1 2-2 0 0,1-2 2 0 0,0-2-3 0 0,-1 0-2 0 0,-3-5 0 0 0,1 0 0 0 0,-1 0 0 0 0,0 0 0 0 0,0 0 0 0 0,0 0 0 0 0,0 0 0 0 0,-1 0 0 0 0,1 0 0 0 0,-1 0 0 0 0,0 0 0 0 0,-1 7 0 0 0,0 4-2 0 0,11 164-29 0 0,-3-83 22 0 0,-7-65 5 0 0,-1 0 0 0 0,-8 45 1 0 0,1-13 0 0 0,-5 35 3 0 0,6-53 0 0 0,-2 69 0 0 0,7-75 3 0 0,-2 1 0 0 0,-12 52 0 0 0,-2 20 6 0 0,7-41 16 0 0,6-46-18 0 0,1 1 1 0 0,-1 31-1 0 0,5-50 1 0 0,-18 40-1 0 0,16-39-7 0 0,1-3 0 0 0,1-1 0 0 0,0-1 0 0 0,0 1 0 0 0,0 1 0 0 0,-1-4 0 0 0,-106-40 44 0 0,91 35-36 0 0,-1 1 1 0 0,1 0 0 0 0,-1 1 0 0 0,-23 0 0 0 0,-28 1-5 0 0,-111 5 16 0 0,-212 5-17 0 0,0-31 3 0 0,382 21-6 0 0,-255-14 256 0 0,-49 13 396 0 0,163 4-449 0 0,105-3-198 0 0,-1-1 0 0 0,-55-11 1 0 0,6-7-21 0 0,-71-11-18 0 0,43 8 9 0 0,112 22-3 0 0,1-1 0 0 0,-1 0 1 0 0,1-1-1 0 0,0 0 0 0 0,0-1 1 0 0,0 0-1 0 0,0 0 0 0 0,-16-12 1 0 0,24 14 22 0 0,1 1 1 0 0,-1-2-1 0 0,1 1 1 0 0,-1 0-1 0 0,1 0 1 0 0,0 0 0 0 0,0-1-1 0 0,0 1 1 0 0,0-1-1 0 0,0 1 1 0 0,0-1-1 0 0,1 1 1 0 0,-1-1 0 0 0,1 1-1 0 0,0-1 1 0 0,0 1-1 0 0,0-1 1 0 0,0-2 0 0 0,7-47-27 0 0,5 4 26 0 0,-3-1-1 0 0,-1 1 1 0 0,-2-1 0 0 0,-3 0 0 0 0,-6-96 0 0 0,-6 92 2 0 0,-19-62 0 0 0,15 67 0 0 0,-11-79 0 0 0,5-22-16 0 0,18 108-14 0 0,1 39 18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0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281 146 96 0 0,'0'3'0'0'0,"0"4"0"0"0,3-2 0 0 0,1 0 0 0 0,1-1 0 0 0,1-2 0 0 0,4-2 0 0 0,2 0 1 0 0,145 10 317 0 0,-104-11 203 0 0,84 10 0 0 0,-102-7 0 0 0,0-1-1 0 0,56-6 1 0 0,7 0 508 0 0,-8 1-88 0 0,102-18 1 0 0,-45 4-105 0 0,111-18 264 0 0,-39 5-482 0 0,191-19 237 0 0,-367 45-752 0 0,137-11 334 0 0,-152 16-191 0 0,1 0 0 0 0,0 2 0 0 0,-1 2 0 0 0,36 7 0 0 0,73 28 701 0 0,-83-12-761 0 0,-52-26-174 0 0,13 8 41 0 0,24 29 15 0 0,-34-32-61 0 0,0 2 1 0 0,-3-4-3 0 0,0 1-1 0 0,-1 0 1 0 0,0-1 0 0 0,1 1-1 0 0,-1 0 1 0 0,-1 0 0 0 0,1 0-1 0 0,-1 0 1 0 0,0 0 0 0 0,0 0-1 0 0,0 0 1 0 0,-2 5 0 0 0,1 11 15 0 0,1 2-8 0 0,-1 1 1 0 0,-2-1 0 0 0,0 0 0 0 0,-6 24 0 0 0,-43 238 237 0 0,23-24 75 0 0,29-222-249 0 0,7 62-1 0 0,1 12 75 0 0,-5 61 124 0 0,-4-169-262 0 0,-9 24 14 0 0,7-22-16 0 0,-1-1 0 0 0,1 1 0 0 0,1 0 0 0 0,-5 15 0 0 0,3-9-5 0 0,-1-1-4 0 0,0-4-2 0 0,-3-2 0 0 0,1-1 0 0 0,-2 1 0 0 0,0 2 0 0 0,5-5 0 0 0,0 0 0 0 0,-1 0 0 0 0,1 0 0 0 0,-1-1 0 0 0,1 0 0 0 0,-1 0 0 0 0,0 0 0 0 0,0 0 0 0 0,0 0 0 0 0,0-1 0 0 0,0 0 0 0 0,0 0 0 0 0,0-1 0 0 0,-8 1 0 0 0,2 0 0 0 0,-26-1 27 0 0,1 0 0 0 0,0-2 0 0 0,-45-9 1 0 0,73 10-25 0 0,-9-3 38 0 0,-1 0 1 0 0,-25-10-1 0 0,26 8 24 0 0,0 1 0 0 0,-31-6 1 0 0,-172-32 326 0 0,123 28-326 0 0,-94-8-19 0 0,-70 25-37 0 0,89 3-5 0 0,-139 12-5 0 0,195-6 0 0 0,-215-10 0 0 0,230-9 16 0 0,-162-35 0 0 0,255 40-16 0 0,-4 0 0 0 0,0 2 0 0 0,3 1 0 0 0,1 0 0 0 0,1 0 0 0 0,2 0 0 0 0,0 0 0 0 0,1 0 0 0 0,1 0 1 0 0,2 0 38 0 0,0-1-31 0 0,-3-2-2 0 0,-1-2-5 0 0,0-1 0 0 0,1 0 0 0 0,0 1 0 0 0,0-1 0 0 0,1-1 0 0 0,-1 1 0 0 0,2 0-1 0 0,-4-8 1 0 0,-2-6 1 0 0,-11-21-2 0 0,2-1 0 0 0,2-1 0 0 0,2-1 0 0 0,2 0 0 0 0,2 0 0 0 0,1-1 0 0 0,-2-73 0 0 0,7 69-1 0 0,1 23 2 0 0,1 1-1 0 0,3-41 1 0 0,1 25 55 0 0,-2 1 0 0 0,-8-73-1 0 0,3 70 89 0 0,0-6-10 0 0,4 44-132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20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2270 96 0 0,'0'-3'0'0'0,"-3"-2"0"0"0,-2-3 0 0 0,9 0 0 0 0,5 2 0 0 0,3-3 0 0 0,10-1 0 0 0,4-4 0 0 0,0 0 0 0 0,-2 1 0 0 0,3 0 0 0 0,128-70 85 0 0,54-18 346 0 0,-114 56-104 0 0,129-59 840 0 0,312-156 935 0 0,52-51-648 0 0,-179 105-513 0 0,-279 142-679 0 0,176-77 130 0 0,-92 44-239 0 0,69-20-8 0 0,-14 7-27 0 0,87-39 34 0 0,147-95 592 0 0,-315 163-234 0 0,-101 46-228 0 0,-73 29-236 0 0,-10 4-24 0 0,0 0-1 0 0,1 0 1 0 0,-1 0 0 0 0,0 1-1 0 0,1 0 1 0 0,7-2-1 0 0,-10 3-3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21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1704 0 0,'3'3'39'0'0,"1"-2"16"0"0,5 0 53 0 0,13-2 197 0 0,-20 1-267 0 0,236-25 665 0 0,-118 10-662 0 0,17 10-17 0 0,-21 3-10 0 0,-101 1-6 0 0,1 1 1 0 0,0 1-1 0 0,0 0 1 0 0,16 4-1 0 0,-28-4 3 0 0,-3-1-5 0 0,0 0 1 0 0,0 0 0 0 0,0 0-1 0 0,0 0 1 0 0,0 0 0 0 0,0 1-1 0 0,0-1 1 0 0,0 0 0 0 0,0 1 0 0 0,0-1-1 0 0,0 1 1 0 0,0-1 0 0 0,0 1-1 0 0,-1-1 1 0 0,3 2 0 0 0,7 6 77 0 0,-10-7-78 0 0,1 0 1 0 0,0 0 0 0 0,0 1 0 0 0,-1-1 0 0 0,1 0 0 0 0,0 0 0 0 0,-1 1 0 0 0,1-1 0 0 0,-1 0 0 0 0,0 0-1 0 0,1 1 1 0 0,-1-1 0 0 0,0 1 0 0 0,0-1 0 0 0,0 0 0 0 0,0 1 0 0 0,0-1 0 0 0,0 0 0 0 0,0 1-1 0 0,-1-1 1 0 0,1 0 0 0 0,0 1 0 0 0,-1-1 0 0 0,1 0 0 0 0,-1 1 0 0 0,-1 1 0 0 0,-18 37 101 0 0,18-37-100 0 0,-56 93 164 0 0,-44 82 98 0 0,95-161-238 0 0,1-1 1 0 0,1 1-1 0 0,-3 20 1 0 0,-11 35 67 0 0,12-47-58 0 0,2-13 141 0 0,-4-29-100 0 0,-17-66-45 0 0,18 55-13 0 0,-17-45-1 0 0,21 66-22 0 0,1 0 0 0 0,-1-1 0 0 0,0 1 0 0 0,-1 1 0 0 0,1-1 0 0 0,-2 1 0 0 0,1 0 0 0 0,-1 0-1 0 0,1 0 1 0 0,-11-7 0 0 0,13 11-1 0 0,1 1-1 0 0,-1-1 1 0 0,1 1-1 0 0,-1-1 0 0 0,0 1 1 0 0,0 0-1 0 0,0 0 1 0 0,0 0-1 0 0,1 1 1 0 0,-1-1-1 0 0,0 1 1 0 0,-1-1-1 0 0,1 1 0 0 0,-4 0 1 0 0,-6 3-1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21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 0 0,'1'25'0'0'0,"2"10"0"0"0,0-13 0 0 0,1 0 0 0 0,7 22 0 0 0,-5-17 0 0 0,-1-1 0 0 0,-2 0 0 0 0,1 54 0 0 0,-1-7 0 0 0,2-10 0 0 0,6 82 0 0 0,56 271 0 0 0,-50-332 0 0 0,-4 1 0 0 0,3 111 0 0 0,-1-14 0 0 0,2-15 38 0 0,-3-16 92 0 0,45 203-1 0 0,-33-241 108 0 0,23 84 389 0 0,-17-75 253 0 0,-6 2 0 0 0,19 208 0 0 0,-37-66 665 0 0,-19-269-1375 0 0,10 2-135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24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0 193 696 0 0,'2'12'87'0'0,"6"0"244"0"0,6-7 4 0 0,0-4-241 0 0,-3 4-10 0 0,-10-4-73 0 0,0-1-1 0 0,0 1 1 0 0,1 0-1 0 0,-1-1 1 0 0,0 1 0 0 0,0-1-1 0 0,0 1 1 0 0,0-1-1 0 0,1 0 1 0 0,-1 1-1 0 0,0-1 1 0 0,0 0-1 0 0,1 0 1 0 0,1 0-1 0 0,396-29 3653 0 0,-148 6-1726 0 0,216-5 278 0 0,103 8-752 0 0,-113 7-750 0 0,-93 3-251 0 0,-44 2-103 0 0,-155 3-177 0 0,236-21 308 0 0,-342 16-345 0 0,-1-3 1 0 0,58-20-1 0 0,-102 27-83 0 0,-9 4-47 0 0,1 0 0 0 0,0 1 0 0 0,0-1 1 0 0,-1 1-1 0 0,1 0 0 0 0,0 0 0 0 0,0 1 0 0 0,7 0 1 0 0,-11 1-16 0 0,0-1 1 0 0,0 1 0 0 0,0 0-1 0 0,0 0 1 0 0,0 0 0 0 0,0 0-1 0 0,0 0 1 0 0,0 0 0 0 0,-1 1-1 0 0,1-1 1 0 0,-1 1 0 0 0,1-1-1 0 0,-1 1 1 0 0,1-1 0 0 0,-1 1-1 0 0,0 0 1 0 0,0 0 0 0 0,0-1-1 0 0,0 1 1 0 0,0 0 0 0 0,0 0-1 0 0,1 4 1 0 0,0-1 1 0 0,4 8-1 0 0,-1-1-1 0 0,0 1 1 0 0,-1 0 0 0 0,0 1 0 0 0,-1-1 0 0 0,-1 1-1 0 0,2 21 1 0 0,-4 104 6 0 0,-2-69-5 0 0,-20 283-17 0 0,0 49-2 0 0,13-22 17 0 0,0 8 0 0 0,14 156 14 0 0,26 454 25 0 0,-14-861-30 0 0,43 172 1 0 0,-60-307-10 0 0,17 66 7 0 0,-2 0 1 0 0,-4 1 0 0 0,-3 1 0 0 0,-1 72-1 0 0,-7-129-5 0 0,0-1-2 0 0,-1-3 1 0 0,-4 0 4 0 0,2-1-1 0 0,3-1 7 0 0,0-2-7 0 0,-1 3 3 0 0,-5-1 1 0 0,1-1 0 0 0,2-1 0 0 0,2-4-6 0 0,0 0 1 0 0,0 0-1 0 0,0 0 1 0 0,0 0 0 0 0,0 0-1 0 0,0 0 1 0 0,0 0 0 0 0,-1 0-1 0 0,1 0 1 0 0,0-1-1 0 0,-1 1 1 0 0,1 0 0 0 0,0-1-1 0 0,-1 1 1 0 0,1-1 0 0 0,0 0-1 0 0,-1 1 1 0 0,1-1 0 0 0,-1 0-1 0 0,1 0 1 0 0,-1 0-1 0 0,1 0 1 0 0,-1 0 0 0 0,1 0-1 0 0,-1-1 1 0 0,1 1 0 0 0,-3-1-1 0 0,-8 0 6 0 0,-264 29 119 0 0,90 4-51 0 0,48-5-39 0 0,-800 96 58 0 0,419-94-87 0 0,171-31 47 0 0,317 2-46 0 0,-63-6 107 0 0,-183-35 1 0 0,271 39-109 0 0,-1 0 1 0 0,1-1 0 0 0,0 0-1 0 0,0 0 1 0 0,0-1-1 0 0,0 0 1 0 0,1 0-1 0 0,0 0 1 0 0,-7-6 0 0 0,5 4-7 0 0,0 0 1 0 0,-1 0-1 0 0,-15-8 1 0 0,-33-14 1 0 0,36 17-2 0 0,0 1 0 0 0,-1 1 0 0 0,0 1 0 0 0,-41-11 1 0 0,55 18-3 0 0,-1-1 0 0 0,1 0 0 0 0,0 0 0 0 0,0 0 0 0 0,0-1 0 0 0,0-1 0 0 0,0 1 0 0 0,0-1 0 0 0,1 0 0 0 0,0 0 0 0 0,0-1 0 0 0,0 0 0 0 0,0 0 0 0 0,1 0 0 0 0,0-1 0 0 0,0 0 0 0 0,0 0 0 0 0,-6-11 0 0 0,-8-13 0 0 0,9 17 2 0 0,0-1-1 0 0,2 0 1 0 0,0-1 0 0 0,0 0-1 0 0,2 0 1 0 0,0-1-1 0 0,-6-24 1 0 0,0-14 0 0 0,-22-125 9 0 0,29 143-10 0 0,2-1 1 0 0,2 1-1 0 0,3-38 1 0 0,3 12-2 0 0,-3 0 0 0 0,-10-110 0 0 0,-6 69-8 0 0,8 72 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25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96 0 0,'1'1'0'0'0,"-3"1"0"0"0,1-1 0 0 0,1-1 1 0 0,-1 1-1 0 0,1-1 1 0 0,0 1-1 0 0,-1-1 1 0 0,1 1-1 0 0,-1 0 1 0 0,1-1-1 0 0,0 1 1 0 0,0-1-1 0 0,-1 1 1 0 0,1 0-1 0 0,0-1 1 0 0,0 1-1 0 0,0 0 1 0 0,0-1-1 0 0,-1 1 1 0 0,1 0-1 0 0,0-1 0 0 0,0 1 1 0 0,0 0-1 0 0,1 1 1 0 0,9 3 26 0 0,10-6 46 0 0,80 1 808 0 0,122 17 0 0 0,10 16 151 0 0,72 10-199 0 0,-108-18-275 0 0,436 21 802 0 0,-328-32-951 0 0,9-3 3 0 0,60 5 312 0 0,-235-6-420 0 0,446 44 1319 0 0,478 13 389 0 0,2-89-1122 0 0,-889 14-795 0 0,299-9 178 0 0,-112 10-85 0 0,79-1 50 0 0,724 55 440 0 0,-929-16-539 0 0,-168-21-102 0 0,181 31 109 0 0,-106-5-50 0 0,-132-33-88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2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 96 0 0,'-3'-1'0'0'0,"3"1"2"0"0,0 0 0 0 0,0 0 0 0 0,1 0 0 0 0,-1 1 0 0 0,0-1 0 0 0,0 0-1 0 0,0 0 1 0 0,0 0 0 0 0,0 0 0 0 0,0 1 0 0 0,0-1 0 0 0,0 0 0 0 0,0 0 0 0 0,0 0 0 0 0,0 0 0 0 0,0 0 0 0 0,0 1 0 0 0,0-1 0 0 0,0 0-1 0 0,0 0 1 0 0,-1 0 0 0 0,1 0 0 0 0,0 0 0 0 0,0 1 0 0 0,0-1 0 0 0,0 0 0 0 0,0 0 0 0 0,0 0 0 0 0,0 0 0 0 0,0 0 0 0 0,0 0 0 0 0,-1 1-1 0 0,1-1 1 0 0,0 0 0 0 0,0 0 0 0 0,0 0 0 0 0,0 0 0 0 0,0 0 0 0 0,0 0 0 0 0,-1 0 0 0 0,1 0 0 0 0,0 0 0 0 0,0 0 0 0 0,0 0 0 0 0,0 0-1 0 0,-1 0 1 0 0,1 0 0 0 0,0 0 0 0 0,0 0 0 0 0,0 0 0 0 0,-1 0 0 0 0,14 13 186 0 0,33 31 797 0 0,-9-11-67 0 0,4 3-229 0 0,93 60 455 0 0,-52-47-493 0 0,2-3 0 0 0,105 40 0 0 0,187 45 565 0 0,-213-76-719 0 0,-72-23 66 0 0,106 24 0 0 0,-175-53-388 0 0,-18-3-62 0 0,1 1-1 0 0,-1-1 1 0 0,1 1 0 0 0,-1 0 0 0 0,1 1 0 0 0,4 1 0 0 0,-16-5 121 0 0,-1-1 1 0 0,0 2-1 0 0,0-1 0 0 0,0 1 0 0 0,1 0 1 0 0,-1 0-1 0 0,0 1 0 0 0,0 0 1 0 0,-11 2-1 0 0,-4 0-193 0 0,1 2 0 0 0,-30 8 1 0 0,14 2 73 0 0,1 1 1 0 0,0 3 0 0 0,-57 36 0 0 0,21-12-9 0 0,14-6 15 0 0,-67 54 0 0 0,72-49-41 0 0,-79 44 0 0 0,23-16-30 0 0,-12 6-86 0 0,104-66 19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29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76 994 96 0 0,'-4'7'1'0'0,"4"9"4"0"0,3 2 5 0 0,13 120 109 0 0,-2-12 99 0 0,19 43 245 0 0,35 223 656 0 0,-42 95 1070 0 0,-16-182-299 0 0,0 16-234 0 0,0-12-273 0 0,-12 258 487 0 0,-43-2 99 0 0,38-495-1615 0 0,5-35-62 0 0,-3 0 0 0 0,-1-1 0 0 0,-13 45 0 0 0,16-71-241 0 0,-1 3 29 0 0,1 0 0 0 0,0 0 0 0 0,1 0 0 0 0,0 1 0 0 0,1-1 0 0 0,0 22 0 0 0,1-31-67 0 0,12-2 13 0 0,190 11 54 0 0,954 35 144 0 0,-790-39-220 0 0,-51-4 0 0 0,-161 3 3 0 0,328 26 42 0 0,129 49 272 0 0,-410-59-1 0 0,52 10 384 0 0,-164-24-362 0 0,-36-5-190 0 0,-45-2-132 0 0,-6 0-22 0 0,-1-1 0 0 0,1 1 0 0 0,0-1 0 0 0,-1 1 0 0 0,1-1 0 0 0,-1 0-1 0 0,1 0 1 0 0,0 0 0 0 0,-1 0 0 0 0,1 0 0 0 0,-1 0 0 0 0,1 0-1 0 0,0 0 1 0 0,-1-1 0 0 0,1 1 0 0 0,-1-1 0 0 0,1 1 0 0 0,-1-1 0 0 0,1 0-1 0 0,-1 1 1 0 0,1-1 0 0 0,-1 0 0 0 0,0 0 0 0 0,1 0 0 0 0,-1 0-1 0 0,0 0 1 0 0,0 0 0 0 0,0 0 0 0 0,0-1 0 0 0,0 1 0 0 0,0 0-1 0 0,0-1 1 0 0,0 1 0 0 0,0 0 0 0 0,-1-1 0 0 0,1 1 0 0 0,-1-1 0 0 0,1 1-1 0 0,-1-1 1 0 0,1-2 0 0 0,0-5 0 0 0,-1 1 0 0 0,0 0-1 0 0,0-1 1 0 0,-1 1 0 0 0,-3-17 0 0 0,2 16-3 0 0,-53-401 3 0 0,-15-26 75 0 0,22 167-10 0 0,-17-68 37 0 0,-3-19-25 0 0,-29-146-29 0 0,5 30-11 0 0,36 193-112 0 0,-2-12-31 0 0,-28-636-916 0 0,78 802 919 0 0,1 31-33 0 0,6-111 0 0 0,3 129 55 0 0,-3 49 16 0 0,2-1 0 0 0,6-43 0 0 0,-6 70 56 0 0,-1 1-1 0 0,0-1 1 0 0,0 1 0 0 0,1 0-1 0 0,-1-1 1 0 0,0 1 0 0 0,0-1-1 0 0,0 0 1 0 0,1 1 0 0 0,-1-1-1 0 0,0 1 1 0 0,0-1 0 0 0,0 1-1 0 0,0-1 1 0 0,0 1 0 0 0,0-1-1 0 0,0 1 1 0 0,0-1 0 0 0,0 1 0 0 0,-1-1-1 0 0,1 1 1 0 0,0-1 0 0 0,0 1-1 0 0,0-1 1 0 0,-1 1 0 0 0,1-1-1 0 0,0 1 1 0 0,0-1 0 0 0,-1 1-1 0 0,1-1 1 0 0,0 1 0 0 0,-1 0-1 0 0,1-1 1 0 0,0 1 0 0 0,-2-1 0 0 0,-15 13-93 0 0,-17 30 67 0 0,26-31 21 0 0,0-1 0 0 0,-1 0 0 0 0,0-1 0 0 0,-1 1 0 0 0,0-2 0 0 0,-1 1 1 0 0,1-2-1 0 0,-2 1 0 0 0,1-1 0 0 0,-1-1 0 0 0,0 0 0 0 0,-21 7 0 0 0,-37 10-95 0 0,0-3-1 0 0,-107 16 1 0 0,110-24 69 0 0,-236 28-31 0 0,131-20 48 0 0,-12 5 25 0 0,-272 31 0 0 0,347-48 0 0 0,0-6 0 0 0,-131-12 0 0 0,141-1 0 0 0,-376-26 0 0 0,389 32 0 0 0,-100-19 0 0 0,-3-6 0 0 0,122 10 0 0 0,17 4 0 0 0,40 12 0 0 0,4-1 0 0 0,2 0 0 0 0,3 1 0 0 0,1-1 0 0 0,-3 1 0 0 0,-4 0 0 0 0,1 1 0 0 0,-1-1 0 0 0,1-1 0 0 0,2 1 0 0 0,-1 0 0 0 0,1 3 0 0 0,-1 1 0 0 0,-4 28 0 0 0,7-20 0 0 0,0 0 0 0 0,1 0 0 0 0,0 1 0 0 0,0-1 0 0 0,1 0 0 0 0,1 17 0 0 0,11 55 0 0 0,-4-31 0 0 0,-7-41 0 0 0,65 754 0 0 0,-74-307 0 0 0,20-221 0 0 0,-5-158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31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96 0 0,'-3'0'0'0'0,"1"0"0"0"0,4 2 0 0 0,2 6 0 0 0,0-3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3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10 96 0 0,'-6'-1'0'0'0,"1"0"0"0"0,2 0 0 0 0,4 1 0 0 0,3 0 0 0 0,1 0 0 0 0,268-4 3399 0 0,-236 2-2809 0 0,18 2 252 0 0,-17 5 51 0 0,49 15 0 0 0,-56-12-584 0 0,-1-1 1 0 0,1-2-1 0 0,60 3 0 0 0,6-8 538 0 0,-88 1-693 0 0,0 0 1 0 0,0 1-1 0 0,14 4 0 0 0,18 3 265 0 0,-7-4-106 0 0,-14-1 71 0 0,41 2-1 0 0,-53-6-324 0 0,-1 1-1 0 0,1 0 1 0 0,0 0-1 0 0,0 1 1 0 0,8 3-1 0 0,-9-3-33 0 0,107 20 343 0 0,92 13-43 0 0,-186-33-311 0 0,60 12 22 0 0,-60-8-28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34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96 0 0,'-2'0'0'0'0,"-3"0"0"0"0,1 1 0 0 0,4 5 0 0 0,4 3 0 0 0,4 4 0 0 0,18 22-3 0 0,-18-28 5 0 0,-2-2 12 0 0,8 7 45 0 0,0 0 0 0 0,0-1-1 0 0,1-1 1 0 0,0 0 0 0 0,32 15-1 0 0,83 24 157 0 0,-83-33-148 0 0,459 157 1826 0 0,-151-47 63 0 0,34 11 188 0 0,734 273 2214 0 0,-649-238-3257 0 0,-131-50-384 0 0,-59-38-114 0 0,-51-17-152 0 0,21 3 7 0 0,-29-9-109 0 0,94 28 63 0 0,91 30 3 0 0,-340-90-290 0 0,113 64-1 0 0,-138-68-77 0 0,18 9 26 0 0,0 3 0 0 0,-3 3 1 0 0,-1 3-1 0 0,99 94 0 0 0,-152-131-72 0 0,0 1 1 0 0,-1 0-1 0 0,0 0 0 0 0,-1 0 0 0 0,0 1 0 0 0,0-1 0 0 0,3 10 1 0 0,-2-3-2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3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1 96 0 0,'-9'0'1966'0'0,"-6"1"828"0"0,37 47-2459 0 0,-11-22-175 0 0,2-1 1 0 0,17 27-1 0 0,3 13 386 0 0,-2-2 100 0 0,14 3-144 0 0,-24-38-25 0 0,26 47 0 0 0,51 95 919 0 0,-7-14-440 0 0,-78-130-818 0 0,-5-8-26 0 0,1-1-1 0 0,1 0 0 0 0,0 0 1 0 0,1-2-1 0 0,18 20 0 0 0,2 4 150 0 0,-26-31-198 0 0,1 0-1 0 0,0 0 0 0 0,1 0 0 0 0,-1-1 1 0 0,10 7-1 0 0,15 10 99 0 0,62 43 741 0 0,-76-52-509 0 0,-17-14-384 0 0,1-1-1 0 0,-1 1 1 0 0,0-1-1 0 0,0 1 1 0 0,0-1 0 0 0,0 0-1 0 0,0 1 1 0 0,0-1-1 0 0,0 1 1 0 0,0-1 0 0 0,0 1-1 0 0,0-1 1 0 0,0 1-1 0 0,0-1 1 0 0,0 1 0 0 0,0-1-1 0 0,0 1 1 0 0,0-1-1 0 0,-1 0 1 0 0,1 1 0 0 0,0-1-1 0 0,0 1 1 0 0,0-1-1 0 0,-1 1 1 0 0,0 0-1 0 0,-1 1 6 0 0,-1 0-1 0 0,1-1 0 0 0,-1 1 0 0 0,0 0 1 0 0,1-1-1 0 0,-1 1 0 0 0,0-1 0 0 0,-5 1 1 0 0,-18 10 5 0 0,0 1 1 0 0,1 1 0 0 0,-36 26-1 0 0,-41 29 62 0 0,-137 72 0 0 0,160-102-49 0 0,-159 56 0 0 0,194-81-15 0 0,-1-1 1 0 0,-1-2 0 0 0,0-3 0 0 0,-93 6 0 0 0,100-14 43 0 0,35 0-59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38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83 409 96 0 0,'-3'5'0'0'0,"1"18"1"0"0,5 7 75 0 0,0-1-1 0 0,3 1 1 0 0,0-1-1 0 0,15 42 1 0 0,7 29 513 0 0,13 169 1147 0 0,-21-116-1152 0 0,-6-62-326 0 0,42 384 781 0 0,-35-191-242 0 0,-9-150-370 0 0,-9 102 299 0 0,-3-66-180 0 0,-30 403 1318 0 0,23-501-1655 0 0,-10 97 220 0 0,-15 220 364 0 0,23-278-552 0 0,4-75-133 0 0,2 0 0 0 0,1 0 1 0 0,2 0-1 0 0,6 46 0 0 0,18 149 726 0 0,-21-198-596 0 0,1 17 906 0 0,13-42-1098 0 0,-7-2-46 0 0,0-2 1 0 0,0 1 0 0 0,1-1 0 0 0,0-1-1 0 0,-1 0 1 0 0,1 0 0 0 0,17 1-1 0 0,85 3-4 0 0,-62-6-7 0 0,548-2-5 0 0,-416-4 14 0 0,177 23 2 0 0,225 53 76 0 0,-487-56-10 0 0,192 24 167 0 0,-204-31-91 0 0,120-5-1 0 0,56-16 127 0 0,-225 15-186 0 0,-27-1-49 0 0,0 0 0 0 0,0-1 1 0 0,0 0-1 0 0,17-2 0 0 0,-5-4 2 0 0,-18 5-30 0 0,1-3-2 0 0,-3 2-3 0 0,0 0 1 0 0,-1 0-1 0 0,1 0 1 0 0,0-1-1 0 0,-1 1 1 0 0,1 0-1 0 0,-1-1 1 0 0,0 1-1 0 0,0-1 1 0 0,0 1-1 0 0,0-1 1 0 0,0 0-1 0 0,-1 1 1 0 0,1-1-1 0 0,-1 0 1 0 0,0 0-1 0 0,0 1 1 0 0,0-1-1 0 0,0-4 1 0 0,0-3 2 0 0,4-61 2 0 0,-2 0-1 0 0,-4 0 0 0 0,-15-97 1 0 0,-7-122 0 0 0,14 115-1 0 0,-2 22 3 0 0,-35-286 25 0 0,8 184-14 0 0,-32-170 34 0 0,37 167 48 0 0,6 30 80 0 0,10 92 143 0 0,1-220 0 0 0,13 197-143 0 0,5-117 48 0 0,2 102-126 0 0,9-11-58 0 0,-6 138-47 0 0,-2-1 0 0 0,-3 0 0 0 0,-1 1 0 0 0,-11-80 0 0 0,9 113-8 0 0,1 0 0 0 0,0-21-1 0 0,-1-11-67 0 0,1 42 45 0 0,1 0 0 0 0,-1 0 0 0 0,0 1-1 0 0,0-1 1 0 0,0 0 0 0 0,-1 0 0 0 0,1 1 0 0 0,-1-1 0 0 0,0 1-1 0 0,-4-7 1 0 0,5 10 20 0 0,-1-1-1 0 0,0 1 1 0 0,1-1-1 0 0,-1 1 1 0 0,0 0-1 0 0,1 0 1 0 0,-1-1-1 0 0,0 1 1 0 0,1 0-1 0 0,-1 0 1 0 0,0 1-1 0 0,1-1 1 0 0,-1 0-1 0 0,0 1 1 0 0,1-1-1 0 0,-1 1 1 0 0,1-1-1 0 0,-1 1 1 0 0,0 0-1 0 0,1-1 1 0 0,0 1-1 0 0,-3 2 1 0 0,-10 3-73 0 0,-12-1 49 0 0,1-1 1 0 0,-1-1-1 0 0,-1 0 0 0 0,-26-3 0 0 0,-1 1 2 0 0,-64-2-4 0 0,-14 0-1 0 0,-93 6 5 0 0,-238-27 0 0 0,116 1 12 0 0,169 10 24 0 0,-63-2 0 0 0,-122-1-7 0 0,245 7 4 0 0,-30-5 61 0 0,-167-36-1 0 0,206 26 187 0 0,107 22-209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0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 96 0 0,'0'0'1641'0'0,"0"11"-1137"0"0,-1 1-193 0 0,-1-1-1 0 0,0 1 1 0 0,-1-1 0 0 0,-1 0-1 0 0,0 0 1 0 0,0 0 0 0 0,-8 13-1 0 0,8-15-76 0 0,-22 27 1763 0 0,13-20-1354 0 0,-13 16 877 0 0,-58 51 1 0 0,48-47-1123 0 0,-15 13 235 0 0,40-35-188 0 0,9-11-151 0 0,6-9-88 0 0,-1 2-182 0 0,0 1 0 0 0,0-1-1 0 0,0 1 1 0 0,0 0 0 0 0,1 0 0 0 0,-1 1 0 0 0,6-5-1 0 0,20-15 58 0 0,-23 16-64 0 0,-4 3-9 0 0,0 0 0 0 0,1 0-1 0 0,-1 1 1 0 0,1-1 0 0 0,0 1 0 0 0,-1 0 0 0 0,1 0 0 0 0,0 0 0 0 0,0 0 0 0 0,0 1 0 0 0,1-1 0 0 0,-1 1 0 0 0,0-1 0 0 0,1 1 0 0 0,-1 0 0 0 0,0 1 0 0 0,5-1 0 0 0,4-1-2 0 0,5-1-3 0 0,4 3 2 0 0,7 0-3 0 0,4-1-2 0 0,-3 0 0 0 0,-2 3 0 0 0,-1 4 0 0 0,-3-1 0 0 0,0-1 0 0 0,-2 0 0 0 0,-4 1 2 0 0,-1 0 10 0 0,-2 0-2 0 0,-9-3-7 0 0,0-1 1 0 0,0 1 0 0 0,0 1 0 0 0,-1-1 0 0 0,0 1 0 0 0,1 0 0 0 0,-1 0 0 0 0,0 0 0 0 0,0 1-1 0 0,0-1 1 0 0,-1 1 0 0 0,1 0 0 0 0,3 5 0 0 0,1 3 14 0 0,-5-7-12 0 0,0 0 1 0 0,-1 1-1 0 0,0-1 1 0 0,0 1-1 0 0,0 0 1 0 0,-1-1-1 0 0,0 1 1 0 0,0 0-1 0 0,0 0 0 0 0,-1 0 1 0 0,0 0-1 0 0,0 0 1 0 0,0 0-1 0 0,-2 7 1 0 0,-3 6 6 0 0,-8 7-3 0 0,0 0-4 0 0,0 1-4 0 0,-2-4-2 0 0,-4-6 2 0 0,-9-3 9 0 0,4-5-3 0 0,0-1-1 0 0,-1-1 1 0 0,0-1-1 0 0,0-1 1 0 0,0-1-1 0 0,0-1 1 0 0,-1-2 0 0 0,1 0-1 0 0,-1-2 1 0 0,1-1-1 0 0,0-1 1 0 0,-27-6 0 0 0,-5 0 0 0 0,41 5-8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1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 0 0,'4'15'649'0'0,"10"3"646"0"0,-13-17-1235 0 0,0 1 1 0 0,0-1 0 0 0,0 1-1 0 0,0-1 1 0 0,-1 1-1 0 0,1 0 1 0 0,0-1-1 0 0,-1 1 1 0 0,1 0-1 0 0,0 2 1 0 0,-1-1-28 0 0,1-1 0 0 0,-1 0 0 0 0,1 0 1 0 0,0 0-1 0 0,0 0 0 0 0,0 0 0 0 0,0 0 0 0 0,0 0 0 0 0,0 0 1 0 0,0 0-1 0 0,2 1 0 0 0,23 34 1321 0 0,-22-31-1101 0 0,-3-4-92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2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96 0 0,'0'0'1137'0'0,"1"0"-1090"0"0,2 0-6 0 0,3 0-26 0 0,6-2-8 0 0,8-2-6 0 0,3-1-1 0 0,59-17 31 0 0,-29 10 113 0 0,-31 8 88 0 0,0-1 0 0 0,24-8 1 0 0,-45 12-225 0 0,16-5 320 0 0,1 1 1 0 0,0 1-1 0 0,0 0 1 0 0,0 2-1 0 0,19-2 1 0 0,-35 6-271 0 0,0-1 1 0 0,-1 0-1 0 0,1 1 1 0 0,-1-1-1 0 0,0 1 1 0 0,1-1-1 0 0,-1 1 1 0 0,0-1-1 0 0,0 1 1 0 0,0 0-1 0 0,0 0 1 0 0,0 0 0 0 0,-1 0-1 0 0,2 2 1 0 0,0 0 101 0 0,1 5 19 0 0,1 1 0 0 0,-1 0-1 0 0,-1-1 1 0 0,1 1 0 0 0,-2 0 0 0 0,2 16-1 0 0,-2 64 716 0 0,-1-62-692 0 0,-1-20-154 0 0,0 0 1 0 0,-1 0-1 0 0,0 0 1 0 0,-4 10 0 0 0,2-4-31 0 0,3-10 13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3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2704 0 0,'0'18'-2'0'0,"0"-8"62"0"0,0 4 82 0 0,0 46 271 0 0,0-39-451 0 0,0-19 23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3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96 0 0,'2'3'0'0'0,"-1"4"0"0"0,2-2 0 0 0,1 0 0 0 0,17 68 1903 0 0,-21-68-1720 0 0,0-1 0 0 0,-1 0 1 0 0,1 0-1 0 0,-1 1 0 0 0,0-1 0 0 0,0 0 1 0 0,0 0-1 0 0,0 0 0 0 0,-3 4 1 0 0,-2 12 472 0 0,-8 31 303 0 0,-23 76 602 0 0,35-118-1438 0 0,0 0 0 0 0,0 0 1 0 0,1 1-1 0 0,0-1 0 0 0,0 0 0 0 0,2 17 1 0 0,0-15-6 0 0,-1 0 1 0 0,0 0-1 0 0,-1 0 1 0 0,-2 12 0 0 0,-13 44 353 0 0,13-51-384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4512 0 0,'0'3'0'0'0,"-6"8"272"0"0,-10 9 280 0 0,7 10 96 0 0,13 10 96 0 0,5-3-136 0 0,0-5-128 0 0,-2 1-168 0 0,-7 8-168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6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 0 0,'4'6'0'0'0,"-2"-1"0"0"0,-1-3 0 0 0,2-1 0 0 0,1-1 0 0 0,1 0 0 0 0,4 0 0 0 0,2 0 0 0 0,1 1 0 0 0,-5 4 0 0 0,1-3 0 0 0,8-1 97 0 0,0-1 1 0 0,0-1-1 0 0,-1 0 1 0 0,18-4-1 0 0,-16 2 43 0 0,0 0-1 0 0,21 1 0 0 0,-25 4 106 0 0,-1-1 0 0 0,0 2 0 0 0,0 0-1 0 0,0 0 1 0 0,0 1 0 0 0,0 1 0 0 0,-1-1 0 0 0,0 2-1 0 0,13 8 1 0 0,-20-10-154 0 0,-1 0-1 0 0,0 1 1 0 0,0-1-1 0 0,0 1 0 0 0,0 0 1 0 0,-1 0-1 0 0,0 0 1 0 0,0 0-1 0 0,0 0 1 0 0,-1 1-1 0 0,1 5 0 0 0,0-5-48 0 0,2 6 32 0 0,-1 0 1 0 0,0 0-1 0 0,-1 0 1 0 0,0 1-1 0 0,-1-1 1 0 0,-1 0-1 0 0,0 15 0 0 0,-3 0 67 0 0,0-1-1 0 0,-7 28 0 0 0,5-40-53 0 0,0 0 1 0 0,0 0-1 0 0,-15 26 1 0 0,-10 26 162 0 0,23-45-186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96 0 0,'0'3'180'0'0,"0"11"571"0"0,-3 21 939 0 0,2-30-1535 0 0,-3 6 217 0 0,0 1 0 0 0,1-1 0 0 0,1 1 0 0 0,0 0 0 0 0,1 0 0 0 0,0 0 0 0 0,1 18 0 0 0,0-28-132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8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81 255 96 0 0,'0'2'26'0'0,"0"0"1"0"0,0-1-1 0 0,0 1 1 0 0,1 0-1 0 0,-1-1 0 0 0,0 1 1 0 0,1 0-1 0 0,-1-1 0 0 0,1 1 1 0 0,0-1-1 0 0,0 1 1 0 0,-1-1-1 0 0,1 1 0 0 0,1 1 1 0 0,10 7 508 0 0,13 0 504 0 0,-13-8-402 0 0,0-1 0 0 0,0 0 1 0 0,23-1-1 0 0,-25 0-499 0 0,-3-1-103 0 0,0-1 0 0 0,0 0 0 0 0,0 0 0 0 0,0-1 0 0 0,0 0 0 0 0,0 0 0 0 0,-1-1 0 0 0,1 1 0 0 0,5-6 0 0 0,8-3 95 0 0,47-29 253 0 0,-43 25-81 0 0,-23 15-262 0 0,0 0 0 0 0,0 0 0 0 0,0 0 0 0 0,0-1 0 0 0,0 1 0 0 0,0 0 0 0 0,0-1 0 0 0,-1 1 0 0 0,1-1 0 0 0,-1 1 0 0 0,1-1 0 0 0,-1 1 0 0 0,0-1 0 0 0,1 1 0 0 0,-1-1 0 0 0,0 1 0 0 0,0-1 0 0 0,0 1 0 0 0,0-1 0 0 0,0 0 0 0 0,-1 1 0 0 0,1-1 0 0 0,-1-2 0 0 0,-8-26 250 0 0,-33-35 543 0 0,40 61-780 0 0,-1 0 0 0 0,0 0 0 0 0,0-1 0 0 0,-1 2 0 0 0,1-1 0 0 0,-1 0 0 0 0,-8-5 0 0 0,-12-14 347 0 0,22 22-389 0 0,0 0 0 0 0,0-1-1 0 0,0 1 1 0 0,0 0 0 0 0,-1 0-1 0 0,1 0 1 0 0,0 0 0 0 0,0 1 0 0 0,-1-1-1 0 0,1 1 1 0 0,0-1 0 0 0,0 1 0 0 0,-1 0-1 0 0,1 0 1 0 0,-1 0 0 0 0,1 0-1 0 0,0 0 1 0 0,-1 0 0 0 0,-3 2 0 0 0,4-2-5 0 0,-19 3 12 0 0,6 1-12 0 0,7 2 4 0 0,-12 9-4 0 0,-6 6-4 0 0,-33 27 20 0 0,49-36 2 0 0,1 0 0 0 0,-15 23 0 0 0,24-35-24 0 0,-6 11 29 0 0,1 1-1 0 0,0 0 0 0 0,0 0 0 0 0,1 0 0 0 0,-4 20 1 0 0,2-2 125 0 0,3-20-105 0 0,1 0 0 0 0,1 0 0 0 0,-1 20 0 0 0,1-22-31 0 0,1-1-1 0 0,0 1 1 0 0,0-1-1 0 0,1 0 1 0 0,0 1-1 0 0,0-1 1 0 0,1 1-1 0 0,0-1 1 0 0,1 0-1 0 0,-1 0 1 0 0,1 0-1 0 0,0 0 1 0 0,1-1-1 0 0,0 1 1 0 0,0-1-1 0 0,6 7 1 0 0,-3-2-1 0 0,-4-6-2 0 0,-1-1-1 0 0,2 1 1 0 0,-1-1 0 0 0,0 1-1 0 0,1-1 1 0 0,0 0 0 0 0,0-1-1 0 0,0 1 1 0 0,1-1 0 0 0,6 5-1 0 0,-2-5 14 0 0,-1 0-1 0 0,1-1 1 0 0,0 0-1 0 0,0-1 1 0 0,0 0-1 0 0,0 0 1 0 0,0-1-1 0 0,0 0 1 0 0,0-1-1 0 0,17-2 1 0 0,0-2 11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8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 5720 0 0,'0'-3'28'0'0,"0"3"-8"0"0,-1 0 0 0 0,1-1 0 0 0,0 1 0 0 0,0 0 1 0 0,-1-1-1 0 0,1 1 0 0 0,0 0 0 0 0,-1 0 0 0 0,1-1 0 0 0,0 1 0 0 0,-1 0 1 0 0,1 0-1 0 0,0 0 0 0 0,-1-1 0 0 0,1 1 0 0 0,-1 0 0 0 0,1 0 0 0 0,0 0 1 0 0,-1 0-1 0 0,1 0 0 0 0,-1 0 0 0 0,1 0 0 0 0,-1 0 0 0 0,1 0 0 0 0,0 0 1 0 0,-1 0-1 0 0,1 0 0 0 0,-1 0 0 0 0,1 0 0 0 0,0 0 0 0 0,-1 0 0 0 0,1 0 1 0 0,-1 1-1 0 0,1-1 0 0 0,0 0 0 0 0,-1 0 0 0 0,1 0 0 0 0,0 1 0 0 0,-1-1 1 0 0,1 0-1 0 0,0 1 0 0 0,-1-1 0 0 0,1 0 0 0 0,0 0 0 0 0,-1 1 0 0 0,1 44 268 0 0,-1-38-278 0 0,3 33 16 0 0,2-20-24 0 0,1-4-2 0 0,-1 3 0 0 0,25 114 136 0 0,4-7 472 0 0,-31-120-536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49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56 187 96 0 0,'0'0'105'0'0,"16"-14"766"0"0,-1-7-726 0 0,-9 11-121 0 0,0 0 0 0 0,1 1 0 0 0,0 0 0 0 0,1 0 0 0 0,0 1 0 0 0,15-12 0 0 0,5 2 40 0 0,1 2-1 0 0,56-23 1 0 0,-80 38-22 0 0,1 0 1 0 0,0 0-1 0 0,0 1 0 0 0,-1 0 1 0 0,1 0-1 0 0,0 0 1 0 0,0 1-1 0 0,0-1 0 0 0,-1 1 1 0 0,1 1-1 0 0,0-1 1 0 0,-1 1-1 0 0,6 2 0 0 0,-6-1 11 0 0,-1 1 0 0 0,1-1-1 0 0,-1 0 1 0 0,1 1-1 0 0,-1 0 1 0 0,0 0 0 0 0,-1 1-1 0 0,1-1 1 0 0,-1 1 0 0 0,0-1-1 0 0,0 1 1 0 0,0 0 0 0 0,-1 0-1 0 0,1 1 1 0 0,-1-1-1 0 0,-1 0 1 0 0,1 1 0 0 0,-1-1-1 0 0,0 1 1 0 0,1 7 0 0 0,-1 0 46 0 0,-1 1 1 0 0,0 0 0 0 0,0-1-1 0 0,-2 0 1 0 0,0 1 0 0 0,0-1-1 0 0,-7 22 1 0 0,3-23-24 0 0,0 0 1 0 0,-1 0 0 0 0,0-1-1 0 0,-1 0 1 0 0,0 0-1 0 0,0 0 1 0 0,-2-1 0 0 0,-12 11-1 0 0,14-14-34 0 0,0-1-1 0 0,0 0 0 0 0,-1-1 1 0 0,1 0-1 0 0,-1-1 0 0 0,0 1 1 0 0,-1-2-1 0 0,1 1 0 0 0,-1-1 1 0 0,1-1-1 0 0,-1 1 0 0 0,0-2 1 0 0,0 1-1 0 0,0-2 0 0 0,0 1 1 0 0,0-1-1 0 0,0-1 0 0 0,0 0 1 0 0,-13-2-1 0 0,19 2-24 0 0,0-1 0 0 0,0 1 0 0 0,0-1 0 0 0,0 0 0 0 0,0 0 0 0 0,1 0 0 0 0,-1 0 0 0 0,0-1 0 0 0,1 1 0 0 0,0-1 0 0 0,0 0 0 0 0,0 0 0 0 0,-5-6 1 0 0,2 0 47 0 0,1 0 1 0 0,0-1 0 0 0,-8-19 0 0 0,5 9 21 0 0,2 8-50 0 0,4 9-27 0 0,1-1 0 0 0,0 1 0 0 0,0 0 0 0 0,0-1 0 0 0,0 1 0 0 0,0-1 0 0 0,1 1 0 0 0,-1-1 0 0 0,1 1 0 0 0,0-1 0 0 0,0 1 0 0 0,1-7 0 0 0,0 6-4 0 0,1 0-4 0 0,-1 4-4 0 0,0 0-3 0 0,5 26-4 0 0,-6-5 62 0 0,-1 0 0 0 0,-1 0 1 0 0,0 0-1 0 0,-2 0 0 0 0,0-1 1 0 0,-9 22-1 0 0,-10 55 164 0 0,21-84-87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93 250 96 0 0,'7'1'0'0'0,"13"11"410"0"0,-19-2 270 0 0,-1-4 1258 0 0,23 8-415 0 0,-17-15-1359 0 0,-1 0 1 0 0,0 0 0 0 0,1 0 0 0 0,-1-1 0 0 0,0 0 0 0 0,1 0 0 0 0,-1 0 0 0 0,9-6 0 0 0,-7 4-22 0 0,-5 3-108 0 0,1 0-1 0 0,-1-1 1 0 0,0 1-1 0 0,0-1 0 0 0,0 0 1 0 0,-1 1-1 0 0,1-1 0 0 0,0 0 1 0 0,-1 0-1 0 0,1 0 1 0 0,-1 0-1 0 0,2-3 0 0 0,10-13 118 0 0,-9 14-117 0 0,-1-1 1 0 0,1 1-1 0 0,-1-1 0 0 0,0 1 0 0 0,0-1 0 0 0,-1 0 1 0 0,1 0-1 0 0,-1-1 0 0 0,0 1 0 0 0,0 0 0 0 0,-1-1 1 0 0,1 1-1 0 0,-1-1 0 0 0,0-9 0 0 0,-1 7 19 0 0,1 1 17 0 0,-1-1 0 0 0,0 0 0 0 0,-1 0 0 0 0,0 1 0 0 0,0-1 0 0 0,-1 0 0 0 0,1 1 0 0 0,-5-11 0 0 0,-2 2 40 0 0,7 14-93 0 0,0 0 0 0 0,1 0 0 0 0,-1 0 0 0 0,0 0 0 0 0,0 0 1 0 0,-1 0-1 0 0,1 0 0 0 0,0 0 0 0 0,-1 1 0 0 0,1-1 0 0 0,-1 0 0 0 0,1 1 1 0 0,-1-1-1 0 0,0 1 0 0 0,0 0 0 0 0,1 0 0 0 0,-1-1 0 0 0,0 1 1 0 0,0 0-1 0 0,0 0 0 0 0,0 1 0 0 0,-1-1 0 0 0,1 0 0 0 0,-3 0 0 0 0,0 1 22 0 0,-1 0 0 0 0,1 0-1 0 0,0 0 1 0 0,-1 1 0 0 0,1 0-1 0 0,0 0 1 0 0,-1 0-1 0 0,1 1 1 0 0,0 0 0 0 0,0 0-1 0 0,0 0 1 0 0,1 0 0 0 0,-1 1-1 0 0,0 0 1 0 0,1 0-1 0 0,-8 6 1 0 0,3-1 37 0 0,0 0-1 0 0,0 0 1 0 0,1 1 0 0 0,0 0 0 0 0,1 0-1 0 0,-11 17 1 0 0,11-13 3 0 0,-1 1 1 0 0,2-1-1 0 0,-1 1 0 0 0,2 1 1 0 0,0-1-1 0 0,1 1 0 0 0,0 0 0 0 0,-2 29 1 0 0,3-25-13 0 0,1-10-22 0 0,1 0 1 0 0,0 0-1 0 0,1 0 1 0 0,-1 0 0 0 0,2 0-1 0 0,-1 0 1 0 0,1 0-1 0 0,1 0 1 0 0,0 0-1 0 0,0 0 1 0 0,0 0-1 0 0,6 11 1 0 0,-8-20-47 0 0,4 9 80 0 0,0 0 0 0 0,1 0 0 0 0,-1-1 0 0 0,11 14 0 0 0,-12-19-49 0 0,0 0-1 0 0,0 0 1 0 0,1 0 0 0 0,-1 0-1 0 0,0 0 1 0 0,1-1 0 0 0,0 0-1 0 0,-1 0 1 0 0,1 0 0 0 0,0 0-1 0 0,0 0 1 0 0,0-1 0 0 0,1 1-1 0 0,-1-1 1 0 0,0 0 0 0 0,5 0-1 0 0,1-1 7 0 0,0-1 0 0 0,0 1 0 0 0,0-2 0 0 0,-1 1 1 0 0,1-1-1 0 0,0-1 0 0 0,-1 0 0 0 0,0 0 0 0 0,1-1 0 0 0,-1 0 0 0 0,-1-1 0 0 0,17-10 0 0 0,1-3 47 0 0,-1-1 0 0 0,42-42 0 0 0,-45 39-36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2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6824 0 0,'-2'5'0'0'0,"10"16"88"0"0,20-3 80 0 0,-4 8-40 0 0,-13 10-56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3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0 3712 0 0,'2'3'-1'0'0,"0"2"0"0"0,-2 0-2 0 0,-1 3-2 0 0,1 1-3 0 0,0-4 2 0 0,23 81-285 0 0,-22-80 265 0 0,-1 14 11 0 0,-1 28 20 0 0,1-39 24 0 0,2 3 13 0 0,3 14 41 0 0,-1-6 420 0 0,-1 0 0 0 0,1 28 0 0 0,-4-46-371 0 0,0 0 1 0 0,0-1 0 0 0,-1 1-1 0 0,1 0 1 0 0,0-1 0 0 0,-1 1-1 0 0,1-1 1 0 0,-1 1 0 0 0,1-1-1 0 0,-1 1 1 0 0,-2 2-1 0 0,3-4-102 0 0,0 0-1 0 0,0 0 1 0 0,0 1-1 0 0,0-1 0 0 0,-1 0 1 0 0,1 0-1 0 0,0 0 1 0 0,0 0-1 0 0,0 0 0 0 0,-1 0 1 0 0,1 1-1 0 0,0-1 0 0 0,0 0 1 0 0,0 0-1 0 0,-1 0 1 0 0,1 0-1 0 0,0 0 0 0 0,0 0 1 0 0,0 0-1 0 0,-1 0 1 0 0,1 0-1 0 0,0 0 0 0 0,0 0 1 0 0,-1 0-1 0 0,1 0 1 0 0,0 0-1 0 0,0 0 0 0 0,0 0 1 0 0,-1 0-1 0 0,1-1 0 0 0,0 1 1 0 0,0 0-1 0 0,0 0 1 0 0,-1 0-1 0 0,1 0 0 0 0,0 0 1 0 0,0-1-1 0 0,-10-16 600 0 0,-15-64-404 0 0,15 45-185 0 0,-2 0 0 0 0,-16-34 0 0 0,27 67-94 0 0,0 1 1 0 0,0 0-1 0 0,-1 0 0 0 0,1 0 0 0 0,0 0 0 0 0,-1 1 0 0 0,0-1 0 0 0,1 0 0 0 0,-1 1 0 0 0,0-1 0 0 0,0 1 0 0 0,0-1 0 0 0,0 1 0 0 0,0 0 0 0 0,0 0 0 0 0,0 0 0 0 0,0 0 0 0 0,0 0 0 0 0,-1 0 0 0 0,1 1 1 0 0,0-1-1 0 0,-1 1 0 0 0,1-1 0 0 0,0 1 0 0 0,-4 0 0 0 0,4 1-3 0 0,1 0 1 0 0,0 0 0 0 0,0 0-1 0 0,0 0 1 0 0,-1 1-1 0 0,1-1 1 0 0,0 0-1 0 0,0 1 1 0 0,1-1 0 0 0,-1 0-1 0 0,0 1 1 0 0,0-1-1 0 0,1 1 1 0 0,-1-1 0 0 0,1 1-1 0 0,-1 2 1 0 0,-6 20-399 0 0,5-18 397 0 0,-8 20-202 0 0,-10 15 152 0 0,17-35 255 0 0,1 1-1 0 0,0-1 1 0 0,0 1 0 0 0,0 0 0 0 0,1-1-1 0 0,0 1 1 0 0,0 0 0 0 0,0 0 0 0 0,1 0-1 0 0,0 0 1 0 0,1 0 0 0 0,0 0-1 0 0,0 0 1 0 0,3 12 0 0 0,-2-12-78 0 0,3 19 371 0 0,2-1-1 0 0,12 29 1 0 0,-15-43-284 0 0,27 74 1107 0 0,-27-75-1135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5320 0 0,'-3'0'31'0'0,"-8"0"402"0"0,13 5 176 0 0,8 18-1 0 0,-4 14-135 0 0,-2 0 0 0 0,0 45 0 0 0,4 39 1067 0 0,1-76-1052 0 0,-5-34-344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14 281 7232 0 0,'-12'0'58'0'0,"11"0"157"0"0,34-11 185 0 0,-26 8-379 0 0,42-25 130 0 0,-18 7-137 0 0,-27 16-11 0 0,-2 0-4 0 0,42-55-52 0 0,-42 57 44 0 0,0 0 1 0 0,-1 0-1 0 0,1 0 0 0 0,-1 0 1 0 0,0 0-1 0 0,0-1 0 0 0,0 1 1 0 0,0 0-1 0 0,0-1 1 0 0,-1 1-1 0 0,0-1 0 0 0,0 1 1 0 0,0-1-1 0 0,0 1 0 0 0,0-1 1 0 0,-1 1-1 0 0,0-4 1 0 0,0 2-15 0 0,1 3 18 0 0,-1 1 0 0 0,1 0 0 0 0,-1-1 0 0 0,1 1-1 0 0,-1-1 1 0 0,0 1 0 0 0,0 0 0 0 0,0 0-1 0 0,0 0 1 0 0,0-1 0 0 0,0 1 0 0 0,0 0 0 0 0,0 0-1 0 0,0 0 1 0 0,-1 1 0 0 0,1-1 0 0 0,0 0-1 0 0,-1 0 1 0 0,1 1 0 0 0,0-1 0 0 0,-1 1 0 0 0,1-1-1 0 0,-3 0 1 0 0,-9-5-42 0 0,-1-2 23 0 0,-2-2-22 0 0,0 1 0 0 0,-21-8 0 0 0,33 16 23 0 0,0 0 1 0 0,-1 0 0 0 0,1 1-1 0 0,-1-1 1 0 0,1 1 0 0 0,-6 0-1 0 0,4 0-30 0 0,4 3 38 0 0,1-1-1 0 0,0 0 1 0 0,0 1-1 0 0,0-1 1 0 0,0 1-1 0 0,1 0 1 0 0,-1-1-1 0 0,0 1 1 0 0,1-1-1 0 0,0 5 1 0 0,-3 14-38 0 0,1 0 0 0 0,2 0 0 0 0,0 0-1 0 0,1 0 1 0 0,1 0 0 0 0,7 33 0 0 0,1-15-56 0 0,2 0 0 0 0,22 49 0 0 0,-31-80 130 0 0,1-2 0 0 0,0 1 0 0 0,0 0 0 0 0,0-1 0 0 0,1 0 0 0 0,0 0 0 0 0,0 0 0 0 0,1 0 0 0 0,0-1 0 0 0,-1 0 1 0 0,2 0-1 0 0,-1-1 0 0 0,12 7 0 0 0,3-1 223 0 0,1 0 1 0 0,0-2-1 0 0,26 6 1 0 0,-41-12-201 0 0,16 5 110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 96 0 0,'-3'1'9'0'0,"4"3"33"0"0,9 7 76 0 0,-6-8-28 0 0,15 78 1299 0 0,0 96 394 0 0,-19-101-773 0 0,0-75-954 0 0,0 0-1 0 0,-1 0 1 0 0,1 0 0 0 0,0 0-1 0 0,-1 0 1 0 0,1 0-1 0 0,-1 0 1 0 0,0 0-1 0 0,1 0 1 0 0,-1 0 0 0 0,0 0-1 0 0,1 0 1 0 0,-1 0-1 0 0,0 0 1 0 0,0 0-1 0 0,0-1 1 0 0,0 1 0 0 0,-1 0-1 0 0,0 2 928 0 0,-3-7-953 0 0,1-1 0 0 0,0 0 0 0 0,1 0 0 0 0,-1 0 0 0 0,1 0 0 0 0,0 0 0 0 0,0-1 0 0 0,1 1 1 0 0,0-1-1 0 0,0 0 0 0 0,0 0 0 0 0,0 0 0 0 0,0-8 0 0 0,0 5-33 0 0,-1-1 0 0 0,0 1 0 0 0,0 0 0 0 0,-7-13 0 0 0,-6-7-66 0 0,9 16-507 0 0,0 1-1 0 0,-14-18 1 0 0,20 29 475 0 0,-1 0 1 0 0,0 0 0 0 0,0-1-1 0 0,0 1 1 0 0,0 0-1 0 0,-1 1 1 0 0,1-1-1 0 0,0 0 1 0 0,0 1-1 0 0,0-1 1 0 0,-1 1 0 0 0,1 0-1 0 0,0-1 1 0 0,-1 1-1 0 0,1 0 1 0 0,0 1-1 0 0,-1-1 1 0 0,1 0 0 0 0,0 1-1 0 0,0-1 1 0 0,-1 1-1 0 0,-1 1 1 0 0,0-1 65 0 0,0 0 0 0 0,0 0 0 0 0,0 1 0 0 0,1-1 0 0 0,-1 1 0 0 0,0 0 0 0 0,1 0 0 0 0,0 0 0 0 0,-1 1 0 0 0,1-1 0 0 0,0 1 0 0 0,-4 4 0 0 0,3 0 161 0 0,0 0 1 0 0,0 0-1 0 0,0 1 1 0 0,1-1 0 0 0,0 1-1 0 0,1-1 1 0 0,-1 1 0 0 0,2 0-1 0 0,-1 0 1 0 0,1 0-1 0 0,0 0 1 0 0,1 0 0 0 0,0 0-1 0 0,0 0 1 0 0,0 0-1 0 0,1 0 1 0 0,1 0 0 0 0,-1 0-1 0 0,1 0 1 0 0,0 0 0 0 0,1-1-1 0 0,0 1 1 0 0,0-1-1 0 0,1 0 1 0 0,0 0 0 0 0,0 0-1 0 0,1 0 1 0 0,6 8-1 0 0,8 7 385 0 0,-10-12-256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7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5520 0 0,'-1'0'35'0'0,"-1"0"-1"0"0,1 0 1 0 0,-1 1 0 0 0,1-1 0 0 0,-1 0 0 0 0,1 0 0 0 0,-1 1-1 0 0,1-1 1 0 0,0 1 0 0 0,-1 0 0 0 0,1-1 0 0 0,-1 1-1 0 0,1 0 1 0 0,0 0 0 0 0,0 0 0 0 0,0-1 0 0 0,-1 1 0 0 0,1 1-1 0 0,0-1 1 0 0,-1 1 0 0 0,0 1 37 0 0,1 0 0 0 0,-1 0 0 0 0,1 0 0 0 0,-1 0 0 0 0,1 1 0 0 0,0-1 0 0 0,0 0 0 0 0,-1 7 0 0 0,1 6 102 0 0,0 0 1 0 0,1 0 0 0 0,3 18-1 0 0,-2-13-235 0 0,-1-14 75 0 0,0-1 0 0 0,1 0 0 0 0,0 0 0 0 0,0 0-1 0 0,0 0 1 0 0,1-1 0 0 0,0 1 0 0 0,0 0 0 0 0,1-1 0 0 0,3 8 0 0 0,-4-11 7 0 0,-1 1-1 0 0,0 0 1 0 0,0 0-1 0 0,0 0 1 0 0,0 0-1 0 0,0 0 1 0 0,-1 0 0 0 0,1 6-1 0 0,-1-6 42 0 0,0-1-1 0 0,0 1 0 0 0,1-1 1 0 0,-1 1-1 0 0,1-1 1 0 0,-1 1-1 0 0,1-1 1 0 0,0 0-1 0 0,0 1 1 0 0,0-1-1 0 0,0 0 0 0 0,1 0 1 0 0,-1 1-1 0 0,3 2 1 0 0,1 10 672 0 0,-5-11-489 0 0,2-6-59 0 0,8-29-45 0 0,-3 12-139 0 0,4-2-2 0 0,6 6 0 0 0,-6 6 0 0 0,4-1 11 0 0,-7 9-6 0 0,4-1 4 0 0,6 3 4 0 0,7 7-5 0 0,4 9-6 0 0,-14-6-5 0 0,-1 1 0 0 0,-1-1 0 0 0,1 2 0 0 0,-2 0 1 0 0,0 1-1 0 0,-1 0 0 0 0,14 22 0 0 0,-18-19-4 0 0,0 1 1 0 0,-2 0-1 0 0,0 0 0 0 0,0 1 1 0 0,-2-1-1 0 0,0 1 0 0 0,-2 0 1 0 0,0 0-1 0 0,-1 0 0 0 0,-3 25 1 0 0,2-27 10 0 0,-1 0 24 0 0,0 0 1 0 0,-1 0-1 0 0,-6 18 1 0 0,7-29-19 0 0,0 0 0 0 0,-1 0 0 0 0,0 0 0 0 0,0 0 1 0 0,-1-1-1 0 0,1 1 0 0 0,-1-1 0 0 0,-1 0 0 0 0,1 0 0 0 0,-1-1 1 0 0,-7 8-1 0 0,-37 33 196 0 0,38-34-124 0 0,-1 0 0 0 0,0 0 1 0 0,0-2-1 0 0,-25 16 0 0 0,14-14 23 0 0,0 0 0 0 0,0-2 0 0 0,-1-1 0 0 0,-1-1 0 0 0,1-2 0 0 0,-39 5 0 0 0,45-7-57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8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6224 0 0,'-1'-2'3'0'0,"4"0"1"0"0,4-2 5 0 0,14-8 4 0 0,-17 9-20 0 0,25-20-72 0 0,-24 18 68 0 0,-1 1-1 0 0,1 0 1 0 0,0 1-1 0 0,0-1 1 0 0,0 1 0 0 0,0 0-1 0 0,0 0 1 0 0,1 1-1 0 0,0-1 1 0 0,-1 1-1 0 0,1 0 1 0 0,9-1-1 0 0,-12 2 16 0 0,-1 0-1 0 0,1 0 0 0 0,-1 1 1 0 0,1-1-1 0 0,-1 1 0 0 0,1-1 1 0 0,-1 1-1 0 0,1 0 0 0 0,0 0 0 0 0,-1 0 1 0 0,1 0-1 0 0,-1 0 0 0 0,1 1 1 0 0,-1-1-1 0 0,1 1 0 0 0,-1 0 1 0 0,1 0-1 0 0,2 1 0 0 0,0 1 9 0 0,-2-1 16 0 0,1 0 1 0 0,-1 0-1 0 0,0 1 0 0 0,0 0 0 0 0,0 0 1 0 0,0-1-1 0 0,0 2 0 0 0,-1-1 0 0 0,1 0 0 0 0,-1 0 1 0 0,0 1-1 0 0,0 0 0 0 0,0-1 0 0 0,0 1 1 0 0,-1 0-1 0 0,0 0 0 0 0,1 0 0 0 0,-1-1 1 0 0,-1 2-1 0 0,2 4 0 0 0,3 13 167 0 0,-2-13-83 0 0,-2 0 0 0 0,1 1-1 0 0,-1-1 1 0 0,-1 0 0 0 0,0 1 0 0 0,0 9 0 0 0,-1 7 320 0 0,0-23-383 0 0,1 0-1 0 0,-1-1 1 0 0,0 1 0 0 0,0 0 0 0 0,0-1 0 0 0,0 1 0 0 0,-1 0 0 0 0,1-1 0 0 0,-1 0-1 0 0,0 1 1 0 0,1-1 0 0 0,-1 0 0 0 0,0 0 0 0 0,0 0 0 0 0,0 0 0 0 0,-1 0-1 0 0,-3 2 1 0 0,-7 8 210 0 0,12-12-245 0 0,0 0 0 0 0,0 1 1 0 0,0-1-1 0 0,0 0 0 0 0,-1 0 0 0 0,1 0 0 0 0,0 0 0 0 0,0 0 0 0 0,0 0 0 0 0,0 0 0 0 0,0 0 0 0 0,-1 0 0 0 0,1 0 0 0 0,-1-1 0 0 0,0-3-10 0 0,6 0 1 0 0,17-20-37 0 0,-20 22 21 0 0,0 0 0 0 0,1 0 1 0 0,-1 0-1 0 0,1 0 1 0 0,-1 1-1 0 0,1-1 1 0 0,0 0-1 0 0,-1 1 1 0 0,1-1-1 0 0,0 1 1 0 0,0 0-1 0 0,0 0 1 0 0,0-1-1 0 0,1 2 0 0 0,-1-1 1 0 0,4-1-1 0 0,-2 1-11 0 0,-1 0 0 0 0,0 0 1 0 0,1 1-1 0 0,-1-1 0 0 0,0 1 0 0 0,1 0 0 0 0,-1 0 0 0 0,0 0 0 0 0,1 0 0 0 0,-1 1 0 0 0,1 0 0 0 0,-1-1 0 0 0,0 1 0 0 0,0 0 0 0 0,0 1 0 0 0,4 0 0 0 0,0 3-16 0 0,1-1 0 0 0,-1 1-1 0 0,-1 1 1 0 0,1-1 0 0 0,8 10 0 0 0,-7-4-24 0 0,1 0 0 0 0,-2 1 0 0 0,12 21 0 0 0,-12-18 44 0 0,-4-11 12 0 0,0 1 0 0 0,-1-1 0 0 0,0 1-1 0 0,0 0 1 0 0,0-1 0 0 0,-1 1-1 0 0,0 0 1 0 0,0 0 0 0 0,0 0-1 0 0,0 8 1 0 0,0 5 5 0 0,-7 7 2 0 0,3-16 16 0 0,0 1 0 0 0,-1-1 0 0 0,0-1 0 0 0,-1 1 0 0 0,0-1 0 0 0,0 1 0 0 0,0-1 0 0 0,-1-1 0 0 0,-1 1 0 0 0,1-1 0 0 0,-11 8 0 0 0,12-10 10 0 0,-34 34 318 0 0,37-36-234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1:59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0 5520 0 0,'-1'2'70'0'0,"0"0"-14"0"0,-1-1-39 0 0,-1-2-8 0 0,-2 2 162 0 0,4 2 212 0 0,4 31-60 0 0,0-14-275 0 0,-2 1 0 0 0,0 23 0 0 0,0-4-4 0 0,-3 36 676 0 0,2-74-637 0 0,0 0-1 0 0,-1-1 1 0 0,1 1-1 0 0,-1 0 1 0 0,0 0-1 0 0,1-1 1 0 0,-1 1-1 0 0,0-1 1 0 0,0 1-1 0 0,0 0 1 0 0,0-1-1 0 0,0 0 1 0 0,0 1-1 0 0,-2 1 1 0 0,2-3-46 0 0,0 1 1 0 0,1-1 0 0 0,-1 1-1 0 0,1-1 1 0 0,-1 0-1 0 0,1 1 1 0 0,-1-1 0 0 0,0 1-1 0 0,1-1 1 0 0,-1 0-1 0 0,0 0 1 0 0,1 0 0 0 0,-1 1-1 0 0,0-1 1 0 0,0 0 0 0 0,1 0-1 0 0,-1 0 1 0 0,0 0-1 0 0,1 0 1 0 0,-1 0 0 0 0,0 0-1 0 0,0 0 1 0 0,1 0 0 0 0,-1-1-1 0 0,0 1 1 0 0,1 0-1 0 0,-1 0 1 0 0,0-1 0 0 0,1 1-1 0 0,-1 0 1 0 0,0-1 0 0 0,1 1-1 0 0,-1 0 1 0 0,1-1-1 0 0,-2 0 1 0 0,-9-12 55 0 0,0 0 0 0 0,1-1 0 0 0,-14-25 0 0 0,1 1-88 0 0,-13-30-85 0 0,23 41-741 0 0,13 26 775 0 0,0 1-1 0 0,-1 0 1 0 0,1-1-1 0 0,0 1 1 0 0,0-1 0 0 0,-1 1-1 0 0,1-1 1 0 0,0 1-1 0 0,-1 0 1 0 0,1-1-1 0 0,0 1 1 0 0,-1-1 0 0 0,1 1-1 0 0,-1 0 1 0 0,1 0-1 0 0,0-1 1 0 0,-1 1-1 0 0,1 0 1 0 0,-1 0 0 0 0,1-1-1 0 0,-1 1 1 0 0,1 0-1 0 0,-1 0 1 0 0,1 0-1 0 0,-1 0 1 0 0,1 0 0 0 0,-1 0-1 0 0,1 0 1 0 0,-1 0-1 0 0,1 0 1 0 0,-1 0 0 0 0,1 0-1 0 0,-1 0 1 0 0,1 0-1 0 0,-1 0 1 0 0,1 0-1 0 0,-1 1 1 0 0,1-1 0 0 0,-1 0-1 0 0,1 0 1 0 0,-1 1-1 0 0,1-1 1 0 0,0 0-1 0 0,-1 1 1 0 0,1-1 0 0 0,-1 0-1 0 0,1 1 1 0 0,0-1-1 0 0,-1 0 1 0 0,1 1-1 0 0,0-1 1 0 0,0 1 0 0 0,-1 0-1 0 0,-14 22-666 0 0,1 3 487 0 0,2 1-1 0 0,1 0 1 0 0,1 1-1 0 0,1 0 1 0 0,1 1-1 0 0,-5 42 1 0 0,0-4 243 0 0,9-53 310 0 0,0 1 0 0 0,2 0 0 0 0,-2 21 0 0 0,6-22 242 0 0,-1-12-287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00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0 5720 0 0,'0'34'356'0'0,"1"17"495"0"0,1-17-160 0 0,7 46 0 0 0,-7-63-524 0 0,-1 0 0 0 0,0 1-1 0 0,-3 18 1 0 0,1 5 58 0 0,2 9 78 0 0,0-28-145 0 0,0 0 0 0 0,-2 0 0 0 0,0 0 0 0 0,-1 0 0 0 0,-2-1 0 0 0,0 1 0 0 0,-8 22 0 0 0,6-22 10 0 0,0 0 0 0 0,2 0 0 0 0,0 1 0 0 0,2-1 1 0 0,0 26-1 0 0,-5 40 383 0 0,-1-51-309 0 0,5-29-162 0 0,1 1 0 0 0,1-1 0 0 0,-1 1-1 0 0,2-1 1 0 0,-1 1 0 0 0,1 12 0 0 0,1 36 927 0 0,-1-56-991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8T08:00:29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39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462 153 96 0 0,'-2'-2'0'0'0,"0"4"0"0"0,2-1 0 0 0,2-1 0 0 0,0 0 0 0 0,0 0 0 0 0,1-1 0 0 0,1 0 0 0 0,3-1 0 0 0,6 1 1 0 0,145-13 554 0 0,-98 11-294 0 0,31-4 179 0 0,-22 1 256 0 0,91 3-1 0 0,-57 7 129 0 0,55 4 104 0 0,-99-2-621 0 0,19 3 174 0 0,-1-4 0 0 0,107-5 0 0 0,-36-10-97 0 0,129-14 219 0 0,153-15 315 0 0,-232 25-543 0 0,56 8 17 0 0,-128 6-166 0 0,-89 1-113 0 0,69 11-1 0 0,-72-6-58 0 0,1-2-1 0 0,51-1 0 0 0,-29-2 72 0 0,88 11 1 0 0,-29-1 36 0 0,-21-6-82 0 0,69 6 40 0 0,-76-6-22 0 0,99-5-1 0 0,-66-2-73 0 0,134 5 159 0 0,-186-3 41 0 0,81-11 1 0 0,-46 2-64 0 0,261-29 325 0 0,-138 1-430 0 0,-161 20-32 0 0,-14 10 15 0 0,-32 4 94 0 0,39-2 0 0 0,-50 7-90 0 0,-1 0 1 0 0,1 0-1 0 0,-1 1 1 0 0,0 0-1 0 0,0 0 1 0 0,0 1-1 0 0,0 0 1 0 0,-1 0-1 0 0,14 11 1 0 0,-19-14-32 0 0,1 2 1 0 0,0 0 0 0 0,1 0 0 0 0,-2 1 0 0 0,1-1 0 0 0,0 0 0 0 0,-1 1 0 0 0,1 0 0 0 0,-1 0 0 0 0,0 0 1 0 0,0 0-1 0 0,2 7 0 0 0,11 47 91 0 0,-14-55-100 0 0,45 183 251 0 0,-42-163-224 0 0,-1-1-1 0 0,1 33 1 0 0,0 4 23 0 0,3 90 71 0 0,-4-52-60 0 0,-3-5-1 0 0,-4 1 0 0 0,-20 123 0 0 0,2-38 24 0 0,9-33-4 0 0,-71 514 448 0 0,33-276-296 0 0,33 4-111 0 0,24-157-30 0 0,1-45 35 0 0,12 267 309 0 0,-16-355-373 0 0,-4-1 0 0 0,-18 128 0 0 0,6-85-33 0 0,-48 381-3 0 0,11-126-18 0 0,35-247 0 0 0,-32 541 14 0 0,48-470-16 0 0,2-74-3 0 0,-1-97-4 0 0,8 46 0 0 0,-5-54-1 0 0,7 66 0 0 0,44 452 107 0 0,-53-517-93 0 0,24 209 122 0 0,-23-215 201 0 0,-1 0-1 0 0,-2 47 1 0 0,-1-50 898 0 0,0-31-1046 0 0,0 0-175 0 0,-267-13 3 0 0,-242-27 94 0 0,12-1-260 0 0,167 10-66 0 0,-353-42 228 0 0,-243-21 405 0 0,393 43-250 0 0,-20 33-99 0 0,-151 65 90 0 0,516-19-117 0 0,66-8-24 0 0,57-12-26 0 0,23-4-8 0 0,1 2-1 0 0,-1 1 0 0 0,1 2 0 0 0,-74 28 0 0 0,76-18-191 0 0,26-17 3 0 0,9-2 77 0 0,10-2-129 0 0,0-1 254 0 0,0 1 0 0 0,0-1 0 0 0,-1 0 1 0 0,1-1-1 0 0,-1 1 0 0 0,1-1 0 0 0,-1 0 0 0 0,0 0 1 0 0,0-1-1 0 0,-1 0 0 0 0,0 1 0 0 0,1-1 0 0 0,-2-1 1 0 0,1 1-1 0 0,0-1 0 0 0,-1 1 0 0 0,0-1 0 0 0,-1 0 1 0 0,1 0-1 0 0,-1 0 0 0 0,0-1 0 0 0,1-7 0 0 0,2-15-5 0 0,-1 0 0 0 0,-1 0 0 0 0,-3-52 0 0 0,0 47-2 0 0,-39-538-79 0 0,29 484 69 0 0,-2-9-9 0 0,2-181 0 0 0,11 190 0 0 0,-13-99 0 0 0,-1-15-16 0 0,30-138-9 0 0,-7 205 41 0 0,31-482 27 0 0,-19-174 338 0 0,-14 564-197 0 0,-3 80-81 0 0,6-10 37 0 0,32-162 0 0 0,-9 93-46 0 0,-21 132-48 0 0,-5-1 0 0 0,-4-156-1 0 0,-60-343 296 0 0,33 229-199 0 0,24 276-119 0 0,4 0 1 0 0,19-99-1 0 0,-6-4-92 0 0,-12 106 45 0 0,-1 49-2 0 0,2 0 0 0 0,2 1 0 0 0,1 0 0 0 0,1 0 0 0 0,22-43 0 0 0,-32 76 46 0 0,101-203-763 0 0,-80 156 194 0 0,-21 48 512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2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0 96 0 0,'0'0'816'0'0,"3"20"7624"0"0,-19 7-7839 0 0,-21 27 0 0 0,16-25-378 0 0,10-16-119 0 0,-1 0 1 0 0,0-2-1 0 0,-1 1 0 0 0,-16 9 1 0 0,25-17-76 0 0,2-2 22 0 0,-1 0 1 0 0,1 1-1 0 0,0-1 0 0 0,0 1 1 0 0,0 0-1 0 0,0 0 1 0 0,-1 3-1 0 0,-7 9 186 0 0,-6 3 2 0 0,7-9-9 0 0,1 0 0 0 0,0 0-1 0 0,-11 18 1 0 0,18-25-199 0 0,1-1 148 0 0,22-9 133 0 0,52 5-416 0 0,-70 4 92 0 0,-1 0 1 0 0,1 0 0 0 0,-1 1 0 0 0,0-1 0 0 0,1 1 0 0 0,-1 0 0 0 0,0 0 0 0 0,0 0-1 0 0,-1 1 1 0 0,4 2 0 0 0,6 4-10 0 0,96 71-154 0 0,-106-76 146 0 0,1 0 0 0 0,0 0 0 0 0,-1 1 0 0 0,1-1 0 0 0,-1 1 0 0 0,-1-1 0 0 0,1 1 0 0 0,-1 0 0 0 0,1 0 0 0 0,0 8 0 0 0,-3-6 22 0 0,0 0 0 0 0,0 0-1 0 0,-1 0 1 0 0,0 0 0 0 0,0 0 0 0 0,-1-1-1 0 0,0 1 1 0 0,0-1 0 0 0,0 0-1 0 0,-1 0 1 0 0,0 0 0 0 0,0 0-1 0 0,-1-1 1 0 0,1 1 0 0 0,-1-1 0 0 0,-8 6-1 0 0,6-6 3 0 0,-6 4-1 0 0,-1 0 0 0 0,1-1 0 0 0,-2 0 0 0 0,1-2-1 0 0,-1 0 1 0 0,-23 7 0 0 0,-35-4-41 0 0,36-6 14 0 0,24-3 24 0 0,1-1 0 0 0,-1 0 0 0 0,1-1 0 0 0,-1-1-1 0 0,1 0 1 0 0,0 0 0 0 0,0-1 0 0 0,-12-6 0 0 0,-12-3-35 0 0,7 5 12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3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 0 0,'1'7'27'0'0,"-1"6"97"0"0,1 1 73 0 0,1 9 164 0 0,-1 5 87 0 0,0-14-318 0 0,5 28 63 0 0,-3 13-24 0 0,-3-51-150 0 0,1 0 0 0 0,-1 0-1 0 0,-1 0 1 0 0,1 0 0 0 0,0 0-1 0 0,-1 0 1 0 0,0 0-1 0 0,0 0 1 0 0,0 0 0 0 0,-3 6-1 0 0,3-7-8 0 0,0 0 38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4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96 0 0,'2'0'12'0'0,"6"-2"41"0"0,23-5 99 0 0,112-48 432 0 0,-132 52-519 0 0,0 1 1 0 0,-1 0-1 0 0,19-1 0 0 0,-18 2-28 0 0,15-2 114 0 0,-4 4 0 0 0,3-1 48 0 0,1 2-1 0 0,-1 0 1 0 0,0 2-1 0 0,44 12 1 0 0,-26-3 403 0 0,82 37 1 0 0,-120-48-545 0 0,0 1 0 0 0,0 0 0 0 0,0 0 0 0 0,-1 0 0 0 0,0 1 0 0 0,0-1 0 0 0,0 1 0 0 0,0 0 0 0 0,0 0 0 0 0,-1 1 0 0 0,6 7 0 0 0,-8-7-23 0 0,0 0 1 0 0,-1 0 0 0 0,1 0 0 0 0,-1 0-1 0 0,0 0 1 0 0,0 0 0 0 0,-1 0 0 0 0,1 0-1 0 0,-1-1 1 0 0,-2 6 0 0 0,0 2 0 0 0,-1-1 0 0 0,0 0 1 0 0,-1-1-1 0 0,0 1 0 0 0,-1-1 0 0 0,0 0 0 0 0,-1 0 1 0 0,-13 16-1 0 0,5-11 22 0 0,0-1 0 0 0,-1 0 0 0 0,0-1 0 0 0,-20 11 0 0 0,22-14-10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4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2704 0 0,'-1'1'55'0'0,"-2"5"22"0"0,-4 16 168 0 0,6-16-126 0 0,-9 16 297 0 0,0 0 1 0 0,-22 35-1 0 0,13-24 120 0 0,18-31-466 0 0,-1 1-1 0 0,0-1 1 0 0,1 1 0 0 0,-1-1-1 0 0,0 0 1 0 0,0 0 0 0 0,-1 0-1 0 0,1 0 1 0 0,-3 2 0 0 0,2-2 8 0 0,1 0 74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5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96 0 0,'-3'3'43'0'0,"2"4"148"0"0,4 8 508 0 0,-1-11-553 0 0,0 3 901 0 0,-1-1 1 0 0,1 1 0 0 0,-1-1 0 0 0,0 1-1 0 0,-1 10 1 0 0,-1-8-809 0 0,0-1 1 0 0,-1 0-1 0 0,0 0 0 0 0,0 0 0 0 0,-1 0 1 0 0,0 0-1 0 0,-1-1 0 0 0,0 1 0 0 0,-8 12 1 0 0,-1 3 66 0 0,-6 13 365 0 0,-23 63 0 0 0,15-35-159 0 0,26-61-454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6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96 0 0,'-1'7'229'0'0,"-3"3"685"0"0,-2 16 927 0 0,8-5-1737 0 0,-2-7-47 0 0,-1 1 0 0 0,0 0 0 0 0,-1-1 0 0 0,0 1 0 0 0,-7 20 1 0 0,8-32-1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1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0 398 96 0 0,'1'-2'0'0'0,"6"5"0"0"0,8 6 0 0 0,2-1 0 0 0,-2-9 0 0 0,172-24 339 0 0,-26 5-31 0 0,33 3 209 0 0,-55 8-156 0 0,235-29 650 0 0,280-34 350 0 0,-218-26-722 0 0,-215 31-400 0 0,-19 5 66 0 0,-198 60-259 0 0,0 1 1 0 0,-1 0-1 0 0,1 1 0 0 0,0-1 1 0 0,0 0-1 0 0,-1 1 0 0 0,1 0 1 0 0,5 0-1 0 0,-7 10-37 0 0,0 0 0 0 0,-1-1 1 0 0,0 1-1 0 0,-1 0 0 0 0,0 0 0 0 0,-2 17 0 0 0,0 6 7 0 0,13 299 78 0 0,-4-174-55 0 0,-6-133-31 0 0,1 52 121 0 0,22 131 0 0 0,-20-184 301 0 0,-1 1 1 0 0,0 35 0 0 0,-4-59-425 0 0,1-1 1 0 0,0 1-1 0 0,-1-1 1 0 0,1 1-1 0 0,-1-1 1 0 0,1 0-1 0 0,-1 1 1 0 0,1-1-1 0 0,-1 0 1 0 0,1 1-1 0 0,-1-1 1 0 0,1 0-1 0 0,-1 0 0 0 0,1 1 1 0 0,-1-1-1 0 0,1 0 1 0 0,-1 0-1 0 0,0 0 1 0 0,1 0-1 0 0,-1 0 1 0 0,1 0-1 0 0,-1 0 1 0 0,0 0-1 0 0,1 0 1 0 0,-1 0-1 0 0,1 0 1 0 0,-2 0-1 0 0,-19-2 58 0 0,-42-8 68 0 0,1 3-1 0 0,-100 2 0 0 0,-125 22 220 0 0,87-3-192 0 0,-71 6-1 0 0,-100 3 65 0 0,335-25-163 0 0,0-1 0 0 0,0-2 0 0 0,1-1 0 0 0,-38-12 0 0 0,-63-12 52 0 0,77 21-16 0 0,0-3 0 0 0,1-2-1 0 0,-105-42 1 0 0,123 41-16 0 0,26 10-52 0 0,0 0 0 0 0,0-1 0 0 0,-24-15 0 0 0,20 10-7 0 0,15 9-13 0 0,-1 0 0 0 0,1 0-1 0 0,0 0 1 0 0,0 0 0 0 0,0-1-1 0 0,0 0 1 0 0,1 1-1 0 0,-1-1 1 0 0,1 0 0 0 0,-4-6-1 0 0,0 1 33 0 0,0 0 0 0 0,0 1 0 0 0,-1 0 0 0 0,0 0 0 0 0,0 1 0 0 0,0 0-1 0 0,-1 0 1 0 0,0 0 0 0 0,0 1 0 0 0,-1 1 0 0 0,-9-5 0 0 0,11 6 8 0 0,1 1 1 0 0,-1 0-1 0 0,0 1 1 0 0,1-1-1 0 0,-1 1 1 0 0,0 1-1 0 0,0-1 1 0 0,0 1-1 0 0,0 0 1 0 0,0 1-1 0 0,1-1 1 0 0,-1 1-1 0 0,0 1 1 0 0,0-1-1 0 0,1 1 1 0 0,-13 6-1 0 0,13-4-3 0 0,5-3-40 0 0,0 0 1 0 0,0 0-1 0 0,0-1 0 0 0,0 1 1 0 0,0 0-1 0 0,0-1 0 0 0,0 1 1 0 0,0-1-1 0 0,0 1 0 0 0,0-1 1 0 0,0 1-1 0 0,0-1 1 0 0,-1 0-1 0 0,1 0 0 0 0,0 1 1 0 0,0-1-1 0 0,-2 0 0 0 0,2-1 0 0 0,1 0 0 0 0,0-1-1 0 0,-1 1 1 0 0,1 0-1 0 0,0 0 1 0 0,0 0-1 0 0,0-1 1 0 0,0 1 0 0 0,0 0-1 0 0,0 0 1 0 0,0 0-1 0 0,0 0 1 0 0,0-1 0 0 0,1 1-1 0 0,-1 0 1 0 0,0 0-1 0 0,1-1 1 0 0,9-40 40 0 0,2 1-1 0 0,2 1 1 0 0,1 0 0 0 0,2 1-1 0 0,2 1 1 0 0,2 0 0 0 0,40-55-1 0 0,-46 77-34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2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19 170 792 0 0,'-6'0'77'0'0,"-7"1"924"0"0,20 10-170 0 0,-3-10-795 0 0,1 0-1 0 0,-1 0 0 0 0,0-1 0 0 0,1 1 1 0 0,-1-1-1 0 0,0 0 0 0 0,1-1 1 0 0,4 0-1 0 0,-4 1-25 0 0,22 0 18 0 0,362-10 108 0 0,-282 1-62 0 0,508-24 723 0 0,229 52 1573 0 0,-679-6-1941 0 0,52 2 102 0 0,-89-12 167 0 0,0-5 0 0 0,183-28 0 0 0,364-93 1159 0 0,-616 112-1693 0 0,1 4 0 0 0,62-1 0 0 0,-72 9 50 0 0,64 9-1 0 0,-80-6-101 0 0,-13 0-24 0 0,24 0-71 0 0,-44-4-50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3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96 0 0,'-2'1'54'0'0,"-1"-1"203"0"0,-1 2 156 0 0,0 0 362 0 0,3 2 418 0 0,6-3-872 0 0,0 1-302 0 0,-1 0-1 0 0,1 0 1 0 0,-1 0-1 0 0,0 1 1 0 0,0 0-1 0 0,1-1 1 0 0,3 5 0 0 0,0-1-6 0 0,136 71 404 0 0,-32-18 66 0 0,48 42 721 0 0,14 6 75 0 0,-162-99-1029 0 0,-1 0-1 0 0,1 1 0 0 0,20 20 1 0 0,-31-28-207 0 0,0 0 0 0 0,-1 0 1 0 0,1 0-1 0 0,0 0 1 0 0,0 0-1 0 0,0 0 0 0 0,-1 0 1 0 0,1 0-1 0 0,0 1 0 0 0,-1-1 1 0 0,1 0-1 0 0,-1 1 0 0 0,1-1 1 0 0,-1 0-1 0 0,0 1 1 0 0,0-1-1 0 0,0 0 0 0 0,0 1 1 0 0,0-1-1 0 0,0 1 0 0 0,0-1 1 0 0,0 0-1 0 0,-1 3 0 0 0,0-1-3 0 0,0 0-1 0 0,0 0 0 0 0,-1 0 0 0 0,1 0 0 0 0,-1-1 0 0 0,0 1 0 0 0,0-1 0 0 0,0 1 0 0 0,-5 4 0 0 0,-3 1 28 0 0,-1 1 0 0 0,0-1-1 0 0,-19 10 1 0 0,-16 6 128 0 0,-1-3 0 0 0,-1-2 0 0 0,-90 25 0 0 0,98-32-144 0 0,24-7-40 0 0,1-1 0 0 0,-1 0 0 0 0,0-1 0 0 0,0-1 1 0 0,-17 1-1 0 0,27-2-11 0 0,4-1 0 0 0,1 0 1 0 0,0 0-1 0 0,-1 0 1 0 0,1 0-1 0 0,-1 0 1 0 0,1 0-1 0 0,0 0 0 0 0,-1 0 1 0 0,1-1-1 0 0,0 1 1 0 0,-1 0-1 0 0,1-1 0 0 0,0 1 1 0 0,-2-2-1 0 0,0 1 0 0 0,1-1 0 0 0,0 1 0 0 0,-1-1 0 0 0,1 0 0 0 0,0 0 1 0 0,0 0-1 0 0,0 0 0 0 0,0 0 0 0 0,0 0 0 0 0,1 0 0 0 0,-1-1 0 0 0,1 1 0 0 0,-1-1 0 0 0,1 1 0 0 0,0-1 0 0 0,0 1 0 0 0,0-1 0 0 0,0 0 0 0 0,0 0 0 0 0,1 1 0 0 0,-1-1 0 0 0,1 0 0 0 0,0 0 0 0 0,0 0 0 0 0,0-4 0 0 0,0-1-1 0 0,-3-18-7 0 0,1 1 0 0 0,1 0 0 0 0,2 0 0 0 0,6-45 0 0 0,-1 19-156 0 0,-1-98-1 0 0,-5 120 61 0 0,-1 22 39 0 0,1 0 1 0 0,-1 0-1 0 0,0 1 0 0 0,-1-1 0 0 0,0 0 1 0 0,0 0-1 0 0,0 1 0 0 0,-1-1 1 0 0,0 1-1 0 0,-7-12 0 0 0,10 18 49 0 0,0 0 0 0 0,0-1 0 0 0,-1 1 0 0 0,1-1-1 0 0,0 1 1 0 0,0 0 0 0 0,-1-1 0 0 0,1 1 0 0 0,0-1 0 0 0,-1 1 0 0 0,1 0 0 0 0,0-1-1 0 0,-1 1 1 0 0,1 0 0 0 0,-1 0 0 0 0,1-1 0 0 0,0 1 0 0 0,-1 0 0 0 0,1 0 0 0 0,-1 0-1 0 0,1 0 1 0 0,-1-1 0 0 0,1 1 0 0 0,-1 0 0 0 0,1 0 0 0 0,0 0 0 0 0,-1 0 0 0 0,1 0-1 0 0,-1 0 1 0 0,1 0 0 0 0,-1 0 0 0 0,1 0 0 0 0,-1 0 0 0 0,1 1 0 0 0,-1-1 0 0 0,1 0-1 0 0,-1 0 1 0 0,1 0 0 0 0,0 0 0 0 0,-1 1 0 0 0,1-1 0 0 0,-1 0 0 0 0,1 0-1 0 0,0 1 1 0 0,-1-1 0 0 0,1 0 0 0 0,0 1 0 0 0,-1-1 0 0 0,1 1 0 0 0,0-1 0 0 0,-1 1-1 0 0,-10 22-240 0 0,7-11 201 0 0,-3 6-29 0 0,1 0 0 0 0,1 0 0 0 0,0 1 0 0 0,2 0 1 0 0,-3 37-1 0 0,7-23-11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0,'2'5'0'0'0,"4"69"2"0"0,-5-59 0 0 0,0 0-1 0 0,5 21 1 0 0,6 15 9 0 0,-6-28 4 0 0,0 0-1 0 0,-2 0 1 0 0,-1 0 0 0 0,0 1 0 0 0,-1 26 0 0 0,-3-2 144 0 0,2 1 1 0 0,10 55-1 0 0,0 12 223 0 0,25 262 1180 0 0,-4-61-196 0 0,-7-84-85 0 0,4 110 79 0 0,3 158 52 0 0,-13-284-706 0 0,3 325 1368 0 0,-10-317-1153 0 0,-3-163-280 0 0,-9-62-603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1 420 1896 0 0,'7'2'24'0'0,"-2"4"48"0"0,6 5 80 0 0,5-5-89 0 0,1-1 0 0 0,0-1 0 0 0,0 0 0 0 0,0-1 0 0 0,0-1-1 0 0,0 0 1 0 0,23-2 0 0 0,45 6 42 0 0,41 7 140 0 0,184-6 0 0 0,-238-7-102 0 0,692-22 3358 0 0,76-30-518 0 0,-594 24-2298 0 0,57-5 81 0 0,-75 5-295 0 0,20-1-5 0 0,99-13 20 0 0,-299 35-431 0 0,386-71 332 0 0,-79 13-179 0 0,126-25-107 0 0,-438 85-97 0 0,54 1 0 0 0,-14 0-2 0 0,-74 3 5 0 0,3 0-18 0 0,0 0 0 0 0,1 1 0 0 0,-1 0-1 0 0,0 1 1 0 0,18 3 0 0 0,-28-4 4 0 0,1 1 1 0 0,0 0-1 0 0,0 0 0 0 0,0 1 0 0 0,0-1 1 0 0,-1 0-1 0 0,1 1 0 0 0,-1 0 1 0 0,1-1-1 0 0,-1 1 0 0 0,1 0 0 0 0,-1 0 1 0 0,0 1-1 0 0,0-1 0 0 0,0 0 0 0 0,0 1 1 0 0,-1-1-1 0 0,1 1 0 0 0,-1 0 0 0 0,1-1 1 0 0,-1 1-1 0 0,0 0 0 0 0,0 0 1 0 0,0 0-1 0 0,-1 0 0 0 0,1 0 0 0 0,0 4 1 0 0,10 149-4 0 0,-9-98 19 0 0,10 59 0 0 0,10-13 30 0 0,44 123 0 0 0,-28-107-20 0 0,208 848 308 0 0,-215-812-191 0 0,18 117 129 0 0,-26-123-154 0 0,-8-61-31 0 0,5 149 0 0 0,-33 100-7 0 0,-32 81 44 0 0,35-348-67 0 0,1-12 149 0 0,-1 88-1 0 0,9-143-187 0 0,0-4-11 0 0,-1 1 1 0 0,1-1-1 0 0,0 0 1 0 0,-1 0-1 0 0,1 0 1 0 0,-1 1-1 0 0,1-2 1 0 0,-1 1-1 0 0,1 0 1 0 0,0 0-1 0 0,-1 0 1 0 0,1-1-1 0 0,-1 1 1 0 0,1 0-1 0 0,-2-2 1 0 0,2 2 0 0 0,-67-16 14 0 0,0 2-1 0 0,-70-4 1 0 0,-143 2 49 0 0,156 11-53 0 0,-69 1-11 0 0,-362 39 0 0 0,-137 39 0 0 0,-234-8 0 0 0,779-64 0 0 0,1-6 0 0 0,-205-33 0 0 0,210 9-6 0 0,-161-54 0 0 0,170 42-1 0 0,-193-31 0 0 0,274 65 3 0 0,0 3 0 0 0,0 2 0 0 0,-68 8 0 0 0,-153 34-10 0 0,219-28 14 0 0,1 3 0 0 0,-70 30 0 0 0,-20 6 0 0 0,-1 1 8 0 0,133-50-8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0,'3'0'67'0'0,"5"4"206"0"0,9 3 230 0 0,35-11 893 0 0,-35 1-1089 0 0,0 2 1 0 0,0 0-1 0 0,0 1 1 0 0,21 2-1 0 0,-18 4-118 0 0,1 0 0 0 0,-1 1 1 0 0,-1 0-1 0 0,36 21 0 0 0,6 1 150 0 0,-39-18-119 0 0,-1 1-1 0 0,0 1 0 0 0,-1 0 0 0 0,0 2 1 0 0,-1 1-1 0 0,-1 0 0 0 0,0 1 1 0 0,-1 1-1 0 0,27 38 0 0 0,-41-51-137 0 0,-1 0 0 0 0,1 1 0 0 0,-1-1 0 0 0,0 1 0 0 0,-1 0 1 0 0,1-1-1 0 0,-1 1 0 0 0,0 0 0 0 0,-1 0 0 0 0,0 0 0 0 0,0 0 0 0 0,0 0 0 0 0,0-1 0 0 0,-3 12 0 0 0,1-8 13 0 0,0 0 1 0 0,0 0-1 0 0,-1 0 1 0 0,0 0 0 0 0,-1-1-1 0 0,0 1 1 0 0,0-1-1 0 0,-11 14 1 0 0,-23 16 109 0 0,16-23-115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8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5720 0 0,'-1'0'41'0'0,"-1"4"-40"0"0,-2 5 45 0 0,2-4 146 0 0,2 26-200 0 0,0-5 7 0 0,1 40-11 0 0,-13 102 1 0 0,8-150 11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9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116 338 2400 0 0,'1'1'45'0'0,"1"2"-5"0"0,10 7 75 0 0,5-7-23 0 0,0 0 0 0 0,0-2 0 0 0,0 0 0 0 0,23-2 0 0 0,-23-1-49 0 0,0 0 0 0 0,0-1 0 0 0,-1-1 0 0 0,1 0 0 0 0,30-13 1 0 0,-24 7-14 0 0,0-2 0 0 0,-1 0 0 0 0,-1 0 0 0 0,0-2 0 0 0,-1-1 0 0 0,0-1 0 0 0,21-22 0 0 0,-38 35-19 0 0,1 0 1 0 0,-1-1-1 0 0,0 1 1 0 0,0-1 0 0 0,0 0-1 0 0,0 0 1 0 0,-1 0 0 0 0,1 0-1 0 0,-1 0 1 0 0,0 0-1 0 0,-1-1 1 0 0,1 1 0 0 0,-1-1-1 0 0,0 1 1 0 0,0-1 0 0 0,0 0-1 0 0,0-6 1 0 0,0 3 17 0 0,-1 1 5 0 0,1 0 1 0 0,-1 0 0 0 0,0 0 0 0 0,-2-13-1 0 0,1 18-24 0 0,0 0 0 0 0,1 0 0 0 0,-1-1 0 0 0,0 1 0 0 0,0 0 0 0 0,0 0 0 0 0,0 0 1 0 0,-1 0-1 0 0,1 1 0 0 0,0-1 0 0 0,-1 0 0 0 0,1 0 0 0 0,-1 1 0 0 0,0-1 0 0 0,1 1 0 0 0,-1 0 0 0 0,0-1 0 0 0,0 1 0 0 0,-3-1 0 0 0,-3-3 16 0 0,0 2 0 0 0,0-1 0 0 0,0 1 1 0 0,-1 1-1 0 0,1-1 0 0 0,-1 1 1 0 0,1 1-1 0 0,-1 0 0 0 0,0 0 1 0 0,0 0-1 0 0,0 1 0 0 0,0 1 1 0 0,1-1-1 0 0,-14 4 0 0 0,9-2 2 0 0,-72 15 145 0 0,77-15-156 0 0,-1 1 1 0 0,1 1 0 0 0,0-1-1 0 0,-1 2 1 0 0,2-1-1 0 0,-1 1 1 0 0,-11 9 0 0 0,2 0 14 0 0,-21 18 125 0 0,-62 67 0 0 0,89-87-112 0 0,2 1-1 0 0,-1 0 0 0 0,1 0 0 0 0,1 1 1 0 0,1 0-1 0 0,0 1 0 0 0,1 0 0 0 0,0 0 1 0 0,-6 28-1 0 0,8-24-14 0 0,1-7 42 0 0,0 0 0 0 0,1 1 1 0 0,1 0-1 0 0,0-1 0 0 0,1 18 0 0 0,0-27-38 0 0,1 1 0 0 0,0 0 1 0 0,0 0-1 0 0,0 0 0 0 0,0 0 1 0 0,1-1-1 0 0,0 1 0 0 0,-1-1 0 0 0,1 1 1 0 0,1-1-1 0 0,-1 0 0 0 0,0 1 1 0 0,1-1-1 0 0,-1 0 0 0 0,1-1 0 0 0,0 1 1 0 0,0 0-1 0 0,0-1 0 0 0,1 0 1 0 0,-1 1-1 0 0,6 1 0 0 0,4 2 80 0 0,0 0 0 0 0,1-1 0 0 0,-1-1 0 0 0,1 0 0 0 0,0-1 1 0 0,1 0-1 0 0,-1-1 0 0 0,0-1 0 0 0,21-1 0 0 0,-11 0 49 0 0,-1-2 1 0 0,1-1 0 0 0,-1-1-1 0 0,46-14 1 0 0,-40 7-84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 5720 0 0,'-6'27'26'0'0,"3"16"80"0"0,1-12-46 0 0,-1 3 153 0 0,-1 0 1 0 0,-2-1 0 0 0,-18 59-1 0 0,18-74-142 0 0,2 0 0 0 0,0-1-1 0 0,1 2 1 0 0,0 18 0 0 0,1-14 12 0 0,-9 40 0 0 0,4-34-46 0 0,0-5-1 0 0,1 0 0 0 0,1 1 0 0 0,2 0-1 0 0,-2 44 1 0 0,5-58-34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0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356 165 3000 0 0,'0'-1'33'0'0,"-4"-2"-4"0"0,-2-6 92 0 0,13 2-76 0 0,-1 0 1 0 0,2 1 0 0 0,-1 0 0 0 0,0 1 0 0 0,1-1-1 0 0,15-7 1 0 0,-14 8-24 0 0,12-7-4 0 0,0 0 0 0 0,0 1-1 0 0,1 2 1 0 0,1 0 0 0 0,-1 1 0 0 0,30-6-1 0 0,-17 7 55 0 0,-23 3 7 0 0,1 1 0 0 0,1 0 1 0 0,-1 1-1 0 0,0 0 0 0 0,0 2 1 0 0,1-1-1 0 0,-1 1 0 0 0,1 1 1 0 0,-1 1-1 0 0,18 3 0 0 0,-18-1 102 0 0,0 0-1 0 0,0 1 0 0 0,-1 0 1 0 0,0 1-1 0 0,0 1 1 0 0,0 0-1 0 0,-1 0 0 0 0,0 1 1 0 0,17 16-1 0 0,-26-21-111 0 0,0 0-1 0 0,0 0 1 0 0,0 0-1 0 0,0 1 1 0 0,-1-1-1 0 0,1 1 1 0 0,-1-1-1 0 0,0 1 0 0 0,0 0 1 0 0,0-1-1 0 0,-1 1 1 0 0,1 0-1 0 0,-1 0 1 0 0,0 0-1 0 0,0-1 1 0 0,0 1-1 0 0,-1 0 1 0 0,1 0-1 0 0,-3 6 1 0 0,-1 5 93 0 0,-2 0 0 0 0,1-1 0 0 0,-13 22 0 0 0,6-12-8 0 0,8-17-109 0 0,0-1-1 0 0,0 1 1 0 0,0-1-1 0 0,-1 0 1 0 0,0 0-1 0 0,0-1 0 0 0,0 1 1 0 0,-1-1-1 0 0,0-1 1 0 0,0 1-1 0 0,-13 7 1 0 0,8-6 29 0 0,-2 0 1 0 0,1-1 0 0 0,-1 0-1 0 0,1-1 1 0 0,-25 5-1 0 0,27-7-73 0 0,1-1 0 0 0,0-1-1 0 0,0 1 1 0 0,-1-1-1 0 0,1-1 1 0 0,0 0 0 0 0,-1 0-1 0 0,1-1 1 0 0,0 0-1 0 0,0-1 1 0 0,0 1 0 0 0,0-2-1 0 0,1 1 1 0 0,-1-2-1 0 0,-14-8 1 0 0,-1-5 1 0 0,1-1-1 0 0,0-1 1 0 0,-31-36 0 0 0,-1-1-1 0 0,49 52-1 0 0,-35-27 0 0 0,29 25 0 0 0,-2 3 0 0 0,12 3-1 0 0,0 1 1 0 0,1-1 0 0 0,-1 1 0 0 0,0 0-1 0 0,0 0 1 0 0,0 0 0 0 0,0 0-1 0 0,0 0 1 0 0,0 1 0 0 0,0-1-1 0 0,0 1 1 0 0,0-1 0 0 0,0 1 0 0 0,0-1-1 0 0,1 1 1 0 0,-1 0 0 0 0,0 0-1 0 0,0 0 1 0 0,1 0 0 0 0,-1 0-1 0 0,1 1 1 0 0,-1-1 0 0 0,-1 2 0 0 0,-3 3-1 0 0,-1 0 1 0 0,0 0 0 0 0,1 1 0 0 0,0 0 0 0 0,0 0 0 0 0,0 1 0 0 0,1-1 0 0 0,0 1 0 0 0,-4 11 0 0 0,-29 72 0 0 0,36-86 0 0 0,-81 214 190 0 0,-1-22 714 0 0,75-176-774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88 96 0 0,'-7'0'0'0'0,"0"0"0"0"0,3 0 11 0 0,4 0 113 0 0,21 15 870 0 0,8-8-610 0 0,0 0-1 0 0,1-1 0 0 0,0-2 0 0 0,36 0 1 0 0,-35-2-13 0 0,10 0 328 0 0,47-6 0 0 0,-24 1-116 0 0,-29 0-203 0 0,0-2-1 0 0,45-11 0 0 0,33-4 269 0 0,-69 15-424 0 0,430-30 1281 0 0,-293 29-867 0 0,-82 2-302 0 0,132 10 1 0 0,-141-1 12 0 0,139-11 0 0 0,-39 0-49 0 0,2-2 22 0 0,-61 1-41 0 0,-45-1-26 0 0,-61 4-169 0 0,-1 2 0 0 0,1 0 1 0 0,31 3-1 0 0,0-1 184 0 0,-22-2-128 0 0,-35 30-351 0 0,-18 70-194 0 0,17-79 334 0 0,2 0 0 0 0,0 1 0 0 0,3 29-1 0 0,-2-38 59 0 0,-1-6 9 0 0,0 1-1 0 0,0 0 1 0 0,-1-1 0 0 0,0 1-1 0 0,0-1 1 0 0,0 1 0 0 0,-1-1-1 0 0,-2 6 1 0 0,2-6 1 0 0,0-1 0 0 0,0 1 0 0 0,1 0 0 0 0,0 0-1 0 0,0 0 1 0 0,0-1 0 0 0,1 1 0 0 0,0 0 0 0 0,0 0 0 0 0,0 5 0 0 0,1 1 5 0 0,0-1 0 0 0,-1 0 1 0 0,0 0-1 0 0,-1 0 1 0 0,0 1-1 0 0,0-1 0 0 0,-4 11 1 0 0,2-2-2 0 0,3-9 4 0 0,0-8-5 0 0,0 0 0 0 0,0 0 0 0 0,0 0 0 0 0,0 0 0 0 0,0-1 0 0 0,0 1 1 0 0,0 0-1 0 0,-1 0 0 0 0,1 0 0 0 0,-1 0 0 0 0,0 2 0 0 0,-11 41-37 0 0,11-31 9 0 0,0-13 26 0 0,1 0-1 0 0,-1 0 1 0 0,0 0 0 0 0,1 0-1 0 0,-1 0 1 0 0,0 0-1 0 0,0 0 1 0 0,0 0 0 0 0,0 0-1 0 0,1 0 1 0 0,-2 0 0 0 0,1-1-1 0 0,0 1 1 0 0,0 0 0 0 0,0-1-1 0 0,0 1 1 0 0,0 0 0 0 0,0-1-1 0 0,-1 0 1 0 0,1 1-1 0 0,0-1 1 0 0,0 0 0 0 0,-1 0-1 0 0,1 1 1 0 0,-2-1 0 0 0,-35 2-8 0 0,37-2 8 0 0,-63-3 7 0 0,-89-15 0 0 0,132 15-5 0 0,-12-1 17 0 0,1 2 0 0 0,-1 2 1 0 0,-48 4-1 0 0,-98 22 69 0 0,153-21-85 0 0,-165 30-27 0 0,187-34 23 0 0,-233 24-179 0 0,185-23 115 0 0,1-2-1 0 0,-84-10 0 0 0,-160-20-131 0 0,185 23 116 0 0,-126 9 1 0 0,37 14-120 0 0,126-14 160 0 0,-76-7 1 0 0,-35 2 134 0 0,29 3-63 0 0,98-8 76 0 0,54 8-78 0 0,1 0 0 0 0,-1-1 0 0 0,1 1 0 0 0,-1-1 1 0 0,1 0-1 0 0,-1 1 0 0 0,1-1 0 0 0,-1 0 0 0 0,1 0 0 0 0,0-1 1 0 0,-5-2-1 0 0,-11-6 96 0 0,13 7-120 0 0,2 1-4 0 0,-2-4-6 0 0,5 4 4 0 0,-1 1 0 0 0,0-1 0 0 0,1 0 1 0 0,0 0-1 0 0,-1 0 0 0 0,1 1 0 0 0,0-1 1 0 0,0 0-1 0 0,0 0 0 0 0,0 0 0 0 0,0 1 1 0 0,0-1-1 0 0,1 0 0 0 0,-1 0 0 0 0,0 1 1 0 0,1-1-1 0 0,0 0 0 0 0,1-2 0 0 0,-1 1 4 0 0,62-159 147 0 0,0 2-8 0 0,-59 144-153 0 0,-1 0 0 0 0,0 0-1 0 0,-2 0 1 0 0,1-1-1 0 0,-3-25 1 0 0,1 28-33 0 0,0 13 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96 0 0,'0'0'-3'0'0,"-1"1"11"0"0,0-1 13 0 0,-2 1 32 0 0,-5 1 230 0 0,7-1-205 0 0,4 4 129 0 0,-1 0 0 0 0,1 0 0 0 0,0 0 1 0 0,0 0-1 0 0,1-1 0 0 0,-1 1 0 0 0,8 6 0 0 0,-1 3 110 0 0,0 0 1 0 0,-1 0-1 0 0,0 1 0 0 0,-1 1 0 0 0,-1-1 0 0 0,0 1 0 0 0,6 25 0 0 0,-4-16 128 0 0,-4-7-99 0 0,-1 1 0 0 0,0-1 0 0 0,1 26 0 0 0,-1-14-44 0 0,70 318 1833 0 0,-48-237-1649 0 0,21 210 0 0 0,-20-117-226 0 0,5 83 24 0 0,-15-105-69 0 0,1 54 8 0 0,-18-230-218 0 0,-1 100 303 0 0,26 209-1 0 0,16-159-228 0 0,-40-146-74 0 0,1 3-4 0 0,-1-15 0 0 0,-1 48-11 0 0,-24-66-86 0 0,15 8 49 0 0,0-1-1 0 0,-10-22 1 0 0,-15-23-109 0 0,-55-79-604 0 0,67 102 482 0 0,14 23 64 0 0,-1 1-1 0 0,0 0 1 0 0,-18-16-1 0 0,20 20-78 0 0,0 1 1 0 0,0-1-1 0 0,1 0 0 0 0,0 0 0 0 0,0-1 1 0 0,1 1-1 0 0,0-1 0 0 0,0-1 0 0 0,1 1 1 0 0,-5-12-1 0 0,9 3-1866 0 0,0 57 2169 0 0,6 48 0 0 0,-3-71 15 0 0,0 0 1 0 0,1 0 0 0 0,1-1 0 0 0,1 1 0 0 0,11 23 0 0 0,67 134 470 0 0,-68-148-307 0 0,0-1-1 0 0,40 44 1 0 0,-15-20 94 0 0,-36-43-175 0 0,1-1 1 0 0,0 0-1 0 0,0 0 0 0 0,0-1 1 0 0,0 1-1 0 0,1-1 0 0 0,0-1 1 0 0,0 1-1 0 0,0-1 0 0 0,0 0 1 0 0,10 2-1 0 0,-16-5-79 0 0,1 1 0 0 0,0-1 0 0 0,0 1 0 0 0,0-1 0 0 0,-1 0 0 0 0,1 0 0 0 0,0 0-1 0 0,0 0 1 0 0,0 0 0 0 0,-1 0 0 0 0,1 0 0 0 0,0-1 0 0 0,0 1 0 0 0,0 0 0 0 0,-1-1 0 0 0,1 0 0 0 0,0 1 0 0 0,-1-1 0 0 0,1 0 0 0 0,0 0-1 0 0,-1 0 1 0 0,1 0 0 0 0,-1 0 0 0 0,0 0 0 0 0,1-1 0 0 0,-1 1 0 0 0,0 0 0 0 0,1-1 0 0 0,-1 1 0 0 0,0-1 0 0 0,0 1 0 0 0,1-4-1 0 0,2-4 35 0 0,1 0-1 0 0,-2-1 0 0 0,0 0 0 0 0,4-16 1 0 0,-3 10 46 0 0,8-37 186 0 0,-2-1 0 0 0,3-59 1 0 0,10-57 428 0 0,-21 159-545 0 0,0-1-1 0 0,1 1 1 0 0,1 0-1 0 0,9-21 0 0 0,-8 28 453 0 0,-4 4-536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9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27 570 3208 0 0,'110'-7'674'0'0,"59"-4"-579"0"0,817 15 1137 0 0,-381-34 138 0 0,-541 25-1235 0 0,569-84 1784 0 0,-88 8-350 0 0,9 49-356 0 0,-294 22-796 0 0,223-22 199 0 0,-280 17-438 0 0,1030-25 548 0 0,-753 65-561 0 0,118 3-25 0 0,-21-63-27 0 0,-4-48-3 0 0,-475 68-94 0 0,66-12 11 0 0,127-18 26 0 0,-128 16-30 0 0,-99 16-4 0 0,1 2 0 0 0,96-3 0 0 0,-110 13-6 0 0,-30 0-6 0 0,0 0 0 0 0,0 2 0 0 0,0 0-1 0 0,0 1 1 0 0,39 10 0 0 0,-5-1 41 0 0,-46-11-29 0 0,-1 1-1 0 0,0 1 1 0 0,0-1 0 0 0,0 1-1 0 0,0 1 1 0 0,0 0 0 0 0,0 0 0 0 0,9 5-1 0 0,5 2 24 0 0,-17-8-34 0 0,-1-1 0 0 0,0 1-1 0 0,1 0 1 0 0,-1 0 0 0 0,0 1 0 0 0,7 5-1 0 0,-4-1 3 0 0,2 1-2 0 0,-1-1-6 0 0,-1 0 1 0 0,1 1 0 0 0,-1 0 0 0 0,-1 0 0 0 0,1 1-1 0 0,-1 0 1 0 0,-1 0 0 0 0,0 0 0 0 0,0 1 0 0 0,5 13-1 0 0,-3 2 12 0 0,-1-1-1 0 0,5 44 1 0 0,-6-36 5 0 0,34 314 295 0 0,-1-9-22 0 0,49 351-197 0 0,-86-679-94 0 0,167 1148-99 0 0,-114-817 60 0 0,-49-282 38 0 0,-3 1 0 0 0,-2-1 0 0 0,-2 0 0 0 0,-14 77 0 0 0,17-131 0 0 0,-16 15 5 0 0,8-10-1 0 0,4-6 1 0 0,0 0 0 0 0,-1-1 1 0 0,1 1-1 0 0,0-1 0 0 0,-1 0 0 0 0,0 0 1 0 0,1 0-1 0 0,-1-1 0 0 0,0 1 0 0 0,0-1 1 0 0,0 0-1 0 0,0 0 0 0 0,-8 1 0 0 0,-61 1 80 0 0,52-2-55 0 0,-213-16 222 0 0,38 1-31 0 0,-93 18-89 0 0,49 1-109 0 0,59-2-13 0 0,-75-1 3 0 0,-65 7-10 0 0,-31 0 3 0 0,-294-45 17 0 0,27-22 41 0 0,-153-12 16 0 0,404 39-34 0 0,-166-12 61 0 0,-263-62 181 0 0,-342-81 317 0 0,669 113-549 0 0,-2 31-61 0 0,386 39-6 0 0,-1 3 0 0 0,1 5 1 0 0,-132 23-1 0 0,20 7-5 0 0,96-19-10 0 0,1 5 0 0 0,-106 35-1 0 0,28 3-17 0 0,-127 50-80 0 0,231-83 90 0 0,24-15 220 0 0,51-10-165 0 0,-1-1-1 0 0,0 0 0 0 0,0 1 0 0 0,1-1 0 0 0,-1 0 0 0 0,0 0 0 0 0,0 0 0 0 0,0 0 0 0 0,0 0 0 0 0,1 0 0 0 0,-1 0 0 0 0,0 0 0 0 0,0 0 0 0 0,0 0 0 0 0,1 0 0 0 0,-1 0 0 0 0,0 0 0 0 0,0-1 1 0 0,0 1-1 0 0,1 0 0 0 0,-1-1 0 0 0,0 1 0 0 0,1-1 0 0 0,-1 1 0 0 0,0-1 0 0 0,1 1 0 0 0,-1-1 0 0 0,0 1 0 0 0,1-1 0 0 0,-1 1 0 0 0,1-1 0 0 0,-1 0 0 0 0,0-1 0 0 0,1-1 8 0 0,-1 1 0 0 0,1-1 0 0 0,0 0 0 0 0,0 0-1 0 0,0 0 1 0 0,0 0 0 0 0,0 0 0 0 0,1-3 0 0 0,1-12-38 0 0,-3-8 36 0 0,-9-43-1 0 0,0-4-21 0 0,4-9 0 0 0,-10-198-64 0 0,12 238 26 0 0,-1 1 1 0 0,-3-1-1 0 0,-22-72 1 0 0,0 0-57 0 0,-5-57-202 0 0,-24-339 0 0 0,55 443 227 0 0,1 20-28 0 0,4-84 0 0 0,9-209-177 0 0,-10 294 236 0 0,-15-237-126 0 0,15 280 159 0 0,-5-44-17 0 0,2-1 1 0 0,2 0 0 0 0,8-67 0 0 0,-6 106 11 0 0,2 1 1 0 0,-1 0 0 0 0,1 0 0 0 0,0 0 0 0 0,1 0 0 0 0,-1 0-1 0 0,6-7 1 0 0,1 1-9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1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0 247 96 0 0,'3'4'15'0'0,"2"3"49"0"0,7 10 130 0 0,1-4 3247 0 0,-12-11-3385 0 0,1 0 0 0 0,0 0 0 0 0,0 0 0 0 0,0 0 0 0 0,1 0 0 0 0,-1 0 0 0 0,0-1-1 0 0,1 1 1 0 0,-1-1 0 0 0,1 0 0 0 0,-1 1 0 0 0,1-1 0 0 0,0 0 0 0 0,5 1 0 0 0,12 2 90 0 0,1 0 1 0 0,0-2-1 0 0,1 0 0 0 0,-1-2 0 0 0,0 0 0 0 0,0-1 0 0 0,0-1 1 0 0,0-1-1 0 0,0-1 0 0 0,27-8 0 0 0,-3-4 258 0 0,0-1 0 0 0,67-37 0 0 0,-93 44-301 0 0,-2 2 30 0 0,0 0 0 0 0,-1-2 0 0 0,0 0 0 0 0,23-20 0 0 0,-31 23-72 0 0,24-25 266 0 0,-31 30-293 0 0,1 0-1 0 0,-1 0 0 0 0,0 0 0 0 0,0-1 0 0 0,0 1 0 0 0,0 0 0 0 0,0 0 1 0 0,0-1-1 0 0,0 1 0 0 0,-1 0 0 0 0,0-1 0 0 0,1 1 0 0 0,-1-1 0 0 0,0 1 1 0 0,0-4-1 0 0,-2 3-14 0 0,1 0 1 0 0,-1 0 0 0 0,-1 0 0 0 0,1 0-1 0 0,0 0 1 0 0,-1 0 0 0 0,1 1-1 0 0,-1-1 1 0 0,0 1 0 0 0,0 0 0 0 0,0 0-1 0 0,0 0 1 0 0,-6-3 0 0 0,-1 1-2 0 0,1 0 1 0 0,-1 1 0 0 0,0 0 0 0 0,0 1 0 0 0,0 0-1 0 0,-1 0 1 0 0,-11 0 0 0 0,-74 3 12 0 0,-33 16-35 0 0,94-11 3 0 0,25-4-3 0 0,-1 0 1 0 0,1 1 0 0 0,1 0 0 0 0,-1 1 0 0 0,0 0-1 0 0,1 1 1 0 0,-14 8 0 0 0,17-9 1 0 0,1 0-1 0 0,-1 0 1 0 0,1 0-1 0 0,1 1 1 0 0,-1-1-1 0 0,1 1 1 0 0,-1 0 0 0 0,1 1-1 0 0,1-1 1 0 0,-1 1-1 0 0,1 0 1 0 0,-5 12-1 0 0,-13 35-19 0 0,15-41 24 0 0,1 1-1 0 0,0 0 0 0 0,1 0 0 0 0,1 0 0 0 0,0 1 0 0 0,0-1 0 0 0,2 1 0 0 0,-1 19 0 0 0,3-13 63 0 0,1 0 0 0 0,1 0 0 0 0,1 0 1 0 0,11 31-1 0 0,-11-40 8 0 0,0 0 0 0 0,1 0 1 0 0,0 0-1 0 0,1-1 0 0 0,0 1 1 0 0,1-2-1 0 0,0 1 1 0 0,1-1-1 0 0,9 11 0 0 0,-12-18-42 0 0,-1 1 0 0 0,0 0 0 0 0,1-1 0 0 0,-1 0 0 0 0,1 0 0 0 0,-1-1 0 0 0,1 1 0 0 0,0-1 0 0 0,0 0 0 0 0,8 1 0 0 0,-1-1 4 0 0,0 0 1 0 0,0-1-1 0 0,17-1 0 0 0,35-15 27 0 0,-32 5-35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6016 0 0,'-1'1'4'0'0,"1"0"0"0"0,0 0 0 0 0,-1-1 1 0 0,1 1-1 0 0,-1 0 0 0 0,0 0 0 0 0,1-1 0 0 0,-1 1 1 0 0,0 0-1 0 0,1-1 0 0 0,-1 1 0 0 0,0-1 0 0 0,0 1 0 0 0,1-1 1 0 0,-1 1-1 0 0,0-1 0 0 0,0 0 0 0 0,0 1 0 0 0,-1-1 1 0 0,1 0 1 0 0,0 1-1 0 0,0-1 1 0 0,0 0 0 0 0,1 1 0 0 0,-1-1 0 0 0,0 0 0 0 0,0 1 0 0 0,1-1 0 0 0,-1 1 0 0 0,0-1-1 0 0,0 1 1 0 0,1-1 0 0 0,-1 1 0 0 0,1 0 0 0 0,-1-1 0 0 0,0 2 0 0 0,-2 3 53 0 0,0 0 0 0 0,1-1 0 0 0,0 1 0 0 0,0 0 0 0 0,0 0 0 0 0,-1 10 1 0 0,-1-1-11 0 0,0 0 0 0 0,0-1 0 0 0,-1 0 1 0 0,-8 15-1 0 0,-20 37-84 0 0,26-50 2 0 0,5-12 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2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658 10 1296 0 0,'-3'7'0'0'0,"0"-1"0"0"0,-2 3 0 0 0,-6 7 0 0 0,-9 14 1 0 0,9-9 3 0 0,2 1 0 0 0,-13 43-1 0 0,14-38 87 0 0,-20 44 0 0 0,19-54-16 0 0,7-12 1 0 0,0 1 0 0 0,-1-1 1 0 0,0 0-1 0 0,0 0 0 0 0,0 0 1 0 0,0 0-1 0 0,-1-1 1 0 0,-5 6-1 0 0,8-9-47 0 0,-1 0 0 0 0,1 0 0 0 0,0 0 0 0 0,0 0 0 0 0,1 1 0 0 0,-1-1-1 0 0,0 0 1 0 0,0 0 0 0 0,0 0 0 0 0,1 1 0 0 0,-1-1 0 0 0,0 2 0 0 0,-6 10 962 0 0,6-14-943 0 0,-1 1 0 0 0,1 0 0 0 0,-1-1 0 0 0,1 1 0 0 0,0-1 0 0 0,-1 1 0 0 0,1-1 0 0 0,0 1-1 0 0,0-1 1 0 0,-1 0 0 0 0,1 0 0 0 0,0 0 0 0 0,0 0 0 0 0,0 0 0 0 0,-1-1 0 0 0,-5-5 25 0 0,1 0-1 0 0,0-1 1 0 0,0 0 0 0 0,1 0-1 0 0,0 0 1 0 0,1 0 0 0 0,0-1-1 0 0,0 0 1 0 0,-4-15 0 0 0,-1-8 309 0 0,-7-49-1 0 0,12 67-207 0 0,1 0 0 0 0,-2 0-1 0 0,-11-24 1 0 0,4 10 163 0 0,8 21-195 0 0,1 1 0 0 0,-1-1 0 0 0,-1 1 0 0 0,-6-7 0 0 0,8 11-118 0 0,-1 0-1 0 0,0 0 1 0 0,0 1-1 0 0,0 0 0 0 0,0 0 1 0 0,0 0-1 0 0,-1 0 0 0 0,1 0 1 0 0,0 1-1 0 0,0 0 1 0 0,0 0-1 0 0,-1 0 0 0 0,1 1 1 0 0,0-1-1 0 0,0 1 1 0 0,0 0-1 0 0,-1 0 0 0 0,1 0 1 0 0,0 1-1 0 0,-6 3 0 0 0,1-1 28 0 0,0 0 0 0 0,1 1 0 0 0,0 0-1 0 0,0 0 1 0 0,0 1 0 0 0,0 0-1 0 0,1 0 1 0 0,-10 12 0 0 0,-2 7 240 0 0,1 0 0 0 0,1 1 0 0 0,2 1 0 0 0,1 0 0 0 0,1 1 0 0 0,1 1 0 0 0,-13 46 0 0 0,23-67-226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0 6632 0 0,'-4'2'97'0'0,"-5"5"46"0"0,6-4-95 0 0,1 1 1 0 0,0 0-1 0 0,0 0 0 0 0,0 0 1 0 0,1 0-1 0 0,-2 6 1 0 0,-5 15 52 0 0,-14 35 11 0 0,-52 103 0 0 0,51-116 54 0 0,18-36-72 0 0,1 0 0 0 0,-2-1 0 0 0,1 1 0 0 0,-1-1 1 0 0,-1 0-1 0 0,0-1 0 0 0,0 0 0 0 0,-12 12 0 0 0,1 3 261 0 0,17-22-283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3 339 5624 0 0,'-3'1'-10'0'0,"3"0"49"0"0,2 1 52 0 0,2 1 62 0 0,-2-3-124 0 0,5 1-77 0 0,1 1-1 0 0,-1-1 1 0 0,0 1-1 0 0,0 1 1 0 0,0-1-1 0 0,11 6 1 0 0,-2-1-22 0 0,5 2-85 0 0,0-2-1 0 0,0-1 0 0 0,1-1 1 0 0,29 4-1 0 0,-39-8 139 0 0,-1 0 0 0 0,1-1 0 0 0,-1-1 0 0 0,1 0-1 0 0,-1 0 1 0 0,1-1 0 0 0,-1-1 0 0 0,0 0 0 0 0,21-8 0 0 0,-25 8 34 0 0,-1-1 0 0 0,0 0-1 0 0,-1 0 1 0 0,1 0 0 0 0,-1-1 0 0 0,0 0 0 0 0,0 0-1 0 0,0 0 1 0 0,-1-1 0 0 0,0 1 0 0 0,7-13 0 0 0,-6 9 93 0 0,0 1 1 0 0,-1-1 0 0 0,-1-1-1 0 0,1 1 1 0 0,-1-1-1 0 0,-1 1 1 0 0,3-20-1 0 0,-5 11 221 0 0,0-1 0 0 0,-4-20 0 0 0,1 8 38 0 0,2 26-306 0 0,0-1 1 0 0,0 0 0 0 0,-1 1 0 0 0,0-1-1 0 0,0 1 1 0 0,0 0 0 0 0,0-1-1 0 0,-1 1 1 0 0,0 0 0 0 0,0 0-1 0 0,-1 1 1 0 0,1-1 0 0 0,-1 1-1 0 0,0 0 1 0 0,0 0 0 0 0,0 0-1 0 0,-1 0 1 0 0,0 1 0 0 0,-8-6-1 0 0,8 6-23 0 0,0 1-1 0 0,0-1 1 0 0,1 1-1 0 0,-2 0 1 0 0,1 0-1 0 0,0 1 1 0 0,0-1-1 0 0,0 1 1 0 0,-1 0-1 0 0,1 1 1 0 0,-1-1-1 0 0,1 1 1 0 0,0 0-1 0 0,-1 1 1 0 0,1-1-1 0 0,-1 1 1 0 0,1 0-1 0 0,0 0 0 0 0,-1 1 1 0 0,-8 3-1 0 0,4 1 8 0 0,1 1 0 0 0,0-1-1 0 0,1 1 1 0 0,0 1-1 0 0,0-1 1 0 0,0 2-1 0 0,1-1 1 0 0,0 1 0 0 0,1 0-1 0 0,0 0 1 0 0,0 1-1 0 0,1-1 1 0 0,-8 21-1 0 0,4-5 52 0 0,1 0-1 0 0,1 0 0 0 0,1 1 0 0 0,-4 48 0 0 0,8-50-25 0 0,0 0 0 0 0,2 0 0 0 0,1 0 0 0 0,1 0 0 0 0,1 0 0 0 0,1 0 0 0 0,1 0 0 0 0,1-1 0 0 0,1 0 0 0 0,1 0 0 0 0,14 26 0 0 0,-3-14 48 0 0,-6-11 35 0 0,1-1 0 0 0,22 31 0 0 0,-29-47-118 0 0,-1 0 0 0 0,1 0 0 0 0,0 0 0 0 0,0-1 0 0 0,1 0 0 0 0,0-1 0 0 0,0 0 1 0 0,0 0-1 0 0,1 0 0 0 0,13 4 0 0 0,2-1 26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943 32 8032 0 0,'-4'-8'349'0'0,"0"-1"-132"0"0,-3-2-180 0 0,-6 8-358 0 0,1 7-96 0 0,4 1 292 0 0,0 1 0 0 0,0 0 0 0 0,1 0 0 0 0,0 0 0 0 0,0 1-1 0 0,1 0 1 0 0,0 1 0 0 0,0-1 0 0 0,1 1 0 0 0,0 0 0 0 0,0 1 0 0 0,-6 13 0 0 0,-5 18-320 0 0,-18 63 1 0 0,22-63 358 0 0,-2 3 127 0 0,-2-1 1 0 0,-2-1 0 0 0,-2 0-1 0 0,-1-1 1 0 0,-35 48-1 0 0,55-86 35 0 0,0-1-1 0 0,0 0 1 0 0,0 1-1 0 0,0-1 1 0 0,0 0 0 0 0,0 0-1 0 0,0 0 1 0 0,-1 0-1 0 0,1 0 1 0 0,0 0-1 0 0,-1 0 1 0 0,1 0-1 0 0,0 0 1 0 0,-1-1 0 0 0,1 1-1 0 0,-1-1 1 0 0,1 1-1 0 0,-1-1 1 0 0,0 0-1 0 0,1 1 1 0 0,-1-1-1 0 0,1 0 1 0 0,-4 0 0 0 0,2-1-7 0 0,0 1 1 0 0,0-1 0 0 0,0 0 0 0 0,0 0 0 0 0,0-1 0 0 0,0 1-1 0 0,1 0 1 0 0,-1-1 0 0 0,0 0 0 0 0,1 0 0 0 0,-4-3 0 0 0,-4-4 105 0 0,1-1 0 0 0,0 0 0 0 0,1 0 0 0 0,-13-20 0 0 0,-4-16 514 0 0,-24-60 1 0 0,10 17-283 0 0,34 80-352 0 0,0 0-1 0 0,0 1 0 0 0,0-1 0 0 0,-1 1 1 0 0,-1 0-1 0 0,1 1 0 0 0,-1-1 0 0 0,-1 1 1 0 0,1 1-1 0 0,-1-1 0 0 0,0 1 0 0 0,-13-6 1 0 0,16 10-39 0 0,1 1-1 0 0,-1 0 1 0 0,0 1 0 0 0,1-1 0 0 0,-1 1 0 0 0,0 0 0 0 0,0 0 0 0 0,1 0 0 0 0,-1 1-1 0 0,0 0 1 0 0,0 0 0 0 0,1 0 0 0 0,-1 0 0 0 0,1 1 0 0 0,-1-1 0 0 0,1 1 0 0 0,0 0 0 0 0,0 1-1 0 0,0-1 1 0 0,0 1 0 0 0,0 0 0 0 0,0 0 0 0 0,1 0 0 0 0,-5 4 0 0 0,-5 7 29 0 0,0 1-1 0 0,1 0 1 0 0,0 0 0 0 0,-13 25 0 0 0,8-7 60 0 0,1 0 0 0 0,-15 51 0 0 0,27-74-75 0 0,2-3 1 0 0,0 1 1 0 0,0-1-1 0 0,1 1 0 0 0,0-1 0 0 0,0 11 0 0 0,1-7-4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5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1 2704 0 0,'-1'22'620'0'0,"-4"16"266"0"0,-1-13-31 0 0,-13 40 0 0 0,-40 77 784 0 0,48-120-1390 0 0,0 0-1 0 0,-2-1 0 0 0,-1 0 1 0 0,-19 22-1 0 0,29-39-143 0 0,1 0 1 0 0,-1 0-1 0 0,0-1 0 0 0,-1 1 1 0 0,1-1-1 0 0,0 0 0 0 0,-1 0 1 0 0,0 0-1 0 0,0-1 0 0 0,0 1 1 0 0,0-1-1 0 0,0 0 0 0 0,0-1 1 0 0,-8 2-1 0 0,13-2-93 0 0,-1-1 0 0 0,0 0 0 0 0,1 0 0 0 0,-1 0 0 0 0,1 0 0 0 0,-1 0 0 0 0,0 0 0 0 0,1 0 0 0 0,-1 0 0 0 0,0 0 0 0 0,1 0 0 0 0,-1 0 0 0 0,1 0-1 0 0,-1 0 1 0 0,0-1 0 0 0,1 1 0 0 0,-1 0 0 0 0,1 0 0 0 0,-1-1 0 0 0,1 1 0 0 0,-1 0 0 0 0,1-1 0 0 0,-1 1 0 0 0,1 0 0 0 0,-1-1 0 0 0,1 1 0 0 0,-1-1 0 0 0,1 1 0 0 0,-1-1 0 0 0,1 1 0 0 0,0-1 0 0 0,-1 1 0 0 0,1-1 0 0 0,0 1 0 0 0,0-1 0 0 0,-1 0 0 0 0,1 1 0 0 0,0-1 0 0 0,0 1 0 0 0,0-1-1 0 0,0 0 1 0 0,0 1 0 0 0,0-1 0 0 0,0 1 0 0 0,0-1 0 0 0,0 0 0 0 0,0 1 0 0 0,0-1 0 0 0,0 0 0 0 0,0 1 0 0 0,0-1 0 0 0,1 1 0 0 0,-1-1 0 0 0,0 0 0 0 0,0 1 0 0 0,1-1 0 0 0,-1 1 0 0 0,1-1 0 0 0,-1 1 0 0 0,0-1 0 0 0,1 1 0 0 0,0-1 0 0 0,26-31 54 0 0,-20 26-58 0 0,0 1-1 0 0,1-1 1 0 0,0 1 0 0 0,0 0 0 0 0,0 1-1 0 0,1 0 1 0 0,-1 0 0 0 0,1 1-1 0 0,0 0 1 0 0,0 0 0 0 0,0 1 0 0 0,1 0-1 0 0,-1 1 1 0 0,0 0 0 0 0,1 1-1 0 0,-1 0 1 0 0,0 0 0 0 0,1 1 0 0 0,-1 0-1 0 0,0 0 1 0 0,1 1 0 0 0,-1 1-1 0 0,0-1 1 0 0,0 2 0 0 0,-1-1 0 0 0,1 1-1 0 0,10 7 1 0 0,-4-3 5 0 0,-1 2 0 0 0,25 21 0 0 0,-33-26-2 0 0,-1 1-1 0 0,0 0 0 0 0,-1 0 1 0 0,0 0-1 0 0,0 1 1 0 0,0-1-1 0 0,0 1 1 0 0,-1 0-1 0 0,3 8 1 0 0,-2-2 32 0 0,0 0 1 0 0,-1 0-1 0 0,0 1 1 0 0,-1-1-1 0 0,1 23 1 0 0,-3-29-23 0 0,0 0 1 0 0,-1 0 0 0 0,0 0 0 0 0,0 0 0 0 0,-1-1-1 0 0,0 1 1 0 0,0 0 0 0 0,0-1 0 0 0,-1 1 0 0 0,0-1-1 0 0,0 0 1 0 0,-8 12 0 0 0,-3-1 22 0 0,-1-1 0 0 0,-1 0 1 0 0,0-1-1 0 0,-1-1 0 0 0,0 0 0 0 0,-1-1 1 0 0,-1-1-1 0 0,0-1 0 0 0,-1-1 0 0 0,0 0 1 0 0,0-2-1 0 0,-1 0 0 0 0,0-1 0 0 0,0-1 1 0 0,-1-1-1 0 0,0-1 0 0 0,0-1 0 0 0,0-1 1 0 0,0-1-1 0 0,0-1 0 0 0,-24-3 0 0 0,26 0-27 0 0,1-2 0 0 0,0 0 0 0 0,1-1 0 0 0,-1-1 0 0 0,1-1-1 0 0,0 0 1 0 0,1-1 0 0 0,0-1 0 0 0,1-1 0 0 0,-23-19 0 0 0,15 12-17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6328 0 0,'0'0'168'0'0,"6"-6"-167"0"0,-2 0-8 0 0,36-35-51 0 0,-19 23 33 0 0,1 1 1 0 0,1 1 0 0 0,35-19-1 0 0,-21 15-1 0 0,15-8 13 0 0,-48 26 14 0 0,0 1-1 0 0,-1 0 1 0 0,1 0-1 0 0,0 0 1 0 0,0 0 0 0 0,0 0-1 0 0,0 1 1 0 0,0 0 0 0 0,0 0-1 0 0,0 0 1 0 0,7 1-1 0 0,2 2 5 0 0,-2-1 52 0 0,0 0 1 0 0,0 1 0 0 0,0 0-1 0 0,0 1 1 0 0,-1 0-1 0 0,12 7 1 0 0,-19-9-17 0 0,0 0-1 0 0,0 1 1 0 0,0-1 0 0 0,-1 1 0 0 0,1-1-1 0 0,-1 1 1 0 0,0 0 0 0 0,0 0-1 0 0,0 0 1 0 0,0 0 0 0 0,0 1 0 0 0,-1-1-1 0 0,1 0 1 0 0,-1 1 0 0 0,0-1-1 0 0,0 1 1 0 0,0-1 0 0 0,0 1 0 0 0,-1-1-1 0 0,0 1 1 0 0,1 0 0 0 0,-1-1-1 0 0,-1 1 1 0 0,1 4 0 0 0,-2 10 108 0 0,-1 0 0 0 0,-1 0 0 0 0,0 1 0 0 0,-1-2 0 0 0,-1 1 0 0 0,-1-1 0 0 0,-1 0 0 0 0,-14 26 0 0 0,-6 0 345 0 0,-61 73-1 0 0,81-105-402 0 0,-1-1 1 0 0,0-1 0 0 0,-1 0-1 0 0,0 0 1 0 0,0-1-1 0 0,-1 0 1 0 0,0 0 0 0 0,-1-2-1 0 0,0 1 1 0 0,-21 7 0 0 0,31-13-82 0 0,0 0 1 0 0,0 0 0 0 0,0-1 0 0 0,0 1 0 0 0,0-1-1 0 0,0 0 1 0 0,0 1 0 0 0,0-1 0 0 0,0 0-1 0 0,0 0 1 0 0,0-1 0 0 0,0 1 0 0 0,0 0-1 0 0,0-1 1 0 0,0 1 0 0 0,0-1 0 0 0,0 1 0 0 0,0-1-1 0 0,0 0 1 0 0,-2-1 0 0 0,2 1-6 0 0,1-1 0 0 0,0 1 0 0 0,-1-1 0 0 0,1 0 0 0 0,0 1 1 0 0,0-1-1 0 0,0 0 0 0 0,0 0 0 0 0,0 0 0 0 0,0 1 0 0 0,1-1 0 0 0,-1 0 0 0 0,1 0 1 0 0,-1 0-1 0 0,1 0 0 0 0,-1-4 0 0 0,1-4-3 0 0,0 0 1 0 0,1 0-1 0 0,0 0 0 0 0,1 0 0 0 0,0 0 1 0 0,6-17-1 0 0,-4 15-30 0 0,2 0 0 0 0,0 1 0 0 0,0-1 1 0 0,1 1-1 0 0,1 1 0 0 0,-1-1 0 0 0,2 1 0 0 0,-1 1 0 0 0,2-1 0 0 0,-1 2 0 0 0,1-1 1 0 0,0 1-1 0 0,1 1 0 0 0,0 0 0 0 0,0 0 0 0 0,1 1 0 0 0,-1 1 0 0 0,1 0 0 0 0,1 0 1 0 0,19-4-1 0 0,-30 8 9 0 0,0 1 0 0 0,0-1 1 0 0,1 1-1 0 0,-1 0 0 0 0,0-1 0 0 0,0 1 1 0 0,1 0-1 0 0,-1 0 0 0 0,0 1 1 0 0,0-1-1 0 0,1 0 0 0 0,-1 1 0 0 0,0-1 1 0 0,0 1-1 0 0,1 0 0 0 0,-1 0 1 0 0,0 0-1 0 0,0 0 0 0 0,0 0 0 0 0,2 2 1 0 0,-1-1 4 0 0,0 1 0 0 0,0 0 1 0 0,-1 0-1 0 0,1 0 0 0 0,-1 1 0 0 0,0-1 1 0 0,0 1-1 0 0,0-1 0 0 0,0 1 0 0 0,2 6 1 0 0,0 3 6 0 0,-1-1 0 0 0,0 1 1 0 0,-1 0-1 0 0,0 1 0 0 0,0 25 1 0 0,-4-14 16 0 0,0 1 0 0 0,-2-1 0 0 0,-1 0 0 0 0,0-1 0 0 0,-2 1 0 0 0,-15 34 0 0 0,14-41 49 0 0,0-1 0 0 0,-1 0 1 0 0,-1-1-1 0 0,0 0 1 0 0,-1 0-1 0 0,-1-1 0 0 0,-1-1 1 0 0,0 0-1 0 0,-19 16 1 0 0,-36 21 133 0 0,53-39-162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6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751 1 5016 0 0,'0'1'21'0'0,"-1"1"0"0"0,1 0-1 0 0,0 0 1 0 0,-1-1 0 0 0,1 1 0 0 0,0 0 0 0 0,-1-1 0 0 0,0 1-1 0 0,1-1 1 0 0,-1 1 0 0 0,-1 1 0 0 0,-9 27 331 0 0,-66 367 684 0 0,61-352-913 0 0,12-37 61 0 0,1-1 0 0 0,1 1 0 0 0,-1-1-1 0 0,1 1 1 0 0,0 0 0 0 0,-1 13 0 0 0,3-21-154 0 0,0 0 1 0 0,0 1-1 0 0,0-1 0 0 0,0 1 1 0 0,0-1-1 0 0,0 0 0 0 0,0 1 1 0 0,0-1-1 0 0,0 0 1 0 0,0 1-1 0 0,0-1 0 0 0,0 1 1 0 0,0-1-1 0 0,-1 0 1 0 0,1 1-1 0 0,0-1 0 0 0,0 0 1 0 0,0 1-1 0 0,-1-1 0 0 0,1 0 1 0 0,0 0-1 0 0,-1 1 1 0 0,1-1-1 0 0,0 0 0 0 0,0 0 1 0 0,-1 1-1 0 0,1-1 1 0 0,0 0-1 0 0,-1 0 0 0 0,1 0 1 0 0,-1 1-1 0 0,1-1 0 0 0,0 0 1 0 0,-1 0-1 0 0,1 0 1 0 0,0 0-1 0 0,-1 0 0 0 0,1 0 1 0 0,-1 0-1 0 0,1 0 1 0 0,0 0-1 0 0,-1 0 0 0 0,1 0 1 0 0,-1 0-1 0 0,1 0 0 0 0,0 0 1 0 0,-1-1-1 0 0,1 1 1 0 0,0 0-1 0 0,-1 0 0 0 0,1 0 1 0 0,0 0-1 0 0,-1-1 1 0 0,1 1-1 0 0,0 0 0 0 0,-1-1 1 0 0,-17-11 562 0 0,8 0-439 0 0,0-1 0 0 0,0-1 0 0 0,1 0 0 0 0,-13-28-1 0 0,-20-63 223 0 0,36 87-331 0 0,5 11-27 0 0,-1-1 1 0 0,-1 1-1 0 0,1 0 1 0 0,-1 0-1 0 0,-1 0 1 0 0,1 0-1 0 0,-1 1 1 0 0,0-1-1 0 0,-1 1 0 0 0,1 0 1 0 0,-1 0-1 0 0,-1 1 1 0 0,1-1-1 0 0,-12-8 1 0 0,13 12-16 0 0,0-1 1 0 0,1 1 0 0 0,-1 0 0 0 0,0 1 0 0 0,0-1 0 0 0,0 1 0 0 0,0-1-1 0 0,0 1 1 0 0,0 0 0 0 0,0 1 0 0 0,-1-1 0 0 0,1 1 0 0 0,0 0 0 0 0,-6 0-1 0 0,3 1 1 0 0,0 0-1 0 0,1 1 0 0 0,-1 0 0 0 0,1 0 0 0 0,0 0 0 0 0,-1 1 1 0 0,1 0-1 0 0,0 0 0 0 0,-5 4 0 0 0,0 1 4 0 0,1 0 0 0 0,1 1 1 0 0,0 0-1 0 0,0 0 0 0 0,-8 13 0 0 0,-24 24 38 0 0,3-13 13 0 0,26-25-8 0 0,1 2 1 0 0,0-1-1 0 0,0 1 0 0 0,1 1 0 0 0,1 0 1 0 0,0 0-1 0 0,0 1 0 0 0,-11 20 1 0 0,19-27-29 0 0,-1-1-1 0 0,-1-1 1 0 0,1 1 0 0 0,0 0 0 0 0,-1 0 0 0 0,-4 4 0 0 0,-3 1 25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 6728 0 0,'-1'-1'60'0'0,"-4"2"187"0"0,3 0-207 0 0,1-1 0 0 0,-1 1 1 0 0,0 0-1 0 0,1 0 1 0 0,-1 0-1 0 0,1 0 0 0 0,-1 0 1 0 0,1 0-1 0 0,0 0 0 0 0,-1 0 1 0 0,1 1-1 0 0,0-1 0 0 0,-1 2 1 0 0,-24 38-637 0 0,25-40 570 0 0,1 0 0 0 0,0 0 1 0 0,-1 1-1 0 0,1-1 0 0 0,-1 0 1 0 0,0 0-1 0 0,1 0 0 0 0,-1 0 1 0 0,0 0-1 0 0,0 0 0 0 0,1 0 1 0 0,-1 0-1 0 0,0 0 0 0 0,0 0 1 0 0,0-1-1 0 0,0 1 0 0 0,0 0 1 0 0,-2 0-1 0 0,2 0-4 0 0,0-1 1 0 0,0 1-1 0 0,0 0 1 0 0,-1 0-1 0 0,1 0 1 0 0,0 0-1 0 0,0 0 0 0 0,0 0 1 0 0,0 0-1 0 0,1 0 1 0 0,-1 0-1 0 0,0 0 1 0 0,0 1-1 0 0,1-1 0 0 0,-1 0 1 0 0,1 0-1 0 0,-2 3 1 0 0,-81 219-1415 0 0,26-62 1505 0 0,-5 25 542 0 0,38-109 582 0 0,-42 95 0 0 0,38-110-346 0 0,-53 101 2098 0 0,79-160-2839 0 0,-1 0-1 0 0,0-1 0 0 0,0 1 0 0 0,0-1 1 0 0,0 0-1 0 0,-1 1 0 0 0,1-2 0 0 0,0 1 1 0 0,-1 0-1 0 0,0-1 0 0 0,1 1 0 0 0,-1-1 1 0 0,0 0-1 0 0,0 0 0 0 0,1-1 0 0 0,-1 1 1 0 0,-7-1-1 0 0,10 0-62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8T08:00:29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39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462 153 96 0 0,'-2'-2'0'0'0,"0"4"0"0"0,2-1 0 0 0,2-1 0 0 0,0 0 0 0 0,0 0 0 0 0,1-1 0 0 0,1 0 0 0 0,3-1 0 0 0,6 1 1 0 0,145-13 554 0 0,-98 11-294 0 0,31-4 179 0 0,-22 1 256 0 0,91 3-1 0 0,-57 7 129 0 0,55 4 104 0 0,-99-2-621 0 0,19 3 174 0 0,-1-4 0 0 0,107-5 0 0 0,-36-10-97 0 0,129-14 219 0 0,153-15 315 0 0,-232 25-543 0 0,56 8 17 0 0,-128 6-166 0 0,-89 1-113 0 0,69 11-1 0 0,-72-6-58 0 0,1-2-1 0 0,51-1 0 0 0,-29-2 72 0 0,88 11 1 0 0,-29-1 36 0 0,-21-6-82 0 0,69 6 40 0 0,-76-6-22 0 0,99-5-1 0 0,-66-2-73 0 0,134 5 159 0 0,-186-3 41 0 0,81-11 1 0 0,-46 2-64 0 0,261-29 325 0 0,-138 1-430 0 0,-161 20-32 0 0,-14 10 15 0 0,-32 4 94 0 0,39-2 0 0 0,-50 7-90 0 0,-1 0 1 0 0,1 0-1 0 0,-1 1 1 0 0,0 0-1 0 0,0 0 1 0 0,0 1-1 0 0,0 0 1 0 0,-1 0-1 0 0,14 11 1 0 0,-19-14-32 0 0,1 2 1 0 0,0 0 0 0 0,1 0 0 0 0,-2 1 0 0 0,1-1 0 0 0,0 0 0 0 0,-1 1 0 0 0,1 0 0 0 0,-1 0 0 0 0,0 0 1 0 0,0 0-1 0 0,2 7 0 0 0,11 47 91 0 0,-14-55-100 0 0,45 183 251 0 0,-42-163-224 0 0,-1-1-1 0 0,1 33 1 0 0,0 4 23 0 0,3 90 71 0 0,-4-52-60 0 0,-3-5-1 0 0,-4 1 0 0 0,-20 123 0 0 0,2-38 24 0 0,9-33-4 0 0,-71 514 448 0 0,33-276-296 0 0,33 4-111 0 0,24-157-30 0 0,1-45 35 0 0,12 267 309 0 0,-16-355-373 0 0,-4-1 0 0 0,-18 128 0 0 0,6-85-33 0 0,-48 381-3 0 0,11-126-18 0 0,35-247 0 0 0,-32 541 14 0 0,48-470-16 0 0,2-74-3 0 0,-1-97-4 0 0,8 46 0 0 0,-5-54-1 0 0,7 66 0 0 0,44 452 107 0 0,-53-517-93 0 0,24 209 122 0 0,-23-215 201 0 0,-1 0-1 0 0,-2 47 1 0 0,-1-50 898 0 0,0-31-1046 0 0,0 0-175 0 0,-267-13 3 0 0,-242-27 94 0 0,12-1-260 0 0,167 10-66 0 0,-353-42 228 0 0,-243-21 405 0 0,393 43-250 0 0,-20 33-99 0 0,-151 65 90 0 0,516-19-117 0 0,66-8-24 0 0,57-12-26 0 0,23-4-8 0 0,1 2-1 0 0,-1 1 0 0 0,1 2 0 0 0,-74 28 0 0 0,76-18-191 0 0,26-17 3 0 0,9-2 77 0 0,10-2-129 0 0,0-1 254 0 0,0 1 0 0 0,0-1 0 0 0,-1 0 1 0 0,1-1-1 0 0,-1 1 0 0 0,1-1 0 0 0,-1 0 0 0 0,0 0 1 0 0,0-1-1 0 0,-1 0 0 0 0,0 1 0 0 0,1-1 0 0 0,-2-1 1 0 0,1 1-1 0 0,0-1 0 0 0,-1 1 0 0 0,0-1 0 0 0,-1 0 1 0 0,1 0-1 0 0,-1 0 0 0 0,0-1 0 0 0,1-7 0 0 0,2-15-5 0 0,-1 0 0 0 0,-1 0 0 0 0,-3-52 0 0 0,0 47-2 0 0,-39-538-79 0 0,29 484 69 0 0,-2-9-9 0 0,2-181 0 0 0,11 190 0 0 0,-13-99 0 0 0,-1-15-16 0 0,30-138-9 0 0,-7 205 41 0 0,31-482 27 0 0,-19-174 338 0 0,-14 564-197 0 0,-3 80-81 0 0,6-10 37 0 0,32-162 0 0 0,-9 93-46 0 0,-21 132-48 0 0,-5-1 0 0 0,-4-156-1 0 0,-60-343 296 0 0,33 229-199 0 0,24 276-119 0 0,4 0 1 0 0,19-99-1 0 0,-6-4-92 0 0,-12 106 45 0 0,-1 49-2 0 0,2 0 0 0 0,2 1 0 0 0,1 0 0 0 0,1 0 0 0 0,22-43 0 0 0,-32 76 46 0 0,101-203-763 0 0,-80 156 194 0 0,-21 48 512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2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0 96 0 0,'0'0'816'0'0,"3"20"7624"0"0,-19 7-7839 0 0,-21 27 0 0 0,16-25-378 0 0,10-16-119 0 0,-1 0 1 0 0,0-2-1 0 0,-1 1 0 0 0,-16 9 1 0 0,25-17-76 0 0,2-2 22 0 0,-1 0 1 0 0,1 1-1 0 0,0-1 0 0 0,0 1 1 0 0,0 0-1 0 0,0 0 1 0 0,-1 3-1 0 0,-7 9 186 0 0,-6 3 2 0 0,7-9-9 0 0,1 0 0 0 0,0 0-1 0 0,-11 18 1 0 0,18-25-199 0 0,1-1 148 0 0,22-9 133 0 0,52 5-416 0 0,-70 4 92 0 0,-1 0 1 0 0,1 0 0 0 0,-1 1 0 0 0,0-1 0 0 0,1 1 0 0 0,-1 0 0 0 0,0 0 0 0 0,0 0-1 0 0,-1 1 1 0 0,4 2 0 0 0,6 4-10 0 0,96 71-154 0 0,-106-76 146 0 0,1 0 0 0 0,0 0 0 0 0,-1 1 0 0 0,1-1 0 0 0,-1 1 0 0 0,-1-1 0 0 0,1 1 0 0 0,-1 0 0 0 0,1 0 0 0 0,0 8 0 0 0,-3-6 22 0 0,0 0 0 0 0,0 0-1 0 0,-1 0 1 0 0,0 0 0 0 0,0 0 0 0 0,-1-1-1 0 0,0 1 1 0 0,0-1 0 0 0,0 0-1 0 0,-1 0 1 0 0,0 0 0 0 0,0 0-1 0 0,-1-1 1 0 0,1 1 0 0 0,-1-1 0 0 0,-8 6-1 0 0,6-6 3 0 0,-6 4-1 0 0,-1 0 0 0 0,1-1 0 0 0,-2 0 0 0 0,1-2-1 0 0,-1 0 1 0 0,-23 7 0 0 0,-35-4-41 0 0,36-6 14 0 0,24-3 24 0 0,1-1 0 0 0,-1 0 0 0 0,1-1 0 0 0,-1-1-1 0 0,1 0 1 0 0,0 0 0 0 0,0-1 0 0 0,-12-6 0 0 0,-12-3-35 0 0,7 5 12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3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 0 0,'1'7'27'0'0,"-1"6"97"0"0,1 1 73 0 0,1 9 164 0 0,-1 5 87 0 0,0-14-318 0 0,5 28 63 0 0,-3 13-24 0 0,-3-51-150 0 0,1 0 0 0 0,-1 0-1 0 0,-1 0 1 0 0,1 0 0 0 0,0 0-1 0 0,-1 0 1 0 0,0 0-1 0 0,0 0 1 0 0,0 0 0 0 0,-3 6-1 0 0,3-7-8 0 0,0 0 38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4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96 0 0,'2'0'12'0'0,"6"-2"41"0"0,23-5 99 0 0,112-48 432 0 0,-132 52-519 0 0,0 1 1 0 0,-1 0-1 0 0,19-1 0 0 0,-18 2-28 0 0,15-2 114 0 0,-4 4 0 0 0,3-1 48 0 0,1 2-1 0 0,-1 0 1 0 0,0 2-1 0 0,44 12 1 0 0,-26-3 403 0 0,82 37 1 0 0,-120-48-545 0 0,0 1 0 0 0,0 0 0 0 0,0 0 0 0 0,-1 0 0 0 0,0 1 0 0 0,0-1 0 0 0,0 1 0 0 0,0 0 0 0 0,0 0 0 0 0,-1 1 0 0 0,6 7 0 0 0,-8-7-23 0 0,0 0 1 0 0,-1 0 0 0 0,1 0 0 0 0,-1 0-1 0 0,0 0 1 0 0,0 0 0 0 0,-1 0 0 0 0,1 0-1 0 0,-1-1 1 0 0,-2 6 0 0 0,0 2 0 0 0,-1-1 0 0 0,0 0 1 0 0,-1-1-1 0 0,0 1 0 0 0,-1-1 0 0 0,0 0 0 0 0,-1 0 1 0 0,-13 16-1 0 0,5-11 22 0 0,0-1 0 0 0,-1 0 0 0 0,0-1 0 0 0,-20 11 0 0 0,22-14-10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4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2704 0 0,'-1'1'55'0'0,"-2"5"22"0"0,-4 16 168 0 0,6-16-126 0 0,-9 16 297 0 0,0 0 1 0 0,-22 35-1 0 0,13-24 120 0 0,18-31-466 0 0,-1 1-1 0 0,0-1 1 0 0,1 1 0 0 0,-1-1-1 0 0,0 0 1 0 0,0 0 0 0 0,-1 0-1 0 0,1 0 1 0 0,-3 2 0 0 0,2-2 8 0 0,1 0 74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5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96 0 0,'-3'3'43'0'0,"2"4"148"0"0,4 8 508 0 0,-1-11-553 0 0,0 3 901 0 0,-1-1 1 0 0,1 1 0 0 0,-1-1 0 0 0,0 1-1 0 0,-1 10 1 0 0,-1-8-809 0 0,0-1 1 0 0,-1 0-1 0 0,0 0 0 0 0,0 0 0 0 0,-1 0 1 0 0,0 0-1 0 0,-1-1 0 0 0,0 1 0 0 0,-8 12 1 0 0,-1 3 66 0 0,-6 13 365 0 0,-23 63 0 0 0,15-35-159 0 0,26-61-454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46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96 0 0,'-1'7'229'0'0,"-3"3"685"0"0,-2 16 927 0 0,8-5-1737 0 0,-2-7-47 0 0,-1 1 0 0 0,0 0 0 0 0,-1-1 0 0 0,0 1 0 0 0,-7 20 1 0 0,8-32-1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1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0 398 96 0 0,'1'-2'0'0'0,"6"5"0"0"0,8 6 0 0 0,2-1 0 0 0,-2-9 0 0 0,172-24 339 0 0,-26 5-31 0 0,33 3 209 0 0,-55 8-156 0 0,235-29 650 0 0,280-34 350 0 0,-218-26-722 0 0,-215 31-400 0 0,-19 5 66 0 0,-198 60-259 0 0,0 1 1 0 0,-1 0-1 0 0,1 1 0 0 0,0-1 1 0 0,0 0-1 0 0,-1 1 0 0 0,1 0 1 0 0,5 0-1 0 0,-7 10-37 0 0,0 0 0 0 0,-1-1 1 0 0,0 1-1 0 0,-1 0 0 0 0,0 0 0 0 0,-2 17 0 0 0,0 6 7 0 0,13 299 78 0 0,-4-174-55 0 0,-6-133-31 0 0,1 52 121 0 0,22 131 0 0 0,-20-184 301 0 0,-1 1 1 0 0,0 35 0 0 0,-4-59-425 0 0,1-1 1 0 0,0 1-1 0 0,-1-1 1 0 0,1 1-1 0 0,-1-1 1 0 0,1 0-1 0 0,-1 1 1 0 0,1-1-1 0 0,-1 0 1 0 0,1 1-1 0 0,-1-1 1 0 0,1 0-1 0 0,-1 0 0 0 0,1 1 1 0 0,-1-1-1 0 0,1 0 1 0 0,-1 0-1 0 0,0 0 1 0 0,1 0-1 0 0,-1 0 1 0 0,1 0-1 0 0,-1 0 1 0 0,0 0-1 0 0,1 0 1 0 0,-1 0-1 0 0,1 0 1 0 0,-2 0-1 0 0,-19-2 58 0 0,-42-8 68 0 0,1 3-1 0 0,-100 2 0 0 0,-125 22 220 0 0,87-3-192 0 0,-71 6-1 0 0,-100 3 65 0 0,335-25-163 0 0,0-1 0 0 0,0-2 0 0 0,1-1 0 0 0,-38-12 0 0 0,-63-12 52 0 0,77 21-16 0 0,0-3 0 0 0,1-2-1 0 0,-105-42 1 0 0,123 41-16 0 0,26 10-52 0 0,0 0 0 0 0,0-1 0 0 0,-24-15 0 0 0,20 10-7 0 0,15 9-13 0 0,-1 0 0 0 0,1 0-1 0 0,0 0 1 0 0,0 0 0 0 0,0-1-1 0 0,0 0 1 0 0,1 1-1 0 0,-1-1 1 0 0,1 0 0 0 0,-4-6-1 0 0,0 1 33 0 0,0 0 0 0 0,0 1 0 0 0,-1 0 0 0 0,0 0 0 0 0,0 1 0 0 0,0 0-1 0 0,-1 0 1 0 0,0 0 0 0 0,0 1 0 0 0,-1 1 0 0 0,-9-5 0 0 0,11 6 8 0 0,1 1 1 0 0,-1 0-1 0 0,0 1 1 0 0,1-1-1 0 0,-1 1 1 0 0,0 1-1 0 0,0-1 1 0 0,0 1-1 0 0,0 0 1 0 0,0 1-1 0 0,1-1 1 0 0,-1 1-1 0 0,0 1 1 0 0,0-1-1 0 0,1 1 1 0 0,-13 6-1 0 0,13-4-3 0 0,5-3-40 0 0,0 0 1 0 0,0 0-1 0 0,0-1 0 0 0,0 1 1 0 0,0 0-1 0 0,0-1 0 0 0,0 1 1 0 0,0-1-1 0 0,0 1 0 0 0,0-1 1 0 0,0 1-1 0 0,0-1 1 0 0,-1 0-1 0 0,1 0 0 0 0,0 1 1 0 0,0-1-1 0 0,-2 0 0 0 0,2-1 0 0 0,1 0 0 0 0,0-1-1 0 0,-1 1 1 0 0,1 0-1 0 0,0 0 1 0 0,0 0-1 0 0,0-1 1 0 0,0 1 0 0 0,0 0-1 0 0,0 0 1 0 0,0 0-1 0 0,0 0 1 0 0,0-1 0 0 0,1 1-1 0 0,-1 0 1 0 0,0 0-1 0 0,1-1 1 0 0,9-40 40 0 0,2 1-1 0 0,2 1 1 0 0,1 0 0 0 0,2 1-1 0 0,2 1 1 0 0,2 0 0 0 0,40-55-1 0 0,-46 77-34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2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19 170 792 0 0,'-6'0'77'0'0,"-7"1"924"0"0,20 10-170 0 0,-3-10-795 0 0,1 0-1 0 0,-1 0 0 0 0,0-1 0 0 0,1 1 1 0 0,-1-1-1 0 0,0 0 0 0 0,1-1 1 0 0,4 0-1 0 0,-4 1-25 0 0,22 0 18 0 0,362-10 108 0 0,-282 1-62 0 0,508-24 723 0 0,229 52 1573 0 0,-679-6-1941 0 0,52 2 102 0 0,-89-12 167 0 0,0-5 0 0 0,183-28 0 0 0,364-93 1159 0 0,-616 112-1693 0 0,1 4 0 0 0,62-1 0 0 0,-72 9 50 0 0,64 9-1 0 0,-80-6-101 0 0,-13 0-24 0 0,24 0-71 0 0,-44-4-50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3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96 0 0,'-2'1'54'0'0,"-1"-1"203"0"0,-1 2 156 0 0,0 0 362 0 0,3 2 418 0 0,6-3-872 0 0,0 1-302 0 0,-1 0-1 0 0,1 0 1 0 0,-1 0-1 0 0,0 1 1 0 0,0 0-1 0 0,1-1 1 0 0,3 5 0 0 0,0-1-6 0 0,136 71 404 0 0,-32-18 66 0 0,48 42 721 0 0,14 6 75 0 0,-162-99-1029 0 0,-1 0-1 0 0,1 1 0 0 0,20 20 1 0 0,-31-28-207 0 0,0 0 0 0 0,-1 0 1 0 0,1 0-1 0 0,0 0 1 0 0,0 0-1 0 0,0 0 0 0 0,-1 0 1 0 0,1 0-1 0 0,0 1 0 0 0,-1-1 1 0 0,1 0-1 0 0,-1 1 0 0 0,1-1 1 0 0,-1 0-1 0 0,0 1 1 0 0,0-1-1 0 0,0 0 0 0 0,0 1 1 0 0,0-1-1 0 0,0 1 0 0 0,0-1 1 0 0,0 0-1 0 0,-1 3 0 0 0,0-1-3 0 0,0 0-1 0 0,0 0 0 0 0,-1 0 0 0 0,1 0 0 0 0,-1-1 0 0 0,0 1 0 0 0,0-1 0 0 0,0 1 0 0 0,-5 4 0 0 0,-3 1 28 0 0,-1 1 0 0 0,0-1-1 0 0,-19 10 1 0 0,-16 6 128 0 0,-1-3 0 0 0,-1-2 0 0 0,-90 25 0 0 0,98-32-144 0 0,24-7-40 0 0,1-1 0 0 0,-1 0 0 0 0,0-1 0 0 0,0-1 1 0 0,-17 1-1 0 0,27-2-11 0 0,4-1 0 0 0,1 0 1 0 0,0 0-1 0 0,-1 0 1 0 0,1 0-1 0 0,-1 0 1 0 0,1 0-1 0 0,0 0 0 0 0,-1 0 1 0 0,1-1-1 0 0,0 1 1 0 0,-1 0-1 0 0,1-1 0 0 0,0 1 1 0 0,-2-2-1 0 0,0 1 0 0 0,1-1 0 0 0,0 1 0 0 0,-1-1 0 0 0,1 0 0 0 0,0 0 1 0 0,0 0-1 0 0,0 0 0 0 0,0 0 0 0 0,0 0 0 0 0,1 0 0 0 0,-1-1 0 0 0,1 1 0 0 0,-1-1 0 0 0,1 1 0 0 0,0-1 0 0 0,0 1 0 0 0,0-1 0 0 0,0 0 0 0 0,0 0 0 0 0,1 1 0 0 0,-1-1 0 0 0,1 0 0 0 0,0 0 0 0 0,0 0 0 0 0,0-4 0 0 0,0-1-1 0 0,-3-18-7 0 0,1 1 0 0 0,1 0 0 0 0,2 0 0 0 0,6-45 0 0 0,-1 19-156 0 0,-1-98-1 0 0,-5 120 61 0 0,-1 22 39 0 0,1 0 1 0 0,-1 0-1 0 0,0 1 0 0 0,-1-1 0 0 0,0 0 1 0 0,0 0-1 0 0,0 1 0 0 0,-1-1 1 0 0,0 1-1 0 0,-7-12 0 0 0,10 18 49 0 0,0 0 0 0 0,0-1 0 0 0,-1 1 0 0 0,1-1-1 0 0,0 1 1 0 0,0 0 0 0 0,-1-1 0 0 0,1 1 0 0 0,0-1 0 0 0,-1 1 0 0 0,1 0 0 0 0,0-1-1 0 0,-1 1 1 0 0,1 0 0 0 0,-1 0 0 0 0,1-1 0 0 0,0 1 0 0 0,-1 0 0 0 0,1 0 0 0 0,-1 0-1 0 0,1 0 1 0 0,-1-1 0 0 0,1 1 0 0 0,-1 0 0 0 0,1 0 0 0 0,0 0 0 0 0,-1 0 0 0 0,1 0-1 0 0,-1 0 1 0 0,1 0 0 0 0,-1 0 0 0 0,1 0 0 0 0,-1 0 0 0 0,1 1 0 0 0,-1-1 0 0 0,1 0-1 0 0,-1 0 1 0 0,1 0 0 0 0,0 0 0 0 0,-1 1 0 0 0,1-1 0 0 0,-1 0 0 0 0,1 0-1 0 0,0 1 1 0 0,-1-1 0 0 0,1 0 0 0 0,0 1 0 0 0,-1-1 0 0 0,1 1 0 0 0,0-1 0 0 0,-1 1-1 0 0,-10 22-240 0 0,7-11 201 0 0,-3 6-29 0 0,1 0 0 0 0,1 0 0 0 0,0 1 0 0 0,2 0 1 0 0,-3 37-1 0 0,7-23-11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0,'2'5'0'0'0,"4"69"2"0"0,-5-59 0 0 0,0 0-1 0 0,5 21 1 0 0,6 15 9 0 0,-6-28 4 0 0,0 0-1 0 0,-2 0 1 0 0,-1 0 0 0 0,0 1 0 0 0,-1 26 0 0 0,-3-2 144 0 0,2 1 1 0 0,10 55-1 0 0,0 12 223 0 0,25 262 1180 0 0,-4-61-196 0 0,-7-84-85 0 0,4 110 79 0 0,3 158 52 0 0,-13-284-706 0 0,3 325 1368 0 0,-10-317-1153 0 0,-3-163-280 0 0,-9-62-603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1 420 1896 0 0,'7'2'24'0'0,"-2"4"48"0"0,6 5 80 0 0,5-5-89 0 0,1-1 0 0 0,0-1 0 0 0,0 0 0 0 0,0-1 0 0 0,0-1-1 0 0,0 0 1 0 0,23-2 0 0 0,45 6 42 0 0,41 7 140 0 0,184-6 0 0 0,-238-7-102 0 0,692-22 3358 0 0,76-30-518 0 0,-594 24-2298 0 0,57-5 81 0 0,-75 5-295 0 0,20-1-5 0 0,99-13 20 0 0,-299 35-431 0 0,386-71 332 0 0,-79 13-179 0 0,126-25-107 0 0,-438 85-97 0 0,54 1 0 0 0,-14 0-2 0 0,-74 3 5 0 0,3 0-18 0 0,0 0 0 0 0,1 1 0 0 0,-1 0-1 0 0,0 1 1 0 0,18 3 0 0 0,-28-4 4 0 0,1 1 1 0 0,0 0-1 0 0,0 0 0 0 0,0 1 0 0 0,0-1 1 0 0,-1 0-1 0 0,1 1 0 0 0,-1 0 1 0 0,1-1-1 0 0,-1 1 0 0 0,1 0 0 0 0,-1 0 1 0 0,0 1-1 0 0,0-1 0 0 0,0 0 0 0 0,0 1 1 0 0,-1-1-1 0 0,1 1 0 0 0,-1 0 0 0 0,1-1 1 0 0,-1 1-1 0 0,0 0 0 0 0,0 0 1 0 0,0 0-1 0 0,-1 0 0 0 0,1 0 0 0 0,0 4 1 0 0,10 149-4 0 0,-9-98 19 0 0,10 59 0 0 0,10-13 30 0 0,44 123 0 0 0,-28-107-20 0 0,208 848 308 0 0,-215-812-191 0 0,18 117 129 0 0,-26-123-154 0 0,-8-61-31 0 0,5 149 0 0 0,-33 100-7 0 0,-32 81 44 0 0,35-348-67 0 0,1-12 149 0 0,-1 88-1 0 0,9-143-187 0 0,0-4-11 0 0,-1 1 1 0 0,1-1-1 0 0,0 0 1 0 0,-1 0-1 0 0,1 0 1 0 0,-1 1-1 0 0,1-2 1 0 0,-1 1-1 0 0,1 0 1 0 0,0 0-1 0 0,-1 0 1 0 0,1-1-1 0 0,-1 1 1 0 0,1 0-1 0 0,-2-2 1 0 0,2 2 0 0 0,-67-16 14 0 0,0 2-1 0 0,-70-4 1 0 0,-143 2 49 0 0,156 11-53 0 0,-69 1-11 0 0,-362 39 0 0 0,-137 39 0 0 0,-234-8 0 0 0,779-64 0 0 0,1-6 0 0 0,-205-33 0 0 0,210 9-6 0 0,-161-54 0 0 0,170 42-1 0 0,-193-31 0 0 0,274 65 3 0 0,0 3 0 0 0,0 2 0 0 0,-68 8 0 0 0,-153 34-10 0 0,219-28 14 0 0,1 3 0 0 0,-70 30 0 0 0,-20 6 0 0 0,-1 1 8 0 0,133-50-8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0,'3'0'67'0'0,"5"4"206"0"0,9 3 230 0 0,35-11 893 0 0,-35 1-1089 0 0,0 2 1 0 0,0 0-1 0 0,0 1 1 0 0,21 2-1 0 0,-18 4-118 0 0,1 0 0 0 0,-1 1 1 0 0,-1 0-1 0 0,36 21 0 0 0,6 1 150 0 0,-39-18-119 0 0,-1 1-1 0 0,0 1 0 0 0,-1 0 0 0 0,0 2 1 0 0,-1 1-1 0 0,-1 0 0 0 0,0 1 1 0 0,-1 1-1 0 0,27 38 0 0 0,-41-51-137 0 0,-1 0 0 0 0,1 1 0 0 0,-1-1 0 0 0,0 1 0 0 0,-1 0 1 0 0,1-1-1 0 0,-1 1 0 0 0,0 0 0 0 0,-1 0 0 0 0,0 0 0 0 0,0 0 0 0 0,0 0 0 0 0,0-1 0 0 0,-3 12 0 0 0,1-8 13 0 0,0 0 1 0 0,0 0-1 0 0,-1 0 1 0 0,0 0 0 0 0,-1-1-1 0 0,0 1 1 0 0,0-1-1 0 0,-11 14 1 0 0,-23 16 109 0 0,16-23-115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8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5720 0 0,'-1'0'41'0'0,"-1"4"-40"0"0,-2 5 45 0 0,2-4 146 0 0,2 26-200 0 0,0-5 7 0 0,1 40-11 0 0,-13 102 1 0 0,8-150 11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9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116 338 2400 0 0,'1'1'45'0'0,"1"2"-5"0"0,10 7 75 0 0,5-7-23 0 0,0 0 0 0 0,0-2 0 0 0,0 0 0 0 0,23-2 0 0 0,-23-1-49 0 0,0 0 0 0 0,0-1 0 0 0,-1-1 0 0 0,1 0 0 0 0,30-13 1 0 0,-24 7-14 0 0,0-2 0 0 0,-1 0 0 0 0,-1 0 0 0 0,0-2 0 0 0,-1-1 0 0 0,0-1 0 0 0,21-22 0 0 0,-38 35-19 0 0,1 0 1 0 0,-1-1-1 0 0,0 1 1 0 0,0-1 0 0 0,0 0-1 0 0,0 0 1 0 0,-1 0 0 0 0,1 0-1 0 0,-1 0 1 0 0,0 0-1 0 0,-1-1 1 0 0,1 1 0 0 0,-1-1-1 0 0,0 1 1 0 0,0-1 0 0 0,0 0-1 0 0,0-6 1 0 0,0 3 17 0 0,-1 1 5 0 0,1 0 1 0 0,-1 0 0 0 0,0 0 0 0 0,-2-13-1 0 0,1 18-24 0 0,0 0 0 0 0,1 0 0 0 0,-1-1 0 0 0,0 1 0 0 0,0 0 0 0 0,0 0 0 0 0,0 0 1 0 0,-1 0-1 0 0,1 1 0 0 0,0-1 0 0 0,-1 0 0 0 0,1 0 0 0 0,-1 1 0 0 0,0-1 0 0 0,1 1 0 0 0,-1 0 0 0 0,0-1 0 0 0,0 1 0 0 0,-3-1 0 0 0,-3-3 16 0 0,0 2 0 0 0,0-1 0 0 0,0 1 1 0 0,-1 1-1 0 0,1-1 0 0 0,-1 1 1 0 0,1 1-1 0 0,-1 0 0 0 0,0 0 1 0 0,0 0-1 0 0,0 1 0 0 0,0 1 1 0 0,1-1-1 0 0,-14 4 0 0 0,9-2 2 0 0,-72 15 145 0 0,77-15-156 0 0,-1 1 1 0 0,1 1 0 0 0,0-1-1 0 0,-1 2 1 0 0,2-1-1 0 0,-1 1 1 0 0,-11 9 0 0 0,2 0 14 0 0,-21 18 125 0 0,-62 67 0 0 0,89-87-112 0 0,2 1-1 0 0,-1 0 0 0 0,1 0 0 0 0,1 1 1 0 0,1 0-1 0 0,0 1 0 0 0,1 0 0 0 0,0 0 1 0 0,-6 28-1 0 0,8-24-14 0 0,1-7 42 0 0,0 0 0 0 0,1 1 1 0 0,1 0-1 0 0,0-1 0 0 0,1 18 0 0 0,0-27-38 0 0,1 1 0 0 0,0 0 1 0 0,0 0-1 0 0,0 0 0 0 0,0 0 1 0 0,1-1-1 0 0,0 1 0 0 0,-1-1 0 0 0,1 1 1 0 0,1-1-1 0 0,-1 0 0 0 0,0 1 1 0 0,1-1-1 0 0,-1 0 0 0 0,1-1 0 0 0,0 1 1 0 0,0 0-1 0 0,0-1 0 0 0,1 0 1 0 0,-1 1-1 0 0,6 1 0 0 0,4 2 80 0 0,0 0 0 0 0,1-1 0 0 0,-1-1 0 0 0,1 0 0 0 0,0-1 1 0 0,1 0-1 0 0,-1-1 0 0 0,0-1 0 0 0,21-1 0 0 0,-11 0 49 0 0,-1-2 1 0 0,1-1 0 0 0,-1-1-1 0 0,46-14 1 0 0,-40 7-84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2:5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 5720 0 0,'-6'27'26'0'0,"3"16"80"0"0,1-12-46 0 0,-1 3 153 0 0,-1 0 1 0 0,-2-1 0 0 0,-18 59-1 0 0,18-74-142 0 0,2 0 0 0 0,0-1-1 0 0,1 2 1 0 0,0 18 0 0 0,1-14 12 0 0,-9 40 0 0 0,4-34-46 0 0,0-5-1 0 0,1 0 0 0 0,1 1 0 0 0,2 0-1 0 0,-2 44 1 0 0,5-58-34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0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356 165 3000 0 0,'0'-1'33'0'0,"-4"-2"-4"0"0,-2-6 92 0 0,13 2-76 0 0,-1 0 1 0 0,2 1 0 0 0,-1 0 0 0 0,0 1 0 0 0,1-1-1 0 0,15-7 1 0 0,-14 8-24 0 0,12-7-4 0 0,0 0 0 0 0,0 1-1 0 0,1 2 1 0 0,1 0 0 0 0,-1 1 0 0 0,30-6-1 0 0,-17 7 55 0 0,-23 3 7 0 0,1 1 0 0 0,1 0 1 0 0,-1 1-1 0 0,0 0 0 0 0,0 2 1 0 0,1-1-1 0 0,-1 1 0 0 0,1 1 1 0 0,-1 1-1 0 0,18 3 0 0 0,-18-1 102 0 0,0 0-1 0 0,0 1 0 0 0,-1 0 1 0 0,0 1-1 0 0,0 1 1 0 0,0 0-1 0 0,-1 0 0 0 0,0 1 1 0 0,17 16-1 0 0,-26-21-111 0 0,0 0-1 0 0,0 0 1 0 0,0 0-1 0 0,0 1 1 0 0,-1-1-1 0 0,1 1 1 0 0,-1-1-1 0 0,0 1 0 0 0,0 0 1 0 0,0-1-1 0 0,-1 1 1 0 0,1 0-1 0 0,-1 0 1 0 0,0 0-1 0 0,0-1 1 0 0,0 1-1 0 0,-1 0 1 0 0,1 0-1 0 0,-3 6 1 0 0,-1 5 93 0 0,-2 0 0 0 0,1-1 0 0 0,-13 22 0 0 0,6-12-8 0 0,8-17-109 0 0,0-1-1 0 0,0 1 1 0 0,0-1-1 0 0,-1 0 1 0 0,0 0-1 0 0,0-1 0 0 0,0 1 1 0 0,-1-1-1 0 0,0-1 1 0 0,0 1-1 0 0,-13 7 1 0 0,8-6 29 0 0,-2 0 1 0 0,1-1 0 0 0,-1 0-1 0 0,1-1 1 0 0,-25 5-1 0 0,27-7-73 0 0,1-1 0 0 0,0-1-1 0 0,0 1 1 0 0,-1-1-1 0 0,1-1 1 0 0,0 0 0 0 0,-1 0-1 0 0,1-1 1 0 0,0 0-1 0 0,0-1 1 0 0,0 1 0 0 0,0-2-1 0 0,1 1 1 0 0,-1-2-1 0 0,-14-8 1 0 0,-1-5 1 0 0,1-1-1 0 0,0-1 1 0 0,-31-36 0 0 0,-1-1-1 0 0,49 52-1 0 0,-35-27 0 0 0,29 25 0 0 0,-2 3 0 0 0,12 3-1 0 0,0 1 1 0 0,1-1 0 0 0,-1 1 0 0 0,0 0-1 0 0,0 0 1 0 0,0 0 0 0 0,0 0-1 0 0,0 0 1 0 0,0 1 0 0 0,0-1-1 0 0,0 1 1 0 0,0-1 0 0 0,0 1 0 0 0,0-1-1 0 0,1 1 1 0 0,-1 0 0 0 0,0 0-1 0 0,0 0 1 0 0,1 0 0 0 0,-1 0-1 0 0,1 1 1 0 0,-1-1 0 0 0,-1 2 0 0 0,-3 3-1 0 0,-1 0 1 0 0,0 0 0 0 0,1 1 0 0 0,0 0 0 0 0,0 0 0 0 0,0 1 0 0 0,1-1 0 0 0,0 1 0 0 0,-4 11 0 0 0,-29 72 0 0 0,36-86 0 0 0,-81 214 190 0 0,-1-22 714 0 0,75-176-774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88 96 0 0,'-7'0'0'0'0,"0"0"0"0"0,3 0 11 0 0,4 0 113 0 0,21 15 870 0 0,8-8-610 0 0,0 0-1 0 0,1-1 0 0 0,0-2 0 0 0,36 0 1 0 0,-35-2-13 0 0,10 0 328 0 0,47-6 0 0 0,-24 1-116 0 0,-29 0-203 0 0,0-2-1 0 0,45-11 0 0 0,33-4 269 0 0,-69 15-424 0 0,430-30 1281 0 0,-293 29-867 0 0,-82 2-302 0 0,132 10 1 0 0,-141-1 12 0 0,139-11 0 0 0,-39 0-49 0 0,2-2 22 0 0,-61 1-41 0 0,-45-1-26 0 0,-61 4-169 0 0,-1 2 0 0 0,1 0 1 0 0,31 3-1 0 0,0-1 184 0 0,-22-2-128 0 0,-35 30-351 0 0,-18 70-194 0 0,17-79 334 0 0,2 0 0 0 0,0 1 0 0 0,3 29-1 0 0,-2-38 59 0 0,-1-6 9 0 0,0 1-1 0 0,0 0 1 0 0,-1-1 0 0 0,0 1-1 0 0,0-1 1 0 0,0 1 0 0 0,-1-1-1 0 0,-2 6 1 0 0,2-6 1 0 0,0-1 0 0 0,0 1 0 0 0,1 0 0 0 0,0 0-1 0 0,0 0 1 0 0,0-1 0 0 0,1 1 0 0 0,0 0 0 0 0,0 0 0 0 0,0 5 0 0 0,1 1 5 0 0,0-1 0 0 0,-1 0 1 0 0,0 0-1 0 0,-1 0 1 0 0,0 1-1 0 0,0-1 0 0 0,-4 11 1 0 0,2-2-2 0 0,3-9 4 0 0,0-8-5 0 0,0 0 0 0 0,0 0 0 0 0,0 0 0 0 0,0 0 0 0 0,0-1 0 0 0,0 1 1 0 0,0 0-1 0 0,-1 0 0 0 0,1 0 0 0 0,-1 0 0 0 0,0 2 0 0 0,-11 41-37 0 0,11-31 9 0 0,0-13 26 0 0,1 0-1 0 0,-1 0 1 0 0,0 0 0 0 0,1 0-1 0 0,-1 0 1 0 0,0 0-1 0 0,0 0 1 0 0,0 0 0 0 0,0 0-1 0 0,1 0 1 0 0,-2 0 0 0 0,1-1-1 0 0,0 1 1 0 0,0 0 0 0 0,0-1-1 0 0,0 1 1 0 0,0 0 0 0 0,0-1-1 0 0,-1 0 1 0 0,1 1-1 0 0,0-1 1 0 0,0 0 0 0 0,-1 0-1 0 0,1 1 1 0 0,-2-1 0 0 0,-35 2-8 0 0,37-2 8 0 0,-63-3 7 0 0,-89-15 0 0 0,132 15-5 0 0,-12-1 17 0 0,1 2 0 0 0,-1 2 1 0 0,-48 4-1 0 0,-98 22 69 0 0,153-21-85 0 0,-165 30-27 0 0,187-34 23 0 0,-233 24-179 0 0,185-23 115 0 0,1-2-1 0 0,-84-10 0 0 0,-160-20-131 0 0,185 23 116 0 0,-126 9 1 0 0,37 14-120 0 0,126-14 160 0 0,-76-7 1 0 0,-35 2 134 0 0,29 3-63 0 0,98-8 76 0 0,54 8-78 0 0,1 0 0 0 0,-1-1 0 0 0,1 1 0 0 0,-1-1 1 0 0,1 0-1 0 0,-1 1 0 0 0,1-1 0 0 0,-1 0 0 0 0,1 0 0 0 0,0-1 1 0 0,-5-2-1 0 0,-11-6 96 0 0,13 7-120 0 0,2 1-4 0 0,-2-4-6 0 0,5 4 4 0 0,-1 1 0 0 0,0-1 0 0 0,1 0 1 0 0,0 0-1 0 0,-1 0 0 0 0,1 1 0 0 0,0-1 1 0 0,0 0-1 0 0,0 0 0 0 0,0 0 0 0 0,0 1 1 0 0,0-1-1 0 0,1 0 0 0 0,-1 0 0 0 0,0 1 1 0 0,1-1-1 0 0,0 0 0 0 0,1-2 0 0 0,-1 1 4 0 0,62-159 147 0 0,0 2-8 0 0,-59 144-153 0 0,-1 0 0 0 0,0 0-1 0 0,-2 0 1 0 0,1-1-1 0 0,-3-25 1 0 0,1 28-33 0 0,0 13 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96 0 0,'0'0'-3'0'0,"-1"1"11"0"0,0-1 13 0 0,-2 1 32 0 0,-5 1 230 0 0,7-1-205 0 0,4 4 129 0 0,-1 0 0 0 0,1 0 0 0 0,0 0 1 0 0,0 0-1 0 0,1-1 0 0 0,-1 1 0 0 0,8 6 0 0 0,-1 3 110 0 0,0 0 1 0 0,-1 0-1 0 0,0 1 0 0 0,-1 1 0 0 0,-1-1 0 0 0,0 1 0 0 0,6 25 0 0 0,-4-16 128 0 0,-4-7-99 0 0,-1 1 0 0 0,0-1 0 0 0,1 26 0 0 0,-1-14-44 0 0,70 318 1833 0 0,-48-237-1649 0 0,21 210 0 0 0,-20-117-226 0 0,5 83 24 0 0,-15-105-69 0 0,1 54 8 0 0,-18-230-218 0 0,-1 100 303 0 0,26 209-1 0 0,16-159-228 0 0,-40-146-74 0 0,1 3-4 0 0,-1-15 0 0 0,-1 48-11 0 0,-24-66-86 0 0,15 8 49 0 0,0-1-1 0 0,-10-22 1 0 0,-15-23-109 0 0,-55-79-604 0 0,67 102 482 0 0,14 23 64 0 0,-1 1-1 0 0,0 0 1 0 0,-18-16-1 0 0,20 20-78 0 0,0 1 1 0 0,0-1-1 0 0,1 0 0 0 0,0 0 0 0 0,0-1 1 0 0,1 1-1 0 0,0-1 0 0 0,0-1 0 0 0,1 1 1 0 0,-5-12-1 0 0,9 3-1866 0 0,0 57 2169 0 0,6 48 0 0 0,-3-71 15 0 0,0 0 1 0 0,1 0 0 0 0,1-1 0 0 0,1 1 0 0 0,11 23 0 0 0,67 134 470 0 0,-68-148-307 0 0,0-1-1 0 0,40 44 1 0 0,-15-20 94 0 0,-36-43-175 0 0,1-1 1 0 0,0 0-1 0 0,0 0 0 0 0,0-1 1 0 0,0 1-1 0 0,1-1 0 0 0,0-1 1 0 0,0 1-1 0 0,0-1 0 0 0,0 0 1 0 0,10 2-1 0 0,-16-5-79 0 0,1 1 0 0 0,0-1 0 0 0,0 1 0 0 0,0-1 0 0 0,-1 0 0 0 0,1 0 0 0 0,0 0-1 0 0,0 0 1 0 0,0 0 0 0 0,-1 0 0 0 0,1 0 0 0 0,0-1 0 0 0,0 1 0 0 0,0 0 0 0 0,-1-1 0 0 0,1 0 0 0 0,0 1 0 0 0,-1-1 0 0 0,1 0 0 0 0,0 0-1 0 0,-1 0 1 0 0,1 0 0 0 0,-1 0 0 0 0,0 0 0 0 0,1-1 0 0 0,-1 1 0 0 0,0 0 0 0 0,1-1 0 0 0,-1 1 0 0 0,0-1 0 0 0,0 1 0 0 0,1-4-1 0 0,2-4 35 0 0,1 0-1 0 0,-2-1 0 0 0,0 0 0 0 0,4-16 1 0 0,-3 10 46 0 0,8-37 186 0 0,-2-1 0 0 0,3-59 1 0 0,10-57 428 0 0,-21 159-545 0 0,0-1-1 0 0,1 1 1 0 0,1 0-1 0 0,9-21 0 0 0,-8 28 453 0 0,-4 4-536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09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27 570 3208 0 0,'110'-7'674'0'0,"59"-4"-579"0"0,817 15 1137 0 0,-381-34 138 0 0,-541 25-1235 0 0,569-84 1784 0 0,-88 8-350 0 0,9 49-356 0 0,-294 22-796 0 0,223-22 199 0 0,-280 17-438 0 0,1030-25 548 0 0,-753 65-561 0 0,118 3-25 0 0,-21-63-27 0 0,-4-48-3 0 0,-475 68-94 0 0,66-12 11 0 0,127-18 26 0 0,-128 16-30 0 0,-99 16-4 0 0,1 2 0 0 0,96-3 0 0 0,-110 13-6 0 0,-30 0-6 0 0,0 0 0 0 0,0 2 0 0 0,0 0-1 0 0,0 1 1 0 0,39 10 0 0 0,-5-1 41 0 0,-46-11-29 0 0,-1 1-1 0 0,0 1 1 0 0,0-1 0 0 0,0 1-1 0 0,0 1 1 0 0,0 0 0 0 0,0 0 0 0 0,9 5-1 0 0,5 2 24 0 0,-17-8-34 0 0,-1-1 0 0 0,0 1-1 0 0,1 0 1 0 0,-1 0 0 0 0,0 1 0 0 0,7 5-1 0 0,-4-1 3 0 0,2 1-2 0 0,-1-1-6 0 0,-1 0 1 0 0,1 1 0 0 0,-1 0 0 0 0,-1 0 0 0 0,1 1-1 0 0,-1 0 1 0 0,-1 0 0 0 0,0 0 0 0 0,0 1 0 0 0,5 13-1 0 0,-3 2 12 0 0,-1-1-1 0 0,5 44 1 0 0,-6-36 5 0 0,34 314 295 0 0,-1-9-22 0 0,49 351-197 0 0,-86-679-94 0 0,167 1148-99 0 0,-114-817 60 0 0,-49-282 38 0 0,-3 1 0 0 0,-2-1 0 0 0,-2 0 0 0 0,-14 77 0 0 0,17-131 0 0 0,-16 15 5 0 0,8-10-1 0 0,4-6 1 0 0,0 0 0 0 0,-1-1 1 0 0,1 1-1 0 0,0-1 0 0 0,-1 0 0 0 0,0 0 1 0 0,1 0-1 0 0,-1-1 0 0 0,0 1 0 0 0,0-1 1 0 0,0 0-1 0 0,0 0 0 0 0,-8 1 0 0 0,-61 1 80 0 0,52-2-55 0 0,-213-16 222 0 0,38 1-31 0 0,-93 18-89 0 0,49 1-109 0 0,59-2-13 0 0,-75-1 3 0 0,-65 7-10 0 0,-31 0 3 0 0,-294-45 17 0 0,27-22 41 0 0,-153-12 16 0 0,404 39-34 0 0,-166-12 61 0 0,-263-62 181 0 0,-342-81 317 0 0,669 113-549 0 0,-2 31-61 0 0,386 39-6 0 0,-1 3 0 0 0,1 5 1 0 0,-132 23-1 0 0,20 7-5 0 0,96-19-10 0 0,1 5 0 0 0,-106 35-1 0 0,28 3-17 0 0,-127 50-80 0 0,231-83 90 0 0,24-15 220 0 0,51-10-165 0 0,-1-1-1 0 0,0 0 0 0 0,0 1 0 0 0,1-1 0 0 0,-1 0 0 0 0,0 0 0 0 0,0 0 0 0 0,0 0 0 0 0,0 0 0 0 0,1 0 0 0 0,-1 0 0 0 0,0 0 0 0 0,0 0 0 0 0,0 0 0 0 0,1 0 0 0 0,-1 0 0 0 0,0 0 0 0 0,0-1 1 0 0,0 1-1 0 0,1 0 0 0 0,-1-1 0 0 0,0 1 0 0 0,1-1 0 0 0,-1 1 0 0 0,0-1 0 0 0,1 1 0 0 0,-1-1 0 0 0,0 1 0 0 0,1-1 0 0 0,-1 1 0 0 0,1-1 0 0 0,-1 0 0 0 0,0-1 0 0 0,1-1 8 0 0,-1 1 0 0 0,1-1 0 0 0,0 0 0 0 0,0 0-1 0 0,0 0 1 0 0,0 0 0 0 0,0 0 0 0 0,1-3 0 0 0,1-12-38 0 0,-3-8 36 0 0,-9-43-1 0 0,0-4-21 0 0,4-9 0 0 0,-10-198-64 0 0,12 238 26 0 0,-1 1 1 0 0,-3-1-1 0 0,-22-72 1 0 0,0 0-57 0 0,-5-57-202 0 0,-24-339 0 0 0,55 443 227 0 0,1 20-28 0 0,4-84 0 0 0,9-209-177 0 0,-10 294 236 0 0,-15-237-126 0 0,15 280 159 0 0,-5-44-17 0 0,2-1 1 0 0,2 0 0 0 0,8-67 0 0 0,-6 106 11 0 0,2 1 1 0 0,-1 0 0 0 0,1 0 0 0 0,0 0 0 0 0,1 0 0 0 0,-1 0-1 0 0,6-7 1 0 0,1 1-9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1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0 247 96 0 0,'3'4'15'0'0,"2"3"49"0"0,7 10 130 0 0,1-4 3247 0 0,-12-11-3385 0 0,1 0 0 0 0,0 0 0 0 0,0 0 0 0 0,0 0 0 0 0,1 0 0 0 0,-1 0 0 0 0,0-1-1 0 0,1 1 1 0 0,-1-1 0 0 0,1 0 0 0 0,-1 1 0 0 0,1-1 0 0 0,0 0 0 0 0,5 1 0 0 0,12 2 90 0 0,1 0 1 0 0,0-2-1 0 0,1 0 0 0 0,-1-2 0 0 0,0 0 0 0 0,0-1 0 0 0,0-1 1 0 0,0-1-1 0 0,0-1 0 0 0,27-8 0 0 0,-3-4 258 0 0,0-1 0 0 0,67-37 0 0 0,-93 44-301 0 0,-2 2 30 0 0,0 0 0 0 0,-1-2 0 0 0,0 0 0 0 0,23-20 0 0 0,-31 23-72 0 0,24-25 266 0 0,-31 30-293 0 0,1 0-1 0 0,-1 0 0 0 0,0 0 0 0 0,0-1 0 0 0,0 1 0 0 0,0 0 0 0 0,0 0 1 0 0,0-1-1 0 0,0 1 0 0 0,-1 0 0 0 0,0-1 0 0 0,1 1 0 0 0,-1-1 0 0 0,0 1 1 0 0,0-4-1 0 0,-2 3-14 0 0,1 0 1 0 0,-1 0 0 0 0,-1 0 0 0 0,1 0-1 0 0,0 0 1 0 0,-1 0 0 0 0,1 1-1 0 0,-1-1 1 0 0,0 1 0 0 0,0 0 0 0 0,0 0-1 0 0,0 0 1 0 0,-6-3 0 0 0,-1 1-2 0 0,1 0 1 0 0,-1 1 0 0 0,0 0 0 0 0,0 1 0 0 0,0 0-1 0 0,-1 0 1 0 0,-11 0 0 0 0,-74 3 12 0 0,-33 16-35 0 0,94-11 3 0 0,25-4-3 0 0,-1 0 1 0 0,1 1 0 0 0,1 0 0 0 0,-1 1 0 0 0,0 0-1 0 0,1 1 1 0 0,-14 8 0 0 0,17-9 1 0 0,1 0-1 0 0,-1 0 1 0 0,1 0-1 0 0,1 1 1 0 0,-1-1-1 0 0,1 1 1 0 0,-1 0 0 0 0,1 1-1 0 0,1-1 1 0 0,-1 1-1 0 0,1 0 1 0 0,-5 12-1 0 0,-13 35-19 0 0,15-41 24 0 0,1 1-1 0 0,0 0 0 0 0,1 0 0 0 0,1 0 0 0 0,0 1 0 0 0,0-1 0 0 0,2 1 0 0 0,-1 19 0 0 0,3-13 63 0 0,1 0 0 0 0,1 0 0 0 0,1 0 1 0 0,11 31-1 0 0,-11-40 8 0 0,0 0 0 0 0,1 0 1 0 0,0 0-1 0 0,1-1 0 0 0,0 1 1 0 0,1-2-1 0 0,0 1 1 0 0,1-1-1 0 0,9 11 0 0 0,-12-18-42 0 0,-1 1 0 0 0,0 0 0 0 0,1-1 0 0 0,-1 0 0 0 0,1 0 0 0 0,-1-1 0 0 0,1 1 0 0 0,0-1 0 0 0,0 0 0 0 0,8 1 0 0 0,-1-1 4 0 0,0 0 1 0 0,0-1-1 0 0,17-1 0 0 0,35-15 27 0 0,-32 5-35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6016 0 0,'-1'1'4'0'0,"1"0"0"0"0,0 0 0 0 0,-1-1 1 0 0,1 1-1 0 0,-1 0 0 0 0,0 0 0 0 0,1-1 0 0 0,-1 1 1 0 0,0 0-1 0 0,1-1 0 0 0,-1 1 0 0 0,0-1 0 0 0,0 1 0 0 0,1-1 1 0 0,-1 1-1 0 0,0-1 0 0 0,0 0 0 0 0,0 1 0 0 0,-1-1 1 0 0,1 0 1 0 0,0 1-1 0 0,0-1 1 0 0,0 0 0 0 0,1 1 0 0 0,-1-1 0 0 0,0 0 0 0 0,0 1 0 0 0,1-1 0 0 0,-1 1 0 0 0,0-1-1 0 0,0 1 1 0 0,1-1 0 0 0,-1 1 0 0 0,1 0 0 0 0,-1-1 0 0 0,0 2 0 0 0,-2 3 53 0 0,0 0 0 0 0,1-1 0 0 0,0 1 0 0 0,0 0 0 0 0,0 0 0 0 0,-1 10 1 0 0,-1-1-11 0 0,0 0 0 0 0,0-1 0 0 0,-1 0 1 0 0,-8 15-1 0 0,-20 37-84 0 0,26-50 2 0 0,5-12 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2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658 10 1296 0 0,'-3'7'0'0'0,"0"-1"0"0"0,-2 3 0 0 0,-6 7 0 0 0,-9 14 1 0 0,9-9 3 0 0,2 1 0 0 0,-13 43-1 0 0,14-38 87 0 0,-20 44 0 0 0,19-54-16 0 0,7-12 1 0 0,0 1 0 0 0,-1-1 1 0 0,0 0-1 0 0,0 0 0 0 0,0 0 1 0 0,0 0-1 0 0,-1-1 1 0 0,-5 6-1 0 0,8-9-47 0 0,-1 0 0 0 0,1 0 0 0 0,0 0 0 0 0,0 0 0 0 0,1 1 0 0 0,-1-1-1 0 0,0 0 1 0 0,0 0 0 0 0,0 0 0 0 0,1 1 0 0 0,-1-1 0 0 0,0 2 0 0 0,-6 10 962 0 0,6-14-943 0 0,-1 1 0 0 0,1 0 0 0 0,-1-1 0 0 0,1 1 0 0 0,0-1 0 0 0,-1 1 0 0 0,1-1 0 0 0,0 1-1 0 0,0-1 1 0 0,-1 0 0 0 0,1 0 0 0 0,0 0 0 0 0,0 0 0 0 0,0 0 0 0 0,-1-1 0 0 0,-5-5 25 0 0,1 0-1 0 0,0-1 1 0 0,0 0 0 0 0,1 0-1 0 0,0 0 1 0 0,1 0 0 0 0,0-1-1 0 0,0 0 1 0 0,-4-15 0 0 0,-1-8 309 0 0,-7-49-1 0 0,12 67-207 0 0,1 0 0 0 0,-2 0-1 0 0,-11-24 1 0 0,4 10 163 0 0,8 21-195 0 0,1 1 0 0 0,-1-1 0 0 0,-1 1 0 0 0,-6-7 0 0 0,8 11-118 0 0,-1 0-1 0 0,0 0 1 0 0,0 1-1 0 0,0 0 0 0 0,0 0 1 0 0,0 0-1 0 0,-1 0 0 0 0,1 0 1 0 0,0 1-1 0 0,0 0 1 0 0,0 0-1 0 0,-1 0 0 0 0,1 1 1 0 0,0-1-1 0 0,0 1 1 0 0,0 0-1 0 0,-1 0 0 0 0,1 0 1 0 0,0 1-1 0 0,-6 3 0 0 0,1-1 28 0 0,0 0 0 0 0,1 1 0 0 0,0 0-1 0 0,0 0 1 0 0,0 1 0 0 0,0 0-1 0 0,1 0 1 0 0,-10 12 0 0 0,-2 7 240 0 0,1 0 0 0 0,1 1 0 0 0,2 1 0 0 0,1 0 0 0 0,1 1 0 0 0,1 1 0 0 0,-13 46 0 0 0,23-67-226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0 6632 0 0,'-4'2'97'0'0,"-5"5"46"0"0,6-4-95 0 0,1 1 1 0 0,0 0-1 0 0,0 0 0 0 0,0 0 1 0 0,1 0-1 0 0,-2 6 1 0 0,-5 15 52 0 0,-14 35 11 0 0,-52 103 0 0 0,51-116 54 0 0,18-36-72 0 0,1 0 0 0 0,-2-1 0 0 0,1 1 0 0 0,-1-1 1 0 0,-1 0-1 0 0,0-1 0 0 0,0 0 0 0 0,-12 12 0 0 0,1 3 261 0 0,17-22-283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3 339 5624 0 0,'-3'1'-10'0'0,"3"0"49"0"0,2 1 52 0 0,2 1 62 0 0,-2-3-124 0 0,5 1-77 0 0,1 1-1 0 0,-1-1 1 0 0,0 1-1 0 0,0 1 1 0 0,0-1-1 0 0,11 6 1 0 0,-2-1-22 0 0,5 2-85 0 0,0-2-1 0 0,0-1 0 0 0,1-1 1 0 0,29 4-1 0 0,-39-8 139 0 0,-1 0 0 0 0,1-1 0 0 0,-1-1 0 0 0,1 0-1 0 0,-1 0 1 0 0,1-1 0 0 0,-1-1 0 0 0,0 0 0 0 0,21-8 0 0 0,-25 8 34 0 0,-1-1 0 0 0,0 0-1 0 0,-1 0 1 0 0,1 0 0 0 0,-1-1 0 0 0,0 0 0 0 0,0 0-1 0 0,0 0 1 0 0,-1-1 0 0 0,0 1 0 0 0,7-13 0 0 0,-6 9 93 0 0,0 1 1 0 0,-1-1 0 0 0,-1-1-1 0 0,1 1 1 0 0,-1-1-1 0 0,-1 1 1 0 0,3-20-1 0 0,-5 11 221 0 0,0-1 0 0 0,-4-20 0 0 0,1 8 38 0 0,2 26-306 0 0,0-1 1 0 0,0 0 0 0 0,-1 1 0 0 0,0-1-1 0 0,0 1 1 0 0,0 0 0 0 0,0-1-1 0 0,-1 1 1 0 0,0 0 0 0 0,0 0-1 0 0,-1 1 1 0 0,1-1 0 0 0,-1 1-1 0 0,0 0 1 0 0,0 0 0 0 0,0 0-1 0 0,-1 0 1 0 0,0 1 0 0 0,-8-6-1 0 0,8 6-23 0 0,0 1-1 0 0,0-1 1 0 0,1 1-1 0 0,-2 0 1 0 0,1 0-1 0 0,0 1 1 0 0,0-1-1 0 0,0 1 1 0 0,-1 0-1 0 0,1 1 1 0 0,-1-1-1 0 0,1 1 1 0 0,0 0-1 0 0,-1 1 1 0 0,1-1-1 0 0,-1 1 1 0 0,1 0-1 0 0,0 0 0 0 0,-1 1 1 0 0,-8 3-1 0 0,4 1 8 0 0,1 1 0 0 0,0-1-1 0 0,1 1 1 0 0,0 1-1 0 0,0-1 1 0 0,0 2-1 0 0,1-1 1 0 0,0 1 0 0 0,1 0-1 0 0,0 0 1 0 0,0 1-1 0 0,1-1 1 0 0,-8 21-1 0 0,4-5 52 0 0,1 0-1 0 0,1 0 0 0 0,1 1 0 0 0,-4 48 0 0 0,8-50-25 0 0,0 0 0 0 0,2 0 0 0 0,1 0 0 0 0,1 0 0 0 0,1 0 0 0 0,1 0 0 0 0,1 0 0 0 0,1-1 0 0 0,1 0 0 0 0,1 0 0 0 0,14 26 0 0 0,-3-14 48 0 0,-6-11 35 0 0,1-1 0 0 0,22 31 0 0 0,-29-47-118 0 0,-1 0 0 0 0,1 0 0 0 0,0 0 0 0 0,0-1 0 0 0,1 0 0 0 0,0-1 0 0 0,0 0 1 0 0,0 0-1 0 0,1 0 0 0 0,13 4 0 0 0,2-1 26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943 32 8032 0 0,'-4'-8'349'0'0,"0"-1"-132"0"0,-3-2-180 0 0,-6 8-358 0 0,1 7-96 0 0,4 1 292 0 0,0 1 0 0 0,0 0 0 0 0,1 0 0 0 0,0 0 0 0 0,0 1-1 0 0,1 0 1 0 0,0 1 0 0 0,0-1 0 0 0,1 1 0 0 0,0 0 0 0 0,0 1 0 0 0,-6 13 0 0 0,-5 18-320 0 0,-18 63 1 0 0,22-63 358 0 0,-2 3 127 0 0,-2-1 1 0 0,-2-1 0 0 0,-2 0-1 0 0,-1-1 1 0 0,-35 48-1 0 0,55-86 35 0 0,0-1-1 0 0,0 0 1 0 0,0 1-1 0 0,0-1 1 0 0,0 0 0 0 0,0 0-1 0 0,0 0 1 0 0,-1 0-1 0 0,1 0 1 0 0,0 0-1 0 0,-1 0 1 0 0,1 0-1 0 0,0 0 1 0 0,-1-1 0 0 0,1 1-1 0 0,-1-1 1 0 0,1 1-1 0 0,-1-1 1 0 0,0 0-1 0 0,1 1 1 0 0,-1-1-1 0 0,1 0 1 0 0,-4 0 0 0 0,2-1-7 0 0,0 1 1 0 0,0-1 0 0 0,0 0 0 0 0,0 0 0 0 0,0-1 0 0 0,0 1-1 0 0,1 0 1 0 0,-1-1 0 0 0,0 0 0 0 0,1 0 0 0 0,-4-3 0 0 0,-4-4 105 0 0,1-1 0 0 0,0 0 0 0 0,1 0 0 0 0,-13-20 0 0 0,-4-16 514 0 0,-24-60 1 0 0,10 17-283 0 0,34 80-352 0 0,0 0-1 0 0,0 1 0 0 0,0-1 0 0 0,-1 1 1 0 0,-1 0-1 0 0,1 1 0 0 0,-1-1 0 0 0,-1 1 1 0 0,1 1-1 0 0,-1-1 0 0 0,0 1 0 0 0,-13-6 1 0 0,16 10-39 0 0,1 1-1 0 0,-1 0 1 0 0,0 1 0 0 0,1-1 0 0 0,-1 1 0 0 0,0 0 0 0 0,0 0 0 0 0,1 0 0 0 0,-1 1-1 0 0,0 0 1 0 0,0 0 0 0 0,1 0 0 0 0,-1 0 0 0 0,1 1 0 0 0,-1-1 0 0 0,1 1 0 0 0,0 0 0 0 0,0 1-1 0 0,0-1 1 0 0,0 1 0 0 0,0 0 0 0 0,0 0 0 0 0,1 0 0 0 0,-5 4 0 0 0,-5 7 29 0 0,0 1-1 0 0,1 0 1 0 0,0 0 0 0 0,-13 25 0 0 0,8-7 60 0 0,1 0 0 0 0,-15 51 0 0 0,27-74-75 0 0,2-3 1 0 0,0 1 1 0 0,0-1-1 0 0,1 1 0 0 0,0-1 0 0 0,0 11 0 0 0,1-7-4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5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1 2704 0 0,'-1'22'620'0'0,"-4"16"266"0"0,-1-13-31 0 0,-13 40 0 0 0,-40 77 784 0 0,48-120-1390 0 0,0 0-1 0 0,-2-1 0 0 0,-1 0 1 0 0,-19 22-1 0 0,29-39-143 0 0,1 0 1 0 0,-1 0-1 0 0,0-1 0 0 0,-1 1 1 0 0,1-1-1 0 0,0 0 0 0 0,-1 0 1 0 0,0 0-1 0 0,0-1 0 0 0,0 1 1 0 0,0-1-1 0 0,0 0 0 0 0,0-1 1 0 0,-8 2-1 0 0,13-2-93 0 0,-1-1 0 0 0,0 0 0 0 0,1 0 0 0 0,-1 0 0 0 0,1 0 0 0 0,-1 0 0 0 0,0 0 0 0 0,1 0 0 0 0,-1 0 0 0 0,0 0 0 0 0,1 0 0 0 0,-1 0 0 0 0,1 0-1 0 0,-1 0 1 0 0,0-1 0 0 0,1 1 0 0 0,-1 0 0 0 0,1 0 0 0 0,-1-1 0 0 0,1 1 0 0 0,-1 0 0 0 0,1-1 0 0 0,-1 1 0 0 0,1 0 0 0 0,-1-1 0 0 0,1 1 0 0 0,-1-1 0 0 0,1 1 0 0 0,-1-1 0 0 0,1 1 0 0 0,0-1 0 0 0,-1 1 0 0 0,1-1 0 0 0,0 1 0 0 0,0-1 0 0 0,-1 0 0 0 0,1 1 0 0 0,0-1 0 0 0,0 1 0 0 0,0-1-1 0 0,0 0 1 0 0,0 1 0 0 0,0-1 0 0 0,0 1 0 0 0,0-1 0 0 0,0 0 0 0 0,0 1 0 0 0,0-1 0 0 0,0 0 0 0 0,0 1 0 0 0,0-1 0 0 0,1 1 0 0 0,-1-1 0 0 0,0 0 0 0 0,0 1 0 0 0,1-1 0 0 0,-1 1 0 0 0,1-1 0 0 0,-1 1 0 0 0,0-1 0 0 0,1 1 0 0 0,0-1 0 0 0,26-31 54 0 0,-20 26-58 0 0,0 1-1 0 0,1-1 1 0 0,0 1 0 0 0,0 0 0 0 0,0 1-1 0 0,1 0 1 0 0,-1 0 0 0 0,1 1-1 0 0,0 0 1 0 0,0 0 0 0 0,0 1 0 0 0,1 0-1 0 0,-1 1 1 0 0,0 0 0 0 0,1 1-1 0 0,-1 0 1 0 0,0 0 0 0 0,1 1 0 0 0,-1 0-1 0 0,0 0 1 0 0,1 1 0 0 0,-1 1-1 0 0,0-1 1 0 0,0 2 0 0 0,-1-1 0 0 0,1 1-1 0 0,10 7 1 0 0,-4-3 5 0 0,-1 2 0 0 0,25 21 0 0 0,-33-26-2 0 0,-1 1-1 0 0,0 0 0 0 0,-1 0 1 0 0,0 0-1 0 0,0 1 1 0 0,0-1-1 0 0,0 1 1 0 0,-1 0-1 0 0,3 8 1 0 0,-2-2 32 0 0,0 0 1 0 0,-1 0-1 0 0,0 1 1 0 0,-1-1-1 0 0,1 23 1 0 0,-3-29-23 0 0,0 0 1 0 0,-1 0 0 0 0,0 0 0 0 0,0 0 0 0 0,-1-1-1 0 0,0 1 1 0 0,0 0 0 0 0,0-1 0 0 0,-1 1 0 0 0,0-1-1 0 0,0 0 1 0 0,-8 12 0 0 0,-3-1 22 0 0,-1-1 0 0 0,-1 0 1 0 0,0-1-1 0 0,-1-1 0 0 0,0 0 0 0 0,-1-1 1 0 0,-1-1-1 0 0,0-1 0 0 0,-1-1 0 0 0,0 0 1 0 0,0-2-1 0 0,-1 0 0 0 0,0-1 0 0 0,0-1 1 0 0,-1-1-1 0 0,0-1 0 0 0,0-1 0 0 0,0-1 1 0 0,0-1-1 0 0,0-1 0 0 0,-24-3 0 0 0,26 0-27 0 0,1-2 0 0 0,0 0 0 0 0,1-1 0 0 0,-1-1 0 0 0,1-1-1 0 0,0 0 1 0 0,1-1 0 0 0,0-1 0 0 0,1-1 0 0 0,-23-19 0 0 0,15 12-17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6328 0 0,'0'0'168'0'0,"6"-6"-167"0"0,-2 0-8 0 0,36-35-51 0 0,-19 23 33 0 0,1 1 1 0 0,1 1 0 0 0,35-19-1 0 0,-21 15-1 0 0,15-8 13 0 0,-48 26 14 0 0,0 1-1 0 0,-1 0 1 0 0,1 0-1 0 0,0 0 1 0 0,0 0 0 0 0,0 0-1 0 0,0 1 1 0 0,0 0 0 0 0,0 0-1 0 0,0 0 1 0 0,7 1-1 0 0,2 2 5 0 0,-2-1 52 0 0,0 0 1 0 0,0 1 0 0 0,0 0-1 0 0,0 1 1 0 0,-1 0-1 0 0,12 7 1 0 0,-19-9-17 0 0,0 0-1 0 0,0 1 1 0 0,0-1 0 0 0,-1 1 0 0 0,1-1-1 0 0,-1 1 1 0 0,0 0 0 0 0,0 0-1 0 0,0 0 1 0 0,0 0 0 0 0,0 1 0 0 0,-1-1-1 0 0,1 0 1 0 0,-1 1 0 0 0,0-1-1 0 0,0 1 1 0 0,0-1 0 0 0,0 1 0 0 0,-1-1-1 0 0,0 1 1 0 0,1 0 0 0 0,-1-1-1 0 0,-1 1 1 0 0,1 4 0 0 0,-2 10 108 0 0,-1 0 0 0 0,-1 0 0 0 0,0 1 0 0 0,-1-2 0 0 0,-1 1 0 0 0,-1-1 0 0 0,-1 0 0 0 0,-14 26 0 0 0,-6 0 345 0 0,-61 73-1 0 0,81-105-402 0 0,-1-1 1 0 0,0-1 0 0 0,-1 0-1 0 0,0 0 1 0 0,0-1-1 0 0,-1 0 1 0 0,0 0 0 0 0,-1-2-1 0 0,0 1 1 0 0,-21 7 0 0 0,31-13-82 0 0,0 0 1 0 0,0 0 0 0 0,0-1 0 0 0,0 1 0 0 0,0-1-1 0 0,0 0 1 0 0,0 1 0 0 0,0-1 0 0 0,0 0-1 0 0,0 0 1 0 0,0-1 0 0 0,0 1 0 0 0,0 0-1 0 0,0-1 1 0 0,0 1 0 0 0,0-1 0 0 0,0 1 0 0 0,0-1-1 0 0,0 0 1 0 0,-2-1 0 0 0,2 1-6 0 0,1-1 0 0 0,0 1 0 0 0,-1-1 0 0 0,1 0 0 0 0,0 1 1 0 0,0-1-1 0 0,0 0 0 0 0,0 0 0 0 0,0 0 0 0 0,0 1 0 0 0,1-1 0 0 0,-1 0 0 0 0,1 0 1 0 0,-1 0-1 0 0,1 0 0 0 0,-1-4 0 0 0,1-4-3 0 0,0 0 1 0 0,1 0-1 0 0,0 0 0 0 0,1 0 0 0 0,0 0 1 0 0,6-17-1 0 0,-4 15-30 0 0,2 0 0 0 0,0 1 0 0 0,0-1 1 0 0,1 1-1 0 0,1 1 0 0 0,-1-1 0 0 0,2 1 0 0 0,-1 1 0 0 0,2-1 0 0 0,-1 2 0 0 0,1-1 1 0 0,0 1-1 0 0,1 1 0 0 0,0 0 0 0 0,0 0 0 0 0,1 1 0 0 0,-1 1 0 0 0,1 0 0 0 0,1 0 1 0 0,19-4-1 0 0,-30 8 9 0 0,0 1 0 0 0,0-1 1 0 0,1 1-1 0 0,-1 0 0 0 0,0-1 0 0 0,0 1 1 0 0,1 0-1 0 0,-1 0 0 0 0,0 1 1 0 0,0-1-1 0 0,1 0 0 0 0,-1 1 0 0 0,0-1 1 0 0,0 1-1 0 0,1 0 0 0 0,-1 0 1 0 0,0 0-1 0 0,0 0 0 0 0,0 0 0 0 0,2 2 1 0 0,-1-1 4 0 0,0 1 0 0 0,0 0 1 0 0,-1 0-1 0 0,1 0 0 0 0,-1 1 0 0 0,0-1 1 0 0,0 1-1 0 0,0-1 0 0 0,0 1 0 0 0,2 6 1 0 0,0 3 6 0 0,-1-1 0 0 0,0 1 1 0 0,-1 0-1 0 0,0 1 0 0 0,0 25 1 0 0,-4-14 16 0 0,0 1 0 0 0,-2-1 0 0 0,-1 0 0 0 0,0-1 0 0 0,-2 1 0 0 0,-15 34 0 0 0,14-41 49 0 0,0-1 0 0 0,-1 0 1 0 0,-1-1-1 0 0,0 0 1 0 0,-1 0-1 0 0,-1-1 0 0 0,-1-1 1 0 0,0 0-1 0 0,-19 16 1 0 0,-36 21 133 0 0,53-39-162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6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751 1 5016 0 0,'0'1'21'0'0,"-1"1"0"0"0,1 0-1 0 0,0 0 1 0 0,-1-1 0 0 0,1 1 0 0 0,0 0 0 0 0,-1-1 0 0 0,0 1-1 0 0,1-1 1 0 0,-1 1 0 0 0,-1 1 0 0 0,-9 27 331 0 0,-66 367 684 0 0,61-352-913 0 0,12-37 61 0 0,1-1 0 0 0,1 1 0 0 0,-1-1-1 0 0,1 1 1 0 0,0 0 0 0 0,-1 13 0 0 0,3-21-154 0 0,0 0 1 0 0,0 1-1 0 0,0-1 0 0 0,0 1 1 0 0,0-1-1 0 0,0 0 0 0 0,0 1 1 0 0,0-1-1 0 0,0 0 1 0 0,0 1-1 0 0,0-1 0 0 0,0 1 1 0 0,0-1-1 0 0,-1 0 1 0 0,1 1-1 0 0,0-1 0 0 0,0 0 1 0 0,0 1-1 0 0,-1-1 0 0 0,1 0 1 0 0,0 0-1 0 0,-1 1 1 0 0,1-1-1 0 0,0 0 0 0 0,0 0 1 0 0,-1 1-1 0 0,1-1 1 0 0,0 0-1 0 0,-1 0 0 0 0,1 0 1 0 0,-1 1-1 0 0,1-1 0 0 0,0 0 1 0 0,-1 0-1 0 0,1 0 1 0 0,0 0-1 0 0,-1 0 0 0 0,1 0 1 0 0,-1 0-1 0 0,1 0 1 0 0,0 0-1 0 0,-1 0 0 0 0,1 0 1 0 0,-1 0-1 0 0,1 0 0 0 0,0 0 1 0 0,-1-1-1 0 0,1 1 1 0 0,0 0-1 0 0,-1 0 0 0 0,1 0 1 0 0,0 0-1 0 0,-1-1 1 0 0,1 1-1 0 0,0 0 0 0 0,-1-1 1 0 0,-17-11 562 0 0,8 0-439 0 0,0-1 0 0 0,0-1 0 0 0,1 0 0 0 0,-13-28-1 0 0,-20-63 223 0 0,36 87-331 0 0,5 11-27 0 0,-1-1 1 0 0,-1 1-1 0 0,1 0 1 0 0,-1 0-1 0 0,-1 0 1 0 0,1 0-1 0 0,-1 1 1 0 0,0-1-1 0 0,-1 1 0 0 0,1 0 1 0 0,-1 0-1 0 0,-1 1 1 0 0,1-1-1 0 0,-12-8 1 0 0,13 12-16 0 0,0-1 1 0 0,1 1 0 0 0,-1 0 0 0 0,0 1 0 0 0,0-1 0 0 0,0 1 0 0 0,0-1-1 0 0,0 1 1 0 0,0 0 0 0 0,0 1 0 0 0,-1-1 0 0 0,1 1 0 0 0,0 0 0 0 0,-6 0-1 0 0,3 1 1 0 0,0 0-1 0 0,1 1 0 0 0,-1 0 0 0 0,1 0 0 0 0,0 0 0 0 0,-1 1 1 0 0,1 0-1 0 0,0 0 0 0 0,-5 4 0 0 0,0 1 4 0 0,1 0 0 0 0,1 1 1 0 0,0 0-1 0 0,0 0 0 0 0,-8 13 0 0 0,-24 24 38 0 0,3-13 13 0 0,26-25-8 0 0,1 2 1 0 0,0-1-1 0 0,0 1 0 0 0,1 1 0 0 0,1 0 1 0 0,0 0-1 0 0,0 1 0 0 0,-11 20 1 0 0,19-27-29 0 0,-1-1-1 0 0,-1-1 1 0 0,1 1 0 0 0,0 0 0 0 0,-1 0 0 0 0,-4 4 0 0 0,-3 1 25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1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 6728 0 0,'-1'-1'60'0'0,"-4"2"187"0"0,3 0-207 0 0,1-1 0 0 0,-1 1 1 0 0,0 0-1 0 0,1 0 1 0 0,-1 0-1 0 0,1 0 0 0 0,-1 0 1 0 0,1 0-1 0 0,0 0 0 0 0,-1 0 1 0 0,1 1-1 0 0,0-1 0 0 0,-1 2 1 0 0,-24 38-637 0 0,25-40 570 0 0,1 0 0 0 0,0 0 1 0 0,-1 1-1 0 0,1-1 0 0 0,-1 0 1 0 0,0 0-1 0 0,1 0 0 0 0,-1 0 1 0 0,0 0-1 0 0,0 0 0 0 0,1 0 1 0 0,-1 0-1 0 0,0 0 0 0 0,0 0 1 0 0,0-1-1 0 0,0 1 0 0 0,0 0 1 0 0,-2 0-1 0 0,2 0-4 0 0,0-1 1 0 0,0 1-1 0 0,0 0 1 0 0,-1 0-1 0 0,1 0 1 0 0,0 0-1 0 0,0 0 0 0 0,0 0 1 0 0,0 0-1 0 0,1 0 1 0 0,-1 0-1 0 0,0 0 1 0 0,0 1-1 0 0,1-1 0 0 0,-1 0 1 0 0,1 0-1 0 0,-2 3 1 0 0,-81 219-1415 0 0,26-62 1505 0 0,-5 25 542 0 0,38-109 582 0 0,-42 95 0 0 0,38-110-346 0 0,-53 101 2098 0 0,79-160-2839 0 0,-1 0-1 0 0,0-1 0 0 0,0 1 0 0 0,0-1 1 0 0,0 0-1 0 0,-1 1 0 0 0,1-2 0 0 0,0 1 1 0 0,-1 0-1 0 0,0-1 0 0 0,1 1 0 0 0,-1-1 1 0 0,0 0-1 0 0,0 0 0 0 0,1-1 0 0 0,-1 1 1 0 0,-7-1-1 0 0,10 0-62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04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0,'0'3'0'0'0,"0"2"1"0"0,5 6 280 0 0,-1-1-1 0 0,-1 1 0 0 0,0-1 0 0 0,0 1 0 0 0,-1 0 1 0 0,-1 0-1 0 0,0 0 0 0 0,0 18 0 0 0,5 33 1112 0 0,4-12-55 0 0,-2-18-351 0 0,3 46 1 0 0,-8-57-781 0 0,0-1-1 0 0,1 1 1 0 0,1-1-1 0 0,1 0 1 0 0,1-1 0 0 0,1 1-1 0 0,0-1 1 0 0,2-1-1 0 0,12 20 1 0 0,-6-2-33 0 0,-9-27-139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08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304 125 96 0 0,'3'1'0'0'0,"1"3"0"0"0,6 9 0 0 0,1-3 0 0 0,-3-6 0 0 0,-1-4 0 0 0,4 0 0 0 0,7 0 0 0 0,8 0 0 0 0,6 0 0 0 0,0-3 0 0 0,-22 2 3 0 0,1 0-1 0 0,-1 0 1 0 0,0 1-1 0 0,20 3 1 0 0,-12-3 15 0 0,33-4 208 0 0,83 4 0 0 0,-86 0 212 0 0,79-10 1 0 0,-36 2 290 0 0,472-14 2279 0 0,220 8-1641 0 0,-291 6-14 0 0,338 8 1366 0 0,-421-12-2375 0 0,-95-1-199 0 0,6-5 14 0 0,-260 13-141 0 0,280-24 84 0 0,-120 27 138 0 0,-73-7 305 0 0,-145 10-538 0 0,-1 0 1 0 0,1 0-1 0 0,-1-1 0 0 0,1 1 0 0 0,-1 0 1 0 0,0 0-1 0 0,0 0 0 0 0,1 0 0 0 0,-1 1 1 0 0,0-1-1 0 0,0 0 0 0 0,0 0 0 0 0,0 1 1 0 0,0-1-1 0 0,0 1 0 0 0,-1-1 1 0 0,1 1-1 0 0,0-1 0 0 0,-1 1 0 0 0,1 2 1 0 0,1-1-18 0 0,7 24 8 0 0,-1-1 0 0 0,-2 1 0 0 0,0 0 0 0 0,2 32 1 0 0,4 23 24 0 0,-4-48 2 0 0,-2-1-1 0 0,-2 1 1 0 0,-1 0-1 0 0,-1 44 1 0 0,-6-7 28 0 0,0 4-8 0 0,-16 87 0 0 0,-36 382 95 0 0,50-444-119 0 0,-49 421 170 0 0,45-456-160 0 0,5-34-6 0 0,0 1 0 0 0,1 52 0 0 0,3-28 45 0 0,-11 81 0 0 0,6-86-24 0 0,2 1 0 0 0,3 54 0 0 0,2 18 34 0 0,1 23 1 0 0,4-17-19 0 0,2 28 1 0 0,0-90-33 0 0,3 1 0 0 0,29 95 0 0 0,-31-130-16 0 0,-2 1 1 0 0,-1 1 0 0 0,-2-1 0 0 0,0 60 0 0 0,-3-54-6 0 0,1-1 1 0 0,2 0 0 0 0,11 46 0 0 0,-8-56-3 0 0,-2 2 1 0 0,0-1-1 0 0,-1 38 1 0 0,-8 96 19 0 0,1-14 3 0 0,6-36-8 0 0,0 115 20 0 0,-3-188-28 0 0,2 1 0 0 0,2-1 0 0 0,1 1 0 0 0,13 40 0 0 0,42 222 41 0 0,-42-152-32 0 0,5 35 5 0 0,-19-147-22 0 0,-1-1 1 0 0,-2 0-1 0 0,-6 55 1 0 0,1-16-1 0 0,-14 225 24 0 0,13-260-23 0 0,2-26-3 0 0,1 0-1 0 0,0 26 1 0 0,2-31-4 0 0,0-1 0 0 0,0-2 0 0 0,0-2 0 0 0,0-3 0 0 0,0 0 0 0 0,0 0 0 0 0,0-1 0 0 0,0 0 0 0 0,-1 1 0 0 0,1-5 0 0 0,-1 1 0 0 0,1-1 0 0 0,-1 1 0 0 0,1-1 0 0 0,-1 1 0 0 0,1-1 0 0 0,-1 1 0 0 0,1-1 0 0 0,-1 0 0 0 0,0 1 0 0 0,1-1 0 0 0,-1 0 0 0 0,1 1 0 0 0,-1-1 0 0 0,0 0 0 0 0,1 0 0 0 0,-1 0 0 0 0,0 1 0 0 0,1-1 0 0 0,-1 0 0 0 0,0 0 0 0 0,0 0 0 0 0,1 0 0 0 0,-2 0 0 0 0,-1-1 0 0 0,-17 4 0 0 0,-1-2 0 0 0,-36-2 0 0 0,-17 1 0 0 0,-330 41 0 0 0,275-26 0 0 0,-177 30 19 0 0,21-3 2 0 0,12-8 39 0 0,-465 46 126 0 0,40-67-64 0 0,485-27-80 0 0,-45-1-4 0 0,-319 39 40 0 0,462-14-76 0 0,15-2-2 0 0,-127 26 0 0 0,12-3 0 0 0,99-18 0 0 0,98-10 0 0 0,-5 0 0 0 0,0 0 0 0 0,-35-1 0 0 0,48-3 0 0 0,1 0 0 0 0,-1 0 0 0 0,1-1 0 0 0,0 0 0 0 0,0-1 0 0 0,0 0 0 0 0,0 0 0 0 0,0-1 0 0 0,-15-9 0 0 0,11 4 0 0 0,-1 0 1 0 0,12 7 0 0 0,-1 0-1 0 0,1 0 1 0 0,-1 0 0 0 0,1 0 0 0 0,0 0 0 0 0,0-1-1 0 0,0 1 1 0 0,0-1 0 0 0,0 0 0 0 0,0 1 0 0 0,1-1-1 0 0,0 0 1 0 0,-1 0 0 0 0,1 0 0 0 0,-1-6 0 0 0,-2-2 1 0 0,-5-17 1 0 0,1 1 1 0 0,2-1-1 0 0,1 0 1 0 0,0-1-1 0 0,1-51 1 0 0,0 22-1 0 0,-33-284 15 0 0,6 73-4 0 0,14 160-8 0 0,-5 1 1 0 0,-47-141-1 0 0,37 139-3 0 0,-8-15 18 0 0,16 49 6 0 0,-16-78 0 0 0,-12-196 140 0 0,32 191-63 0 0,1 34-6 0 0,-16-162 258 0 0,27 168-175 0 0,-2-106 305 0 0,11 76-190 0 0,23-172 1 0 0,22 120-272 0 0,-5 34-13 0 0,-7 19-12 0 0,6-40 0 0 0,-29 134-2 0 0,18-61 0 0 0,7-33-2 0 0,2-31-52 0 0,12-97-70 0 0,-46 224 119 0 0,-3 0 1 0 0,-5-62-1 0 0,-22-102-4 0 0,2 28 8 0 0,20 148-33 0 0,2 0 0 0 0,1-1 0 0 0,6-46 0 0 0,69-336-228 0 0,-56 337 247 0 0,8-17-141 0 0,-24 97 142 0 0,-2 1 0 0 0,1-1 0 0 0,0 0 0 0 0,-1 1 0 0 0,-1-11 0 0 0,1 5-42 0 0,0 9 28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51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73 96 0 0,'-7'0'0'0'0,"1"0"0"0"0,4 1 0 0 0,1 2 0 0 0,1 1 0 0 0,1 1 0 0 0,3 0 0 0 0,0-1 0 0 0,0 0 0 0 0,3 1 0 0 0,3 0 0 0 0,3 1 45 0 0,1-1 1 0 0,0-1-1 0 0,0 0 0 0 0,0 0 1 0 0,0-1-1 0 0,22 1 0 0 0,11 2 62 0 0,36 2 469 0 0,0-3-1 0 0,92-6 1 0 0,-53-1 90 0 0,498-25 2061 0 0,-196 3-1433 0 0,-214 20-632 0 0,275-21 958 0 0,-195 6-709 0 0,-127 11-610 0 0,87 13 129 0 0,-77 1-250 0 0,185 9 79 0 0,-291-11-203 0 0,90 14-1 0 0,-29-1-1 0 0,172 28 108 0 0,-106-14 2 0 0,-123-16-54 0 0,93 5 0 0 0,224-10 42 0 0,-143-17-131 0 0,0-11 0 0 0,286-58 1 0 0,-250 25 154 0 0,-213 40-220 0 0,126-3 0 0 0,-158 12-44 0 0,133-17-419 0 0,-48 2 383 0 0,-59 11 109 0 0,-1-1-26 0 0,64 2 0 0 0,-120 4 22 0 0,19 13-10 0 0,-12-7 29 0 0,-9-4 3 0 0,0 1 0 0 0,0 0 0 0 0,0 0 0 0 0,0 0 0 0 0,0 0 0 0 0,0 1 0 0 0,0-1 0 0 0,-1 1 0 0 0,1 0 0 0 0,-1 0 0 0 0,0 0 0 0 0,1 0 1 0 0,-1 0-1 0 0,-1 0 0 0 0,1 0 0 0 0,0 1 0 0 0,-1-1 0 0 0,0 1 0 0 0,1 5 0 0 0,1 0 22 0 0,5 13 27 0 0,-2 0 0 0 0,-1 1 0 0 0,0 0-1 0 0,2 39 1 0 0,-6 97 159 0 0,-2-129-174 0 0,-5 51 45 0 0,-4-1 0 0 0,-3 0-1 0 0,-27 86 1 0 0,-12 70-26 0 0,8 14-21 0 0,-55 431 83 0 0,87-524-67 0 0,-13 236 130 0 0,15-198-87 0 0,-1 38 19 0 0,-4 16 0 0 0,6-139-37 0 0,5 134 0 0 0,8-175-36 0 0,-9 121 0 0 0,-46 379 63 0 0,49-538-98 0 0,-8 81 24 0 0,6 161 1 0 0,12-167-4 0 0,4 0 1 0 0,27 112 0 0 0,-33-185-14 0 0,-1-1 0 0 0,1 56 0 0 0,-3-30-2 0 0,10 54 18 0 0,3 83 69 0 0,-50 281 539 0 0,-31 261 206 0 0,57-589-751 0 0,-10 534 224 0 0,43-341-69 0 0,20 86 280 0 0,-37-364-456 0 0,33 266 300 0 0,3-18-17 0 0,-16-140-110 0 0,-14-9 195 0 0,-11-129-207 0 0,-3-31-199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53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96 0 0,'3'30'4'0'0,"2"7"14"0"0,2 39 39 0 0,-6-20 223 0 0,16 107 0 0 0,-12-121-14 0 0,-1 61 0 0 0,-1-21-18 0 0,-4 126 241 0 0,-1-109-300 0 0,-27 272 417 0 0,2-53-61 0 0,4-54 83 0 0,3-48 48 0 0,17 790 2186 0 0,8-769-2423 0 0,29 240-68 0 0,-7-234-156 0 0,34 245 440 0 0,0 209-211 0 0,-57-631-440 0 0,12 518 154 0 0,20 258 612 0 0,-11-619-555 0 0,20 255 130 0 0,3-69 30 0 0,-26-268-220 0 0,51 659 790 0 0,-75-628-713 0 0,2 56 95 0 0,1-158-158 0 0,-8 81 1 0 0,0 36 123 0 0,4 99 32 0 0,2-247-285 0 0,-3 29 35 0 0,-2 0 0 0 0,-4 0 0 0 0,-35 129 0 0 0,32-133-9 0 0,9 34 780 0 0,5-96-829 0 0,0 0 1 0 0,1 0-1 0 0,-1-1 0 0 0,0 1 1 0 0,1-1-1 0 0,0 1 0 0 0,-1-1 1 0 0,1 0-1 0 0,0 0 1 0 0,-1 1-1 0 0,1-1 0 0 0,0 0 1 0 0,0-1-1 0 0,0 1 0 0 0,0 0 1 0 0,0 0-1 0 0,2 0 0 0 0,4 2 28 0 0,12 5-10 0 0,1 0 0 0 0,0-2 0 0 0,1 0 0 0 0,0-1-1 0 0,-1-1 1 0 0,2-1 0 0 0,29 0 0 0 0,159-13 58 0 0,-209 10-91 0 0,465-71 16 0 0,-317 44-18 0 0,31-6-8 0 0,148-24-6 0 0,256-48 23 0 0,-253 40 40 0 0,-144 32-11 0 0,294-43 18 0 0,-17 38-34 0 0,-222 31-11 0 0,-69 10 28 0 0,-81-1-14 0 0,-21 3 30 0 0,79 14 0 0 0,5 2 67 0 0,67 5 39 0 0,47 3-17 0 0,177-18 71 0 0,-47-24-105 0 0,-326 14-84 0 0,78 11-1 0 0,-42-2 67 0 0,-68-7-10 0 0,1 2 0 0 0,-1 2 0 0 0,72 22 0 0 0,-66-15 3 0 0,-29-9-46 0 0,-1 0 1 0 0,0 2-1 0 0,0 0 0 0 0,27 15 0 0 0,-11-6 23 0 0,-27-16-77 0 0,-6 0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57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 96 0 0,'0'7'0'0'0,"2"0"0"0"0,0-3 0 0 0,-2-1 1 0 0,0-3 14 0 0,105 8 913 0 0,51-9 1188 0 0,116 1 1120 0 0,-254 2-2931 0 0,0 0 1 0 0,21 5-1 0 0,-23-3-52 0 0,0-1 0 0 0,31 1-1 0 0,-31-4-92 0 0,-1 0-1 0 0,1 1 1 0 0,0 1-1 0 0,0 0 1 0 0,0 1-1 0 0,20 7 0 0 0,-16-4 75 0 0,1-1 0 0 0,0 0 0 0 0,43 3 0 0 0,68-5 681 0 0,-103-3-694 0 0,-7 0-2 0 0,0-1 1 0 0,0-1-1 0 0,0 0 0 0 0,0-2 0 0 0,35-10 0 0 0,12-13 154 0 0,-65 26-342 0 0,1-1 0 0 0,-1 0-1 0 0,0 0 1 0 0,0-1 0 0 0,0 1-1 0 0,0-1 1 0 0,0 0 0 0 0,0 0 0 0 0,3-5-1 0 0,12-8 146 0 0,-18 15-172 0 0,-1 1 0 0 0,1-1 0 0 0,0 1 0 0 0,-1 0 0 0 0,1 0 0 0 0,0-1 0 0 0,-1 1 0 0 0,1 0 0 0 0,0 0-1 0 0,0 0 1 0 0,-1 0 0 0 0,1 0 0 0 0,0 0 0 0 0,-1 0 0 0 0,1 0 0 0 0,0 0 0 0 0,0 0 0 0 0,-1 0 0 0 0,1 0 0 0 0,0 0 0 0 0,-1 1 0 0 0,1-1 0 0 0,0 0 0 0 0,-1 0 0 0 0,1 1 0 0 0,0-1 0 0 0,-1 1 0 0 0,1-1 0 0 0,-1 0 0 0 0,1 1 0 0 0,0-1 0 0 0,-1 1-1 0 0,0-1 1 0 0,1 1 0 0 0,-1 0 0 0 0,1 0 0 0 0,17 28 19 0 0,-14-22-8 0 0,4 11-2 0 0,-1 0 1 0 0,-1 0 0 0 0,9 38-1 0 0,0 1 12 0 0,-7-25-14 0 0,-2 0 1 0 0,-1 1 0 0 0,1 51 0 0 0,3 17 13 0 0,-5-59-6 0 0,-3-1 0 0 0,-3 50 0 0 0,0-44-4 0 0,7 3-4 0 0,-4-44-8 0 0,0 0-1 0 0,0 0 0 0 0,0 0 0 0 0,-1 0 1 0 0,0 0-1 0 0,0 0 0 0 0,0 0 1 0 0,-1 0-1 0 0,0 0 0 0 0,0 0 0 0 0,-1 0 1 0 0,-2 8-1 0 0,3-12 0 0 0,-1 0 0 0 0,1 1 0 0 0,0-1 0 0 0,1 0 1 0 0,-1 1-1 0 0,0-1 0 0 0,1 1 0 0 0,-1-1 0 0 0,1 1 0 0 0,0-1 0 0 0,0 0 1 0 0,0 5-1 0 0,-2 46 33 0 0,2-46-31 0 0,-1 1-4 0 0,-19 22 28 0 0,16-24-22 0 0,-2 1 1 0 0,1-1 0 0 0,-1 0 0 0 0,0-1 0 0 0,-9 8-1 0 0,14-13-6 0 0,-6 5 4 0 0,0 0 0 0 0,0 0 0 0 0,-1-1 0 0 0,0 0 1 0 0,1-1-1 0 0,-1 1 0 0 0,0-2 0 0 0,-1 1 1 0 0,1-1-1 0 0,0 0 0 0 0,-1-1 0 0 0,1 0 0 0 0,-11 0 1 0 0,-14-1 0 0 0,1-1 1 0 0,-37-7-1 0 0,32 3 1 0 0,-9 0 14 0 0,1-2 1 0 0,-64-18-1 0 0,68 14-8 0 0,29 9-5 0 0,0-1 1 0 0,0 0-1 0 0,-21-10 1 0 0,11 3 2 0 0,-1 2 0 0 0,-1 0 1 0 0,-26-5-1 0 0,-13-3 27 0 0,45 10-9 0 0,0 2 0 0 0,-1 0 0 0 0,1 1 0 0 0,-1 1 0 0 0,0 1 0 0 0,-36 2 0 0 0,25 0 6 0 0,20-1-22 0 0,-1 0 1 0 0,1 1 0 0 0,-1 0 0 0 0,1 1 0 0 0,0 0 0 0 0,-1 1-1 0 0,-13 5 1 0 0,-4 3 35 0 0,-1-2 1 0 0,0-1-1 0 0,-55 9 0 0 0,3-2 14 0 0,63-9-41 0 0,8-5-19 0 0,4-1-2 0 0,0-1 0 0 0,-1 0 0 0 0,3-3-2 0 0,3 3-4 0 0,-1-68-11 0 0,1 33 1 0 0,-6-46 1 0 0,-73-547 639 0 0,69 570-376 0 0,11 57-240 0 0,-1-4-2 0 0,-1-3-11 0 0,2 7 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3:59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363 108 96 0 0,'1'2'1476'0'0,"0"5"115"0"0,2 11 287 0 0,130-5-1207 0 0,-39-12-449 0 0,31 0 652 0 0,243-28 0 0 0,-223 10-72 0 0,11-2 74 0 0,-68 3-334 0 0,184-23 900 0 0,-252 36-1269 0 0,0 0 1 0 0,22-7 0 0 0,6-1 383 0 0,2 6 1002 0 0,-49 5-1406 0 0,12 383 18 0 0,-10-294-162 0 0,-3-47-2 0 0,9 57 0 0 0,-4-51 1 0 0,-1 59 1 0 0,-3-30-1 0 0,0-72-7 0 0,1 19 3 0 0,-1 1 1 0 0,-1-1-1 0 0,-1 0 1 0 0,-1 1 0 0 0,-1-1-1 0 0,-1 0 1 0 0,-7 24-1 0 0,8-36 23 0 0,0 0-1 0 0,1-1 0 0 0,1 1 0 0 0,0 0 1 0 0,1 16-1 0 0,0-27-24 0 0,-10 16 112 0 0,-3 1 55 0 0,12-16-159 0 0,-1 0 1 0 0,1 0 0 0 0,-1 0-1 0 0,1 0 1 0 0,-1 0-1 0 0,0 0 1 0 0,0 0-1 0 0,0-1 1 0 0,0 1-1 0 0,0-1 1 0 0,0 0 0 0 0,-1 1-1 0 0,1-1 1 0 0,0 0-1 0 0,-1 0 1 0 0,1-1-1 0 0,0 1 1 0 0,-1 0-1 0 0,1-1 1 0 0,-1 1 0 0 0,-2-1-1 0 0,-11 2 27 0 0,0-2 0 0 0,-21 0 0 0 0,17-1 3 0 0,-260-9 90 0 0,46 19-105 0 0,140-3 5 0 0,-117-7 1 0 0,-137-37 137 0 0,121 12-82 0 0,92 12 68 0 0,119 15-133 0 0,13-1-13 0 0,-1 0-1 0 0,0 0 0 0 0,0 0 1 0 0,0 0-1 0 0,0-1 0 0 0,1 1 1 0 0,-1-1-1 0 0,0 0 1 0 0,0 0-1 0 0,-6-3 0 0 0,2-1 1 0 0,0 0-5 0 0,6 0 2 0 0,-4-21-12 0 0,6 24 7 0 0,-1-1-1 0 0,0 1 0 0 0,1-1 0 0 0,-1 0 0 0 0,1 1 0 0 0,0-1 1 0 0,0 1-1 0 0,0-1 0 0 0,0 0 0 0 0,1-4 0 0 0,3-24-14 0 0,-1-1-1 0 0,-2 1 1 0 0,0 0-1 0 0,-9-62 1 0 0,-35-126-95 0 0,21 118 91 0 0,-10-19 46 0 0,-3-18 16 0 0,8 39 39 0 0,27 94-76 0 0,0 1-6 0 0,0 3-6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0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96 0 0,'-2'0'0'0'0,"0"1"0"0"0,5 5 0 0 0,-2 0 0 0 0,-1-1 0 0 0,0 0 0 0 0,0-4 29 0 0,0 0 1 0 0,0 0-1 0 0,0-1 1 0 0,0 1-1 0 0,0 0 0 0 0,0 0 1 0 0,1 0-1 0 0,-1-1 1 0 0,0 1-1 0 0,0 0 0 0 0,1 0 1 0 0,-1-1-1 0 0,0 1 1 0 0,1 0-1 0 0,-1 0 0 0 0,0-1 1 0 0,1 1-1 0 0,-1 0 1 0 0,1-1-1 0 0,0 1 1 0 0,-1-1-1 0 0,1 1 0 0 0,-1 0 1 0 0,1-1-1 0 0,0 0 1 0 0,-1 1-1 0 0,1-1 0 0 0,0 1 1 0 0,1-1-1 0 0,10 9 362 0 0,18 25 1097 0 0,12 22 491 0 0,-17-29-1095 0 0,34 46 1 0 0,-21-9-385 0 0,-23-42-404 0 0,-2-5 5 0 0,-1 1 1 0 0,0 1 0 0 0,16 37 0 0 0,-4-2 101 0 0,-14-32-52 0 0,-1 0 0 0 0,11 35 0 0 0,69 265 1766 0 0,-66-240-1545 0 0,-4-24-82 0 0,-9-30-58 0 0,-2 1 1 0 0,9 53 0 0 0,-10-44 14 0 0,1 1-1 0 0,1-1 1 0 0,26 66 0 0 0,9-17 269 0 0,-7-16-90 0 0,-29-55-325 0 0,0-2 0 0 0,1 1 0 0 0,19 21 1 0 0,16 26 69 0 0,84 142 242 0 0,-108-173-322 0 0,41 72 392 0 0,31 13 128 0 0,-81-103-540 0 0,-1 0 1 0 0,-1 0 0 0 0,9 17-1 0 0,3 5 107 0 0,-15-26-129 0 0,1-1 0 0 0,1 1 0 0 0,13 11 1 0 0,-14-13-25 0 0,1 0 1 0 0,-1 0 0 0 0,0 1-1 0 0,5 9 1 0 0,1 7 270 0 0,-1 1 0 0 0,-2 0-1 0 0,14 49 1 0 0,-21-64-241 0 0,-3-6-37 0 0,1 7 0 0 0,0-7-22 0 0,-1 0-1 0 0,1 0 0 0 0,0 0 1 0 0,1 0-1 0 0,-1 0 0 0 0,1 0 0 0 0,0 0 1 0 0,-1 0-1 0 0,2 0 0 0 0,3 5 0 0 0,-5-8-15 0 0,0 0-1 0 0,0 1 0 0 0,0-1 0 0 0,0 0 0 0 0,0 1 0 0 0,-1-1 0 0 0,1 1 0 0 0,0 0 0 0 0,-1-1 1 0 0,1 1-1 0 0,-1-1 0 0 0,0 1 0 0 0,1 0 0 0 0,-1 3 0 0 0,17 22-563 0 0,-16-26 521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1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1600 0 0,'0'0'0'0'0,"0"9"306"0"0,1-4 115 0 0,-1 1 430 0 0,15 27 2467 0 0,-12-27-3266 0 0,0 1-52 0 0,1 1 0 0 0,0-1 0 0 0,0 0 0 0 0,1-1 0 0 0,0 1 0 0 0,0-1 0 0 0,0 1 0 0 0,1-1 0 0 0,0-1 0 0 0,11 9 0 0 0,-1-2-6 0 0,-10-6 0 0 0,38 24-17 0 0,102 56 70 0 0,28-6 167 0 0,-80-40 1552 0 0,-94-40-1733 0 0,1 0 0 0 0,-1 0 0 0 0,0 0 0 0 0,0 1 0 0 0,1-1 0 0 0,-1 0 0 0 0,0 0 0 0 0,1 0 0 0 0,-1 0 0 0 0,0 0 0 0 0,0 0 0 0 0,1 0 0 0 0,-1 0 0 0 0,0 0 0 0 0,0 0 0 0 0,1 0 0 0 0,-1 0-1 0 0,0 0 1 0 0,1 0 0 0 0,-1 0 0 0 0,0 0 0 0 0,0 0 0 0 0,1 0 0 0 0,-1 0 0 0 0,0-1 0 0 0,0 1 0 0 0,1 0 0 0 0,-1 0 0 0 0,0 0 0 0 0,0 0 0 0 0,1-1 0 0 0,-1 1 0 0 0,0 0 0 0 0,0 0 0 0 0,0 0 0 0 0,1-1 0 0 0,-1 1 0 0 0,3-14 451 0 0,-6-14-287 0 0,-2 2-42 0 0,1 1-1 0 0,1-1 0 0 0,1-44 1 0 0,12-78 201 0 0,-10 148-355 0 0,4-21 23 0 0,0 1-1 0 0,1-1 1 0 0,1 1-1 0 0,10-21 1 0 0,-1 1-7 0 0,-14 35-19 0 0,1 1 1 0 0,0-1-1 0 0,0 1 1 0 0,0 0-1 0 0,1 0 1 0 0,0 0-1 0 0,-1 0 1 0 0,1 0 0 0 0,1 0-1 0 0,5-5 1 0 0,1 4-7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2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1 96 0 0,'0'0'1317'0'0,"-1"13"-58"0"0,-4-4-1152 0 0,0 0 1 0 0,1 0-1 0 0,0 0 1 0 0,0 1-1 0 0,1-1 1 0 0,0 1-1 0 0,-1 12 0 0 0,2-11-61 0 0,-1 1-1 0 0,0-1 0 0 0,-1 0 0 0 0,0-1 0 0 0,0 1 1 0 0,-8 13-1 0 0,-5 2 173 0 0,2 0-1 0 0,1 1 1 0 0,-12 33 0 0 0,16-39 73 0 0,0-1 1 0 0,-2 0 0 0 0,-25 34 0 0 0,-8 12 396 0 0,31-45-473 0 0,-1 1-1 0 0,-1-2 0 0 0,0 0 1 0 0,-1-1-1 0 0,-2-1 0 0 0,-24 20 0 0 0,27-27 664 0 0,22-19-200 0 0,25-24-278 0 0,-2 3-234 0 0,2 2-1 0 0,1 1 0 0 0,1 2 1 0 0,0 1-1 0 0,66-32 0 0 0,-80 46-81 0 0,0 2 0 0 0,0 0-1 0 0,1 1 1 0 0,29-4 0 0 0,-40 9-50 0 0,-1 0 0 0 0,1 1 0 0 0,-1 0 0 0 0,0 0 0 0 0,1 1 0 0 0,-1 0 1 0 0,1 1-1 0 0,-1 0 0 0 0,0 0 0 0 0,0 1 0 0 0,0 0 0 0 0,0 0 0 0 0,10 7 0 0 0,-13-6-11 0 0,0 0 0 0 0,0 0-1 0 0,0 0 1 0 0,-1 1 0 0 0,0-1-1 0 0,0 1 1 0 0,0 1 0 0 0,-1-1-1 0 0,1 0 1 0 0,-1 1 0 0 0,-1-1-1 0 0,1 1 1 0 0,-1 0 0 0 0,0 0-1 0 0,2 9 1 0 0,-2-6 3 0 0,0 0-1 0 0,0 1 1 0 0,-1-1-1 0 0,0 1 1 0 0,-1-1 0 0 0,0 1-1 0 0,-1-1 1 0 0,0 1-1 0 0,-3 15 1 0 0,-1-13-2 0 0,1-1-1 0 0,-1-1 1 0 0,-1 1 0 0 0,0-1-1 0 0,0 0 1 0 0,-1 0 0 0 0,0-1 0 0 0,-1 0-1 0 0,0 0 1 0 0,-1 0 0 0 0,0-1-1 0 0,0-1 1 0 0,0 0 0 0 0,-1 0-1 0 0,0 0 1 0 0,-22 9 0 0 0,1-2 66 0 0,-1-1-1 0 0,-1-2 1 0 0,0-1 0 0 0,-54 9 0 0 0,-19-2 161 0 0,88-14-219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2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3208 0 0,'0'33'368'0'0,"2"13"-25"0"0,1-18-128 0 0,7 34 0 0 0,-5-38-61 0 0,-1-3-78 0 0,-2 1 0 0 0,0 0 0 0 0,-2-1 1 0 0,0 1-1 0 0,-4 25 0 0 0,3-39-67 0 0,-1 19 30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3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1800 0 0,'13'-9'3'0'0,"-1"0"12"0"0,2 0 23 0 0,1 1-3 0 0,61-21 126 0 0,-43 18 21 0 0,58-30 0 0 0,-68 28-100 0 0,0 2 0 0 0,1 0 0 0 0,0 2 0 0 0,29-7-1 0 0,-41 13-65 0 0,-1 0 0 0 0,1 1-1 0 0,0 0 1 0 0,0 1 0 0 0,-1 1-1 0 0,1 0 1 0 0,0 0 0 0 0,0 1-1 0 0,0 1 1 0 0,0 0 0 0 0,13 4-1 0 0,-20-4 0 0 0,0 1 0 0 0,-1 0-1 0 0,1-1 1 0 0,-1 2 0 0 0,0-1 0 0 0,0 0-1 0 0,0 1 1 0 0,-1 0 0 0 0,1 0-1 0 0,-1 0 1 0 0,0 0 0 0 0,0 1 0 0 0,0-1-1 0 0,0 1 1 0 0,-1-1 0 0 0,0 1-1 0 0,0 0 1 0 0,0 0 0 0 0,-1 0 0 0 0,1 0-1 0 0,0 11 1 0 0,0-1 26 0 0,0 1 0 0 0,-1 0 1 0 0,0 0-1 0 0,-2 0 0 0 0,0-1 0 0 0,-3 18 0 0 0,-70 248 651 0 0,74-280-689 0 0,-10 29 69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4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3312 0 0,'-6'9'31'0'0,"1"0"-1"0"0,0 0 1 0 0,-5 16 0 0 0,-10 53 231 0 0,8-26 88 0 0,12-24-134 0 0,0-26-175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2304 0 0,'-2'28'16'0'0,"-6"15"44"0"0,-2 15 13 0 0,7 14 158 0 0,10 111 0 0 0,-6-127-129 0 0,-1-43-75 0 0,0 0 1 0 0,0 0-1 0 0,1 0 1 0 0,1 0-1 0 0,0-1 1 0 0,6 22-1 0 0,8 35 83 0 0,-9-53-93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4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1600 0 0,'0'0'0'0'0,"0"10"0"0"0,0 15 0 0 0,2 15 0 0 0,1-14-8 0 0,-1 3 0 0 0,0 1 0 0 0,0-4 8 0 0,1 2-8 0 0,-1-5 8 0 0,0 2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6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0 96 0 0,'-3'2'42'0'0,"2"1"17"0"0,2 3 61 0 0,7 13 277 0 0,-4-12-246 0 0,3 28 339 0 0,-1 0-1 0 0,-2 0 1 0 0,-1 1-1 0 0,-2-1 1 0 0,-4 56 0 0 0,-9-9 82 0 0,-33 128 0 0 0,13-75-199 0 0,-1 16 62 0 0,-50 266 1363 0 0,-24 60 249 0 0,8-56-739 0 0,34-82-447 0 0,40-160-568 0 0,22-164-279 0 0,2 0 0 0 0,0-1 0 0 0,0 1 0 0 0,2 0 0 0 0,-1 0 0 0 0,7 29 0 0 0,-5-27-96 0 0,0 1 0 0 0,-2 34 0 0 0,0-27 14 0 0,0-10-34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6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3712 0 0,'0'12'1'0'0,"0"2"4"0"0,0 23 29 0 0,2 31 6 0 0,-1-60-32 0 0,0 0 0 0 0,0 0 0 0 0,0 0 0 0 0,1-1 1 0 0,1 1-1 0 0,5 13 0 0 0,-4-11-1 0 0,6 16 0 0 0,6 8-6 0 0,-2-6-1 0 0,-3-12 0 0 0,-6-5 1 0 0,-5-10 6 0 0,1 0-1 0 0,-1-1 0 0 0,0 1 0 0 0,1 0 1 0 0,-1-1-1 0 0,0 1 0 0 0,1 0 1 0 0,-1-1-1 0 0,1 1 0 0 0,-1-1 1 0 0,1 1-1 0 0,-1 0 0 0 0,1-1 0 0 0,0 1 1 0 0,-1-1-1 0 0,1 0 0 0 0,0 1 1 0 0,-1-1-1 0 0,1 1 0 0 0,0-1 1 0 0,-1 0-1 0 0,1 0 0 0 0,0 1 0 0 0,0-1 1 0 0,-1 0-1 0 0,1 0 0 0 0,0 0 1 0 0,0 0-1 0 0,0 0 0 0 0,-1 0 1 0 0,1 0-1 0 0,0 0 0 0 0,0 0 0 0 0,-1 0 1 0 0,1-1-1 0 0,0 1 0 0 0,0 0 1 0 0,-1 0-1 0 0,1-1 0 0 0,0 1 1 0 0,0-1-1 0 0,-1 1 0 0 0,1 0 1 0 0,-1-1-1 0 0,1 1 0 0 0,1-2 0 0 0,14-15 108 0 0,12-15 91 0 0,0-1-1 0 0,-2-1 1 0 0,-2-2 0 0 0,21-40 0 0 0,-3 6 200 0 0,-36 61-364 0 0,0 1 0 0 0,0 0 0 0 0,1 1 0 0 0,0 0 0 0 0,0 0 0 0 0,1 0 1 0 0,-1 1-1 0 0,2 0 0 0 0,-1 0 0 0 0,1 1 0 0 0,13-7 0 0 0,-11 8-14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7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38 96 0 0,'-2'-3'40'0'0,"-7"2"112"0"0,1 0 24 0 0,8 1-158 0 0,0 0 0 0 0,-1 0 0 0 0,1-1 1 0 0,0 1-1 0 0,0 0 0 0 0,0 0 0 0 0,0 0 0 0 0,0 0 0 0 0,0 0 0 0 0,0-1 0 0 0,0 1 1 0 0,0 0-1 0 0,0 0 0 0 0,0 0 0 0 0,0 0 0 0 0,-1-1 0 0 0,1 1 0 0 0,0 0 0 0 0,0 0 1 0 0,0 0-1 0 0,0-1 0 0 0,1 1 0 0 0,-1 0 0 0 0,0 0 0 0 0,0 0 0 0 0,0 0 1 0 0,0-1-1 0 0,0 1 0 0 0,0 0 0 0 0,0 0 0 0 0,0 0 0 0 0,0 0 0 0 0,0 0 0 0 0,0-1 1 0 0,0 1-1 0 0,1 0 0 0 0,-1 0 0 0 0,0 0 0 0 0,0 0 0 0 0,0 0 0 0 0,0 0 1 0 0,0-1-1 0 0,1 1 0 0 0,-1 0 0 0 0,0 0 0 0 0,14-6 496 0 0,28-3 52 0 0,-33 7-423 0 0,11-2 13 0 0,0 2 1 0 0,0 0-1 0 0,0 1 0 0 0,1 1 0 0 0,32 4 0 0 0,-39-1-34 0 0,0-1 1 0 0,0 1-1 0 0,-1 1 0 0 0,1 1 0 0 0,-1 0 0 0 0,0 1 0 0 0,0 0 1 0 0,0 0-1 0 0,16 13 0 0 0,-16-10-13 0 0,-1 0 1 0 0,1 1-1 0 0,-2 1 1 0 0,1 0-1 0 0,-2 0 0 0 0,1 1 1 0 0,-1 0-1 0 0,-1 1 1 0 0,0 0-1 0 0,-1 1 1 0 0,-1-1-1 0 0,7 18 0 0 0,-6-11 113 0 0,-2 0 0 0 0,0 1-1 0 0,-2-1 1 0 0,0 1 0 0 0,1 31-1 0 0,-5-42-122 0 0,0 0 1 0 0,0 0-1 0 0,-1-1 0 0 0,-1 1 0 0 0,0 0 0 0 0,0-1 0 0 0,-1 1 0 0 0,0-1 0 0 0,-1 0 0 0 0,0 0 0 0 0,0 0 0 0 0,-1-1 0 0 0,0 1 0 0 0,-7 8 0 0 0,-21 21 260 0 0,15-20-188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7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2808 0 0,'-5'12'311'0'0,"5"-11"-252"0"0,-1 0 1 0 0,1-1-1 0 0,-1 1 1 0 0,1 0-1 0 0,-1 0 1 0 0,1 0-1 0 0,0 0 1 0 0,-1 0-1 0 0,1 0 1 0 0,0 0-1 0 0,0 0 0 0 0,-1 0 1 0 0,1-1-1 0 0,0 1 1 0 0,0 0-1 0 0,0 0 1 0 0,0 0-1 0 0,0 0 1 0 0,1 0-1 0 0,-1 0 1 0 0,0 0-1 0 0,1 2 1 0 0,18 62 952 0 0,12 76 1 0 0,-28-126-909 0 0,1 0 1 0 0,9 25-1 0 0,-8-28-49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8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122 315 2904 0 0,'-4'-4'-3'0'0,"0"0"-10"0"0,2 3 1 0 0,-1-8-65 0 0,3 2 46 0 0,0 7-89 0 0,22 8-917 0 0,-10-5 1002 0 0,0 0 0 0 0,0 0 1 0 0,0-1-1 0 0,0-1 0 0 0,1 0 1 0 0,14-1-1 0 0,-2-4 22 0 0,-2-6 11 0 0,-15 5 61 0 0,-1-1 0 0 0,0 0 1 0 0,0 0-1 0 0,-1-1 0 0 0,0 0 0 0 0,0 0 0 0 0,0 0 0 0 0,-1-1 0 0 0,0 0 0 0 0,-1 0 0 0 0,0 0 0 0 0,4-10 0 0 0,-5 12 32 0 0,-1 0 0 0 0,0 0 0 0 0,-1 0 0 0 0,0-1 0 0 0,0 1-1 0 0,1-8 1 0 0,1-13 400 0 0,-2 23-411 0 0,0 1-1 0 0,0-1 1 0 0,-1 0-1 0 0,0 0 1 0 0,0 0 0 0 0,0 1-1 0 0,0-1 1 0 0,-1 0-1 0 0,1 0 1 0 0,-1 1 0 0 0,0-1-1 0 0,0 0 1 0 0,0 1-1 0 0,-1-1 1 0 0,1 1 0 0 0,-1-1-1 0 0,0 1 1 0 0,0 0-1 0 0,0 0 1 0 0,-4-6 0 0 0,2 5 7 0 0,0 1 0 0 0,0 0 0 0 0,0-1 0 0 0,0 1 0 0 0,-1 1 0 0 0,1-1 0 0 0,-1 1 0 0 0,1-1 0 0 0,-1 1 0 0 0,0 1 0 0 0,0-1 0 0 0,0 1 0 0 0,0 0 0 0 0,-6-1 0 0 0,3 2-37 0 0,0 0 0 0 0,0 0 0 0 0,-1 1 0 0 0,1 0 0 0 0,1 1 0 0 0,-1-1 0 0 0,0 2-1 0 0,0-1 1 0 0,1 1 0 0 0,-1 0 0 0 0,1 1 0 0 0,0 0 0 0 0,-10 6 0 0 0,3 0-25 0 0,0 1 0 0 0,0 0-1 0 0,1 1 1 0 0,0 0 0 0 0,-15 20 0 0 0,19-18-10 0 0,1 0 0 0 0,0 0 0 0 0,1 1 0 0 0,0 0 0 0 0,1 0 0 0 0,1 1 0 0 0,0-1 0 0 0,2 1 0 0 0,-4 29-1 0 0,7-37 2 0 0,0 0 1 0 0,1 1-1 0 0,0-1 0 0 0,0 0 0 0 0,4 10 0 0 0,3 32 290 0 0,-7-48-264 0 0,0 1 0 0 0,0 0 0 0 0,1-1 0 0 0,-1 1 0 0 0,1 0 0 0 0,-1-1 0 0 0,1 0 0 0 0,0 1 0 0 0,0-1 1 0 0,0 0-1 0 0,0 0 0 0 0,1 0 0 0 0,-1-1 0 0 0,5 4 0 0 0,4 3 94 0 0,1 0 1 0 0,0-1 0 0 0,1 0-1 0 0,-1-1 1 0 0,1-1 0 0 0,15 5-1 0 0,-20-8-44 0 0,0 0 0 0 0,0-1 0 0 0,1 0 0 0 0,-1 0 0 0 0,0-1 0 0 0,1 0 0 0 0,-1 0 0 0 0,0-1 0 0 0,0 0 0 0 0,1 0 0 0 0,11-4 0 0 0,-6 1 26 0 0,-1-1 0 0 0,1 0 1 0 0,-1 0-1 0 0,-1-1 0 0 0,1-1 0 0 0,16-11 1 0 0,-13 7 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8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6928 0 0,'-11'19'61'0'0,"10"-17"-40"0"0,1 1 1 0 0,0-1 0 0 0,-1 0-1 0 0,1 1 1 0 0,0-1 0 0 0,0 0 0 0 0,1 1-1 0 0,-1-1 1 0 0,0 0 0 0 0,1 1-1 0 0,1 3 1 0 0,2 4 121 0 0,1 0 0 0 0,1 0 0 0 0,10 15 0 0 0,6 12 93 0 0,-16-22-85 0 0,-1 0 0 0 0,-1 1 1 0 0,0 0-1 0 0,2 22 0 0 0,-3-17 38 0 0,10 37-1 0 0,44 132 638 0 0,-50-170-738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3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98 233 3312 0 0,'1'-3'207'0'0,"5"-10"-17"0"0,16-24-70 0 0,-15 29-109 0 0,46-44 10 0 0,-42 43-19 0 0,3-3 18 0 0,1 0 0 0 0,0 0 0 0 0,1 2 0 0 0,0 0 1 0 0,0 1-1 0 0,1 0 0 0 0,0 1 0 0 0,1 1 1 0 0,0 1-1 0 0,0 1 0 0 0,27-5 0 0 0,-41 9 55 0 0,-1 2-1 0 0,1-1 0 0 0,0 0 1 0 0,0 1-1 0 0,0-1 1 0 0,0 1-1 0 0,-1 0 1 0 0,1 1-1 0 0,0-1 1 0 0,-1 1-1 0 0,7 3 0 0 0,-8-5-32 0 0,-1 3 19 0 0,1 0 0 0 0,0 0 0 0 0,-1 0 0 0 0,0 1 0 0 0,1-1-1 0 0,-1 0 1 0 0,0 0 0 0 0,-1 1 0 0 0,1 3 0 0 0,0 2 21 0 0,-1 0 0 0 0,0 1 0 0 0,-1-1 0 0 0,0 0 0 0 0,0 0 0 0 0,-1-1 1 0 0,0 1-1 0 0,-1 0 0 0 0,-4 10 0 0 0,0-6 24 0 0,0 0 0 0 0,0-1 1 0 0,-2 1-1 0 0,-18 21 0 0 0,8-12 150 0 0,-1-1-1 0 0,-25 22 0 0 0,37-37-157 0 0,-1 0-1 0 0,1 0 1 0 0,-1-1-1 0 0,0 0 1 0 0,0 0-1 0 0,0-1 1 0 0,-1 0-1 0 0,1-1 1 0 0,-18 4-1 0 0,20-6-36 0 0,0 0-1 0 0,0 0 0 0 0,0 0 0 0 0,0-1 1 0 0,0 1-1 0 0,0-2 0 0 0,0 1 1 0 0,0-1-1 0 0,0 0 0 0 0,1-1 0 0 0,-1 0 1 0 0,0 0-1 0 0,1 0 0 0 0,-1-1 0 0 0,1 1 1 0 0,-1-2-1 0 0,1 1 0 0 0,0-1 0 0 0,1 0 1 0 0,-1 0-1 0 0,1 0 0 0 0,0-1 0 0 0,0 0 1 0 0,-8-10-1 0 0,1-4 117 0 0,-14-37 0 0 0,24 52-163 0 0,-1-3 18 0 0,1-17-20 0 0,2 22-19 0 0,0 49-455 0 0,-9 236 71 0 0,7-235 398 0 0,2-25 8 0 0,0 0 1 0 0,2 0 0 0 0,1 0-1 0 0,0 0 1 0 0,2-1 0 0 0,1 0-1 0 0,8 24 1 0 0,-4-23 27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44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1399 96 0 0,'0'-5'0'0'0,"4"4"0"0"0,0-2 0 0 0,0 1 0 0 0,18-9 107 0 0,18-7 307 0 0,-36 17-278 0 0,0-1 0 0 0,0 0-1 0 0,0-1 1 0 0,0 1 0 0 0,-1-1-1 0 0,1 1 1 0 0,0-1 0 0 0,-1 0-1 0 0,0-1 1 0 0,0 1 0 0 0,0 0-1 0 0,2-5 1 0 0,11-10 1610 0 0,-15 17-1584 0 0,0-1 0 0 0,0-1 1 0 0,0 1-1 0 0,0 0 1 0 0,-1 0-1 0 0,1 0 0 0 0,-1 0 1 0 0,1-1-1 0 0,-1 1 1 0 0,0 0-1 0 0,0 0 1 0 0,0-4-1 0 0,-2-34 919 0 0,2 31-898 0 0,-6-20 452 0 0,-1 0 0 0 0,-19-52-1 0 0,11 37-251 0 0,3 0 0 0 0,-14-88-1 0 0,14 62-125 0 0,6 43-119 0 0,1-1 0 0 0,-1-45 0 0 0,4 52-40 0 0,0 0 0 0 0,-2 0 0 0 0,0 0 1 0 0,-1 0-1 0 0,-14-32 0 0 0,-4-21 222 0 0,16 49-171 0 0,-1 1-1 0 0,-1 1 1 0 0,-1 0 0 0 0,-26-42-1 0 0,27 50-35 0 0,-2 0-1 0 0,0 1 1 0 0,-1 0-1 0 0,0 0 1 0 0,-1 1-1 0 0,0 1 0 0 0,-23-16 1 0 0,28 23-41 0 0,3 1-48 0 0,0 0-1 0 0,0 1 1 0 0,0 0 0 0 0,0 0 0 0 0,-1 0 0 0 0,1 1-1 0 0,-1-1 1 0 0,0 1 0 0 0,0 1 0 0 0,0-1-1 0 0,-6 0 1 0 0,11 1-11 0 0,0 1-10 0 0,0 0 1 0 0,0 0 0 0 0,0 0-1 0 0,0 0 1 0 0,0 0 0 0 0,0-1-1 0 0,0 1 1 0 0,0 0-1 0 0,0-1 1 0 0,1 1 0 0 0,-1-1-1 0 0,0 1 1 0 0,0-1-1 0 0,0 1 1 0 0,0-1 0 0 0,1 0-1 0 0,-1 1 1 0 0,-1-2 0 0 0,3 1 4 0 0,2-3-2 0 0,2 0-3 0 0,0-1-2 0 0,0 1 1 0 0,0 0 0 0 0,0 1-1 0 0,1 0 1 0 0,-1-1-1 0 0,1 2 1 0 0,0-1 0 0 0,0 1-1 0 0,0 0 1 0 0,0 0-1 0 0,0 0 1 0 0,7 0 0 0 0,4-2 0 0 0,21-4-11 0 0,1 2 0 0 0,0 2 1 0 0,61 1-1 0 0,1-1-4 0 0,59 1-13 0 0,-109 5 15 0 0,1-3-1 0 0,-1-3 0 0 0,58-10 1 0 0,-97 12 11 0 0,0 0 0 0 0,-1 1 0 0 0,1 1 0 0 0,13 1 0 0 0,-6-1 0 0 0,-13 0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45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6520 0 0,'9'-7'40'0'0,"-2"-2"128"0"0,-5 7-135 0 0,-1 0 0 0 0,0 1-1 0 0,1-1 1 0 0,-1 0-1 0 0,1 1 1 0 0,-1-1-1 0 0,1 1 1 0 0,0-1 0 0 0,0 1-1 0 0,0 0 1 0 0,0 0-1 0 0,3-2 1 0 0,45-21 287 0 0,0 2 1 0 0,65-20-1 0 0,-83 33-457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45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74 217 3208 0 0,'3'6'0'0'0,"1"11"1"0"0,-3 9 6 0 0,3 7 2 0 0,3-3 5 0 0,-1-8-6 0 0,-5-19-11 0 0,0 1 0 0 0,0-1 0 0 0,0 0 1 0 0,0 1-1 0 0,0-1 0 0 0,1 0 1 0 0,-1 1-1 0 0,3 2 0 0 0,2 4-11 0 0,-3-7 10 0 0,1 1-7 0 0,6 23-6 0 0,-9-19 17 0 0,-1-1 0 0 0,-1-2 0 0 0,-2 1 1 0 0,2-5 0 0 0,0 0 1 0 0,0 0-1 0 0,1 0 0 0 0,-1 0 0 0 0,0 0 1 0 0,0 0-1 0 0,0 0 0 0 0,-1 0 0 0 0,1 0 0 0 0,0-1 1 0 0,0 1-1 0 0,0 0 0 0 0,-1-1 0 0 0,1 1 0 0 0,0-1 1 0 0,0 1-1 0 0,-1-1 0 0 0,1 0 0 0 0,-1 1 1 0 0,1-1-1 0 0,0 0 0 0 0,-1 0 0 0 0,1 0 0 0 0,0 0 1 0 0,-3 0-1 0 0,-3-1 6 0 0,4 1-2 0 0,-2 1 4 0 0,-1-1 1 0 0,0-1 0 0 0,1 1 0 0 0,-1-1-1 0 0,1 0 1 0 0,-7-2 0 0 0,10 2-4 0 0,0 0 0 0 0,0 0-1 0 0,-1 0 1 0 0,2 0 0 0 0,-1-1 0 0 0,0 1 0 0 0,0 0 0 0 0,0-1 0 0 0,1 0 0 0 0,-1 1 0 0 0,1-1 0 0 0,-1 0-1 0 0,1 0 1 0 0,0 0 0 0 0,-1 0 0 0 0,1 0 0 0 0,0 0 0 0 0,0 0 0 0 0,1 0 0 0 0,-1 0 0 0 0,0-3 0 0 0,-2-7 18 0 0,0 0 0 0 0,1 1 0 0 0,1-1 1 0 0,0 0-1 0 0,1 0 0 0 0,0 0 1 0 0,1 0-1 0 0,0 0 0 0 0,1 0 0 0 0,0 1 1 0 0,1-1-1 0 0,0 0 0 0 0,7-16 1 0 0,1 7 46 0 0,0 0 0 0 0,1 1 0 0 0,26-32 0 0 0,-4 6 135 0 0,-29 40-170 0 0,0 0 0 0 0,0 1 0 0 0,1 0-1 0 0,0 0 1 0 0,0 0 0 0 0,1 1 0 0 0,-1 0-1 0 0,1 0 1 0 0,0 0 0 0 0,11-3 0 0 0,-3 1 58 0 0,1 1 0 0 0,0 0 1 0 0,30-4-1 0 0,-38 8 19 0 0,1 0 0 0 0,-1 1 0 0 0,0 0 0 0 0,0 1 0 0 0,11 2 0 0 0,-18-3-108 0 0,0 0 0 0 0,-1 1-1 0 0,1-1 1 0 0,0 0-1 0 0,0 1 1 0 0,0-1-1 0 0,-1 1 1 0 0,1-1-1 0 0,0 1 1 0 0,0 0-1 0 0,-1-1 1 0 0,1 1-1 0 0,-1 0 1 0 0,1 0-1 0 0,0-1 1 0 0,-1 1-1 0 0,1 2 1 0 0,1-1 8 0 0,6 8 34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46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347 120 2704 0 0,'1'-5'5'0'0,"-1"4"-3"0"0,1 0 1 0 0,0 1 2 0 0,-4-8 23 0 0,-5-10 16 0 0,6 14-35 0 0,-4-10-2 0 0,5 10-9 0 0,-1 0 1 0 0,0 0 0 0 0,0 0-1 0 0,-1 1 1 0 0,1-1 0 0 0,0 1 0 0 0,-1-1-1 0 0,0 1 1 0 0,0 0 0 0 0,0 0-1 0 0,0 0 1 0 0,-1 1 0 0 0,1-1 0 0 0,-1 1-1 0 0,-5-3 1 0 0,0 0-8 0 0,7 2 6 0 0,-2-2 1 0 0,-23 3-17 0 0,10 2 18 0 0,-2 2 1 0 0,-3 5 0 0 0,-39 37 16 0 0,45-32-4 0 0,-2 6-1 0 0,7-2 14 0 0,9-14-22 0 0,-6 9 35 0 0,0 1 0 0 0,0 0-1 0 0,1 0 1 0 0,1 1 0 0 0,0 0 0 0 0,1 0-1 0 0,-7 23 1 0 0,0 15 392 0 0,11-50-402 0 0,1 1 1 0 0,0-1 0 0 0,-1 0-1 0 0,1 1 1 0 0,0-1 0 0 0,0 0 0 0 0,0 1-1 0 0,0-1 1 0 0,0 1 0 0 0,1-1-1 0 0,-1 0 1 0 0,0 1 0 0 0,1-1 0 0 0,-1 0-1 0 0,1 1 1 0 0,-1-1 0 0 0,1 0-1 0 0,-1 0 1 0 0,1 0 0 0 0,0 1 0 0 0,0-1-1 0 0,0 0 1 0 0,-1 0 0 0 0,1 0-1 0 0,0 0 1 0 0,0 0 0 0 0,0 0 0 0 0,1-1-1 0 0,-1 1 1 0 0,0 0 0 0 0,2 1-1 0 0,0-1 21 0 0,0 0 0 0 0,-1 0-1 0 0,1 0 1 0 0,0 0 0 0 0,-1-1-1 0 0,1 1 1 0 0,0-1-1 0 0,0 1 1 0 0,0-1 0 0 0,-1 0-1 0 0,1 0 1 0 0,0-1-1 0 0,0 1 1 0 0,0 0 0 0 0,-1-1-1 0 0,4-1 1 0 0,12-5 216 0 0,-1-1-1 0 0,1 0 1 0 0,23-17 0 0 0,-39 24-231 0 0,3-3 53 0 0,0-1 0 0 0,0 0-1 0 0,-1 0 1 0 0,0 0 0 0 0,0-1-1 0 0,0 1 1 0 0,0-1 0 0 0,-1 0-1 0 0,0 0 1 0 0,0 0 0 0 0,0-1-1 0 0,2-10 1 0 0,-2 8 23 0 0,-1 3-36 0 0,0-1-1 0 0,-1 1 1 0 0,0-1-1 0 0,0 1 0 0 0,-1-1 1 0 0,0 1-1 0 0,0-11 0 0 0,-1-2 183 0 0,1 19-250 0 0,0-1-1 0 0,0 1 1 0 0,0 0-1 0 0,0-1 1 0 0,0 1-1 0 0,0-1 1 0 0,0 1-1 0 0,0 0 1 0 0,0-1-1 0 0,0 1 1 0 0,0 0-1 0 0,-1-1 1 0 0,1 1-1 0 0,0 0 1 0 0,0 0-1 0 0,0-1 1 0 0,-1 1-1 0 0,1 0 1 0 0,0-1-1 0 0,0 1 1 0 0,-1 0-1 0 0,1 0 1 0 0,0-1-1 0 0,0 1 1 0 0,-1 0-1 0 0,1 0 1 0 0,0 0-1 0 0,-1 0 1 0 0,1-1-1 0 0,0 1 1 0 0,-1 0-1 0 0,1 0 1 0 0,0 0-1 0 0,-1 0 1 0 0,1 0-1 0 0,0 0 1 0 0,-1 0-1 0 0,1 0 1 0 0,-1 0-1 0 0,1 0 1 0 0,-1 0-1 0 0,1 0 1 0 0,-1 0-1 0 0,1 1 0 0 0,-1-1 1 0 0,1 0-1 0 0,-1 0 0 0 0,1 1 1 0 0,-1-1-1 0 0,1 1 0 0 0,-1-1 0 0 0,1 0 1 0 0,-1 1-1 0 0,1-1 0 0 0,-1 1 1 0 0,1-1-1 0 0,0 1 0 0 0,-1-1 1 0 0,1 1-1 0 0,0-1 0 0 0,0 1 1 0 0,-1-1-1 0 0,1 1 0 0 0,0 0 1 0 0,0-1-1 0 0,0 1 0 0 0,0-1 0 0 0,0 1 1 0 0,0 0-1 0 0,0-1 0 0 0,0 1 1 0 0,0 0-1 0 0,-10 123 184 0 0,10-120-178 0 0,0-1-1 0 0,0 1 1 0 0,0-1-1 0 0,0 0 1 0 0,1 1-1 0 0,-1-1 0 0 0,1 0 1 0 0,0 1-1 0 0,0-1 1 0 0,0 0-1 0 0,0 0 1 0 0,1 1-1 0 0,-1-1 1 0 0,1 0-1 0 0,0-1 0 0 0,0 1 1 0 0,0 0-1 0 0,0 0 1 0 0,0-1-1 0 0,0 1 1 0 0,1-1-1 0 0,0 0 1 0 0,-1 0-1 0 0,1 0 0 0 0,0 0 1 0 0,0 0-1 0 0,0 0 1 0 0,0-1-1 0 0,0 0 1 0 0,0 1-1 0 0,1-1 1 0 0,-1 0-1 0 0,5 0 0 0 0,3 1 8 0 0,1 0 0 0 0,-1-1-1 0 0,1 0 1 0 0,-1-1-1 0 0,1 0 1 0 0,-1-1 0 0 0,1-1-1 0 0,18-3 1 0 0,-4-4-10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47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56 5016 0 0,'-2'-2'48'0'0,"0"-2"45"0"0,0 0 14 0 0,2-1 56 0 0,-2-2 13 0 0,-2 2-171 0 0,-1-1 15 0 0,4 4-30 0 0,0 1 0 0 0,0-1 0 0 0,0 1 0 0 0,0 0 0 0 0,0-1 0 0 0,0 1 0 0 0,0 0 0 0 0,0 0 0 0 0,0 0 0 0 0,-1 0 0 0 0,1 0 0 0 0,0 0 0 0 0,-1 0 0 0 0,1 0 0 0 0,-1 0 0 0 0,1 1 0 0 0,-1-1 0 0 0,1 1 1 0 0,-1-1-1 0 0,0 1 0 0 0,1-1 0 0 0,-1 1 0 0 0,0 0 0 0 0,1 0 0 0 0,-1 0 0 0 0,0 0 0 0 0,1 0 0 0 0,-1 0 0 0 0,0 1 0 0 0,1-1 0 0 0,-1 0 0 0 0,1 1 0 0 0,-1-1 0 0 0,0 1 0 0 0,1 0 0 0 0,-1-1 0 0 0,1 1 0 0 0,0 0 0 0 0,-1 0 0 0 0,1 0 0 0 0,0 0 0 0 0,-1 0 0 0 0,1 0 0 0 0,0 0 0 0 0,-1 2 0 0 0,-5 4-29 0 0,1 0 0 0 0,0 0 0 0 0,0 1 0 0 0,-9 15 0 0 0,14-21 52 0 0,0-1-16 0 0,0 0 1 0 0,0 1 0 0 0,1-1 0 0 0,-1 0 0 0 0,0 1-1 0 0,0-1 1 0 0,1 0 0 0 0,-1 1 0 0 0,1-1 0 0 0,-1 1 0 0 0,1-1-1 0 0,-1 1 1 0 0,1-1 0 0 0,0 1 0 0 0,0-1 0 0 0,0 1-1 0 0,0 1 1 0 0,-2 21-40 0 0,-1-16 32 0 0,0-1 4 0 0,1-1-1 0 0,0 1 1 0 0,0 0-1 0 0,1-1 0 0 0,-2 13 1 0 0,5-6 6 0 0,2-1 0 0 0,1-4 0 0 0,0-1 1 0 0,-4-6 2 0 0,0 0-1 0 0,0-1 0 0 0,0 1 1 0 0,0 0-1 0 0,0 0 1 0 0,0-1-1 0 0,0 1 1 0 0,0-1-1 0 0,0 1 1 0 0,0-1-1 0 0,0 1 0 0 0,0-1 1 0 0,0 0-1 0 0,1 1 1 0 0,-1-1-1 0 0,0 0 1 0 0,0 0-1 0 0,0 0 0 0 0,1 0 1 0 0,-1 0-1 0 0,0 0 1 0 0,0 0-1 0 0,0-1 1 0 0,1 1-1 0 0,-1 0 1 0 0,0-1-1 0 0,0 1 0 0 0,0 0 1 0 0,0-1-1 0 0,2 0 1 0 0,25-24 74 0 0,-27 24-72 0 0,5-6 13 0 0,0 1 0 0 0,0-2 1 0 0,-1 1-1 0 0,0-1 1 0 0,0 1-1 0 0,-1-1 0 0 0,0-1 1 0 0,0 1-1 0 0,-1 0 1 0 0,0-1-1 0 0,-1 0 1 0 0,0 0-1 0 0,0 0 0 0 0,-1 0 1 0 0,1-15-1 0 0,-2 23-11 0 0,0-19 79 0 0,1 14 0 0 0,1 14 75 0 0,10 82-86 0 0,5 35-13 0 0,-9-94-47 0 0,2-1-1 0 0,1 0 1 0 0,19 36-1 0 0,-3-6-2 0 0,8 20 11 0 0,45 118 34 0 0,-71-170-42 0 0,-2 0 0 0 0,0 1-1 0 0,-2 0 1 0 0,-1-1-1 0 0,1 38 1 0 0,-6-49 48 0 0,0 1 0 0 0,-1-1-1 0 0,-1 0 1 0 0,-1 0 0 0 0,0 0 0 0 0,-1 0 0 0 0,-1-1 0 0 0,-12 24 0 0 0,12-28 29 0 0,0 0 0 0 0,-1-1 1 0 0,0 0-1 0 0,-1-1 0 0 0,-1 1 0 0 0,1-2 1 0 0,-2 1-1 0 0,1-1 0 0 0,-1 0 1 0 0,-1-1-1 0 0,-21 13 0 0 0,18-15 24 0 0,0 0 0 0 0,0-1 0 0 0,-1 0 0 0 0,0-1-1 0 0,0-1 1 0 0,0-1 0 0 0,-17 2 0 0 0,4-3 62 0 0,1-1-1 0 0,-1-1 1 0 0,-30-4-1 0 0,24-2-81 0 0,0-1 0 0 0,1-1 0 0 0,-1-2 0 0 0,2-1 0 0 0,0-1 0 0 0,0-2 0 0 0,-57-38 0 0 0,77 45-54 0 0,1-1 0 0 0,0 0 0 0 0,1-1 0 0 0,-19-22 0 0 0,24 25-5 0 0,0 0 0 0 0,1 0 0 0 0,0 0 0 0 0,0-1 1 0 0,0 1-1 0 0,1-1 0 0 0,0 0 0 0 0,1 0 0 0 0,-3-16 1 0 0,5 22-29 0 0,0-1 0 0 0,0 1 0 0 0,0 0 0 0 0,1 0 0 0 0,-1 0 0 0 0,1-1 0 0 0,0 1 0 0 0,0 0 0 0 0,-1 0 0 0 0,1 0 0 0 0,1 0 0 0 0,-1 0 0 0 0,0 1 0 0 0,0-1 0 0 0,1 0 0 0 0,-1 0 0 0 0,4-2 0 0 0,34-29 79 0 0,-27 24-62 0 0,30-21 45 0 0,1 3-1 0 0,64-32 1 0 0,-77 44-53 0 0,9-6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4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5224 0 0,'0'0'0'0'0,"0"-1"1"0"0,0 0 1 0 0,0 0 3 0 0,0 0 11 0 0,0 2-8 0 0,2 2-1 0 0,14 85-43 0 0,-14-72 16 0 0,0 1-1 0 0,1-1 1 0 0,1 0-1 0 0,1-1 0 0 0,8 20 1 0 0,14 21-84 0 0,-26-50 104 0 0,-1-2 1 0 0,5-23 151 0 0,-1-1-1 0 0,2-25 1 0 0,-6 40-132 0 0,0 0 1 0 0,0 0 0 0 0,1 0-1 0 0,-1 1 1 0 0,1-1 0 0 0,0 0-1 0 0,1 1 1 0 0,-1-1-1 0 0,1 1 1 0 0,0-1 0 0 0,0 1-1 0 0,0 0 1 0 0,1 0 0 0 0,-1 0-1 0 0,1 0 1 0 0,5-6-1 0 0,-6 9-6 0 0,0-1 0 0 0,0 1 0 0 0,-1-1 0 0 0,2 1 0 0 0,-1 0 0 0 0,0 0-1 0 0,0 0 1 0 0,0 0 0 0 0,0 0 0 0 0,1 0 0 0 0,-1 0 0 0 0,0 1-1 0 0,1-1 1 0 0,-1 1 0 0 0,1 0 0 0 0,-1 0 0 0 0,1 0 0 0 0,-1 0 0 0 0,0 0-1 0 0,1 0 1 0 0,3 2 0 0 0,2 0 4 0 0,-1 0 0 0 0,0 1 0 0 0,0-1 0 0 0,0 2 0 0 0,11 6-1 0 0,32 33 243 0 0,-35-29-45 0 0,-1-1 338 0 0,-13-13-530 0 0,0 0 0 0 0,0-1-1 0 0,0 1 1 0 0,-1 0 0 0 0,1 0-1 0 0,0 0 1 0 0,0-1 0 0 0,-1 1-1 0 0,1 0 1 0 0,0-1 0 0 0,0 1-1 0 0,-1-1 1 0 0,1 1 0 0 0,-1-1-1 0 0,1 1 1 0 0,0-1 0 0 0,-1 1-1 0 0,1-1 1 0 0,-1 0 0 0 0,1 1-1 0 0,-1-1 1 0 0,0 0 0 0 0,1 0-1 0 0,-1 1 1 0 0,1-1 0 0 0,-1 0-1 0 0,0-1 1 0 0,7-12 81 0 0,-1-1 0 0 0,0-1-1 0 0,3-17 1 0 0,8-22 202 0 0,-16 42-254 0 0,0 2-14 0 0,16-3 15 0 0,-13 12-48 0 0,1 1-4 0 0,2 4-4 0 0,-3 1-1 0 0,22 15-12 0 0,-17-13 11 0 0,1 2 0 0 0,-1-1 0 0 0,0 1 1 0 0,13 16-1 0 0,-9-10 164 0 0,1-1 0 0 0,0-1 0 0 0,1 0 0 0 0,0-1 1 0 0,1 0-1 0 0,0-2 0 0 0,29 14 0 0 0,-38-21-109 0 0,0 1 0 0 0,0-1 1 0 0,1-1-1 0 0,-1 1 0 0 0,1-1 0 0 0,-1-1 0 0 0,1 1 1 0 0,-1-1-1 0 0,1-1 0 0 0,0 1 0 0 0,-1-1 0 0 0,1-1 0 0 0,8-2 1 0 0,-5 1 15 0 0,0 0 0 0 0,-1-1 0 0 0,1 0 0 0 0,-1-1 0 0 0,0-1 0 0 0,0 1 0 0 0,-1-1 0 0 0,12-10 0 0 0,-15 10-33 0 0,-1-1 0 0 0,1-1 0 0 0,-2 1 0 0 0,1-1-1 0 0,-1 0 1 0 0,0 0 0 0 0,0 0 0 0 0,-1 0 0 0 0,-1 0-1 0 0,1-1 1 0 0,1-10 0 0 0,3-6 36 0 0,-4 15-59 0 0,0 0 0 0 0,-1 0 1 0 0,0 0-1 0 0,-1 0 0 0 0,0-1 0 0 0,0 1 0 0 0,-1 0 1 0 0,-1 0-1 0 0,0-1 0 0 0,0 1 0 0 0,-1 0 0 0 0,0 0 0 0 0,-6-15 1 0 0,8 23-6 0 0,0 0 0 0 0,0 1 0 0 0,-1-1 0 0 0,1 1 0 0 0,-1-1 0 0 0,0 1 0 0 0,1-1 0 0 0,-1 1 0 0 0,0 0 0 0 0,0-1 0 0 0,0 1 0 0 0,0 0 0 0 0,0 0 0 0 0,0-1 0 0 0,0 1 0 0 0,0 0 0 0 0,0 0 0 0 0,-1 0 0 0 0,1 0 0 0 0,0 1 0 0 0,-1-1 0 0 0,1 0 0 0 0,-1 0 0 0 0,1 1 0 0 0,0-1 0 0 0,-1 1 0 0 0,0-1 0 0 0,1 1 0 0 0,-1 0 0 0 0,1 0 0 0 0,-1-1 0 0 0,1 1 0 0 0,-1 0 0 0 0,0 1 0 0 0,1-1 0 0 0,-1 0 0 0 0,-2 1 0 0 0,-17 20 34 0 0,17-16-35 0 0,-1 1 2 0 0,0-1 0 0 0,0 1 0 0 0,1 0 0 0 0,0 0 0 0 0,1 0 0 0 0,-1 0 0 0 0,1 1-1 0 0,0 0 1 0 0,1 0 0 0 0,-1-1 0 0 0,-1 15 0 0 0,0-1 38 0 0,1 0-1 0 0,0 40 0 0 0,3-54-26 0 0,1 6 3 0 0,16 14 36 0 0,-17-26-55 0 0,51 58 31 0 0,-47-56-33 0 0,0 1 0 0 0,0-1 0 0 0,0 1 0 0 0,1-1 0 0 0,-1-1 0 0 0,6 3 0 0 0,-9-4 0 0 0,1 1-1 0 0,0-1 1 0 0,-1 1 0 0 0,1-1-1 0 0,0 0 1 0 0,-1 1 0 0 0,1-1 0 0 0,0 0-1 0 0,0 0 1 0 0,0 0 0 0 0,-1 0-1 0 0,1-1 1 0 0,0 1 0 0 0,-1 0 0 0 0,1-1-1 0 0,0 0 1 0 0,-1 1 0 0 0,1-1-1 0 0,0 0 1 0 0,-1 1 0 0 0,1-1-1 0 0,-1 0 1 0 0,1 0 0 0 0,-1 0 0 0 0,0-1-1 0 0,1 1 1 0 0,-1 0 0 0 0,0 0-1 0 0,0-1 1 0 0,0 1 0 0 0,0-1-1 0 0,0 1 1 0 0,0-1 0 0 0,0 1 0 0 0,-1-1-1 0 0,2-3 1 0 0,-1 3 0 0 0,76-172-223 0 0,-74 167 126 0 0,1 0 1 0 0,0 0 0 0 0,0 0 0 0 0,0 1 0 0 0,1 0 0 0 0,6-8 0 0 0,-9 14 78 0 0,0 0-1 0 0,0 0 1 0 0,0-1 0 0 0,0 2 0 0 0,0-1 0 0 0,0 0 0 0 0,0 0 0 0 0,0 1-1 0 0,0-1 1 0 0,-1 0 0 0 0,1 1 0 0 0,0 0 0 0 0,0 0 0 0 0,0-1 0 0 0,-1 1-1 0 0,4 2 1 0 0,3 3 13 0 0,1-1-1 0 0,-1 1 1 0 0,-1 1-1 0 0,1 0 1 0 0,-1 0-1 0 0,0 0 1 0 0,0 1-1 0 0,8 13 1 0 0,-6-8 6 0 0,0-2 0 0 0,1-1 0 0 0,-9-8-4 0 0,1 0 0 0 0,-1-1 0 0 0,1 1 1 0 0,0 0-1 0 0,0-1 0 0 0,-1 1 0 0 0,1-1 1 0 0,1 1-1 0 0,-1-1 0 0 0,0 0 0 0 0,0 0 1 0 0,0 0-1 0 0,1 0 0 0 0,-1 0 0 0 0,0 0 1 0 0,1-1-1 0 0,-1 1 0 0 0,4-1 0 0 0,-4 0-1 0 0,0-1 0 0 0,0 0 0 0 0,0 0 0 0 0,0 0 0 0 0,0-1 0 0 0,0 1 0 0 0,0 0 0 0 0,0-1 0 0 0,0 1 0 0 0,0-1 0 0 0,-1 1 0 0 0,1-1 0 0 0,-1 0 0 0 0,3-3 0 0 0,4-6 3 0 0,-1-1 1 0 0,0 1-1 0 0,-1-2 1 0 0,8-18-1 0 0,-9 18 24 0 0,1 1 1 0 0,0 0-1 0 0,14-21 0 0 0,-18 30-3 0 0,0 0 0 0 0,1 0 0 0 0,-1 1 1 0 0,1-1-1 0 0,-1 0 0 0 0,1 1 0 0 0,0-1 0 0 0,0 1 0 0 0,0 0 0 0 0,7-3 0 0 0,-9 5-13 0 0,0 0-1 0 0,1 0 1 0 0,-1 0 0 0 0,0 0 0 0 0,1 0 0 0 0,-1 0-1 0 0,0 0 1 0 0,0 0 0 0 0,1 1 0 0 0,-1-1-1 0 0,0 1 1 0 0,0-1 0 0 0,0 1 0 0 0,1-1-1 0 0,-1 1 1 0 0,0 0 0 0 0,0-1 0 0 0,0 1 0 0 0,0 0-1 0 0,0 0 1 0 0,0 0 0 0 0,0 0 0 0 0,0 0-1 0 0,-1 0 1 0 0,1 0 0 0 0,0 0 0 0 0,0 0-1 0 0,-1 0 1 0 0,1 0 0 0 0,-1 0 0 0 0,1 1 0 0 0,0 1-1 0 0,12 22 35 0 0,0 1 0 0 0,-2 1 0 0 0,16 55 0 0 0,-21-65-29 0 0,2-5 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5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5416 0 0,'-5'2'155'0'0,"3"1"-72"0"0,0 4 28 0 0,1 2-8 0 0,0 8 12 0 0,1 0-48 0 0,-2-7-51 0 0,-2 33 13 0 0,2 0-1 0 0,5 70 1 0 0,-2-91-20 0 0,6 111 49 0 0,3 96 291 0 0,-8-204-239 0 0,0 0 0 0 0,2-1 0 0 0,0 1-1 0 0,10 27 1 0 0,-7-22 117 0 0,-6-19-133 0 0,-1-10-52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5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3912 0 0,'1'4'50'0'0,"3"-1"118"0"0,15-2 219 0 0,-14-1-319 0 0,85-2 809 0 0,0-4-1 0 0,142-28 0 0 0,-153 16 364 0 0,-66 14-830 0 0,-13 3-322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51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858 18 3912 0 0,'-1'7'219'0'0,"-1"2"20"0"0,-1-2-84 0 0,-3 1-24 0 0,-4 4-11 0 0,5 0 17 0 0,-19 89 620 0 0,18-79-624 0 0,-2-1-1 0 0,0 1 0 0 0,-1-2 1 0 0,-16 28-1 0 0,6-10 40 0 0,-21 36 476 0 0,40-73-633 0 0,-1 0 0 0 0,1 0 0 0 0,-1 0 0 0 0,0 0 0 0 0,0 0 0 0 0,0 0 0 0 0,0 0 0 0 0,1 0 0 0 0,-1 0 0 0 0,0-1 0 0 0,0 1 0 0 0,-1 0 0 0 0,1-1 0 0 0,0 1 0 0 0,0-1 0 0 0,0 1 0 0 0,0-1 0 0 0,0 1 0 0 0,-1-1 0 0 0,1 0 0 0 0,0 0 0 0 0,0 1 0 0 0,-1-1 0 0 0,1 0 0 0 0,0 0 0 0 0,0 0 0 0 0,-1-1 0 0 0,1 1 0 0 0,0 0 0 0 0,0 0 0 0 0,-1-1 0 0 0,1 1 0 0 0,0 0 0 0 0,0-1 0 0 0,0 0 0 0 0,0 1 0 0 0,0-1 0 0 0,0 1 0 0 0,-2-3 0 0 0,-2 0 18 0 0,1 0 1 0 0,-1-1-1 0 0,1 0 1 0 0,0 0-1 0 0,0 0 1 0 0,-6-9-1 0 0,-20-37 39 0 0,-44-101-1 0 0,59 117-64 0 0,9 22-8 0 0,0 0 1 0 0,-1 1 0 0 0,0 0 0 0 0,-1 0-1 0 0,0 0 1 0 0,-1 1 0 0 0,-16-15-1 0 0,18 19 1 0 0,-1 0 0 0 0,1 1-1 0 0,-1 0 1 0 0,0 0 0 0 0,0 0-1 0 0,0 1 1 0 0,-1 0 0 0 0,0 1-1 0 0,1 0 1 0 0,-1 0-1 0 0,-17-2 1 0 0,22 5 0 0 0,-1 1-1 0 0,1-1 0 0 0,-1 1 1 0 0,1 0-1 0 0,-1 0 1 0 0,1 0-1 0 0,0 1 1 0 0,-1-1-1 0 0,1 1 1 0 0,0 0-1 0 0,0 0 1 0 0,-6 5-1 0 0,-2 2 0 0 0,0-1 0 0 0,-17 18-1 0 0,9-3 6 0 0,0 0 0 0 0,2 1-1 0 0,1 1 1 0 0,1 0-1 0 0,-17 39 1 0 0,19-38 51 0 0,4-8 92 0 0,1 1 1 0 0,0-1-1 0 0,-5 23 0 0 0,10-31-19 0 0,1-1 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52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1232 611 792 0 0,'-10'-12'161'0'0,"-3"-8"555"0"0,3 0 325 0 0,-1-9 525 0 0,2 6-823 0 0,9 22-733 0 0,0 0 0 0 0,-1-1 1 0 0,1 1-1 0 0,-1 0 1 0 0,1-1-1 0 0,-1 1 0 0 0,0 0 1 0 0,0 0-1 0 0,1 0 1 0 0,-1 0-1 0 0,0-1 1 0 0,0 1-1 0 0,0 0 0 0 0,0 1 1 0 0,0-1-1 0 0,-1 0 1 0 0,-1-1-1 0 0,2 1 1 0 0,-1 0 0 0 0,1 0-1 0 0,0 0 1 0 0,-1 0 0 0 0,1 0 0 0 0,0 0 0 0 0,0 0-1 0 0,-1 0 1 0 0,1-1 0 0 0,0 1 0 0 0,0 0-1 0 0,1-1 1 0 0,-1 1 0 0 0,-1-3 0 0 0,-82-159 274 0 0,54 100-266 0 0,-2 2 0 0 0,-49-70 0 0 0,66 116-17 0 0,-15-8-2 0 0,25 18 1 0 0,5 5 0 0 0,-1-1 0 0 0,1 1-1 0 0,0 0 1 0 0,-1-1 0 0 0,1 1-1 0 0,0 0 1 0 0,-1 0 0 0 0,1-1-1 0 0,-1 1 1 0 0,1 0 0 0 0,0 0-1 0 0,-1 0 1 0 0,1-1 0 0 0,-1 1-1 0 0,1 0 1 0 0,-1 0 0 0 0,1 0-1 0 0,0 0 1 0 0,-1 0 0 0 0,1 0-1 0 0,-1 0 1 0 0,1 0 0 0 0,-1 0-1 0 0,1 0 1 0 0,-1 0 0 0 0,1 0-1 0 0,0 0 1 0 0,-1 1 0 0 0,1-1-1 0 0,-1 0 1 0 0,1 0 0 0 0,-1 0-1 0 0,1 1 1 0 0,0-1 0 0 0,-1 0-1 0 0,1 0 1 0 0,0 1 0 0 0,-1-1-1 0 0,1 0 1 0 0,0 1 0 0 0,-1-1 0 0 0,1 0-1 0 0,0 1 1 0 0,0-1 0 0 0,0 1-1 0 0,-1-1 1 0 0,1 0 0 0 0,0 1-1 0 0,0-1 1 0 0,0 1 0 0 0,-1 0-1 0 0,-7 20 12 0 0,1 9 36 0 0,1-1 1 0 0,1 1-1 0 0,1 0 0 0 0,2 0 1 0 0,1 0-1 0 0,2 0 0 0 0,0 1 1 0 0,2-1-1 0 0,2-1 0 0 0,8 33 1 0 0,27 88 457 0 0,32 143 569 0 0,-20-73-160 0 0,-29-134-308 0 0,23 167-1 0 0,-44-213-453 0 0,-1 1-1 0 0,-2 0 1 0 0,-2-1-1 0 0,-1 1 1 0 0,-3-1-1 0 0,-1 0 1 0 0,-14 40-1 0 0,11-46-49 0 0,-2 1-1 0 0,-2-2 1 0 0,-1 0-1 0 0,-1-1 1 0 0,-2-1-1 0 0,-1 0 1 0 0,-1-2-1 0 0,-27 28 1 0 0,36-44-72 0 0,-1-2 0 0 0,0 1 0 0 0,-1-1 1 0 0,0-1-1 0 0,-1-1 0 0 0,0 0 1 0 0,0-1-1 0 0,-1 0 0 0 0,0-1 0 0 0,-1-1 1 0 0,1-1-1 0 0,-1 0 0 0 0,0-1 0 0 0,-30 3 1 0 0,25-6-15 0 0,1 0 1 0 0,-1-2-1 0 0,1 0 1 0 0,0-1 0 0 0,-1-1-1 0 0,1-1 1 0 0,0-1-1 0 0,1-1 1 0 0,-1-1-1 0 0,1-1 1 0 0,-31-16 0 0 0,28 10 1 0 0,0 0 0 0 0,1-2 0 0 0,0 0 0 0 0,2-2 0 0 0,0 0 1 0 0,1-1-1 0 0,0-1 0 0 0,2-1 0 0 0,0 0 0 0 0,2-1 0 0 0,-22-41 1 0 0,28 44-11 0 0,0-1 0 0 0,1 0 0 0 0,1 0 0 0 0,1-1 0 0 0,1 0 0 0 0,1 0 0 0 0,0-1 0 0 0,2 1 0 0 0,1 0 0 0 0,0-1 0 0 0,1 0 0 0 0,2 1 0 0 0,0 0 0 0 0,1-1 0 0 0,8-23 0 0 0,-7 31-10 0 0,2 0 0 0 0,0 0-1 0 0,0 1 1 0 0,2 0 0 0 0,-1 1-1 0 0,2-1 1 0 0,-1 1 0 0 0,2 1 0 0 0,0 0-1 0 0,0 0 1 0 0,1 1 0 0 0,0 0-1 0 0,0 1 1 0 0,1 0 0 0 0,18-9-1 0 0,12-5-40 0 0,1 2-1 0 0,1 2 0 0 0,63-19 0 0 0,-55 24-60 0 0,93-13 1 0 0,-87 18 33 0 0,27 0-71 0 0,-44 7 68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53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96 0 0,'0'25'192'0'0,"1"13"670"0"0,0-1 409 0 0,1 19 716 0 0,0 4-825 0 0,-13 75-702 0 0,9-89-1585 0 0,1-48 1094 0 0,-1-1 1 0 0,1 1-1 0 0,0 0 0 0 0,0-1 1 0 0,-1 1-1 0 0,2-1 0 0 0,-1 0 1 0 0,0 1-1 0 0,0-1 0 0 0,1 1 1 0 0,-1-1-1 0 0,1 0 0 0 0,0 0 0 0 0,0-4 1 0 0,4-47-142 0 0,-1 31 70 0 0,-2 2-15 0 0,2 0 1 0 0,6-28-1 0 0,-7 40 77 0 0,1 0 1 0 0,0 1-1 0 0,1-1 0 0 0,0 1 1 0 0,0-1-1 0 0,1 2 1 0 0,11-15-1 0 0,-1 2-41 0 0,16-20-209 0 0,-29 38 275 0 0,0 1 0 0 0,0-1-1 0 0,0 0 1 0 0,0 1 0 0 0,0-1-1 0 0,0 1 1 0 0,1 0 0 0 0,-1 0-1 0 0,0 0 1 0 0,1 0 0 0 0,-1 0-1 0 0,0 0 1 0 0,1 1 0 0 0,-1-1-1 0 0,6 0 1 0 0,-6 2-1 0 0,1 0 16 0 0,0 0-1 0 0,-1 1 1 0 0,1-1 0 0 0,-1 1 0 0 0,1 0-1 0 0,-1-1 1 0 0,1 1 0 0 0,-1 0-1 0 0,0 1 1 0 0,0-1 0 0 0,0 0 0 0 0,0 0-1 0 0,-1 1 1 0 0,1 0 0 0 0,0-1-1 0 0,-1 1 1 0 0,2 5 0 0 0,1 0 10 0 0,4 7 55 0 0,-1 0 0 0 0,0 1 0 0 0,-1 0 0 0 0,-1 0 0 0 0,5 23-1 0 0,-9-29 71 0 0,1 1-1 0 0,-1 0 0 0 0,-1 0 0 0 0,1 0 0 0 0,-2 0 0 0 0,0 0 0 0 0,0-1 1 0 0,-1 1-1 0 0,-5 15 0 0 0,0-6 162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53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661 17 1400 0 0,'-14'-11'-41'0'0,"14"11"103"0"0,-1 0-1 0 0,1 0 1 0 0,-1 0 0 0 0,0 0-1 0 0,1 0 1 0 0,-1 0-1 0 0,1 0 1 0 0,-1 0 0 0 0,0 0-1 0 0,1 0 1 0 0,-1 0-1 0 0,1 0 1 0 0,-1 1 0 0 0,1-1-1 0 0,-1 0 1 0 0,0 0-1 0 0,1 1 1 0 0,-1-1 0 0 0,1 0-1 0 0,-1 1 1 0 0,0 0 13 0 0,0-1 1 0 0,1 1-1 0 0,-1-1 0 0 0,0 0 1 0 0,1 1-1 0 0,-1-1 1 0 0,0 0-1 0 0,0 1 1 0 0,1-1-1 0 0,-1 0 0 0 0,0 0 1 0 0,0 0-1 0 0,0 0 1 0 0,1 0-1 0 0,-1 0 1 0 0,0 0-1 0 0,0 0 0 0 0,1 0 1 0 0,-3 0-1 0 0,-11-4 14 0 0,0 1-1 0 0,0 1 1 0 0,0 0 0 0 0,-1 1-1 0 0,1 1 1 0 0,0 0-1 0 0,-1 1 1 0 0,1 0 0 0 0,0 1-1 0 0,0 1 1 0 0,0 0 0 0 0,0 1-1 0 0,0 1 1 0 0,1 0-1 0 0,-1 1 1 0 0,1 0 0 0 0,1 1-1 0 0,-1 0 1 0 0,1 1-1 0 0,1 1 1 0 0,-1-1 0 0 0,2 2-1 0 0,-12 12 1 0 0,0 5-92 0 0,1 1 1 0 0,1 0 0 0 0,2 2-1 0 0,1 0 1 0 0,1 2 0 0 0,-16 44-1 0 0,-52 205-11 0 0,65-196 123 0 0,4 0-1 0 0,3 2 1 0 0,0 167 0 0 0,15-156 120 0 0,-2 79 322 0 0,-1-153-413 0 0,1 1 0 0 0,1-1 0 0 0,1 0 0 0 0,1 0 1 0 0,1 0-1 0 0,1 0 0 0 0,11 26 0 0 0,-10-36-19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4:54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1643 696 0 0,'-1'-5'121'0'0,"-5"2"364"0"0,6 2-454 0 0,-1 1 1 0 0,0 0-1 0 0,1-1 1 0 0,-1 1-1 0 0,1 0 1 0 0,-1-1-1 0 0,0 1 1 0 0,1-1-1 0 0,-1 1 1 0 0,1-1-1 0 0,-1 1 1 0 0,1-1-1 0 0,0 1 1 0 0,-1-1-1 0 0,1 1 1 0 0,-1-1-1 0 0,1 1 1 0 0,0-1-1 0 0,0 0 1 0 0,-1 1-1 0 0,1-1 1 0 0,0 0-1 0 0,0 1 1 0 0,0-1-1 0 0,0 0 1 0 0,-1 0-1 0 0,1 0 1 0 0,-2 1-58 0 0,0 0 0 0 0,0 1 0 0 0,0-1 0 0 0,0 0 0 0 0,0 1 0 0 0,0 0 0 0 0,0-1 0 0 0,0 1 0 0 0,1 0 0 0 0,-1 0 0 0 0,0 0 0 0 0,0 0 0 0 0,0 0 0 0 0,1 1 0 0 0,-3 1 0 0 0,-23 31-101 0 0,2 2 0 0 0,-32 58 0 0 0,46-71 104 0 0,1 0 0 0 0,0 1 0 0 0,2 0 0 0 0,1 0 0 0 0,1 1-1 0 0,-3 27 1 0 0,3-12 254 0 0,3-1-1 0 0,2 1 1 0 0,1 0-1 0 0,2 0 0 0 0,12 70 1 0 0,-2-80 495 0 0,-12-30-678 0 0,0 1 0 0 0,0 0 1 0 0,1-1-1 0 0,-1 1 0 0 0,0 0 1 0 0,1-1-1 0 0,-1 1 1 0 0,1-1-1 0 0,-1 1 0 0 0,1-1 1 0 0,-1 1-1 0 0,1-1 0 0 0,-1 1 1 0 0,1-1-1 0 0,-1 0 1 0 0,1 1-1 0 0,0-1 0 0 0,-1 0 1 0 0,1 1-1 0 0,-1-1 0 0 0,1 0 1 0 0,0 0-1 0 0,-1 0 1 0 0,1 1-1 0 0,0-1 0 0 0,-1 0 1 0 0,1 0-1 0 0,0 0 0 0 0,0 0 1 0 0,-1 0-1 0 0,1 0 1 0 0,0 0-1 0 0,-1-1 0 0 0,1 1 1 0 0,0 0-1 0 0,-1 0 0 0 0,1 0 1 0 0,0-1-1 0 0,-1 1 0 0 0,1 0 1 0 0,-1-1-1 0 0,1 1 1 0 0,-1 0-1 0 0,1-1 0 0 0,0 1 1 0 0,-1-1-1 0 0,1 1 0 0 0,0-2 1 0 0,9-9 145 0 0,0-1-1 0 0,-1 0 1 0 0,-1-1 0 0 0,0 0 0 0 0,0-1-1 0 0,-1 1 1 0 0,-1-1 0 0 0,0-1-1 0 0,5-19 1 0 0,2-22 302 0 0,9-67-1 0 0,-18 95-359 0 0,6-56 224 0 0,-3-1 1 0 0,-5 0 0 0 0,-12-129 0 0 0,-57-251 548 0 0,36 317-555 0 0,-73-212 1 0 0,89 314-296 0 0,2 1 0 0 0,-8-60 0 0 0,17 83-47 0 0,2-1 1 0 0,1 1 0 0 0,0-1-1 0 0,2 0 1 0 0,1 0 0 0 0,7-40-1 0 0,-5 53-7 0 0,-1 0-1 0 0,1 0 1 0 0,1 0-1 0 0,0 0 1 0 0,0 1 0 0 0,13-16-1 0 0,-15 20 0 0 0,0 1 0 0 0,1-1 0 0 0,0 1 0 0 0,0 0 0 0 0,0 0 0 0 0,1 1 0 0 0,-1-1-1 0 0,1 1 1 0 0,0 0 0 0 0,-1 0 0 0 0,2 0 0 0 0,-1 1 0 0 0,0 0 0 0 0,9-3 0 0 0,-8 4-2 0 0,0 0 0 0 0,0 1 0 0 0,0 0 0 0 0,0 0 1 0 0,0 0-1 0 0,0 1 0 0 0,0 0 0 0 0,0 0 0 0 0,0 0 0 0 0,0 1 0 0 0,0 0 1 0 0,-1 0-1 0 0,1 0 0 0 0,-1 1 0 0 0,1 0 0 0 0,-1 0 0 0 0,0 0 0 0 0,0 1 0 0 0,0-1 1 0 0,-1 1-1 0 0,1 0 0 0 0,-1 1 0 0 0,0-1 0 0 0,0 1 0 0 0,-1 0 0 0 0,1 0 1 0 0,-1 0-1 0 0,0 0 0 0 0,4 11 0 0 0,-1 5 3 0 0,-1-1 0 0 0,0 1 0 0 0,-2 0 0 0 0,0 0 0 0 0,-2 0 1 0 0,0 1-1 0 0,-2-1 0 0 0,0 0 0 0 0,-1 0 0 0 0,-8 32 0 0 0,4-25 4 0 0,-2 0-1 0 0,-1 0 1 0 0,-2-1-1 0 0,0-1 0 0 0,-2 0 1 0 0,-1 0-1 0 0,-21 28 1 0 0,22-35-4 0 0,-2-1 0 0 0,0-1-1 0 0,-26 23 1 0 0,34-34-3 0 0,0 0-1 0 0,0 0 0 0 0,0-1 0 0 0,-1-1 1 0 0,0 1-1 0 0,0-1 0 0 0,0 0 1 0 0,-1-1-1 0 0,1 0 0 0 0,-1 0 0 0 0,-16 2 1 0 0,17-5-2 0 0,-1-4 2 0 0,4 0 9 0 0,4 4-12 0 0,1 0 0 0 0,0-1 0 0 0,0 1 1 0 0,0 0-1 0 0,-1-1 0 0 0,1 1 0 0 0,0 0 0 0 0,0-1 0 0 0,0 1 1 0 0,0 0-1 0 0,0-1 0 0 0,0 1 0 0 0,0 0 0 0 0,0-1 0 0 0,0 1 1 0 0,0 0-1 0 0,0-1 0 0 0,0 1 0 0 0,0 0 0 0 0,0-1 0 0 0,0 1 0 0 0,0 0 1 0 0,0-1-1 0 0,0 1 0 0 0,0 0 0 0 0,0-1 0 0 0,0 1 0 0 0,1 0 1 0 0,-1-1-1 0 0,0 1 0 0 0,0 0 0 0 0,0 0 0 0 0,1-1 0 0 0,-1 1 1 0 0,0 0-1 0 0,0 0 0 0 0,1-1 0 0 0,-1 1 0 0 0,0 0 0 0 0,0 0 0 0 0,1 0 1 0 0,-1-1-1 0 0,1 1 0 0 0,11-7-10 0 0,-12 7 10 0 0,9-4-21 0 0,-1 0 1 0 0,1 1 0 0 0,-1 0-1 0 0,1 1 1 0 0,0 0 0 0 0,0 0-1 0 0,0 1 1 0 0,0 0 0 0 0,1 1-1 0 0,-1 0 1 0 0,0 0 0 0 0,0 1-1 0 0,17 4 1 0 0,-11-2-70 0 0,-1 1 0 0 0,1 0 1 0 0,-1 1-1 0 0,1 1 0 0 0,-2 0 0 0 0,1 1 0 0 0,20 14 0 0 0,-20-10 9 0 0,0 0 0 0 0,-1 2 0 0 0,-1-1 0 0 0,0 1 0 0 0,-1 1-1 0 0,0 0 1 0 0,15 28 0 0 0,-25-39 83 0 0,1-1-1 0 0,-1 1 1 0 0,0 1-1 0 0,0-1 1 0 0,0 0 0 0 0,0 0-1 0 0,0 0 1 0 0,-1 1-1 0 0,0-1 1 0 0,1 0-1 0 0,-1 0 1 0 0,0 1 0 0 0,-1-1-1 0 0,1 0 1 0 0,-1 0-1 0 0,1 1 1 0 0,-1-1 0 0 0,0 0-1 0 0,0 0 1 0 0,0 0-1 0 0,-1 0 1 0 0,1 0 0 0 0,-1 0-1 0 0,-2 4 1 0 0,-9 6 7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16 194 96 0 0,'-3'-3'0'0'0,"-1"1"0"0"0,0 0 0 0 0,-1 0 0 0 0,20 4 450 0 0,17-4 1032 0 0,-11 1-731 0 0,281-10 3423 0 0,66-30-2383 0 0,-270 29-1307 0 0,64-11 230 0 0,23-17 50 0 0,-63 25-401 0 0,-100 12-335 0 0,0 0 0 0 0,27-8 0 0 0,3 3 145 0 0,-32 2-52 0 0,16-1 16 0 0,-15 5-50 0 0,-20 2-80 0 0,0 0 0 0 0,1-1-1 0 0,-1 1 1 0 0,1 0 0 0 0,-1 0-1 0 0,0 0 1 0 0,1 0 0 0 0,-1 0-1 0 0,1 0 1 0 0,-1 0-1 0 0,0 1 1 0 0,1-1 0 0 0,-1 0-1 0 0,0 1 1 0 0,1-1 0 0 0,-1 1-1 0 0,0-1 1 0 0,1 1-1 0 0,-1 0 1 0 0,0 0 0 0 0,0-1-1 0 0,0 1 1 0 0,0 0 0 0 0,0 0-1 0 0,0 0 1 0 0,0 0-1 0 0,0 0 1 0 0,0 1 0 0 0,1 0-1 0 0,3 6 16 0 0,-1-1 0 0 0,0 1 0 0 0,0 0 0 0 0,0 0 0 0 0,-1 0 0 0 0,0 0 0 0 0,-1 0 0 0 0,0 1 0 0 0,0 0 0 0 0,0 11 0 0 0,0 12 44 0 0,-3 48-1 0 0,-1-25 42 0 0,2-34-55 0 0,-2-1-1 0 0,-6 27 0 0 0,3-17 11 0 0,3-10 10 0 0,1 0 0 0 0,2 23 0 0 0,0-10 79 0 0,-1-32-60 0 0,-25-16 5 0 0,14 12-94 0 0,0 0 0 0 0,0 1 0 0 0,0 1 0 0 0,0 0 0 0 0,0 0 0 0 0,0 1 0 0 0,-20 2 0 0 0,-82 20 18 0 0,56-9-16 0 0,-8-4-4 0 0,-87 3 0 0 0,119-11 0 0 0,-130 10 0 0 0,101-8 0 0 0,-63 11 0 0 0,-1 0 0 0 0,105-15 8 0 0,-1-2 0 0 0,1-1 0 0 0,-42-11 0 0 0,52 10 11 0 0,0 1 1 0 0,1-1 0 0 0,0-1-1 0 0,-1 0 1 0 0,-8-8-1 0 0,-32-16 33 0 0,26 16-5 0 0,1-1 1 0 0,-32-25-1 0 0,55 39-45 0 0,-41-39 139 0 0,41 38-138 0 0,1 0 5 0 0,-4-2 4 0 0,2 0-8 0 0,1 3 1 0 0,1-4-2 0 0,1-11-1 0 0,1 0 0 0 0,0 1 0 0 0,1-1 0 0 0,0 1 0 0 0,7-18-1 0 0,6-25-5 0 0,-3 22-14 0 0,-10 27 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96 0 0,'-3'2'1155'0'0,"-2"2"142"0"0,6 3-1031 0 0,0 0-1 0 0,0-1 1 0 0,1 1-1 0 0,4 12 1 0 0,-3-11-189 0 0,22 83 547 0 0,-18-71-423 0 0,0 1 1 0 0,-2 0-1 0 0,4 34 1 0 0,7 325 3034 0 0,-12-221-2246 0 0,2 66-53 0 0,37 551 943 0 0,-28-661-1730 0 0,-2-20 33 0 0,1 107 0 0 0,-13-95-80 0 0,1-30-26 0 0,-2 1 0 0 0,-5-1 1 0 0,-18 105-1 0 0,-46 192 137 0 0,66-353-196 0 0,1 1 1 0 0,1-1 0 0 0,1 1-1 0 0,5 38 1 0 0,0-2 25 0 0,-5-56-43 0 0,6 50 45 0 0,-6-49-44 0 0,1 0 1 0 0,0-1-1 0 0,0 1 1 0 0,0 0-1 0 0,0-1 1 0 0,0 1-1 0 0,1-1 1 0 0,-1 1-1 0 0,1-1 1 0 0,0 0-1 0 0,0 1 1 0 0,-1-1-1 0 0,1 0 1 0 0,1 0-1 0 0,3 3 1 0 0,19 8 8 0 0,-1 0 0 0 0,2-2 0 0 0,-1-1 0 0 0,1-1 0 0 0,1-2 0 0 0,0 0 0 0 0,34 3 0 0 0,200 7 29 0 0,-137-13-31 0 0,864 89 128 0 0,-839-76-91 0 0,1333 136 444 0 0,-1213-126-72 0 0,386-11 0 0 0,199-94 488 0 0,542-107 719 0 0,-973 144-1346 0 0,0 27-137 0 0,-29 7-120 0 0,-75-1-11 0 0,-183 4-15 0 0,-59 1-2 0 0,89 8-1 0 0,-113-2-2 0 0,-26-2-30 0 0,-1 1 0 0 0,29 7 1 0 0,-45-6-4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4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0,'0'0'16'0'0,"1"29"568"0"0,0-26-545 0 0,0 0-1 0 0,1 1 1 0 0,-1-1 0 0 0,1 0-1 0 0,0 0 1 0 0,0 0-1 0 0,0-1 1 0 0,1 1 0 0 0,-1 0-1 0 0,1-1 1 0 0,-1 0 0 0 0,5 4-1 0 0,39 24 265 0 0,-40-27-293 0 0,22 12 281 0 0,1-1 1 0 0,61 20-1 0 0,-5-3 229 0 0,-45-17-128 0 0,76 19-1 0 0,7 1 120 0 0,-3 3 52 0 0,-78-26-194 0 0,-1 1 1 0 0,0 3-1 0 0,74 37 1 0 0,-96-41-174 0 0,-13-8-10 0 0,0 0 0 0 0,-1 0 1 0 0,0 0-1 0 0,1 1 0 0 0,-1 0 0 0 0,0 0 0 0 0,-1 0 1 0 0,7 8-1 0 0,-10-11-99 0 0,-1 1 0 0 0,1 0 0 0 0,0 0 0 0 0,-1 0 0 0 0,0 0 0 0 0,1-1 0 0 0,-1 1 0 0 0,0 0 0 0 0,0 0 0 0 0,0 0 0 0 0,0 0 0 0 0,0 0 0 0 0,-1 0 1 0 0,1 0-1 0 0,0-1 0 0 0,-2 4 0 0 0,1-4-65 0 0,1 0 0 0 0,-1 0 1 0 0,0 0-1 0 0,0 0 1 0 0,0 0-1 0 0,0 0 0 0 0,0 0 1 0 0,0-1-1 0 0,0 1 1 0 0,0 0-1 0 0,0-1 0 0 0,0 1 1 0 0,-2 0-1 0 0,-7 6 71 0 0,-1 1-28 0 0,0 1-1 0 0,-1-2 0 0 0,0 0 0 0 0,0 0 0 0 0,-1-1 0 0 0,0 0 0 0 0,-25 6 1 0 0,-26 14 111 0 0,-181 119 408 0 0,197-114-351 0 0,-83 73-1 0 0,114-89-160 0 0,2 1 0 0 0,0 0 0 0 0,1 2 0 0 0,0 0 0 0 0,2 0 0 0 0,0 1 0 0 0,-19 41 0 0 0,30-55-59 0 0,-1 1 0 0 0,1-1 1 0 0,-1 1-1 0 0,1 0 0 0 0,1-1 0 0 0,-1 1 0 0 0,1 0 0 0 0,0 0 1 0 0,1-1-1 0 0,0 9 0 0 0,1 6 1 0 0,-1-9-6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6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102 215 4216 0 0,'8'16'32'0'0,"-2"10"92"0"0,-4-20-112 0 0,12 64 361 0 0,9 112 0 0 0,4 19 81 0 0,52 431 822 0 0,-66-297-179 0 0,-12-252-837 0 0,-8 200 591 0 0,0-22-129 0 0,33 686 1473 0 0,-8-490-845 0 0,-15-274-164 0 0,-2-61 1502 0 0,-1-124-2657 0 0,0 0 0 0 0,1 0 0 0 0,-1 0 1 0 0,1 0-1 0 0,-1 0 0 0 0,1 0 0 0 0,0 0 1 0 0,0 0-1 0 0,-1 0 0 0 0,1 0 0 0 0,1 1 0 0 0,-1-1 1 0 0,0 0-1 0 0,0 1 0 0 0,3-3 0 0 0,24-22-68 0 0,-23 22 75 0 0,3-2-40 0 0,0 0 0 0 0,0 1 0 0 0,1 0 0 0 0,0 1 0 0 0,0 0 0 0 0,0 0 0 0 0,14-3 0 0 0,72-13-199 0 0,-70 16 102 0 0,26-3-207 0 0,78 1 1 0 0,-5 1-70 0 0,497-17-585 0 0,-280 17 833 0 0,483-11 88 0 0,-202 6 22 0 0,-176-7 29 0 0,376 0 24 0 0,-245 47 100 0 0,-34 0 240 0 0,-242-37 9 0 0,-60 0 23 0 0,502 54 925 0 0,-455-2-517 0 0,-46 9-343 0 0,-225-52-569 0 0,-1-1 0 0 0,1 0 0 0 0,-1-2 0 0 0,1 1 0 0 0,-1-2 0 0 0,0 0 0 0 0,1-1-1 0 0,-1-1 1 0 0,0-1 0 0 0,16-6 0 0 0,20 3-460 0 0,-51 8 545 0 0,-1-1 5 0 0,0-2 4 0 0,-1 1 3 0 0,1 1-1 0 0,0-1 1 0 0,-1 1-1 0 0,1 0 1 0 0,-1-1-1 0 0,0 1 0 0 0,1 0 1 0 0,-1-1-1 0 0,0 1 1 0 0,0 0-1 0 0,0 0 0 0 0,0 0 1 0 0,0-1-1 0 0,0 1 1 0 0,-2-1-1 0 0,-2-3 1 0 0,-5-13 4 0 0,0 1-1 0 0,0-2 1 0 0,2 1-1 0 0,1-2 1 0 0,0 1-1 0 0,1-1 1 0 0,-3-21-1 0 0,0 8 0 0 0,6 13 14 0 0,0 0 0 0 0,0 0 0 0 0,2-36 0 0 0,-3-30 24 0 0,-37-178 73 0 0,-16-112-54 0 0,39 223-37 0 0,3-223 1 0 0,15-184-56 0 0,-7 425-38 0 0,-1-38-82 0 0,4 81-57 0 0,-25-138-1 0 0,19 169 125 0 0,-50-228-79 0 0,32 163 163 0 0,8 27 0 0 0,12 53-2 0 0,1-1 0 0 0,-1-51 0 0 0,4 35-1 0 0,0 37-52 0 0,-1 1 0 0 0,-1 0 0 0 0,-12-31-1 0 0,16 50 24 0 0,0 2-5 0 0,0 0 0 0 0,0 0 1 0 0,0 1-1 0 0,-1-1 0 0 0,1 0 0 0 0,-1 1 1 0 0,0-1-1 0 0,0 1 0 0 0,0 0 0 0 0,-1 0 1 0 0,1 0-1 0 0,-1 1 0 0 0,1-1 0 0 0,-1 1 1 0 0,0 0-1 0 0,0 0 0 0 0,0 0 0 0 0,0 0 1 0 0,0 1-1 0 0,-1 0 0 0 0,1 0 0 0 0,-5-1 1 0 0,-12-2-80 0 0,0 2-1 0 0,0 0 1 0 0,-27 2 0 0 0,36 0 83 0 0,-17 1-25 0 0,-1 2-1 0 0,1 2 0 0 0,-29 7 1 0 0,-52 8-32 0 0,-62-14-20 0 0,10 0 47 0 0,-173 0-14 0 0,108-6 55 0 0,-197-2 17 0 0,198-3 4 0 0,-811-44 7 0 0,719 22 10 0 0,-104-6 42 0 0,189 14 15 0 0,-47-2 52 0 0,129 13-37 0 0,-136 1 83 0 0,27 13-5 0 0,-397 23 353 0 0,-191 18 82 0 0,502-48-292 0 0,27-1 44 0 0,229 14-317 0 0,88-12-54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8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1 271 96 0 0,'4'1'0'0'0,"0"0"0"0"0,-2 0 0 0 0,9 2 0 0 0,-2-1 2 0 0,0 0 0 0 0,0-1 1 0 0,0 0-1 0 0,0-1 0 0 0,15 0 0 0 0,-5-1 9 0 0,17 3 152 0 0,-1-1 0 0 0,1-2-1 0 0,-1-2 1 0 0,1-1 0 0 0,-1-1 0 0 0,0-3 0 0 0,58-19 0 0 0,-68 18 32 0 0,0 0 1 0 0,0-2 0 0 0,-1-1-1 0 0,-1-2 1 0 0,0 0 0 0 0,-1-1-1 0 0,32-28 1 0 0,-49 39-96 0 0,-1 0-1 0 0,0 0 1 0 0,0-1 0 0 0,0 1 0 0 0,-1-1 0 0 0,6-9-1 0 0,-9 12-80 0 0,1 1-1 0 0,-1 0 0 0 0,0 0 1 0 0,1 0-1 0 0,-1 0 0 0 0,0-1 1 0 0,1 1-1 0 0,-1 0 0 0 0,0 0 1 0 0,0-1-1 0 0,0 1 0 0 0,0 0 1 0 0,0 0-1 0 0,-1 0 0 0 0,1-1 1 0 0,0 1-1 0 0,-1 0 0 0 0,1 0 1 0 0,0 0-1 0 0,-1-1 0 0 0,1 1 1 0 0,-1 0-1 0 0,0 0 0 0 0,1 0 1 0 0,-1 0-1 0 0,0 0 0 0 0,0 0 1 0 0,1 0-1 0 0,-1 1 0 0 0,0-1 1 0 0,0 0-1 0 0,0 0 0 0 0,0 1 1 0 0,0-1-1 0 0,0 0 0 0 0,0 1 1 0 0,-1-1-1 0 0,0 0 0 0 0,-11-4 42 0 0,-1 0-1 0 0,1 0 1 0 0,-1 2 0 0 0,0-1-1 0 0,0 2 1 0 0,0 0 0 0 0,0 0-1 0 0,-1 2 1 0 0,1-1 0 0 0,0 2-1 0 0,-20 3 1 0 0,4 0 28 0 0,0 3 1 0 0,0 0-1 0 0,0 2 0 0 0,-35 16 0 0 0,33-10 15 0 0,2 1-1 0 0,0 2 0 0 0,1 1 0 0 0,1 1 1 0 0,-30 27-1 0 0,50-39-53 0 0,0 0 0 0 0,1 1 0 0 0,0 0 0 0 0,1 0 0 0 0,0 1 0 0 0,0-1 0 0 0,1 1 1 0 0,0 0-1 0 0,1 1 0 0 0,-6 18 0 0 0,11-26-11 0 0,1 0 0 0 0,-1-1 1 0 0,1 1-1 0 0,-1 0 0 0 0,1 0 0 0 0,0-1 1 0 0,3 4-1 0 0,-3-4-31 0 0,2 3 36 0 0,1 0 0 0 0,-1 0 0 0 0,1 0 0 0 0,0-1 0 0 0,1 0 0 0 0,-1 0 0 0 0,1 0 0 0 0,0-1-1 0 0,11 5 1 0 0,1 0 90 0 0,1-2-1 0 0,20 6 1 0 0,37 2 439 0 0,0-2 0 0 0,117 2 0 0 0,-68-17-47 0 0,-101 2-418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8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6632 0 0,'0'0'176'0'0,"5"13"233"0"0,6 52 392 0 0,4 81 1 0 0,-12-114-660 0 0,-3-8-60 0 0,0 0 0 0 0,-2 0-1 0 0,-4 26 1 0 0,-1 15 105 0 0,4 7 27 0 0,2-61-187 0 0,1-2-8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9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0 5320 0 0,'-12'39'28'0'0,"-4"12"22"0"0,-14 52 62 0 0,-6 11-5 0 0,0 8-36 0 0,32-106-71 0 0,0 0 0 0 0,-1-1 0 0 0,-10 22 0 0 0,-2-6 0 0 0,-24 34 0 0 0,36-59 0 0 0,1-6 0 0 0,4-1 0 0 0,-1 0 1 0 0,1 0-1 0 0,-1 1 1 0 0,1-1-1 0 0,-1 0 0 0 0,1 0 1 0 0,0 0-1 0 0,0 0 1 0 0,-1 0-1 0 0,1 0 0 0 0,0 0 1 0 0,0 0-1 0 0,0 0 1 0 0,0 0-1 0 0,0 0 1 0 0,0 0-1 0 0,0 0 0 0 0,1-2 1 0 0,-1 0-1 0 0,-7-130 0 0 0,8 64-70 0 0,-17-132 1 0 0,15 193 61 0 0,-7-31-179 0 0,8 37 163 0 0,-1 0-1 0 0,0 0 1 0 0,0 0-1 0 0,0 0 1 0 0,0 0-1 0 0,0 1 0 0 0,0-1 1 0 0,-1 0-1 0 0,1 1 1 0 0,0-1-1 0 0,-1 1 1 0 0,1-1-1 0 0,-1 1 0 0 0,0-1 1 0 0,-3-1-1 0 0,3 2 21 0 0,0 1 0 0 0,0-1 1 0 0,0 1-1 0 0,0 0 0 0 0,0 0 0 0 0,0-1 0 0 0,0 1 0 0 0,0 1 1 0 0,0-1-1 0 0,0 0 0 0 0,-1 0 0 0 0,1 1 0 0 0,0-1 0 0 0,0 1 0 0 0,0 0 1 0 0,1-1-1 0 0,-1 1 0 0 0,0 0 0 0 0,0 0 0 0 0,0 0 0 0 0,1 1 1 0 0,-1-1-1 0 0,0 0 0 0 0,-1 3 0 0 0,-37 37 6 0 0,36-36-5 0 0,-10 15 54 0 0,2-1 0 0 0,0 2 0 0 0,1 0 1 0 0,1 0-1 0 0,-13 41 0 0 0,-5 11 467 0 0,18-50-42 0 0,1 0 0 0 0,1 1 0 0 0,-5 29 0 0 0,10-17 356 0 0,3-34-705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09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 3712 0 0,'-3'0'0'0'0,"3"2"54"0"0,-1 0 1 0 0,1-1 0 0 0,-1 1-1 0 0,1 0 1 0 0,0 0-1 0 0,0-1 1 0 0,0 1 0 0 0,0 0-1 0 0,0 0 1 0 0,0 0-1 0 0,0-1 1 0 0,1 1 0 0 0,-1 0-1 0 0,1 2 1 0 0,2 11 206 0 0,-3-4-248 0 0,0-2-13 0 0,0 1 1 0 0,0 0-1 0 0,-1 0 0 0 0,-1 0 1 0 0,1 0-1 0 0,-1 0 0 0 0,-1-1 0 0 0,-4 12 1 0 0,-4 11-1 0 0,-8 62 30 0 0,11-50 167 0 0,-23 72 0 0 0,12-66 3 0 0,3-7 404 0 0,-19 76 0 0 0,33-103-460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10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83 221 5920 0 0,'12'0'39'0'0,"1"1"129"0"0,50-3 409 0 0,11 0-572 0 0,-61 3-15 0 0,1-2 1 0 0,-1 1 0 0 0,21-6 0 0 0,-29 5 7 0 0,1 1-3 0 0,1-2 0 0 0,0 1 1 0 0,-1-1-1 0 0,1 0 0 0 0,-1 0 1 0 0,0 0-1 0 0,0-1 0 0 0,0 0 1 0 0,0-1-1 0 0,0 1 0 0 0,0-1 1 0 0,-1 0-1 0 0,0 0 0 0 0,5-6 1 0 0,8-7 7 0 0,-15 16 1 0 0,-1-1 1 0 0,1 0-1 0 0,-1 0 1 0 0,0 0-1 0 0,0 0 1 0 0,0 0-1 0 0,0-1 0 0 0,0 1 1 0 0,-1-1-1 0 0,1 1 1 0 0,-1-1-1 0 0,1 1 1 0 0,1-7-1 0 0,3-11 71 0 0,-4 17-37 0 0,-1-1 0 0 0,0 0 0 0 0,0 0 0 0 0,0 0 0 0 0,0 0 0 0 0,0 0 0 0 0,-1-6 0 0 0,0 8-25 0 0,0 1-1 0 0,-1-1 0 0 0,1 1 1 0 0,-1-1-1 0 0,0 1 0 0 0,1-1 0 0 0,-1 1 1 0 0,0-1-1 0 0,0 1 0 0 0,0 0 1 0 0,0-1-1 0 0,0 1 0 0 0,0 0 1 0 0,0 0-1 0 0,0 0 0 0 0,0 0 0 0 0,-1 0 1 0 0,1 0-1 0 0,0 0 0 0 0,-1 0 1 0 0,1 0-1 0 0,-1 1 0 0 0,1-1 0 0 0,-2 0 1 0 0,-10-4 46 0 0,0 1 1 0 0,-1 0 0 0 0,1 1 0 0 0,-1 0-1 0 0,1 1 1 0 0,-1 0 0 0 0,0 2-1 0 0,-22 0 1 0 0,13 2 20 0 0,1 1 0 0 0,0 1 0 0 0,0 1 0 0 0,-33 11 0 0 0,47-12-61 0 0,-1 0 0 0 0,1 1 1 0 0,0 0-1 0 0,0 0 0 0 0,1 1 0 0 0,0 0 0 0 0,0 0 0 0 0,0 0 0 0 0,1 1 0 0 0,0 0 1 0 0,0 0-1 0 0,0 1 0 0 0,1 0 0 0 0,-6 12 0 0 0,-1 3 61 0 0,2 1-1 0 0,0 0 1 0 0,-12 49-1 0 0,21-66-60 0 0,0 0 0 0 0,1 1-1 0 0,-1-1 1 0 0,2 0 0 0 0,-1 0-1 0 0,1 0 1 0 0,0 0-1 0 0,0 0 1 0 0,1 0 0 0 0,0 0-1 0 0,0 0 1 0 0,0 0-1 0 0,1 0 1 0 0,0-1 0 0 0,1 0-1 0 0,-1 1 1 0 0,1-1 0 0 0,1-1-1 0 0,-1 1 1 0 0,10 9-1 0 0,1 0 83 0 0,0 0 0 0 0,2-1-1 0 0,0-1 1 0 0,0-1-1 0 0,36 20 1 0 0,-31-22 95 0 0,1-1 1 0 0,1 0-1 0 0,-1-2 1 0 0,1-1-1 0 0,1-1 1 0 0,-1 0-1 0 0,1-2 1 0 0,34 0-1 0 0,-28-3-13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14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0 296 0 0,'0'2'73'0'0,"16"45"1904"0"0,-14-40-1795 0 0,-1 0 0 0 0,0 0 1 0 0,0 0-1 0 0,-1 0 0 0 0,0 1 0 0 0,0-1 0 0 0,-1 0 1 0 0,0 0-1 0 0,-2 8 0 0 0,-5 14 387 0 0,-1-1 0 0 0,-2 1 0 0 0,0-2 0 0 0,-2 0 0 0 0,-24 38 0 0 0,36-63-462 0 0,0-1 0 0 0,1 0-1 0 0,-1 0 1 0 0,0 0 0 0 0,0 0-1 0 0,0 1 1 0 0,0-1 0 0 0,0-1-1 0 0,0 1 1 0 0,0 0 0 0 0,0 0-1 0 0,-1 0 1 0 0,1 0-1 0 0,0-1 1 0 0,0 1 0 0 0,-1-1-1 0 0,1 1 1 0 0,0-1 0 0 0,-1 1-1 0 0,1-1 1 0 0,-1 0 0 0 0,1 0-1 0 0,-3 1 1 0 0,2-2-24 0 0,-1 1-1 0 0,0-1 1 0 0,1 1-1 0 0,-1-1 1 0 0,0 0-1 0 0,1 0 1 0 0,-1 0-1 0 0,1 0 1 0 0,0-1 0 0 0,-1 1-1 0 0,-3-4 1 0 0,2 2-56 0 0,-1-1 0 0 0,1 0 0 0 0,0 0 0 0 0,1 0 0 0 0,-1 0 0 0 0,1 0 1 0 0,-1-1-1 0 0,1 0 0 0 0,1 0 0 0 0,-1 0 0 0 0,-3-9 0 0 0,-1-42 15 0 0,6 41-31 0 0,-1 0 0 0 0,-1 0 0 0 0,-4-17 0 0 0,3 26-11 0 0,-3-3 0 0 0,5 8 0 0 0,1-1 0 0 0,0 1 0 0 0,-1-1 0 0 0,1 1 0 0 0,-1-1 0 0 0,1 1 0 0 0,-1 0 0 0 0,1 0 0 0 0,-1 0 0 0 0,0 0 0 0 0,0 0 0 0 0,0 0 0 0 0,0 0 0 0 0,1 1 0 0 0,-1-1 0 0 0,0 1 0 0 0,0-1 0 0 0,0 1 0 0 0,0 0 0 0 0,0 0 0 0 0,0 0 0 0 0,0 0 0 0 0,0 0 0 0 0,-3 1 0 0 0,-1 0 0 0 0,1 0 0 0 0,-1 1 0 0 0,1 0 0 0 0,-1 1 0 0 0,-8 4 0 0 0,10-5 0 0 0,-7 5 0 0 0,0 1 0 0 0,0-1 0 0 0,1 2 0 0 0,0-1 0 0 0,1 1 0 0 0,-9 11 0 0 0,-46 65 0 0 0,20-13 11 0 0,33-51-4 0 0,0-1 0 0 0,-2-1 0 0 0,-20 25 1 0 0,-1 5 66 0 0,7-7 64 0 0,10-27-88 0 0,16-13-24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15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651 1 4216 0 0,'0'4'33'0'0,"-2"2"15"0"0,-1-2 2 0 0,-3 0 31 0 0,-4 5 71 0 0,5 1-21 0 0,-38 93 405 0 0,13-33-408 0 0,21-52-98 0 0,0-1 0 0 0,-2 0 1 0 0,0-1-1 0 0,-14 16 1 0 0,-9 14 191 0 0,37-48 147 0 0,33-27-135 0 0,-33 26-235 0 0,1 0 0 0 0,0 1-1 0 0,0 0 1 0 0,0 0-1 0 0,1 0 1 0 0,-1 0 0 0 0,0 1-1 0 0,1-1 1 0 0,-1 1 0 0 0,8-1-1 0 0,-3 3 2 0 0,0 1 0 0 0,0-1 0 0 0,-1 1 0 0 0,1 1 0 0 0,-1 0 0 0 0,0 0 0 0 0,1 0 0 0 0,-1 1 0 0 0,-1 0 0 0 0,1 1 0 0 0,-1 0 0 0 0,0 0 0 0 0,0 0 0 0 0,0 1 0 0 0,-1 0-1 0 0,10 11 1 0 0,8 12-21 0 0,-1 0-1 0 0,29 49 1 0 0,-44-63 16 0 0,0-1 1 0 0,-1 1 0 0 0,-1 0-1 0 0,-1 1 1 0 0,0 0 0 0 0,0 0-1 0 0,-2 0 1 0 0,0 0-1 0 0,-1 0 1 0 0,0 1 0 0 0,-2-1-1 0 0,0 1 1 0 0,-3 24 0 0 0,1-27 13 0 0,0 0 0 0 0,-1 0 0 0 0,-1 0 0 0 0,0 0 0 0 0,-1-1 0 0 0,-1 0 0 0 0,0 0 0 0 0,-1 0 0 0 0,0-1 0 0 0,-1 0 0 0 0,0 0 0 0 0,-1-1-1 0 0,0 0 1 0 0,-1 0 0 0 0,-20 16 0 0 0,7-9 80 0 0,-1-2-1 0 0,-1-1 0 0 0,-1-1 1 0 0,0-1-1 0 0,-1-1 0 0 0,0-1 1 0 0,-1-2-1 0 0,0 0 0 0 0,0-2 1 0 0,-48 5-1 0 0,53-10 64 0 0,0 0 1 0 0,0-2-1 0 0,-1 0 0 0 0,1-2 0 0 0,0-1 0 0 0,0 0 1 0 0,0-2-1 0 0,0-1 0 0 0,1 0 0 0 0,0-2 0 0 0,0 0 1 0 0,1-2-1 0 0,-35-21 0 0 0,29 12 23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16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6632 0 0,'0'0'1281'0'0,"9"-2"-1192"0"0,191-24 535 0 0,-191 26-514 0 0,0 1 0 0 0,0 0 0 0 0,0 1 0 0 0,0 0 0 0 0,-1 0 0 0 0,1 1 0 0 0,0 0 0 0 0,-1 0 0 0 0,0 1 0 0 0,0 1 0 0 0,0-1 0 0 0,0 1-1 0 0,-1 0 1 0 0,1 1 0 0 0,-1 0 0 0 0,-1 0 0 0 0,1 0 0 0 0,-1 1 0 0 0,6 8 0 0 0,-7-3 66 0 0,0 1 1 0 0,-1 1-1 0 0,0-1 0 0 0,-1 0 1 0 0,-1 1-1 0 0,0 0 0 0 0,0 24 1 0 0,-2-35-155 0 0,0 5 12 0 0,-1-1-1 0 0,0 1 1 0 0,0 0-1 0 0,0 0 1 0 0,-1 0-1 0 0,-1-1 1 0 0,1 1-1 0 0,-1-1 1 0 0,-1 1-1 0 0,1-1 0 0 0,-1 0 1 0 0,0-1-1 0 0,-1 1 1 0 0,0-1-1 0 0,-8 10 1 0 0,0-2 24 0 0,0-1 1 0 0,-1 0-1 0 0,0-1 1 0 0,-1-1-1 0 0,-26 16 1 0 0,38-25-52 0 0,2-2-5 0 0,0 1 0 0 0,0 0 1 0 0,0-1-1 0 0,0 1 1 0 0,0-1-1 0 0,0 1 1 0 0,0-1-1 0 0,0 0 0 0 0,0 1 1 0 0,0-1-1 0 0,0 0 1 0 0,0 0-1 0 0,0 0 1 0 0,0 0-1 0 0,0 0 0 0 0,0 0 1 0 0,0 0-1 0 0,0 0 1 0 0,0 0-1 0 0,0 0 1 0 0,0 0-1 0 0,0-1 0 0 0,0 1 1 0 0,0 0-1 0 0,0-1 1 0 0,0 1-1 0 0,0-1 1 0 0,0 1-1 0 0,0-1 0 0 0,0 0 1 0 0,0 1-1 0 0,0-1 1 0 0,1 0-1 0 0,-1 0 1 0 0,0 1-1 0 0,1-1 0 0 0,-1 0 1 0 0,0-1-1 0 0,-1-1-1 0 0,0 0 0 0 0,0 0-1 0 0,0 0 1 0 0,0-1-1 0 0,1 1 1 0 0,0 0 0 0 0,0-1-1 0 0,0 1 1 0 0,0-1 0 0 0,0 0-1 0 0,1 1 1 0 0,-1-1 0 0 0,1 1-1 0 0,0-1 1 0 0,0 0-1 0 0,0 1 1 0 0,1-1 0 0 0,-1 1-1 0 0,1-1 1 0 0,0 0 0 0 0,0 1-1 0 0,0-1 1 0 0,3-4 0 0 0,-2 1 0 0 0,1 1-1 0 0,0-1 1 0 0,0 0 0 0 0,1 1 0 0 0,0 0 0 0 0,0 0 0 0 0,1 0 0 0 0,-1 0 0 0 0,1 1 0 0 0,11-10 0 0 0,-11 11 0 0 0,1 1 0 0 0,-1 0 0 0 0,1 0 1 0 0,-1 0-1 0 0,1 1 0 0 0,0-1 0 0 0,0 1 1 0 0,0 1-1 0 0,0-1 0 0 0,0 1 0 0 0,1 0 1 0 0,-1 1-1 0 0,0-1 0 0 0,1 1 0 0 0,-1 1 1 0 0,0-1-1 0 0,0 1 0 0 0,1 0 0 0 0,-1 0 1 0 0,0 1-1 0 0,0 0 0 0 0,0 0 0 0 0,0 0 1 0 0,-1 1-1 0 0,1 0 0 0 0,0 0 0 0 0,-1 0 1 0 0,0 1-1 0 0,0-1 0 0 0,8 9 0 0 0,-4-4-2 0 0,-1 0 0 0 0,0 0-1 0 0,-1 1 1 0 0,1 0 0 0 0,-2 1 0 0 0,1-1-1 0 0,-1 1 1 0 0,-1 1 0 0 0,0-1 0 0 0,0 1-1 0 0,-1 0 1 0 0,-1 0 0 0 0,0 0 0 0 0,0 0-1 0 0,-1 1 1 0 0,0-1 0 0 0,0 19 0 0 0,-1-10 0 0 0,-1-11 0 0 0,1-1 0 0 0,-1 1 1 0 0,-1 0-1 0 0,-1 12 0 0 0,1-16 1 0 0,-1-1-1 0 0,1 0 1 0 0,-1 0 0 0 0,0 0 0 0 0,0-1-1 0 0,0 1 1 0 0,0 0 0 0 0,-1-1 0 0 0,0 0-1 0 0,1 1 1 0 0,-1-1 0 0 0,-5 3 0 0 0,-10 9 13 0 0,-1-1 0 0 0,0 0 0 0 0,-1-2 0 0 0,0 0 1 0 0,-1-2-1 0 0,-1 0 0 0 0,1-1 0 0 0,-40 9 0 0 0,22-8 21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1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8136 0 0,'0'-1'0'0'0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17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622 0 6016 0 0,'0'0'3274'0'0,"0"12"-3204"0"0,0 14-75 0 0,-2 0 0 0 0,-1-1 1 0 0,-1 1-1 0 0,-9 32 1 0 0,-1 6-37 0 0,10-47 43 0 0,-1 0-1 0 0,0-1 1 0 0,-13 28 0 0 0,3-10 72 0 0,10-21-43 0 0,4-9 78 0 0,-1 0-1 0 0,1 0 1 0 0,-1 0 0 0 0,0 0-1 0 0,0-1 1 0 0,0 1 0 0 0,0-1 0 0 0,-5 6-1 0 0,6-9-78 0 0,-1 1 0 0 0,1-1-1 0 0,0 0 1 0 0,-1 0-1 0 0,1 0 1 0 0,-1 0 0 0 0,1 0-1 0 0,0-1 1 0 0,-1 1 0 0 0,1 0-1 0 0,0 0 1 0 0,-1-1-1 0 0,1 1 1 0 0,-2-2 0 0 0,-4 0 19 0 0,-1 0-16 0 0,-1-1 0 0 0,1 0 0 0 0,0 0 0 0 0,0 0 0 0 0,0-1 0 0 0,1-1 0 0 0,-1 1 0 0 0,1-1 0 0 0,0 0 0 0 0,0-1 0 0 0,-8-8 0 0 0,-4-7 119 0 0,0-1 1 0 0,-17-26-1 0 0,31 40-43 0 0,0-1 1 0 0,1 1-1 0 0,-7-19 0 0 0,-2-2 218 0 0,13 29-322 0 0,-1-1 0 0 0,0 1 1 0 0,0-1-1 0 0,0 1 0 0 0,0-1 0 0 0,0 1 0 0 0,0 0 1 0 0,0-1-1 0 0,0 1 0 0 0,0 0 0 0 0,-1 0 0 0 0,1 0 0 0 0,0 0 1 0 0,0 0-1 0 0,0 0 0 0 0,0 0 0 0 0,0 0 0 0 0,0 0 1 0 0,0 1-1 0 0,0-1 0 0 0,0 0 0 0 0,0 1 0 0 0,0-1 1 0 0,0 0-1 0 0,0 1 0 0 0,0 0 0 0 0,0-1 0 0 0,-1 2 1 0 0,-75 112 1 0 0,36-52 25 0 0,-57 69-1 0 0,74-102 201 0 0,23-28-206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8:05:17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0 7024 0 0,'0'2'181'0'0,"0"3"-46"0"0,0 13 61 0 0,-1 7-166 0 0,-1-1 1 0 0,0 1-1 0 0,-2-1 0 0 0,-9 33 1 0 0,-19 111-45 0 0,27-127 15 0 0,-2 0 1 0 0,-1-1-1 0 0,-28 78 1 0 0,-44 50 617 0 0,68-144-437 0 0,-36 89 804 0 0,36-81-520 0 0,-1 0 1 0 0,-2-1-1 0 0,-26 42 1 0 0,23-43-42 0 0,13-21-152 0 0,0-1-1 0 0,0 1 1 0 0,-13 13 0 0 0,17-21-74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0,'0'3'0'0'0,"0"2"1"0"0,5 6 280 0 0,-1-1-1 0 0,-1 1 0 0 0,0-1 0 0 0,0 1 0 0 0,-1 0 1 0 0,-1 0-1 0 0,0 0 0 0 0,0 18 0 0 0,5 33 1112 0 0,4-12-55 0 0,-2-18-351 0 0,3 46 1 0 0,-8-57-781 0 0,0-1-1 0 0,1 1 1 0 0,1-1-1 0 0,1 0 1 0 0,1-1 0 0 0,1 1-1 0 0,0-1 1 0 0,2-1-1 0 0,12 20 1 0 0,-6-2-33 0 0,-9-27-139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73 96 0 0,'-7'0'0'0'0,"1"0"0"0"0,4 1 0 0 0,1 2 0 0 0,1 1 0 0 0,1 1 0 0 0,3 0 0 0 0,0-1 0 0 0,0 0 0 0 0,3 1 0 0 0,3 0 0 0 0,3 1 45 0 0,1-1 1 0 0,0-1-1 0 0,0 0 0 0 0,0 0 1 0 0,0-1-1 0 0,22 1 0 0 0,11 2 62 0 0,36 2 469 0 0,0-3-1 0 0,92-6 1 0 0,-53-1 90 0 0,498-25 2061 0 0,-196 3-1433 0 0,-214 20-632 0 0,275-21 958 0 0,-195 6-709 0 0,-127 11-610 0 0,87 13 129 0 0,-77 1-250 0 0,185 9 79 0 0,-291-11-203 0 0,90 14-1 0 0,-29-1-1 0 0,172 28 108 0 0,-106-14 2 0 0,-123-16-54 0 0,93 5 0 0 0,224-10 42 0 0,-143-17-131 0 0,0-11 0 0 0,286-58 1 0 0,-250 25 154 0 0,-213 40-220 0 0,126-3 0 0 0,-158 12-44 0 0,133-17-419 0 0,-48 2 383 0 0,-59 11 109 0 0,-1-1-26 0 0,64 2 0 0 0,-120 4 22 0 0,19 13-10 0 0,-12-7 29 0 0,-9-4 3 0 0,0 1 0 0 0,0 0 0 0 0,0 0 0 0 0,0 0 0 0 0,0 0 0 0 0,0 1 0 0 0,0-1 0 0 0,-1 1 0 0 0,1 0 0 0 0,-1 0 0 0 0,0 0 0 0 0,1 0 1 0 0,-1 0-1 0 0,-1 0 0 0 0,1 0 0 0 0,0 1 0 0 0,-1-1 0 0 0,0 1 0 0 0,1 5 0 0 0,1 0 22 0 0,5 13 27 0 0,-2 0 0 0 0,-1 1 0 0 0,0 0-1 0 0,2 39 1 0 0,-6 97 159 0 0,-2-129-174 0 0,-5 51 45 0 0,-4-1 0 0 0,-3 0-1 0 0,-27 86 1 0 0,-12 70-26 0 0,8 14-21 0 0,-55 431 83 0 0,87-524-67 0 0,-13 236 130 0 0,15-198-87 0 0,-1 38 19 0 0,-4 16 0 0 0,6-139-37 0 0,5 134 0 0 0,8-175-36 0 0,-9 121 0 0 0,-46 379 63 0 0,49-538-98 0 0,-8 81 24 0 0,6 161 1 0 0,12-167-4 0 0,4 0 1 0 0,27 112 0 0 0,-33-185-14 0 0,-1-1 0 0 0,1 56 0 0 0,-3-30-2 0 0,10 54 18 0 0,3 83 69 0 0,-50 281 539 0 0,-31 261 206 0 0,57-589-751 0 0,-10 534 224 0 0,43-341-69 0 0,20 86 280 0 0,-37-364-456 0 0,33 266 300 0 0,3-18-17 0 0,-16-140-110 0 0,-14-9 195 0 0,-11-129-207 0 0,-3-31-199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96 0 0,'3'30'4'0'0,"2"7"14"0"0,2 39 39 0 0,-6-20 223 0 0,16 107 0 0 0,-12-121-14 0 0,-1 61 0 0 0,-1-21-18 0 0,-4 126 241 0 0,-1-109-300 0 0,-27 272 417 0 0,2-53-61 0 0,4-54 83 0 0,3-48 48 0 0,17 790 2186 0 0,8-769-2423 0 0,29 240-68 0 0,-7-234-156 0 0,34 245 440 0 0,0 209-211 0 0,-57-631-440 0 0,12 518 154 0 0,20 258 612 0 0,-11-619-555 0 0,20 255 130 0 0,3-69 30 0 0,-26-268-220 0 0,51 659 790 0 0,-75-628-713 0 0,2 56 95 0 0,1-158-158 0 0,-8 81 1 0 0,0 36 123 0 0,4 99 32 0 0,2-247-285 0 0,-3 29 35 0 0,-2 0 0 0 0,-4 0 0 0 0,-35 129 0 0 0,32-133-9 0 0,9 34 780 0 0,5-96-829 0 0,0 0 1 0 0,1 0-1 0 0,-1-1 0 0 0,0 1 1 0 0,1-1-1 0 0,0 1 0 0 0,-1-1 1 0 0,1 0-1 0 0,0 0 1 0 0,-1 1-1 0 0,1-1 0 0 0,0 0 1 0 0,0-1-1 0 0,0 1 0 0 0,0 0 1 0 0,0 0-1 0 0,2 0 0 0 0,4 2 28 0 0,12 5-10 0 0,1 0 0 0 0,0-2 0 0 0,1 0 0 0 0,0-1-1 0 0,-1-1 1 0 0,2-1 0 0 0,29 0 0 0 0,159-13 58 0 0,-209 10-91 0 0,465-71 16 0 0,-317 44-18 0 0,31-6-8 0 0,148-24-6 0 0,256-48 23 0 0,-253 40 40 0 0,-144 32-11 0 0,294-43 18 0 0,-17 38-34 0 0,-222 31-11 0 0,-69 10 28 0 0,-81-1-14 0 0,-21 3 30 0 0,79 14 0 0 0,5 2 67 0 0,67 5 39 0 0,47 3-17 0 0,177-18 71 0 0,-47-24-105 0 0,-326 14-84 0 0,78 11-1 0 0,-42-2 67 0 0,-68-7-10 0 0,1 2 0 0 0,-1 2 0 0 0,72 22 0 0 0,-66-15 3 0 0,-29-9-46 0 0,-1 0 1 0 0,0 2-1 0 0,0 0 0 0 0,27 15 0 0 0,-11-6 23 0 0,-27-16-77 0 0,-6 0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16 194 96 0 0,'-3'-3'0'0'0,"-1"1"0"0"0,0 0 0 0 0,-1 0 0 0 0,20 4 450 0 0,17-4 1032 0 0,-11 1-731 0 0,281-10 3423 0 0,66-30-2383 0 0,-270 29-1307 0 0,64-11 230 0 0,23-17 50 0 0,-63 25-401 0 0,-100 12-335 0 0,0 0 0 0 0,27-8 0 0 0,3 3 145 0 0,-32 2-52 0 0,16-1 16 0 0,-15 5-50 0 0,-20 2-80 0 0,0 0 0 0 0,1-1-1 0 0,-1 1 1 0 0,1 0 0 0 0,-1 0-1 0 0,0 0 1 0 0,1 0 0 0 0,-1 0-1 0 0,1 0 1 0 0,-1 0-1 0 0,0 1 1 0 0,1-1 0 0 0,-1 0-1 0 0,0 1 1 0 0,1-1 0 0 0,-1 1-1 0 0,0-1 1 0 0,1 1-1 0 0,-1 0 1 0 0,0 0 0 0 0,0-1-1 0 0,0 1 1 0 0,0 0 0 0 0,0 0-1 0 0,0 0 1 0 0,0 0-1 0 0,0 0 1 0 0,0 1 0 0 0,1 0-1 0 0,3 6 16 0 0,-1-1 0 0 0,0 1 0 0 0,0 0 0 0 0,0 0 0 0 0,-1 0 0 0 0,0 0 0 0 0,-1 0 0 0 0,0 1 0 0 0,0 0 0 0 0,0 11 0 0 0,0 12 44 0 0,-3 48-1 0 0,-1-25 42 0 0,2-34-55 0 0,-2-1-1 0 0,-6 27 0 0 0,3-17 11 0 0,3-10 10 0 0,1 0 0 0 0,2 23 0 0 0,0-10 79 0 0,-1-32-60 0 0,-25-16 5 0 0,14 12-94 0 0,0 0 0 0 0,0 1 0 0 0,0 1 0 0 0,0 0 0 0 0,0 0 0 0 0,0 1 0 0 0,-20 2 0 0 0,-82 20 18 0 0,56-9-16 0 0,-8-4-4 0 0,-87 3 0 0 0,119-11 0 0 0,-130 10 0 0 0,101-8 0 0 0,-63 11 0 0 0,-1 0 0 0 0,105-15 8 0 0,-1-2 0 0 0,1-1 0 0 0,-42-11 0 0 0,52 10 11 0 0,0 1 1 0 0,1-1 0 0 0,0-1-1 0 0,-1 0 1 0 0,-8-8-1 0 0,-32-16 33 0 0,26 16-5 0 0,1-1 1 0 0,-32-25-1 0 0,55 39-45 0 0,-41-39 139 0 0,41 38-138 0 0,1 0 5 0 0,-4-2 4 0 0,2 0-8 0 0,1 3 1 0 0,1-4-2 0 0,1-11-1 0 0,1 0 0 0 0,0 1 0 0 0,1-1 0 0 0,0 1 0 0 0,7-18-1 0 0,6-25-5 0 0,-3 22-14 0 0,-10 27 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96 0 0,'-3'2'1155'0'0,"-2"2"142"0"0,6 3-1031 0 0,0 0-1 0 0,0-1 1 0 0,1 1-1 0 0,4 12 1 0 0,-3-11-189 0 0,22 83 547 0 0,-18-71-423 0 0,0 1 1 0 0,-2 0-1 0 0,4 34 1 0 0,7 325 3034 0 0,-12-221-2246 0 0,2 66-53 0 0,37 551 943 0 0,-28-661-1730 0 0,-2-20 33 0 0,1 107 0 0 0,-13-95-80 0 0,1-30-26 0 0,-2 1 0 0 0,-5-1 1 0 0,-18 105-1 0 0,-46 192 137 0 0,66-353-196 0 0,1 1 1 0 0,1-1 0 0 0,1 1-1 0 0,5 38 1 0 0,0-2 25 0 0,-5-56-43 0 0,6 50 45 0 0,-6-49-44 0 0,1 0 1 0 0,0-1-1 0 0,0 1 1 0 0,0 0-1 0 0,0-1 1 0 0,0 1-1 0 0,1-1 1 0 0,-1 1-1 0 0,1-1 1 0 0,0 0-1 0 0,0 1 1 0 0,-1-1-1 0 0,1 0 1 0 0,1 0-1 0 0,3 3 1 0 0,19 8 8 0 0,-1 0 0 0 0,2-2 0 0 0,-1-1 0 0 0,1-1 0 0 0,1-2 0 0 0,0 0 0 0 0,34 3 0 0 0,200 7 29 0 0,-137-13-31 0 0,864 89 128 0 0,-839-76-91 0 0,1333 136 444 0 0,-1213-126-72 0 0,386-11 0 0 0,199-94 488 0 0,542-107 719 0 0,-973 144-1346 0 0,0 27-137 0 0,-29 7-120 0 0,-75-1-11 0 0,-183 4-15 0 0,-59 1-2 0 0,89 8-1 0 0,-113-2-2 0 0,-26-2-30 0 0,-1 1 0 0 0,29 7 1 0 0,-45-6-4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 0 0,'0'0'16'0'0,"1"29"568"0"0,0-26-545 0 0,0 0-1 0 0,1 1 1 0 0,-1-1 0 0 0,1 0-1 0 0,0 0 1 0 0,0 0-1 0 0,0-1 1 0 0,1 1 0 0 0,-1 0-1 0 0,1-1 1 0 0,-1 0 0 0 0,5 4-1 0 0,39 24 265 0 0,-40-27-293 0 0,22 12 281 0 0,1-1 1 0 0,61 20-1 0 0,-5-3 229 0 0,-45-17-128 0 0,76 19-1 0 0,7 1 120 0 0,-3 3 52 0 0,-78-26-194 0 0,-1 1 1 0 0,0 3-1 0 0,74 37 1 0 0,-96-41-174 0 0,-13-8-10 0 0,0 0 0 0 0,-1 0 1 0 0,0 0-1 0 0,1 1 0 0 0,-1 0 0 0 0,0 0 0 0 0,-1 0 1 0 0,7 8-1 0 0,-10-11-99 0 0,-1 1 0 0 0,1 0 0 0 0,0 0 0 0 0,-1 0 0 0 0,0 0 0 0 0,1-1 0 0 0,-1 1 0 0 0,0 0 0 0 0,0 0 0 0 0,0 0 0 0 0,0 0 0 0 0,0 0 0 0 0,-1 0 1 0 0,1 0-1 0 0,0-1 0 0 0,-2 4 0 0 0,1-4-65 0 0,1 0 0 0 0,-1 0 1 0 0,0 0-1 0 0,0 0 1 0 0,0 0-1 0 0,0 0 0 0 0,0 0 1 0 0,0-1-1 0 0,0 1 1 0 0,0 0-1 0 0,0-1 0 0 0,0 1 1 0 0,-2 0-1 0 0,-7 6 71 0 0,-1 1-28 0 0,0 1-1 0 0,-1-2 0 0 0,0 0 0 0 0,0 0 0 0 0,-1-1 0 0 0,0 0 0 0 0,-25 6 1 0 0,-26 14 111 0 0,-181 119 408 0 0,197-114-351 0 0,-83 73-1 0 0,114-89-160 0 0,2 1 0 0 0,0 0 0 0 0,1 2 0 0 0,0 0 0 0 0,2 0 0 0 0,0 1 0 0 0,-19 41 0 0 0,30-55-59 0 0,-1 1 0 0 0,1-1 1 0 0,-1 1-1 0 0,1 0 0 0 0,1-1 0 0 0,-1 1 0 0 0,1 0 0 0 0,0 0 1 0 0,1-1-1 0 0,0 9 0 0 0,1 6 1 0 0,-1-9-6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102 215 4216 0 0,'8'16'32'0'0,"-2"10"92"0"0,-4-20-112 0 0,12 64 361 0 0,9 112 0 0 0,4 19 81 0 0,52 431 822 0 0,-66-297-179 0 0,-12-252-837 0 0,-8 200 591 0 0,0-22-129 0 0,33 686 1473 0 0,-8-490-845 0 0,-15-274-164 0 0,-2-61 1502 0 0,-1-124-2657 0 0,0 0 0 0 0,1 0 0 0 0,-1 0 1 0 0,1 0-1 0 0,-1 0 0 0 0,1 0 0 0 0,0 0 1 0 0,0 0-1 0 0,-1 0 0 0 0,1 0 0 0 0,1 1 0 0 0,-1-1 1 0 0,0 0-1 0 0,0 1 0 0 0,3-3 0 0 0,24-22-68 0 0,-23 22 75 0 0,3-2-40 0 0,0 0 0 0 0,0 1 0 0 0,1 0 0 0 0,0 1 0 0 0,0 0 0 0 0,0 0 0 0 0,14-3 0 0 0,72-13-199 0 0,-70 16 102 0 0,26-3-207 0 0,78 1 1 0 0,-5 1-70 0 0,497-17-585 0 0,-280 17 833 0 0,483-11 88 0 0,-202 6 22 0 0,-176-7 29 0 0,376 0 24 0 0,-245 47 100 0 0,-34 0 240 0 0,-242-37 9 0 0,-60 0 23 0 0,502 54 925 0 0,-455-2-517 0 0,-46 9-343 0 0,-225-52-569 0 0,-1-1 0 0 0,1 0 0 0 0,-1-2 0 0 0,1 1 0 0 0,-1-2 0 0 0,0 0 0 0 0,1-1-1 0 0,-1-1 1 0 0,0-1 0 0 0,16-6 0 0 0,20 3-460 0 0,-51 8 545 0 0,-1-1 5 0 0,0-2 4 0 0,-1 1 3 0 0,1 1-1 0 0,0-1 1 0 0,-1 1-1 0 0,1 0 1 0 0,-1-1-1 0 0,0 1 0 0 0,1 0 1 0 0,-1-1-1 0 0,0 1 1 0 0,0 0-1 0 0,0 0 0 0 0,0 0 1 0 0,0-1-1 0 0,0 1 1 0 0,-2-1-1 0 0,-2-3 1 0 0,-5-13 4 0 0,0 1-1 0 0,0-2 1 0 0,2 1-1 0 0,1-2 1 0 0,0 1-1 0 0,1-1 1 0 0,-3-21-1 0 0,0 8 0 0 0,6 13 14 0 0,0 0 0 0 0,0 0 0 0 0,2-36 0 0 0,-3-30 24 0 0,-37-178 73 0 0,-16-112-54 0 0,39 223-37 0 0,3-223 1 0 0,15-184-56 0 0,-7 425-38 0 0,-1-38-82 0 0,4 81-57 0 0,-25-138-1 0 0,19 169 125 0 0,-50-228-79 0 0,32 163 163 0 0,8 27 0 0 0,12 53-2 0 0,1-1 0 0 0,-1-51 0 0 0,4 35-1 0 0,0 37-52 0 0,-1 1 0 0 0,-1 0 0 0 0,-12-31-1 0 0,16 50 24 0 0,0 2-5 0 0,0 0 0 0 0,0 0 1 0 0,0 1-1 0 0,-1-1 0 0 0,1 0 0 0 0,-1 1 1 0 0,0-1-1 0 0,0 1 0 0 0,0 0 0 0 0,-1 0 1 0 0,1 0-1 0 0,-1 1 0 0 0,1-1 0 0 0,-1 1 1 0 0,0 0-1 0 0,0 0 0 0 0,0 0 0 0 0,0 0 1 0 0,0 1-1 0 0,-1 0 0 0 0,1 0 0 0 0,-5-1 1 0 0,-12-2-80 0 0,0 2-1 0 0,0 0 1 0 0,-27 2 0 0 0,36 0 83 0 0,-17 1-25 0 0,-1 2-1 0 0,1 2 0 0 0,-29 7 1 0 0,-52 8-32 0 0,-62-14-20 0 0,10 0 47 0 0,-173 0-14 0 0,108-6 55 0 0,-197-2 17 0 0,198-3 4 0 0,-811-44 7 0 0,719 22 10 0 0,-104-6 42 0 0,189 14 15 0 0,-47-2 52 0 0,129 13-37 0 0,-136 1 83 0 0,27 13-5 0 0,-397 23 353 0 0,-191 18 82 0 0,502-48-292 0 0,27-1 44 0 0,229 14-317 0 0,88-12-54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1 271 96 0 0,'4'1'0'0'0,"0"0"0"0"0,-2 0 0 0 0,9 2 0 0 0,-2-1 2 0 0,0 0 0 0 0,0-1 1 0 0,0 0-1 0 0,0-1 0 0 0,15 0 0 0 0,-5-1 9 0 0,17 3 152 0 0,-1-1 0 0 0,1-2-1 0 0,-1-2 1 0 0,1-1 0 0 0,-1-1 0 0 0,0-3 0 0 0,58-19 0 0 0,-68 18 32 0 0,0 0 1 0 0,0-2 0 0 0,-1-1-1 0 0,-1-2 1 0 0,0 0 0 0 0,-1-1-1 0 0,32-28 1 0 0,-49 39-96 0 0,-1 0-1 0 0,0 0 1 0 0,0-1 0 0 0,0 1 0 0 0,-1-1 0 0 0,6-9-1 0 0,-9 12-80 0 0,1 1-1 0 0,-1 0 0 0 0,0 0 1 0 0,1 0-1 0 0,-1 0 0 0 0,0-1 1 0 0,1 1-1 0 0,-1 0 0 0 0,0 0 1 0 0,0-1-1 0 0,0 1 0 0 0,0 0 1 0 0,0 0-1 0 0,-1 0 0 0 0,1-1 1 0 0,0 1-1 0 0,-1 0 0 0 0,1 0 1 0 0,0 0-1 0 0,-1-1 0 0 0,1 1 1 0 0,-1 0-1 0 0,0 0 0 0 0,1 0 1 0 0,-1 0-1 0 0,0 0 0 0 0,0 0 1 0 0,1 0-1 0 0,-1 1 0 0 0,0-1 1 0 0,0 0-1 0 0,0 0 0 0 0,0 1 1 0 0,0-1-1 0 0,0 0 0 0 0,0 1 1 0 0,-1-1-1 0 0,0 0 0 0 0,-11-4 42 0 0,-1 0-1 0 0,1 0 1 0 0,-1 2 0 0 0,0-1-1 0 0,0 2 1 0 0,0 0 0 0 0,0 0-1 0 0,-1 2 1 0 0,1-1 0 0 0,0 2-1 0 0,-20 3 1 0 0,4 0 28 0 0,0 3 1 0 0,0 0-1 0 0,0 2 0 0 0,-35 16 0 0 0,33-10 15 0 0,2 1-1 0 0,0 2 0 0 0,1 1 0 0 0,1 1 1 0 0,-30 27-1 0 0,50-39-53 0 0,0 0 0 0 0,1 1 0 0 0,0 0 0 0 0,1 0 0 0 0,0 1 0 0 0,0-1 0 0 0,1 1 1 0 0,0 0-1 0 0,1 1 0 0 0,-6 18 0 0 0,11-26-11 0 0,1 0 0 0 0,-1-1 1 0 0,1 1-1 0 0,-1 0 0 0 0,1 0 0 0 0,0-1 1 0 0,3 4-1 0 0,-3-4-31 0 0,2 3 36 0 0,1 0 0 0 0,-1 0 0 0 0,1 0 0 0 0,0-1 0 0 0,1 0 0 0 0,-1 0 0 0 0,1 0 0 0 0,0-1-1 0 0,11 5 1 0 0,1 0 90 0 0,1-2-1 0 0,20 6 1 0 0,37 2 439 0 0,0-2 0 0 0,117 2 0 0 0,-68-17-47 0 0,-101 2-418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6632 0 0,'0'0'176'0'0,"5"13"233"0"0,6 52 392 0 0,4 81 1 0 0,-12-114-660 0 0,-3-8-60 0 0,0 0 0 0 0,-2 0-1 0 0,-4 26 1 0 0,-1 15 105 0 0,4 7 27 0 0,2-61-187 0 0,1-2-8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0 5320 0 0,'-12'39'28'0'0,"-4"12"22"0"0,-14 52 62 0 0,-6 11-5 0 0,0 8-36 0 0,32-106-71 0 0,0 0 0 0 0,-1-1 0 0 0,-10 22 0 0 0,-2-6 0 0 0,-24 34 0 0 0,36-59 0 0 0,1-6 0 0 0,4-1 0 0 0,-1 0 1 0 0,1 0-1 0 0,-1 1 1 0 0,1-1-1 0 0,-1 0 0 0 0,1 0 1 0 0,0 0-1 0 0,0 0 1 0 0,-1 0-1 0 0,1 0 0 0 0,0 0 1 0 0,0 0-1 0 0,0 0 1 0 0,0 0-1 0 0,0 0 1 0 0,0 0-1 0 0,0 0 0 0 0,1-2 1 0 0,-1 0-1 0 0,-7-130 0 0 0,8 64-70 0 0,-17-132 1 0 0,15 193 61 0 0,-7-31-179 0 0,8 37 163 0 0,-1 0-1 0 0,0 0 1 0 0,0 0-1 0 0,0 0 1 0 0,0 0-1 0 0,0 1 0 0 0,0-1 1 0 0,-1 0-1 0 0,1 1 1 0 0,0-1-1 0 0,-1 1 1 0 0,1-1-1 0 0,-1 1 0 0 0,0-1 1 0 0,-3-1-1 0 0,3 2 21 0 0,0 1 0 0 0,0-1 1 0 0,0 1-1 0 0,0 0 0 0 0,0 0 0 0 0,0-1 0 0 0,0 1 0 0 0,0 1 1 0 0,0-1-1 0 0,0 0 0 0 0,-1 0 0 0 0,1 1 0 0 0,0-1 0 0 0,0 1 0 0 0,0 0 1 0 0,1-1-1 0 0,-1 1 0 0 0,0 0 0 0 0,0 0 0 0 0,0 0 0 0 0,1 1 1 0 0,-1-1-1 0 0,0 0 0 0 0,-1 3 0 0 0,-37 37 6 0 0,36-36-5 0 0,-10 15 54 0 0,2-1 0 0 0,0 2 0 0 0,1 0 1 0 0,1 0-1 0 0,-13 41 0 0 0,-5 11 467 0 0,18-50-42 0 0,1 0 0 0 0,1 1 0 0 0,-5 29 0 0 0,10-17 356 0 0,3-34-705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 3712 0 0,'-3'0'0'0'0,"3"2"54"0"0,-1 0 1 0 0,1-1 0 0 0,-1 1-1 0 0,1 0 1 0 0,0 0-1 0 0,0-1 1 0 0,0 1 0 0 0,0 0-1 0 0,0 0 1 0 0,0 0-1 0 0,0-1 1 0 0,1 1 0 0 0,-1 0-1 0 0,1 2 1 0 0,2 11 206 0 0,-3-4-248 0 0,0-2-13 0 0,0 1 1 0 0,0 0-1 0 0,-1 0 0 0 0,-1 0 1 0 0,1 0-1 0 0,-1 0 0 0 0,-1-1 0 0 0,-4 12 1 0 0,-4 11-1 0 0,-8 62 30 0 0,11-50 167 0 0,-23 72 0 0 0,12-66 3 0 0,3-7 404 0 0,-19 76 0 0 0,33-103-460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83 221 5920 0 0,'12'0'39'0'0,"1"1"129"0"0,50-3 409 0 0,11 0-572 0 0,-61 3-15 0 0,1-2 1 0 0,-1 1 0 0 0,21-6 0 0 0,-29 5 7 0 0,1 1-3 0 0,1-2 0 0 0,0 1 1 0 0,-1-1-1 0 0,1 0 0 0 0,-1 0 1 0 0,0 0-1 0 0,0-1 0 0 0,0 0 1 0 0,0-1-1 0 0,0 1 0 0 0,0-1 1 0 0,-1 0-1 0 0,0 0 0 0 0,5-6 1 0 0,8-7 7 0 0,-15 16 1 0 0,-1-1 1 0 0,1 0-1 0 0,-1 0 1 0 0,0 0-1 0 0,0 0 1 0 0,0 0-1 0 0,0-1 0 0 0,0 1 1 0 0,-1-1-1 0 0,1 1 1 0 0,-1-1-1 0 0,1 1 1 0 0,1-7-1 0 0,3-11 71 0 0,-4 17-37 0 0,-1-1 0 0 0,0 0 0 0 0,0 0 0 0 0,0 0 0 0 0,0 0 0 0 0,0 0 0 0 0,-1-6 0 0 0,0 8-25 0 0,0 1-1 0 0,-1-1 0 0 0,1 1 1 0 0,-1-1-1 0 0,0 1 0 0 0,1-1 0 0 0,-1 1 1 0 0,0-1-1 0 0,0 1 0 0 0,0 0 1 0 0,0-1-1 0 0,0 1 0 0 0,0 0 1 0 0,0 0-1 0 0,0 0 0 0 0,0 0 0 0 0,-1 0 1 0 0,1 0-1 0 0,0 0 0 0 0,-1 0 1 0 0,1 0-1 0 0,-1 1 0 0 0,1-1 0 0 0,-2 0 1 0 0,-10-4 46 0 0,0 1 1 0 0,-1 0 0 0 0,1 1 0 0 0,-1 0-1 0 0,1 1 1 0 0,-1 0 0 0 0,0 2-1 0 0,-22 0 1 0 0,13 2 20 0 0,1 1 0 0 0,0 1 0 0 0,0 1 0 0 0,-33 11 0 0 0,47-12-61 0 0,-1 0 0 0 0,1 1 1 0 0,0 0-1 0 0,0 0 0 0 0,1 1 0 0 0,0 0 0 0 0,0 0 0 0 0,0 0 0 0 0,1 1 0 0 0,0 0 1 0 0,0 0-1 0 0,0 1 0 0 0,1 0 0 0 0,-6 12 0 0 0,-1 3 61 0 0,2 1-1 0 0,0 0 1 0 0,-12 49-1 0 0,21-66-60 0 0,0 0 0 0 0,1 1-1 0 0,-1-1 1 0 0,2 0 0 0 0,-1 0-1 0 0,1 0 1 0 0,0 0-1 0 0,0 0 1 0 0,1 0 0 0 0,0 0-1 0 0,0 0 1 0 0,0 0-1 0 0,1 0 1 0 0,0-1 0 0 0,1 0-1 0 0,-1 1 1 0 0,1-1 0 0 0,1-1-1 0 0,-1 1 1 0 0,10 9-1 0 0,1 0 83 0 0,0 0 0 0 0,2-1-1 0 0,0-1 1 0 0,0-1-1 0 0,36 20 1 0 0,-31-22 95 0 0,1-1 1 0 0,1 0-1 0 0,-1-2 1 0 0,1-1-1 0 0,1-1 1 0 0,-1 0-1 0 0,1-2 1 0 0,34 0-1 0 0,-28-3-13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0 296 0 0,'0'2'73'0'0,"16"45"1904"0"0,-14-40-1795 0 0,-1 0 0 0 0,0 0 1 0 0,0 0-1 0 0,-1 0 0 0 0,0 1 0 0 0,0-1 0 0 0,-1 0 1 0 0,0 0-1 0 0,-2 8 0 0 0,-5 14 387 0 0,-1-1 0 0 0,-2 1 0 0 0,0-2 0 0 0,-2 0 0 0 0,-24 38 0 0 0,36-63-462 0 0,0-1 0 0 0,1 0-1 0 0,-1 0 1 0 0,0 0 0 0 0,0 0-1 0 0,0 1 1 0 0,0-1 0 0 0,0-1-1 0 0,0 1 1 0 0,0 0 0 0 0,0 0-1 0 0,-1 0 1 0 0,1 0-1 0 0,0-1 1 0 0,0 1 0 0 0,-1-1-1 0 0,1 1 1 0 0,0-1 0 0 0,-1 1-1 0 0,1-1 1 0 0,-1 0 0 0 0,1 0-1 0 0,-3 1 1 0 0,2-2-24 0 0,-1 1-1 0 0,0-1 1 0 0,1 1-1 0 0,-1-1 1 0 0,0 0-1 0 0,1 0 1 0 0,-1 0-1 0 0,1 0 1 0 0,0-1 0 0 0,-1 1-1 0 0,-3-4 1 0 0,2 2-56 0 0,-1-1 0 0 0,1 0 0 0 0,0 0 0 0 0,1 0 0 0 0,-1 0 0 0 0,1 0 1 0 0,-1-1-1 0 0,1 0 0 0 0,1 0 0 0 0,-1 0 0 0 0,-3-9 0 0 0,-1-42 15 0 0,6 41-31 0 0,-1 0 0 0 0,-1 0 0 0 0,-4-17 0 0 0,3 26-11 0 0,-3-3 0 0 0,5 8 0 0 0,1-1 0 0 0,0 1 0 0 0,-1-1 0 0 0,1 1 0 0 0,-1-1 0 0 0,1 1 0 0 0,-1 0 0 0 0,1 0 0 0 0,-1 0 0 0 0,0 0 0 0 0,0 0 0 0 0,0 0 0 0 0,0 0 0 0 0,1 1 0 0 0,-1-1 0 0 0,0 1 0 0 0,0-1 0 0 0,0 1 0 0 0,0 0 0 0 0,0 0 0 0 0,0 0 0 0 0,0 0 0 0 0,0 0 0 0 0,-3 1 0 0 0,-1 0 0 0 0,1 0 0 0 0,-1 1 0 0 0,1 0 0 0 0,-1 1 0 0 0,-8 4 0 0 0,10-5 0 0 0,-7 5 0 0 0,0 1 0 0 0,0-1 0 0 0,1 2 0 0 0,0-1 0 0 0,1 1 0 0 0,-9 11 0 0 0,-46 65 0 0 0,20-13 11 0 0,33-51-4 0 0,0-1 0 0 0,-2-1 0 0 0,-20 25 1 0 0,-1 5 66 0 0,7-7 64 0 0,10-27-88 0 0,16-13-24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651 1 4216 0 0,'0'4'33'0'0,"-2"2"15"0"0,-1-2 2 0 0,-3 0 31 0 0,-4 5 71 0 0,5 1-21 0 0,-38 93 405 0 0,13-33-408 0 0,21-52-98 0 0,0-1 0 0 0,-2 0 1 0 0,0-1-1 0 0,-14 16 1 0 0,-9 14 191 0 0,37-48 147 0 0,33-27-135 0 0,-33 26-235 0 0,1 0 0 0 0,0 1-1 0 0,0 0 1 0 0,0 0-1 0 0,1 0 1 0 0,-1 0 0 0 0,0 1-1 0 0,1-1 1 0 0,-1 1 0 0 0,8-1-1 0 0,-3 3 2 0 0,0 1 0 0 0,0-1 0 0 0,-1 1 0 0 0,1 1 0 0 0,-1 0 0 0 0,0 0 0 0 0,1 0 0 0 0,-1 1 0 0 0,-1 0 0 0 0,1 1 0 0 0,-1 0 0 0 0,0 0 0 0 0,0 0 0 0 0,0 1 0 0 0,-1 0-1 0 0,10 11 1 0 0,8 12-21 0 0,-1 0-1 0 0,29 49 1 0 0,-44-63 16 0 0,0-1 1 0 0,-1 1 0 0 0,-1 0-1 0 0,-1 1 1 0 0,0 0 0 0 0,0 0-1 0 0,-2 0 1 0 0,0 0-1 0 0,-1 0 1 0 0,0 1 0 0 0,-2-1-1 0 0,0 1 1 0 0,-3 24 0 0 0,1-27 13 0 0,0 0 0 0 0,-1 0 0 0 0,-1 0 0 0 0,0 0 0 0 0,-1-1 0 0 0,-1 0 0 0 0,0 0 0 0 0,-1 0 0 0 0,0-1 0 0 0,-1 0 0 0 0,0 0 0 0 0,-1-1-1 0 0,0 0 1 0 0,-1 0 0 0 0,-20 16 0 0 0,7-9 80 0 0,-1-2-1 0 0,-1-1 0 0 0,-1-1 1 0 0,0-1-1 0 0,-1-1 0 0 0,0-1 1 0 0,-1-2-1 0 0,0 0 0 0 0,0-2 1 0 0,-48 5-1 0 0,53-10 64 0 0,0 0 1 0 0,0-2-1 0 0,-1 0 0 0 0,1-2 0 0 0,0-1 0 0 0,0 0 1 0 0,0-2-1 0 0,0-1 0 0 0,1 0 0 0 0,0-2 0 0 0,0 0 1 0 0,1-2-1 0 0,-35-21 0 0 0,29 12 23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6632 0 0,'0'0'1281'0'0,"9"-2"-1192"0"0,191-24 535 0 0,-191 26-514 0 0,0 1 0 0 0,0 0 0 0 0,0 1 0 0 0,0 0 0 0 0,-1 0 0 0 0,1 1 0 0 0,0 0 0 0 0,-1 0 0 0 0,0 1 0 0 0,0 1 0 0 0,0-1 0 0 0,0 1-1 0 0,-1 0 1 0 0,1 1 0 0 0,-1 0 0 0 0,-1 0 0 0 0,1 0 0 0 0,-1 1 0 0 0,6 8 0 0 0,-7-3 66 0 0,0 1 1 0 0,-1 1-1 0 0,0-1 0 0 0,-1 0 1 0 0,-1 1-1 0 0,0 0 0 0 0,0 24 1 0 0,-2-35-155 0 0,0 5 12 0 0,-1-1-1 0 0,0 1 1 0 0,0 0-1 0 0,0 0 1 0 0,-1 0-1 0 0,-1-1 1 0 0,1 1-1 0 0,-1-1 1 0 0,-1 1-1 0 0,1-1 0 0 0,-1 0 1 0 0,0-1-1 0 0,-1 1 1 0 0,0-1-1 0 0,-8 10 1 0 0,0-2 24 0 0,0-1 1 0 0,-1 0-1 0 0,0-1 1 0 0,-1-1-1 0 0,-26 16 1 0 0,38-25-52 0 0,2-2-5 0 0,0 1 0 0 0,0 0 1 0 0,0-1-1 0 0,0 1 1 0 0,0-1-1 0 0,0 1 1 0 0,0-1-1 0 0,0 0 0 0 0,0 1 1 0 0,0-1-1 0 0,0 0 1 0 0,0 0-1 0 0,0 0 1 0 0,0 0-1 0 0,0 0 0 0 0,0 0 1 0 0,0 0-1 0 0,0 0 1 0 0,0 0-1 0 0,0 0 1 0 0,0 0-1 0 0,0-1 0 0 0,0 1 1 0 0,0 0-1 0 0,0-1 1 0 0,0 1-1 0 0,0-1 1 0 0,0 1-1 0 0,0-1 0 0 0,0 0 1 0 0,0 1-1 0 0,0-1 1 0 0,1 0-1 0 0,-1 0 1 0 0,0 1-1 0 0,1-1 0 0 0,-1 0 1 0 0,0-1-1 0 0,-1-1-1 0 0,0 0 0 0 0,0 0-1 0 0,0 0 1 0 0,0-1-1 0 0,1 1 1 0 0,0 0 0 0 0,0-1-1 0 0,0 1 1 0 0,0-1 0 0 0,0 0-1 0 0,1 1 1 0 0,-1-1 0 0 0,1 1-1 0 0,0-1 1 0 0,0 0-1 0 0,0 1 1 0 0,1-1 0 0 0,-1 1-1 0 0,1-1 1 0 0,0 0 0 0 0,0 1-1 0 0,0-1 1 0 0,3-4 0 0 0,-2 1 0 0 0,1 1-1 0 0,0-1 1 0 0,0 0 0 0 0,1 1 0 0 0,0 0 0 0 0,0 0 0 0 0,1 0 0 0 0,-1 0 0 0 0,1 1 0 0 0,11-10 0 0 0,-11 11 0 0 0,1 1 0 0 0,-1 0 0 0 0,1 0 1 0 0,-1 0-1 0 0,1 1 0 0 0,0-1 0 0 0,0 1 1 0 0,0 1-1 0 0,0-1 0 0 0,0 1 0 0 0,1 0 1 0 0,-1 1-1 0 0,0-1 0 0 0,1 1 0 0 0,-1 1 1 0 0,0-1-1 0 0,0 1 0 0 0,1 0 0 0 0,-1 0 1 0 0,0 1-1 0 0,0 0 0 0 0,0 0 0 0 0,0 0 1 0 0,-1 1-1 0 0,1 0 0 0 0,0 0 0 0 0,-1 0 1 0 0,0 1-1 0 0,0-1 0 0 0,8 9 0 0 0,-4-4-2 0 0,-1 0 0 0 0,0 0-1 0 0,-1 1 1 0 0,1 0 0 0 0,-2 1 0 0 0,1-1-1 0 0,-1 1 1 0 0,-1 1 0 0 0,0-1 0 0 0,0 1-1 0 0,-1 0 1 0 0,-1 0 0 0 0,0 0 0 0 0,0 0-1 0 0,-1 1 1 0 0,0-1 0 0 0,0 19 0 0 0,-1-10 0 0 0,-1-11 0 0 0,1-1 0 0 0,-1 1 1 0 0,-1 0-1 0 0,-1 12 0 0 0,1-16 1 0 0,-1-1-1 0 0,1 0 1 0 0,-1 0 0 0 0,0 0 0 0 0,0-1-1 0 0,0 1 1 0 0,0 0 0 0 0,-1-1 0 0 0,0 0-1 0 0,1 1 1 0 0,-1-1 0 0 0,-5 3 0 0 0,-10 9 13 0 0,-1-1 0 0 0,0 0 0 0 0,-1-2 0 0 0,0 0 1 0 0,-1-2-1 0 0,-1 0 0 0 0,1-1 0 0 0,-40 9 0 0 0,22-8 21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8136 0 0,'0'-1'0'0'0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622 0 6016 0 0,'0'0'3274'0'0,"0"12"-3204"0"0,0 14-75 0 0,-2 0 0 0 0,-1-1 1 0 0,-1 1-1 0 0,-9 32 1 0 0,-1 6-37 0 0,10-47 43 0 0,-1 0-1 0 0,0-1 1 0 0,-13 28 0 0 0,3-10 72 0 0,10-21-43 0 0,4-9 78 0 0,-1 0-1 0 0,1 0 1 0 0,-1 0 0 0 0,0 0-1 0 0,0-1 1 0 0,0 1 0 0 0,0-1 0 0 0,-5 6-1 0 0,6-9-78 0 0,-1 1 0 0 0,1-1-1 0 0,0 0 1 0 0,-1 0-1 0 0,1 0 1 0 0,-1 0 0 0 0,1 0-1 0 0,0-1 1 0 0,-1 1 0 0 0,1 0-1 0 0,0 0 1 0 0,-1-1-1 0 0,1 1 1 0 0,-2-2 0 0 0,-4 0 19 0 0,-1 0-16 0 0,-1-1 0 0 0,1 0 0 0 0,0 0 0 0 0,0 0 0 0 0,0-1 0 0 0,1-1 0 0 0,-1 1 0 0 0,1-1 0 0 0,0 0 0 0 0,0-1 0 0 0,-8-8 0 0 0,-4-7 119 0 0,0-1 1 0 0,-17-26-1 0 0,31 40-43 0 0,0-1 1 0 0,1 1-1 0 0,-7-19 0 0 0,-2-2 218 0 0,13 29-322 0 0,-1-1 0 0 0,0 1 1 0 0,0-1-1 0 0,0 1 0 0 0,0-1 0 0 0,0 1 0 0 0,0 0 1 0 0,0-1-1 0 0,0 1 0 0 0,0 0 0 0 0,-1 0 0 0 0,1 0 0 0 0,0 0 1 0 0,0 0-1 0 0,0 0 0 0 0,0 0 0 0 0,0 0 0 0 0,0 0 1 0 0,0 1-1 0 0,0-1 0 0 0,0 0 0 0 0,0 1 0 0 0,0-1 1 0 0,0 0-1 0 0,0 1 0 0 0,0 0 0 0 0,0-1 0 0 0,-1 2 1 0 0,-75 112 1 0 0,36-52 25 0 0,-57 69-1 0 0,74-102 201 0 0,23-28-206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0:44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0 7024 0 0,'0'2'181'0'0,"0"3"-46"0"0,0 13 61 0 0,-1 7-166 0 0,-1-1 1 0 0,0 1-1 0 0,-2-1 0 0 0,-9 33 1 0 0,-19 111-45 0 0,27-127 15 0 0,-2 0 1 0 0,-1-1-1 0 0,-28 78 1 0 0,-44 50 617 0 0,68-144-437 0 0,-36 89 804 0 0,36-81-520 0 0,-1 0 1 0 0,-2-1-1 0 0,-26 42 1 0 0,23-43-42 0 0,13-21-152 0 0,0-1-1 0 0,0 1 1 0 0,-13 13 0 0 0,17-21-74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3:55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48 191 96 0 0,'-4'0'0'0'0,"-3"0"0"0"0,3 0 0 0 0,2 0 0 0 0,5 0 0 0 0,1 0 0 0 0,1 0 0 0 0,0 0 0 0 0,2 3 0 0 0,5 3 0 0 0,8-5 0 0 0,8-2 0 0 0,4-1 0 0 0,-2-1 0 0 0,-4-2 0 0 0,-2-2 0 0 0,50-14 0 0 0,-53 18 0 0 0,211-41 236 0 0,-162 32-47 0 0,171-17 642 0 0,-122 16-421 0 0,-76 7-159 0 0,55-1 0 0 0,-5 4 105 0 0,-45 1-38 0 0,65 4 0 0 0,-42 1-34 0 0,-46-2-131 0 0,-1 0 1 0 0,30 5-1 0 0,24 6 427 0 0,112 1 0 0 0,-166-12-479 0 0,11 1 37 0 0,-24 0-95 0 0,1-1 1 0 0,0-1-1 0 0,-1 0 0 0 0,13-2 1 0 0,10-1 86 0 0,52 2 1 0 0,-54 1 33 0 0,1-1 0 0 0,33-5 0 0 0,-26-2 111 0 0,42-15 0 0 0,25-6 31 0 0,-97 24-283 0 0,-8 4-16 0 0,1 0 1 0 0,0 0-1 0 0,0 0 0 0 0,0 0 1 0 0,-1 0-1 0 0,1 0 0 0 0,0 1 1 0 0,0-1-1 0 0,0 1 0 0 0,0 0 1 0 0,0 0-1 0 0,0 0 0 0 0,6 1 0 0 0,-7 0 4 0 0,0 0-1 0 0,0 0 1 0 0,0-1-1 0 0,0 1 1 0 0,-1 0-1 0 0,1 1 1 0 0,0-1-1 0 0,0 0 1 0 0,-1 0-1 0 0,1 1 1 0 0,-1-1-1 0 0,1 1 1 0 0,-1 0-1 0 0,0-1 1 0 0,1 1-1 0 0,0 3 1 0 0,25 40 232 0 0,-21-34-175 0 0,135 259 1066 0 0,-126-236-755 0 0,-1 0-1 0 0,17 71 0 0 0,-22-71 157 0 0,14 34-1 0 0,-22-65-513 0 0,0 0 0 0 0,-1 0 0 0 0,1 0 0 0 0,-1 0 0 0 0,0 0 0 0 0,0 1 0 0 0,0-1-1 0 0,0 0 1 0 0,-1 3 0 0 0,0 6 33 0 0,-1-6-43 0 0,0-1 1 0 0,0 1-1 0 0,0-1 1 0 0,-1 0-1 0 0,0 0 1 0 0,0 0-1 0 0,-6 7 1 0 0,-11 9 44 0 0,-2-1 1 0 0,-41 29-1 0 0,59-47-46 0 0,0 1-1 0 0,0-1 0 0 0,-1 0 0 0 0,1-1 0 0 0,0 1 1 0 0,-1-1-1 0 0,1 0 0 0 0,-1 0 0 0 0,1 0 1 0 0,-1 0-1 0 0,1-1 0 0 0,-1 0 0 0 0,-8-1 0 0 0,-4-1-6 0 0,-1-1-1 0 0,-22-6 1 0 0,-12-3-2 0 0,-234-1 63 0 0,-334 47-79 0 0,546-28 16 0 0,-69 10 22 0 0,-74 4-2 0 0,100-16-17 0 0,-137-2 2 0 0,156-12-55 0 0,-122-31 1 0 0,97 16 18 0 0,96 21 24 0 0,-1 1-1 0 0,1 1 1 0 0,-35 2 0 0 0,22 0 162 0 0,39 0-175 0 0,1 0-133 0 0,0 0 146 0 0,-1 0 0 0 0,1 1 0 0 0,-1-1 1 0 0,1 0-1 0 0,0 0 0 0 0,-1 0 0 0 0,1 0 1 0 0,-1 0-1 0 0,1 0 0 0 0,0 0 0 0 0,-1 0 1 0 0,1 0-1 0 0,-1 0 0 0 0,1 0 1 0 0,-1 0-1 0 0,1 0 0 0 0,0 0 0 0 0,-1-1 1 0 0,1 1-1 0 0,0 0 0 0 0,-1 0 0 0 0,1 0 1 0 0,-1 0-1 0 0,1-1 0 0 0,0 1 0 0 0,-1 0 1 0 0,1-1-1 0 0,0 1 0 0 0,0 0 1 0 0,-1 0-1 0 0,1-1 0 0 0,-14-9-19 0 0,5-4 16 0 0,0 0 0 0 0,1-1 0 0 0,0-1 0 0 0,1 1 1 0 0,1-1-1 0 0,1 0 0 0 0,0-1 0 0 0,-3-18 0 0 0,3 12-1 0 0,-2-10-19 0 0,1 1 1 0 0,2-1-1 0 0,2 1 0 0 0,1-1 0 0 0,1 0 0 0 0,2 0 0 0 0,11-62 1 0 0,-11 82-7 0 0,1-1 1 0 0,0 1 0 0 0,6-15-1 0 0,-8 26 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3:56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0 379 96 0 0,'4'0'0'0'0,"4"3"0"0"0,10 4 0 0 0,13-2 0 0 0,40-3 249 0 0,0-2-1 0 0,103-15 1 0 0,-53 4-35 0 0,361-30 1322 0 0,-276 19-751 0 0,33-2 214 0 0,414-6 1658 0 0,-128-4-1662 0 0,-195 11-593 0 0,33-25 173 0 0,-117 11-134 0 0,-12 0 198 0 0,-42 5-52 0 0,-94 16-391 0 0,54-7 157 0 0,-126 21-236 0 0,0 2-1 0 0,0 0 0 0 0,50 7 0 0 0,-65-5-101 0 0,0 0 1 0 0,0 1-1 0 0,0 0 0 0 0,0 1 0 0 0,-1 0 0 0 0,0 1 0 0 0,10 6 1 0 0,-9-6-16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3:57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4416 0 0,'39'22'68'0'0,"24"1"19"0"0,50-2 15 0 0,-54-11-73 0 0,-20-2-19 0 0,-5-1-34 0 0,0-2 0 0 0,47 0 0 0 0,20 4-155 0 0,-86-7 166 0 0,-1 0-1 0 0,1 1 0 0 0,0 1 1 0 0,17 7-1 0 0,-24-6 13 0 0,-4-2 3 0 0,0 1 0 0 0,0-1 0 0 0,0 1 0 0 0,0 1 0 0 0,-1-1 0 0 0,1 0 0 0 0,-1 1 0 0 0,0-1 0 0 0,-1 1 0 0 0,1 0 0 0 0,-1 0 0 0 0,0 0 0 0 0,0 1 0 0 0,0-1 0 0 0,1 10 0 0 0,-3-11 1 0 0,0-1 1 0 0,0 1-1 0 0,0 0 1 0 0,0-1-1 0 0,-1 1 1 0 0,1 0-1 0 0,-1-1 0 0 0,0 1 1 0 0,0-1-1 0 0,0 1 1 0 0,-1-1-1 0 0,1 1 0 0 0,-1-1 1 0 0,0 0-1 0 0,0 0 1 0 0,0 0-1 0 0,0 0 1 0 0,-1 0-1 0 0,1 0 0 0 0,-4 2 1 0 0,-32 31 39 0 0,24-21-19 0 0,-1-1 0 0 0,-22 16 0 0 0,20-20 7 0 0,0-1 0 0 0,0-1 0 0 0,-1 0 0 0 0,-1-2 0 0 0,1 0 0 0 0,-1-1 0 0 0,0 0 0 0 0,-27 2 0 0 0,40-6-32 0 0,-19 3 18 0 0,-44 11 44 0 0,63-14-59 0 0,-2 1 4 0 0,-32-5-12 0 0,46-74-122 0 0,-2 49 69 0 0,12-47-1 0 0,-2 8-131 0 0,-12 48-40 0 0,-7 26 49 0 0,-5 31 65 0 0,-1 67 52 0 0,8-65 49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3:59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 96 0 0,'-9'5'33'0'0,"-2"6"119"0"0,-7 22 482 0 0,2-2-242 0 0,-76 86 1575 0 0,58-77-1089 0 0,17-23-542 0 0,17-17-321 0 0,0 1 1 0 0,0-1 0 0 0,0 0-1 0 0,0 0 1 0 0,0 0 0 0 0,0 1-1 0 0,-1-1 1 0 0,1 0 0 0 0,0 0-1 0 0,0 0 1 0 0,0 1 0 0 0,0-1-1 0 0,0 0 1 0 0,-1 0 0 0 0,1 0-1 0 0,0 0 1 0 0,0 0 0 0 0,0 1-1 0 0,0-1 1 0 0,-1 0 0 0 0,1 0-1 0 0,0 0 1 0 0,0 0 0 0 0,-1 0-1 0 0,1 0 1 0 0,0 0 0 0 0,0 0-1 0 0,0 0 1 0 0,-1 0 0 0 0,1 0-1 0 0,0 0 1 0 0,0 0 0 0 0,-1 0-1 0 0,1 0 1 0 0,0 0 0 0 0,0 0-1 0 0,0 0 1 0 0,-1 0 0 0 0,1 0-1 0 0,0 0 1 0 0,0 0 0 0 0,0 0-1 0 0,-1 0 1 0 0,1-1 0 0 0,0 1-1 0 0,0 0 1 0 0,-1 0 0 0 0,31-20 313 0 0,25-20-185 0 0,-33 24-73 0 0,3 1-23 0 0,32-11 29 0 0,53-15 6 0 0,-99 38-75 0 0,14 1 0 0 0,3 3 6 0 0,-22 2-11 0 0,6 2 12 0 0,-9-4-9 0 0,1-1 0 0 0,0 1 0 0 0,-1 1 0 0 0,1-1 0 0 0,-1 0 0 0 0,1 1 0 0 0,-1 0-1 0 0,1 0 1 0 0,-1 0 0 0 0,0 0 0 0 0,0 0 0 0 0,0 1 0 0 0,0-1 0 0 0,-1 1 0 0 0,1 0 0 0 0,-1 0 0 0 0,0 0 0 0 0,1 0 0 0 0,-1 0 0 0 0,0 0 0 0 0,-1 1 0 0 0,1-1 0 0 0,-1 1 0 0 0,1-1 0 0 0,-1 1 0 0 0,0 0 0 0 0,0-1 0 0 0,-1 1 0 0 0,1 5-1 0 0,0 3 38 0 0,-1-1-1 0 0,0 1 0 0 0,-1-1 0 0 0,0 0 0 0 0,-1 1 0 0 0,-4 14 0 0 0,-15 28 101 0 0,15-42-96 0 0,-1-1 1 0 0,0 0-1 0 0,-1 0 0 0 0,0-1 1 0 0,-1 0-1 0 0,0 0 0 0 0,-1-1 1 0 0,0 0-1 0 0,0-1 0 0 0,-1 0 1 0 0,-21 11-1 0 0,31-18-39 0 0,-6 4 92 0 0,-1-1 0 0 0,1 0 0 0 0,-1-1 0 0 0,0 1 0 0 0,0-2 0 0 0,0 1 0 0 0,0-1 1 0 0,-1 0-1 0 0,1-1 0 0 0,0 0 0 0 0,-1 0 0 0 0,-16-2 0 0 0,8-2 133 0 0,15 2-119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0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0 4416 0 0,'0'21'139'0'0,"-1"9"16"0"0,0 1-55 0 0,-3 14-29 0 0,2-27-70 0 0,-1 0-1 0 0,-7 21 0 0 0,-9 9-10 0 0,-22 28-262 0 0,34-65 208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0 187 600 0 0,'5'-8'0'0'0,"4"-5"1"0"0,-7 10 0 0 0,0 1 0 0 0,-1-1 0 0 0,1 1 0 0 0,0 0 0 0 0,1-1 0 0 0,-1 1 0 0 0,0 0 0 0 0,1 0 0 0 0,-1 1 0 0 0,1-1 0 0 0,4-2 0 0 0,14-9-5 0 0,-3-1 3 0 0,1 0 1 0 0,1 1-1 0 0,0 1 0 0 0,1 1 0 0 0,0 1 0 0 0,1 1 0 0 0,0 1 1 0 0,1 0-1 0 0,-1 2 0 0 0,41-6 0 0 0,-38 10 30 0 0,-10 0 58 0 0,0 0 1 0 0,0 1-1 0 0,0 1 1 0 0,0 0-1 0 0,0 1 1 0 0,0 1-1 0 0,0 0 1 0 0,0 1-1 0 0,26 9 1 0 0,-27-6 196 0 0,-1 1-1 0 0,0 0 1 0 0,0 1-1 0 0,-1 0 1 0 0,18 16 0 0 0,-23-17-71 0 0,0-1 0 0 0,-1 1 1 0 0,0 0-1 0 0,0 0 1 0 0,0 1-1 0 0,-1-1 0 0 0,0 1 1 0 0,-1 0-1 0 0,0 1 1 0 0,4 9-1 0 0,-7-11-112 0 0,1 0 0 0 0,-1 0 0 0 0,0 0 0 0 0,-1-1 0 0 0,0 1 0 0 0,0 0 0 0 0,0 0 0 0 0,-1 0 0 0 0,0 0 0 0 0,-1 0 0 0 0,1 0 0 0 0,-1-1 0 0 0,0 1 0 0 0,-1-1 0 0 0,0 1 0 0 0,0-1 0 0 0,0 0 0 0 0,-6 7 0 0 0,-1 0 35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1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3912 0 0,'-3'1'5'0'0,"0"2"16"0"0,-2 10 88 0 0,4-9-59 0 0,-40 103 541 0 0,7 15-239 0 0,33-120-320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1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 1400 0 0,'-1'62'354'0'0,"-2"-26"-167"0"0,-2 18 75 0 0,-27 123 753 0 0,21-133-656 0 0,-40 126 1448 0 0,45-124-1015 0 0,6-44-720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3504 0 0,'0'3'0'0'0,"-2"8"32"0"0,-7 15 24 0 0,5 10-16 0 0,-1-14-24 0 0,0 3 0 0 0,1 2 8 0 0,0-2-8 0 0,-3-3-16 0 0,-3 0 0 0 0,2 0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2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1416 1 96 0 0,'-18'21'0'0'0,"9"-8"0"0"0,-5 6 0 0 0,-37 68 0 0 0,1-2 0 0 0,-89 115 0 0 0,2-5 0 0 0,106-146 3 0 0,-155 224 82 0 0,23-57 242 0 0,-122 145 1287 0 0,59-88 1020 0 0,131-164-1705 0 0,84-97-801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69 3616 0 0,'-3'0'58'0'0,"-2"-1"37"0"0,8 0-83 0 0,225-62-137 0 0,-210 61 270 0 0,-1 1 0 0 0,1 1-1 0 0,0 0 1 0 0,-1 1 0 0 0,1 1 0 0 0,0 1 0 0 0,29 8 0 0 0,-40-8 33 0 0,0 0 0 0 0,1 1 0 0 0,-2-1-1 0 0,1 2 1 0 0,0-1 0 0 0,-1 1 0 0 0,0 0 0 0 0,0 0 0 0 0,0 0 0 0 0,-1 1 0 0 0,0 0 0 0 0,0 0 0 0 0,0 1 0 0 0,-1-1 0 0 0,0 1 0 0 0,0 0 0 0 0,0 0 0 0 0,-1 1 0 0 0,2 7 0 0 0,-3-7-81 0 0,0 0 0 0 0,-1 1 0 0 0,0-1 0 0 0,0 0 0 0 0,-1 1-1 0 0,0-1 1 0 0,0 0 0 0 0,-1 1 0 0 0,0-1 0 0 0,-1 0-1 0 0,0 0 1 0 0,0 0 0 0 0,-1 0 0 0 0,0 0 0 0 0,0 0 0 0 0,-1-1-1 0 0,0 0 1 0 0,0 1 0 0 0,0-1 0 0 0,-11 11 0 0 0,11-14-56 0 0,0 1-1 0 0,0-1 1 0 0,-1 0 0 0 0,1 0 0 0 0,-1 0 0 0 0,0-1 0 0 0,0 0 0 0 0,-6 3 0 0 0,-9 4 23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3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4816 0 0,'0'0'144'0'0,"2"29"478"0"0,-2-25-614 0 0,3 12 46 0 0,-2 1-1 0 0,0-1 0 0 0,-3 27 1 0 0,-1-12-50 0 0,-4-6-4 0 0,2-2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4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345 176 1800 0 0,'0'0'128'0'0,"1"14"-47"0"0,3-9-67 0 0,3 5-5 0 0,9 1-2 0 0,-12-8-5 0 0,0-1 1 0 0,0 0 0 0 0,0 0 0 0 0,0 0 0 0 0,1 0-1 0 0,-1 0 1 0 0,0-1 0 0 0,1 0 0 0 0,0 0-1 0 0,-1 0 1 0 0,1-1 0 0 0,8 1 0 0 0,-5-1 2 0 0,-4 1 16 0 0,1-1 1 0 0,0 1-1 0 0,-1-1 1 0 0,1 0-1 0 0,-1-1 0 0 0,1 1 1 0 0,-1-1-1 0 0,1 0 1 0 0,-1 0-1 0 0,1 0 0 0 0,-1-1 1 0 0,0 1-1 0 0,0-1 1 0 0,0 0-1 0 0,0 0 1 0 0,5-4-1 0 0,8-3 142 0 0,-15 8-124 0 0,0 0 0 0 0,0 0 1 0 0,0 0-1 0 0,0-1 0 0 0,-1 1 1 0 0,1-1-1 0 0,0 1 0 0 0,-1-1 1 0 0,1 0-1 0 0,-1 1 1 0 0,1-1-1 0 0,-1 0 0 0 0,0 0 1 0 0,0 0-1 0 0,0 0 0 0 0,0 0 1 0 0,0 0-1 0 0,-1 0 0 0 0,1-1 1 0 0,0 1-1 0 0,-1 0 0 0 0,0 0 1 0 0,0 0-1 0 0,1-1 1 0 0,-1 1-1 0 0,0 0 0 0 0,-1-1 1 0 0,1 1-1 0 0,0 0 0 0 0,-1-3 1 0 0,-1 0 37 0 0,1 0 0 0 0,-1 0 0 0 0,1 0 0 0 0,-1 0 0 0 0,-1 1 0 0 0,1-1 1 0 0,-1 1-1 0 0,1-1 0 0 0,-1 1 0 0 0,0 0 0 0 0,-1 0 0 0 0,1 1 0 0 0,-7-7 1 0 0,-10-6 163 0 0,7 5-46 0 0,-1 1 1 0 0,-21-13-1 0 0,30 20-126 0 0,-1 0-1 0 0,0 0 1 0 0,0 1-1 0 0,0 0 1 0 0,0 0-1 0 0,0 0 1 0 0,-1 1-1 0 0,1 0 1 0 0,-1 1-1 0 0,-10-1 1 0 0,2 3 16 0 0,0 1 0 0 0,0 0-1 0 0,0 1 1 0 0,1 0 0 0 0,-1 1 0 0 0,1 1 0 0 0,1 1 0 0 0,-1 0 0 0 0,1 0-1 0 0,-22 17 1 0 0,14-8 12 0 0,2 0 0 0 0,0 1 0 0 0,0 1 0 0 0,2 0 0 0 0,-29 41-1 0 0,38-43-8 0 0,0 0 0 0 0,2 0 0 0 0,0 1 0 0 0,1 0 0 0 0,0 0 0 0 0,2 1 0 0 0,0-1 0 0 0,-1 21 0 0 0,3-31-2 0 0,1 1 0 0 0,0-1-1 0 0,0 0 1 0 0,0 1 0 0 0,1-1 0 0 0,0 1-1 0 0,1-1 1 0 0,-1 0 0 0 0,2 0-1 0 0,-1 0 1 0 0,1 0 0 0 0,0 0-1 0 0,0 0 1 0 0,0-1 0 0 0,1 1 0 0 0,0-1-1 0 0,1 0 1 0 0,0 0 0 0 0,-1-1-1 0 0,2 1 1 0 0,-1-1 0 0 0,1 0-1 0 0,-1-1 1 0 0,1 1 0 0 0,1-1-1 0 0,-1 0 1 0 0,0-1 0 0 0,1 1 0 0 0,0-1-1 0 0,0-1 1 0 0,0 1 0 0 0,13 2-1 0 0,-11-4-47 0 0,1 0-1 0 0,-1 0 1 0 0,1-1 0 0 0,-1 0-1 0 0,1-1 1 0 0,-1 0-1 0 0,0-1 1 0 0,1 0-1 0 0,-1 0 1 0 0,18-7-1 0 0,-6-1 40 0 0,0-1 0 0 0,0-1 0 0 0,23-19-1 0 0,-23 16-34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4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7528 0 0,'-8'11'23'0'0,"2"6"82"0"0,6 1 55 0 0,6 9 103 0 0,-1 1-61 0 0,-4 17 9 0 0,-1-10-105 0 0,2 1-1 0 0,9 54 1 0 0,-6-66-87 0 0,-2 1 0 0 0,-1 0 0 0 0,-1-1-1 0 0,-3 35 1 0 0,-18 98 63 0 0,18-147-68 0 0,-1-1 1 0 0,0 0-1 0 0,0 0 0 0 0,-6 12 1 0 0,-8 23 124 0 0,9-35-94 0 0,6-7-14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5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698 92 4912 0 0,'3'-5'9'0'0,"-1"0"1"0"0,1 0-1 0 0,0 1 1 0 0,0-1-1 0 0,0 0 1 0 0,1 1-1 0 0,7-8 0 0 0,-4 7-5 0 0,0 0-1 0 0,0 0 1 0 0,1 0-1 0 0,-1 1 0 0 0,13-6 1 0 0,-15 8-43 0 0,0 0-1 0 0,0 0 1 0 0,0 1 0 0 0,0-1-1 0 0,0 1 1 0 0,0 0 0 0 0,0 0 0 0 0,0 1-1 0 0,1 0 1 0 0,8 0 0 0 0,-4 1-31 0 0,1-1-1 0 0,0 2 1 0 0,-1-1 0 0 0,1 2 0 0 0,12 3 0 0 0,-19-4 53 0 0,-1-1 0 0 0,1 0 0 0 0,-1 1 0 0 0,0 0 0 0 0,1 0 1 0 0,-1 0-1 0 0,0 0 0 0 0,0 1 0 0 0,0-1 0 0 0,-1 1 0 0 0,1-1 1 0 0,-1 1-1 0 0,1 0 0 0 0,-1 0 0 0 0,0 0 0 0 0,0 1 1 0 0,0-1-1 0 0,0 0 0 0 0,-1 1 0 0 0,2 5 0 0 0,0 2 12 0 0,-1 0 1 0 0,0 0-1 0 0,0 0 0 0 0,-2 0 0 0 0,1 0 1 0 0,-1 0-1 0 0,-1 1 0 0 0,0-1 0 0 0,-1 0 1 0 0,-5 21-1 0 0,1-16 14 0 0,0-1-1 0 0,-1 1 1 0 0,0-2-1 0 0,-1 1 1 0 0,-1-1 0 0 0,-19 24-1 0 0,21-29 24 0 0,0-1 0 0 0,0 0 0 0 0,-1-1 0 0 0,0 0 0 0 0,0 0 0 0 0,-1 0 0 0 0,0-1-1 0 0,0 0 1 0 0,0-1 0 0 0,-1 0 0 0 0,1-1 0 0 0,-1 0 0 0 0,0 0 0 0 0,-11 1 0 0 0,8-1 23 0 0,-1-1 0 0 0,1-1 0 0 0,0 0 0 0 0,-1-1 0 0 0,1 0-1 0 0,-1-1 1 0 0,1-1 0 0 0,-1 0 0 0 0,1 0 0 0 0,0-2 0 0 0,0 0 0 0 0,-1 0 0 0 0,2-1 0 0 0,-25-11 0 0 0,-8-10 188 0 0,1-3-1 0 0,-56-44 1 0 0,23 24 75 0 0,47 31-110 0 0,28 16-194 0 0,1 0 0 0 0,-1 0-1 0 0,0 1 1 0 0,0-1-1 0 0,0 1 1 0 0,1-1 0 0 0,-1 1-1 0 0,0 0 1 0 0,0 0-1 0 0,0 0 1 0 0,0 0 0 0 0,0 0-1 0 0,0 0 1 0 0,0 0-1 0 0,1 1 1 0 0,-1-1 0 0 0,0 1-1 0 0,0-1 1 0 0,0 1-1 0 0,1 0 1 0 0,-1 0-1 0 0,0 0 1 0 0,1 0 0 0 0,-1 0-1 0 0,1 0 1 0 0,-1 0-1 0 0,1 0 1 0 0,-1 1 0 0 0,1-1-1 0 0,0 0 1 0 0,0 1-1 0 0,-2 1 1 0 0,-4 6-3 0 0,0 1 1 0 0,1-1-1 0 0,-10 19 0 0 0,16-26-6 0 0,-43 84 312 0 0,5 2 0 0 0,-32 104 0 0 0,63-164-189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7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70 96 0 0,'-2'0'0'0'0,"-2"0"0"0"0,-3 1 0 0 0,-2 5 0 0 0,0 1 0 0 0,1-2 0 0 0,3 0 0 0 0,1 2 0 0 0,-1 2 0 0 0,-1 4 0 0 0,2-3 15 0 0,1 0 0 0 0,0 1 0 0 0,0-1 0 0 0,1 1 0 0 0,-2 20 0 0 0,2-18 14 0 0,2-8 31 0 0,0 1 1 0 0,0-1-1 0 0,0 0 1 0 0,0 0-1 0 0,1 0 1 0 0,0 0-1 0 0,0 1 1 0 0,1-1-1 0 0,-1 0 1 0 0,1-1-1 0 0,0 1 1 0 0,0 0-1 0 0,1 0 1 0 0,-1-1-1 0 0,1 1 1 0 0,0-1-1 0 0,0 0 1 0 0,1 0-1 0 0,-1 0 1 0 0,6 3-1 0 0,-5-4 33 0 0,0 0 0 0 0,0-1-1 0 0,1 0 1 0 0,-1 0-1 0 0,1 0 1 0 0,-1 0 0 0 0,1-1-1 0 0,0 0 1 0 0,0 0 0 0 0,0 0-1 0 0,0-1 1 0 0,5 1 0 0 0,9 1 146 0 0,-10-1-154 0 0,0 0 1 0 0,0-1-1 0 0,0 0 0 0 0,0 0 0 0 0,0-1 0 0 0,0 0 0 0 0,0 0 1 0 0,0-1-1 0 0,13-5 0 0 0,-5 0 95 0 0,0-1-1 0 0,-1 0 1 0 0,26-18 0 0 0,-38 23-137 0 0,0 0 0 0 0,-1 0 1 0 0,0-1-1 0 0,1 1 0 0 0,-1-1 0 0 0,0 1 1 0 0,3-8-1 0 0,-2 5 71 0 0,-4 5-97 0 0,1 0 1 0 0,-1 0-1 0 0,1-1 0 0 0,-1 1 1 0 0,0 0-1 0 0,0-1 0 0 0,0 1 1 0 0,0 0-1 0 0,0-1 0 0 0,0 1 1 0 0,0 0-1 0 0,0-1 0 0 0,-1 1 1 0 0,1 0-1 0 0,0-1 0 0 0,-1 1 1 0 0,0-2-1 0 0,-13-26 172 0 0,10 20-138 0 0,-55-100 358 0 0,57 105-399 0 0,-1 1 1 0 0,1-1-1 0 0,-1 1 0 0 0,1 0 1 0 0,-1 0-1 0 0,0 0 0 0 0,0 0 0 0 0,-1 0 1 0 0,1 0-1 0 0,0 1 0 0 0,-5-3 1 0 0,-15-13 117 0 0,20 16-92 0 0,0 0-1 0 0,0 0 1 0 0,0 1 0 0 0,0-1-1 0 0,0 1 1 0 0,-1-1-1 0 0,1 1 1 0 0,0 0-1 0 0,-5 0 1 0 0,5 0-24 0 0,-3 1 16 0 0,0 0-1 0 0,0 1 0 0 0,0-1 1 0 0,0 1-1 0 0,0 1 0 0 0,0-1 1 0 0,0 1-1 0 0,0 0 1 0 0,-9 4-1 0 0,11-4-17 0 0,-4 0-1 0 0,6-2-5 0 0,-1 1 0 0 0,1-1-1 0 0,0 1 1 0 0,-1 0-1 0 0,1 0 1 0 0,0 0 0 0 0,-1 0-1 0 0,1 0 1 0 0,0 0-1 0 0,0 1 1 0 0,0-1 0 0 0,-2 3-1 0 0,-3 0 6 0 0,-20 19 21 0 0,-70 96 19 0 0,80-97-34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08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 2104 0 0,'-3'0'0'0'0,"-3"4"1"0"0,1 6 6 0 0,-2 0 0 0 0,-1-5-3 0 0,-1-1 6 0 0,-2 2-6 0 0,-3 5 2 0 0,-4 5-5 0 0,0 2 0 0 0,-9 14 10 0 0,20-21 12 0 0,5-8 11 0 0,-1 1 0 0 0,1-1 1 0 0,0 1-1 0 0,1 0 0 0 0,-1-1 0 0 0,0 1 1 0 0,1 0-1 0 0,0 0 0 0 0,0 0 1 0 0,0 0-1 0 0,1 0 0 0 0,-1 0 1 0 0,1 1-1 0 0,1 7 0 0 0,0 0 163 0 0,1 0-1 0 0,0 0 0 0 0,5 15 1 0 0,-5-22-88 0 0,0 0 0 0 0,0 0 0 0 0,1 0 0 0 0,0-1 1 0 0,5 8-1 0 0,-4-6-46 0 0,0 1 88 0 0,1-1 0 0 0,0 0 0 0 0,0 1-1 0 0,0-2 1 0 0,1 1 0 0 0,0-1 0 0 0,0 1 0 0 0,1-2-1 0 0,7 6 1 0 0,-6-6-1 0 0,3 3 5 0 0,0 0-1 0 0,1-1 1 0 0,0-1 0 0 0,0 0 0 0 0,0 0 0 0 0,1-1 0 0 0,-1-1 0 0 0,23 3 0 0 0,-20-4-71 0 0,0-1-1 0 0,1-1 1 0 0,-1 0 0 0 0,28-5-1 0 0,-35 4-36 0 0,0-1-1 0 0,1 0 0 0 0,-1-1 0 0 0,0 1 1 0 0,0-2-1 0 0,0 1 0 0 0,-1-1 0 0 0,1 0 0 0 0,-1-1 1 0 0,11-8-1 0 0,-12 6-2 0 0,0 0 0 0 0,0 0 0 0 0,-1 0 0 0 0,-1-1 0 0 0,1 1 0 0 0,-1-1 0 0 0,0-1 0 0 0,-1 1 0 0 0,3-11 0 0 0,6-11 52 0 0,-10 25-63 0 0,0 0 1 0 0,0 0 0 0 0,0 0 0 0 0,-1 0-1 0 0,1-1 1 0 0,-1 1 0 0 0,-1 0 0 0 0,1-1-1 0 0,-1 1 1 0 0,0-1 0 0 0,0 1 0 0 0,0-1-1 0 0,-1 1 1 0 0,0 0 0 0 0,-1-6 0 0 0,-22-51 427 0 0,18 53-383 0 0,0 0 0 0 0,0 1 0 0 0,-1-1 0 0 0,0 1 0 0 0,-1 1 0 0 0,0-1 1 0 0,-10-7-1 0 0,11 9-24 0 0,4 4-27 0 0,-1 0 0 0 0,1 0 0 0 0,0 0 0 0 0,-1 1 0 0 0,1-1 0 0 0,-1 1 0 0 0,0 0 0 0 0,1 0 0 0 0,-1 0 0 0 0,0 0 0 0 0,0 0 0 0 0,1 1 0 0 0,-1 0 0 0 0,0 0 0 0 0,0 0 0 0 0,0 0 0 0 0,-5 2 0 0 0,7-2 15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0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0,'0'0'431'0'0,"1"0"-410"0"0,1 1-17 0 0,3 10-23 0 0,-5-10 18 0 0,0-1-1 0 0,0 0 1 0 0,0 1 0 0 0,0-1 0 0 0,1 0-1 0 0,-1 1 1 0 0,0-1 0 0 0,0 0 0 0 0,0 1 0 0 0,0-1-1 0 0,1 0 1 0 0,-1 0 0 0 0,0 1 0 0 0,0-1 0 0 0,0 0-1 0 0,1 0 1 0 0,-1 1 0 0 0,0-1 0 0 0,0 0 0 0 0,1 0-1 0 0,-1 1 1 0 0,0-1 0 0 0,1 0 0 0 0,-1 0 0 0 0,0 0-1 0 0,1 0 1 0 0,-1 0 0 0 0,0 0 0 0 0,1 1 0 0 0,-1-1-1 0 0,0 0 1 0 0,1 0 0 0 0,-1 0 0 0 0,0 0 0 0 0,1 0-1 0 0,0 0 1 0 0,0 2 123 0 0,-1-1-1 0 0,0 0 1 0 0,0 1-1 0 0,0-1 1 0 0,0 0 0 0 0,0 1-1 0 0,0-1 1 0 0,0 1 0 0 0,0-1-1 0 0,0 0 1 0 0,-1 1-1 0 0,1-1 1 0 0,-1 0 0 0 0,1 0-1 0 0,-1 1 1 0 0,1-1-1 0 0,-1 0 1 0 0,0 0 0 0 0,1 0-1 0 0,-1 1 1 0 0,0-1 0 0 0,0 0-1 0 0,0 0 1 0 0,0 0-1 0 0,0-1 1 0 0,0 1 0 0 0,-2 2-1 0 0,-1 0 155 0 0,3-2-149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1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7 135 96 0 0,'-1'1'312'0'0,"0"0"-228"0"0,0 1-48 0 0,-2 7 452 0 0,5-8-402 0 0,1 1-1 0 0,-1 0 1 0 0,1 1 0 0 0,-1-1-1 0 0,0 0 1 0 0,0 1 0 0 0,0-1-1 0 0,0 1 1 0 0,-1 0 0 0 0,1-1-1 0 0,0 1 1 0 0,-1 0-1 0 0,0 0 1 0 0,1 3 0 0 0,4 6 94 0 0,-2-5-70 0 0,0 0 95 0 0,0 1 0 0 0,0 0 0 0 0,0 1-1 0 0,-1-1 1 0 0,3 10 0 0 0,-5-17-129 0 0,-1 1-1 0 0,1-1 1 0 0,0 0 0 0 0,0 0-1 0 0,0 1 1 0 0,0-1 0 0 0,0 0 0 0 0,1 0-1 0 0,-1 0 1 0 0,0-1 0 0 0,0 1-1 0 0,1 0 1 0 0,-1 0 0 0 0,1-1 0 0 0,-1 1-1 0 0,0-1 1 0 0,1 1 0 0 0,-1-1-1 0 0,1 1 1 0 0,-1-1 0 0 0,1 0 0 0 0,-1 0-1 0 0,1 0 1 0 0,-1 0 0 0 0,1 0-1 0 0,0 0 1 0 0,-1 0 0 0 0,1 0 0 0 0,-1-1-1 0 0,1 1 1 0 0,-1-1 0 0 0,2 0-1 0 0,51-29 453 0 0,62-51 164 0 0,-108 75-667 0 0,1 0 22 0 0,-1 0 0 0 0,1 1 0 0 0,0-1 0 0 0,12-4 0 0 0,-19 10-28 0 0,0-1 0 0 0,1 1 0 0 0,-1-1 0 0 0,0 1 0 0 0,0-1 0 0 0,0 1 0 0 0,0 0 0 0 0,0 0 0 0 0,0 0 0 0 0,0 0 0 0 0,1 1 0 0 0,-1-1 0 0 0,3 1 0 0 0,-3 2-10 0 0,0 0 1 0 0,-1-1-1 0 0,1 1 1 0 0,-1 0-1 0 0,0 0 0 0 0,0 0 1 0 0,2 6-1 0 0,5 12 61 0 0,25 41 282 0 0,-33-61-331 0 0,1 1 1 0 0,0-1-1 0 0,0 0 0 0 0,0 0 1 0 0,0 0-1 0 0,0 1 0 0 0,0-1 1 0 0,0 0-1 0 0,1-1 1 0 0,-1 1-1 0 0,0 0 0 0 0,0 0 1 0 0,1 0-1 0 0,-1-1 0 0 0,1 1 1 0 0,-1-1-1 0 0,0 1 0 0 0,1-1 1 0 0,-1 1-1 0 0,4-1 0 0 0,35 2 466 0 0,-24-3-361 0 0,-1-1 0 0 0,1-1 0 0 0,-1 0 0 0 0,0-1 0 0 0,24-10 0 0 0,-5-1 223 0 0,46-27 0 0 0,-8 13 285 0 0,-70 28-616 0 0,1 1 1 0 0,0-1-1 0 0,0 0 1 0 0,0 1 0 0 0,0 0-1 0 0,0 0 1 0 0,0 0-1 0 0,1 0 1 0 0,-1 0-1 0 0,0 0 1 0 0,0 1 0 0 0,0 0-1 0 0,-1-1 1 0 0,1 1-1 0 0,0 0 1 0 0,0 0-1 0 0,0 1 1 0 0,0-1 0 0 0,-1 1-1 0 0,1-1 1 0 0,2 3-1 0 0,24 9 79 0 0,-20-10-74 0 0,0-1 0 0 0,0-1 1 0 0,0 0-1 0 0,0 0 0 0 0,1-1 0 0 0,-1 0 0 0 0,0 0 1 0 0,0-1-1 0 0,0 0 0 0 0,1-1 0 0 0,8-3 0 0 0,10-4 29 0 0,0-1 0 0 0,29-17-1 0 0,-1 2 9 0 0,-16 4-14 0 0,-31 16-31 0 0,0 0 0 0 0,0 0 0 0 0,0 1-1 0 0,1 0 1 0 0,17-4 0 0 0,-19 8 2 0 0,0 0-1 0 0,0 0 1 0 0,0 1-1 0 0,0 0 1 0 0,0 0-1 0 0,0 1 1 0 0,0 0-1 0 0,-1 0 1 0 0,1 1-1 0 0,-1 0 1 0 0,11 6 0 0 0,-6-4 14 0 0,0 0 0 0 0,0-1 0 0 0,23 6 0 0 0,-28-9-21 0 0,0 0 1 0 0,0 0-1 0 0,0 0 0 0 0,1-1 1 0 0,-1 0-1 0 0,0-1 1 0 0,1 1-1 0 0,-1-1 1 0 0,0-1-1 0 0,0 1 1 0 0,0-1-1 0 0,0 0 1 0 0,0-1-1 0 0,0 0 1 0 0,-1 0-1 0 0,1 0 1 0 0,-1-1-1 0 0,0 0 0 0 0,6-5 1 0 0,0 0-4 0 0,0-1 1 0 0,15-18 0 0 0,-13 13-8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2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6 228 992 0 0,'-4'1'31'0'0,"3"3"110"0"0,2 0-6 0 0,3 3 90 0 0,-1-2-14 0 0,-3-2-106 0 0,0 0 142 0 0,-1 0 0 0 0,1 0 0 0 0,-1-1 0 0 0,1 1 1 0 0,0 0-1 0 0,0 0 0 0 0,1 0 0 0 0,0 4 0 0 0,-1-6-204 0 0,0 0 0 0 0,0 0 0 0 0,1 0-1 0 0,-1 0 1 0 0,0 0 0 0 0,1-1 0 0 0,-1 1 0 0 0,1 0 0 0 0,-1 0 0 0 0,1 0 0 0 0,-1-1-1 0 0,1 1 1 0 0,-1 0 0 0 0,1-1 0 0 0,0 1 0 0 0,-1 0 0 0 0,1-1 0 0 0,0 1-1 0 0,0-1 1 0 0,-1 1 0 0 0,1-1 0 0 0,0 0 0 0 0,0 1 0 0 0,0-1 0 0 0,0 0 0 0 0,-1 1-1 0 0,1-1 1 0 0,0 0 0 0 0,0 0 0 0 0,0 0 0 0 0,0 0 0 0 0,0 0 0 0 0,0 0-1 0 0,0 0 1 0 0,0 0 0 0 0,-1 0 0 0 0,1 0 0 0 0,1-1 0 0 0,11-1 122 0 0,-6 2-78 0 0,-1-1-1 0 0,0-1 1 0 0,0 1-1 0 0,0-1 1 0 0,0 0-1 0 0,10-4 0 0 0,-8 2-24 0 0,26-16 244 0 0,5-8 62 0 0,-3-3 0 0 0,5-2 0 0 0,113-76 656 0 0,-151 108-1009 0 0,1-1-1 0 0,-1 0 0 0 0,1 1 0 0 0,0-1 1 0 0,-1 1-1 0 0,1 0 0 0 0,0 1 0 0 0,0-1 1 0 0,0 0-1 0 0,0 1 0 0 0,0 0 0 0 0,5 0 1 0 0,3 2-10 0 0,1 5 0 0 0,9 23-3 0 0,-2 2-2 0 0,-19-30 3 0 0,0 0 0 0 0,0 1 0 0 0,0-1 0 0 0,1 0 0 0 0,-1 0 0 0 0,1 0 0 0 0,0 0 0 0 0,0-1 0 0 0,-1 1 0 0 0,1 0 0 0 0,0-1 0 0 0,0 1 0 0 0,1-1 0 0 0,-1 0 0 0 0,0 0 0 0 0,0 1 0 0 0,1-1 0 0 0,-1-1 0 0 0,0 1 0 0 0,1 0-1 0 0,-1-1 1 0 0,1 1 0 0 0,-1-1 0 0 0,1 0 0 0 0,-1 0 0 0 0,1 0 0 0 0,-1 0 0 0 0,5-1 0 0 0,-1-1 13 0 0,0-1-1 0 0,0 1 0 0 0,0-2 0 0 0,0 1 0 0 0,-1-1 0 0 0,1 1 0 0 0,-1-2 0 0 0,6-4 0 0 0,10-8 13 0 0,-11 11-38 0 0,-1 0-1 0 0,-1-1 0 0 0,1 0 1 0 0,-1 0-1 0 0,0-1 0 0 0,-1 0 1 0 0,0 0-1 0 0,0-1 0 0 0,8-12 1 0 0,-15 20-18 0 0,0 0-1 0 0,1 1 1 0 0,-1-1 0 0 0,0 0 0 0 0,1 1 0 0 0,-1-1 0 0 0,1 1 0 0 0,-1-1 0 0 0,1 1 0 0 0,-1-1-1 0 0,1 1 1 0 0,0-1 0 0 0,-1 1 0 0 0,1 0 0 0 0,-1-1 0 0 0,1 1 0 0 0,0 0 0 0 0,-1-1-1 0 0,1 1 1 0 0,0 0 0 0 0,0 0 0 0 0,-1 0 0 0 0,1 0 0 0 0,0 0 0 0 0,-1 0 0 0 0,1 0-1 0 0,0 0 1 0 0,0 0 0 0 0,-1 0 0 0 0,1 0 0 0 0,0 0 0 0 0,-1 0 0 0 0,1 0 0 0 0,0 1-1 0 0,0-1 1 0 0,-1 0 0 0 0,1 0 0 0 0,-1 1 0 0 0,1-1 0 0 0,0 1 0 0 0,-1-1 0 0 0,1 0 0 0 0,-1 1-1 0 0,1-1 1 0 0,-1 1 0 0 0,1 0 0 0 0,0 0 0 0 0,28 37-489 0 0,-18-22 408 0 0,-9-13 104 0 0,1 0-1 0 0,0 0 1 0 0,0-1 0 0 0,0 1 0 0 0,0-1-1 0 0,1 0 1 0 0,-1 0 0 0 0,1 0 0 0 0,-1 0 0 0 0,1-1-1 0 0,-1 1 1 0 0,1-1 0 0 0,0 0 0 0 0,0 0 0 0 0,0 0-1 0 0,0-1 1 0 0,0 1 0 0 0,0-1 0 0 0,-1 0-1 0 0,1 0 1 0 0,0-1 0 0 0,0 1 0 0 0,0-1 0 0 0,6-1-1 0 0,9-4 22 0 0,0 0-1 0 0,0-1 0 0 0,31-17 0 0 0,-13 6 5 0 0,0-4 22 0 0,-36 22-42 0 0,0-1 0 0 0,0 1 0 0 0,0-1 0 0 0,0 1 0 0 0,0 0 0 0 0,0 0 0 0 0,0-1 0 0 0,0 1 0 0 0,0 0 0 0 0,0 0 0 0 0,1 0 0 0 0,-1 0 0 0 0,0 0 0 0 0,0 0 0 0 0,0 1 0 0 0,0-1 0 0 0,0 0 0 0 0,1 1 0 0 0,-1-1 0 0 0,1 0-8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3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1 246 96 0 0,'0'3'0'0'0,"3"3"0"0"0,-2-5 6 0 0,0 0 0 0 0,0 0 0 0 0,0 1 0 0 0,1-1 1 0 0,-1 0-1 0 0,0 0 0 0 0,1 0 0 0 0,-1-1 0 0 0,1 1 0 0 0,-1 0 0 0 0,1-1 0 0 0,0 1 1 0 0,-1 0-1 0 0,1-1 0 0 0,0 0 0 0 0,-1 1 0 0 0,1-1 0 0 0,0 0 0 0 0,-1 0 0 0 0,1 0 1 0 0,0 0-1 0 0,-1 0 0 0 0,1-1 0 0 0,0 1 0 0 0,-1 0 0 0 0,3-1 0 0 0,-3 0 6 0 0,71 9 222 0 0,-18-1-44 0 0,27-11 242 0 0,-15 0-28 0 0,218-13 1290 0 0,-19-1-318 0 0,-6 2-330 0 0,-47 2-431 0 0,57-16 105 0 0,-62 3-191 0 0,289-35 499 0 0,-104 9-443 0 0,259 17 358 0 0,-317 41-342 0 0,-270 0-357 0 0,92 20 0 0 0,-141-22-210 0 0,34 6 95 0 0,88 20 260 0 0,-122-18-251 0 0,-14-11-130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4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7024 0 0,'3'14'14'0'0,"10"-2"45"0"0,22-2 63 0 0,-16-6-89 0 0,335 65 19 0 0,-213-48-19 0 0,-90-9 65 0 0,88 31-1 0 0,-105-31-31 0 0,-10-4 165 0 0,-1 1-1 0 0,36 20 0 0 0,-58-28-201 0 0,0 0 1 0 0,0 0-1 0 0,0 0 1 0 0,0 0-1 0 0,0 0 0 0 0,0 0 1 0 0,-1 0-1 0 0,1 0 0 0 0,0 0 1 0 0,-1 0-1 0 0,1 0 0 0 0,-1 0 1 0 0,1 1-1 0 0,-1-1 1 0 0,0 0-1 0 0,1 0 0 0 0,-1 1 1 0 0,0-1-1 0 0,0 0 0 0 0,0 0 1 0 0,0 1-1 0 0,0-1 0 0 0,0 0 1 0 0,0 0-1 0 0,-1 1 0 0 0,1-1 1 0 0,-1 2-1 0 0,0 0 0 0 0,1 0 0 0 0,-1 0-1 0 0,0-1 1 0 0,-1 1-1 0 0,1 0 1 0 0,0-1 0 0 0,-1 1-1 0 0,0-1 1 0 0,1 1 0 0 0,-4 2-1 0 0,-8 6 54 0 0,-2 0 0 0 0,1-1-1 0 0,-1-1 1 0 0,-1 0 0 0 0,-30 11-1 0 0,-92 26 281 0 0,94-33-231 0 0,-342 103 550 0 0,384-116-677 0 0,1 1-1 0 0,-1 0 0 0 0,0-1 0 0 0,1 1 0 0 0,-1-1 0 0 0,0 1 0 0 0,1-1-1 0 0,-1 0 1 0 0,0 1 0 0 0,1-1 0 0 0,-1 0 0 0 0,0 0 0 0 0,0 0 0 0 0,1-1 0 0 0,-1 1 0 0 0,0 0 0 0 0,1-1 0 0 0,-1 1 0 0 0,0-1-1 0 0,1 1 1 0 0,-1-1 0 0 0,1 0 0 0 0,-1 0 0 0 0,1 0 0 0 0,-1 0 0 0 0,1 0 0 0 0,-1 0 0 0 0,-1-2 0 0 0,2 1-3 0 0,1-1 0 0 0,-1 0 1 0 0,0 0-1 0 0,1 0 1 0 0,0 0-1 0 0,-1 0 0 0 0,1 0 1 0 0,0 0-1 0 0,1 0 0 0 0,-1 0 1 0 0,1 0-1 0 0,-1 0 1 0 0,1 0-1 0 0,0 0 0 0 0,0 1 1 0 0,0-1-1 0 0,0 0 0 0 0,0 0 1 0 0,1 1-1 0 0,2-4 1 0 0,-1-1-1 0 0,5-5-7 0 0,0-1 0 0 0,0 2 0 0 0,1-1 0 0 0,1 1 0 0 0,-1 0 0 0 0,2 1 0 0 0,18-15 0 0 0,-10 10-1 0 0,-13 10-25 0 0,0 1-1 0 0,1 0 1 0 0,0 1 0 0 0,0 0 0 0 0,0 0 0 0 0,0 0 0 0 0,12-2 0 0 0,-10 3-217 0 0,0-1 1 0 0,-1 0 0 0 0,1 0-1 0 0,12-8 1 0 0,-21 11 232 0 0,1 0 0 0 0,-1 0 0 0 0,0-1 1 0 0,0 1-1 0 0,0 0 0 0 0,0 0 0 0 0,0 0 0 0 0,1 0 1 0 0,-1 0-1 0 0,0-1 0 0 0,0 1 0 0 0,0 0 0 0 0,1 0 1 0 0,-1 0-1 0 0,0 0 0 0 0,0 0 0 0 0,1 0 1 0 0,-1 0-1 0 0,0 0 0 0 0,0 0 0 0 0,0 0 0 0 0,1 0 1 0 0,-1 0-1 0 0,0 0 0 0 0,0 0 0 0 0,0 0 0 0 0,1 0 1 0 0,-1 0-1 0 0,0 0 0 0 0,0 0 0 0 0,1 0 1 0 0,-1 0-1 0 0,0 0 0 0 0,0 0 0 0 0,0 1 0 0 0,1-1 1 0 0,-1 0-1 0 0,0 0 0 0 0,0 0 0 0 0,0 1 0 0 0,1 9-272 0 0,-7 11 100 0 0,-7 9 4 0 0,7-12 97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8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880 1 96 0 0,'-3'0'0'0'0,"2"0"160"0"0,0 31 3048 0 0,-3-28-2977 0 0,1 1 1 0 0,0-1-1 0 0,0 1 0 0 0,0 0 1 0 0,1-1-1 0 0,-1 1 1 0 0,-3 8-1 0 0,4-7 37 0 0,-1 0 0 0 0,0 0-1 0 0,0 0 1 0 0,0-1 0 0 0,-1 1 0 0 0,1-1-1 0 0,-9 7 1 0 0,-69 60 1530 0 0,-61 45 81 0 0,139-113-1809 0 0,0-1 0 0 0,-1 1 0 0 0,0-1 0 0 0,0 0 0 0 0,0 0 0 0 0,0 0 0 0 0,0-1 0 0 0,0 1 0 0 0,0-1-1 0 0,-6 1 1 0 0,8-2-37 0 0,0 0 1 0 0,-1-1-1 0 0,1 1 0 0 0,0-1 0 0 0,0 0 0 0 0,0 1 0 0 0,0-1 0 0 0,0 0 0 0 0,0 0 0 0 0,0 0 0 0 0,1-1 0 0 0,-1 1 0 0 0,0 0 0 0 0,0-1 0 0 0,1 1 0 0 0,-1-1 1 0 0,1 1-1 0 0,-1-1 0 0 0,1 0 0 0 0,0 0 0 0 0,0 0 0 0 0,0 1 0 0 0,-1-4 0 0 0,-6-10 20 0 0,2 0 0 0 0,0-1 0 0 0,0 1 0 0 0,2-1 0 0 0,-4-19 0 0 0,-15-49 150 0 0,22 82-194 0 0,0-1 1 0 0,0 0-1 0 0,0 1 0 0 0,0-1 0 0 0,0 1 0 0 0,-1-1 0 0 0,0 1 0 0 0,1 0 1 0 0,-1 0-1 0 0,0-1 0 0 0,0 1 0 0 0,0 1 0 0 0,0-1 0 0 0,0 0 1 0 0,-1 0-1 0 0,1 1 0 0 0,0-1 0 0 0,-1 1 0 0 0,0 0 0 0 0,1 0 0 0 0,-1 0 1 0 0,1 0-1 0 0,-1 0 0 0 0,0 0 0 0 0,-3 0 0 0 0,-1 1-2 0 0,-1 0 0 0 0,1 1-1 0 0,0 0 1 0 0,-1 0 0 0 0,1 1 0 0 0,0-1-1 0 0,0 1 1 0 0,-11 5 0 0 0,-8 4-11 0 0,1 1 0 0 0,0 1 0 0 0,1 1 1 0 0,1 1-1 0 0,0 2 0 0 0,1 0 0 0 0,-34 34 0 0 0,42-38-3 0 0,0-1-1 0 0,-1 0 0 0 0,-26 17 1 0 0,39-28-1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8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96 0 0,'7'-3'25'0'0,"3"1"95"0"0,-3 2 71 0 0,2 2 165 0 0,3 0 32 0 0,-2-2-204 0 0,75-12 1706 0 0,-59 6-1460 0 0,1 2-1 0 0,0 1 1 0 0,0 1 0 0 0,47 3 0 0 0,-68 0-424 0 0,0 0 0 0 0,1 0 0 0 0,-1 1 0 0 0,0 0 0 0 0,0 0 0 0 0,0 0 1 0 0,0 1-1 0 0,-1 0 0 0 0,1 0 0 0 0,-1 0 0 0 0,1 1 0 0 0,5 5 1 0 0,-6-4-7 0 0,6 6 0 0 0,0 1 0 0 0,-1 0 1 0 0,0 0-1 0 0,12 21 0 0 0,-19-27 0 0 0,-1 0 0 0 0,1 0 0 0 0,-1 0 0 0 0,0 0 0 0 0,0 7 0 0 0,0-7 0 0 0,0 3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1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2704 0 0,'0'6'13'0'0,"0"-7"-9"0"0,0 35 35 0 0,-1-8-10 0 0,-2-3-25 0 0,-4 1 2 0 0,0-1-5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21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928 275 96 0 0,'-3'-18'0'0'0,"-1"-9"0"0"0,-3 6 0 0 0,-4-6 0 0 0,-5-10 0 0 0,3-2 0 0 0,0 8 1 0 0,-5 5 5 0 0,-11 2-4 0 0,21 20 18 0 0,0 0 0 0 0,-1 1 0 0 0,1 0 0 0 0,0 0 0 0 0,-1 1 0 0 0,0 0 0 0 0,1 1 0 0 0,-1 0 0 0 0,0 0 0 0 0,0 1 0 0 0,0 0-1 0 0,0 0 1 0 0,1 1 0 0 0,-1 0 0 0 0,0 1 0 0 0,-9 3 0 0 0,-2 1 160 0 0,1 0 0 0 0,-1 2-1 0 0,2 1 1 0 0,-1 0 0 0 0,-31 22 0 0 0,27-13 333 0 0,1 1 0 0 0,1 1 1 0 0,2 1-1 0 0,-22 27 0 0 0,13-14-43 0 0,6-8-72 0 0,0 1 1 0 0,2 1-1 0 0,2 1 1 0 0,0 1 0 0 0,2 0-1 0 0,-19 51 1 0 0,-10 32 501 0 0,22-59-228 0 0,-28 102 0 0 0,31-78 104 0 0,-35 88 0 0 0,52-158-711 0 0,1 0 0 0 0,0 1 0 0 0,0-1 0 0 0,1 1-1 0 0,-1 17 1 0 0,2-18-23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22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 5416 0 0,'0'0'48'0'0,"1"0"-23"0"0,15 5 26 0 0,5 2-54 0 0,59 3-362 0 0,-1 3 0 0 0,124 39-1 0 0,-201-51 356 0 0,0-1-1 0 0,1 1 1 0 0,-1 0-1 0 0,0 0 1 0 0,0 0-1 0 0,0 0 1 0 0,0 1 0 0 0,0-1-1 0 0,0 1 1 0 0,0-1-1 0 0,-1 1 1 0 0,1-1-1 0 0,-1 1 1 0 0,1 0-1 0 0,-1 0 1 0 0,1 0-1 0 0,-1 0 1 0 0,2 3 0 0 0,-3-4 8 0 0,0 0 1 0 0,0 0 0 0 0,0 0-1 0 0,0 0 1 0 0,-1 0-1 0 0,1 0 1 0 0,0 0 0 0 0,-1 0-1 0 0,1 0 1 0 0,0 0 0 0 0,-1 0-1 0 0,1-1 1 0 0,-1 1 0 0 0,1 0-1 0 0,-1 0 1 0 0,0 0 0 0 0,1-1-1 0 0,-1 1 1 0 0,0 0 0 0 0,1-1-1 0 0,-1 1 1 0 0,0-1 0 0 0,0 1-1 0 0,-1 0 1 0 0,-26 15 1 0 0,19-11-1 0 0,-8 5 7 0 0,0-2-1 0 0,-1 0 1 0 0,0-1-1 0 0,-27 7 1 0 0,24-8 15 0 0,0 1 1 0 0,0 1-1 0 0,-21 11 0 0 0,-62 31 275 0 0,72-37 195 0 0,0 2 0 0 0,-40 26-1 0 0,64-35-300 0 0,1 0-1 0 0,0 0 0 0 0,-10 14 1 0 0,12-14-110 0 0,0-1 0 0 0,0 1 0 0 0,0-1 0 0 0,-1 0 1 0 0,-9 6-1 0 0,13-10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2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95 4816 0 0,'2'31'87'0'0,"3"8"171"0"0,1 21 189 0 0,-6-7-333 0 0,2-18-79 0 0,-4-24-31 0 0,1-5 3 0 0,-5 13 1 0 0,0-2 0 0 0,1-3 1 0 0,1-3 4 0 0,0-2-5 0 0,1-4-5 0 0,3-1 2 0 0,0 1-2 0 0,0-1 2 0 0,0-6-3 0 0,0-2-2 0 0,0 0-1 0 0,0 1 1 0 0,1-1 0 0 0,-1 1-1 0 0,1 0 1 0 0,0-1 0 0 0,0 1-1 0 0,0 0 1 0 0,1 0 0 0 0,-1 0-1 0 0,1-1 1 0 0,3-3 0 0 0,2-7-3 0 0,4-11-20 0 0,1 1 0 0 0,1 0 0 0 0,1 1 0 0 0,1 0 0 0 0,1 1 0 0 0,1 1 0 0 0,36-36 0 0 0,-36 42-13 0 0,6-6-89 0 0,0 1 1 0 0,36-22 0 0 0,-50 36 53 0 0,1 1 1 0 0,-1 1-1 0 0,1 0 1 0 0,0 0 0 0 0,0 1-1 0 0,0 0 1 0 0,0 0-1 0 0,1 1 1 0 0,-1 1 0 0 0,19-1-1 0 0,-27 3 57 0 0,1-1 0 0 0,0 1 0 0 0,-1 0-1 0 0,1 0 1 0 0,-1 0 0 0 0,1 1 0 0 0,-1-1 0 0 0,1 0-1 0 0,-1 1 1 0 0,0-1 0 0 0,0 1 0 0 0,0 0 0 0 0,0 0 0 0 0,0 0-1 0 0,0 0 1 0 0,0 0 0 0 0,-1 0 0 0 0,1 1 0 0 0,1 3-1 0 0,3 3 17 0 0,-1 0-1 0 0,0 1 0 0 0,5 17 1 0 0,-8-21 8 0 0,0-1 1 0 0,-1 1-1 0 0,0 0 1 0 0,-1 0 0 0 0,1 0-1 0 0,-1 0 1 0 0,0-1-1 0 0,0 1 1 0 0,-1 0 0 0 0,0 0-1 0 0,0 0 1 0 0,0 0-1 0 0,-1-1 1 0 0,0 1 0 0 0,0-1-1 0 0,0 1 1 0 0,-1-1-1 0 0,1 0 1 0 0,-1 0 0 0 0,-6 7-1 0 0,-24 39 308 0 0,23-39-221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23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2608 0 0,'2'3'0'0'0,"-3"12"6"0"0,2-7 24 0 0,1-2-10 0 0,3 26 171 0 0,-2 1 0 0 0,-1 64-1 0 0,-2-71-33 0 0,-2-5 121 0 0,-1 1 0 0 0,-1-1 0 0 0,-1 0 0 0 0,-12 30 0 0 0,16-47-149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2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2504 0 0,'3'-3'49'0'0,"2"0"-1"0"0,1 0-15 0 0,4-1 27 0 0,1 0 53 0 0,37-16 220 0 0,0 0-26 0 0,75-22 1 0 0,-109 38-292 0 0,0 1 1 0 0,0 0-1 0 0,0 1 1 0 0,1 1 0 0 0,-1 0-1 0 0,0 1 1 0 0,1 1-1 0 0,-1 0 1 0 0,0 0 0 0 0,23 7-1 0 0,-32-7-8 0 0,-1 1 0 0 0,1-1-1 0 0,-1 1 1 0 0,1 0 0 0 0,-1 0 0 0 0,0 0-1 0 0,0 1 1 0 0,0-1 0 0 0,4 5 0 0 0,-6-4 6 0 0,0 0 1 0 0,0-1-1 0 0,0 1 1 0 0,0 0-1 0 0,-1 0 1 0 0,0 0 0 0 0,1 0-1 0 0,-1 1 1 0 0,0-1-1 0 0,-1 0 1 0 0,1 0-1 0 0,0 1 1 0 0,-1-1 0 0 0,0 4-1 0 0,0 8 105 0 0,-1-1 0 0 0,0 0-1 0 0,-2 0 1 0 0,1 0 0 0 0,-2 0 0 0 0,0 0 0 0 0,0-1-1 0 0,-1 0 1 0 0,-1 0 0 0 0,0 0 0 0 0,-1 0-1 0 0,0-1 1 0 0,-12 15 0 0 0,2-7 73 0 0,-1-1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28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1 234 96 0 0,'3'3'0'0'0,"-1"1"49"0"0,-1-1 1 0 0,1 0-1 0 0,0 1 1 0 0,1-1-1 0 0,-1 0 1 0 0,0 0-1 0 0,1-1 1 0 0,0 1-1 0 0,0 0 1 0 0,0-1-1 0 0,0 0 1 0 0,0 0-1 0 0,0 0 1 0 0,0 0-1 0 0,7 3 1 0 0,0-2 218 0 0,0 0 0 0 0,0 0 1 0 0,20 2-1 0 0,-17-3-188 0 0,32 3 437 0 0,87 0 0 0 0,-69-3-2 0 0,-44-1-188 0 0,0-1 0 0 0,34-3 0 0 0,342-39 1868 0 0,-169 16-1736 0 0,-22 2-235 0 0,-26 6-68 0 0,20-2 29 0 0,7-1 22 0 0,13-2 36 0 0,-127 19-129 0 0,270-3 597 0 0,-186 2-307 0 0,-52 0-135 0 0,277-19 488 0 0,-101 2-300 0 0,60-9 31 0 0,115-2 104 0 0,-376 32-471 0 0,-12-1 33 0 0,1 3 0 0 0,148 23 1 0 0,-78 18 27 0 0,-154-41-176 0 0,1 0 0 0 0,-1 0 0 0 0,0 1 0 0 0,0-1 0 0 0,0 1 0 0 0,0 0 0 0 0,0 0 0 0 0,0 0 0 0 0,0 0 0 0 0,0 0 0 0 0,-1 1-1 0 0,1-1 1 0 0,-1 1 0 0 0,0 0 0 0 0,0-1 0 0 0,0 1 0 0 0,0 0 0 0 0,0 0 0 0 0,-1 1 0 0 0,1-1 0 0 0,-1 0 0 0 0,0 0 0 0 0,1 5 0 0 0,2 8 14 0 0,0 1 0 0 0,-2-1 0 0 0,2 25 0 0 0,-4-37-17 0 0,0 29 18 0 0,-1 0 1 0 0,-1 0 0 0 0,-8 36 0 0 0,-3 40 24 0 0,-23 265 107 0 0,14-181-85 0 0,-2 24 0 0 0,25-6-12 0 0,-3 40 0 0 0,0 71 7 0 0,5-152-28 0 0,8 71 18 0 0,-1-53-4 0 0,-8-135-37 0 0,0 169 40 0 0,-5-175-41 0 0,-1 0 1 0 0,-18 78 0 0 0,3-46 3 0 0,-39 133 33 0 0,25-122-25 0 0,-25 66 81 0 0,-42 184-1 0 0,87-275-65 0 0,2 1-1 0 0,-3 127 0 0 0,14-177-34 0 0,0-2 0 0 0,0-1 0 0 0,1 0 0 0 0,1 0 0 0 0,4 18 0 0 0,30 92 13 0 0,-34-121-14 0 0,0 1 1 0 0,-1 23 0 0 0,-1-15-3 0 0,-1-1 0 0 0,1-7 0 0 0,-1 0 0 0 0,0 0 0 0 0,0 0 0 0 0,0 0 0 0 0,0 0 0 0 0,0 0 0 0 0,0 0 0 0 0,-1 0 0 0 0,0-1 0 0 0,1 1 0 0 0,-1-1 0 0 0,0 1 0 0 0,0-1 0 0 0,-1 0 0 0 0,1 0 0 0 0,0 0 0 0 0,-4 3 0 0 0,-1 0 0 0 0,-8 7 0 0 0,-1 0 0 0 0,0-1 0 0 0,-1-1 0 0 0,-26 12 0 0 0,-77 24 0 0 0,61-25 0 0 0,12-6-4 0 0,-1-2 0 0 0,-95 12 0 0 0,18-3 0 0 0,-476 78-4 0 0,496-85 8 0 0,-319 55 0 0 0,-157 21 0 0 0,208-36 0 0 0,234-34 0 0 0,-373 49 14 0 0,120 2 95 0 0,206-35-16 0 0,66-15 389 0 0,-2-6 0 0 0,-167 0 0 0 0,279-16-451 0 0,2 1 19 0 0,-1-1 0 0 0,0-1 0 0 0,1 0 0 0 0,-1 0 0 0 0,1 0-1 0 0,-1-1 1 0 0,1-1 0 0 0,-10-3 0 0 0,15 7-39 0 0,-8-12 3 0 0,6 6-14 0 0,3 3 0 0 0,1 1-1 0 0,0-1 1 0 0,0 1-1 0 0,-1-1 0 0 0,1 0 1 0 0,0 0-1 0 0,1 1 0 0 0,-1-1 1 0 0,0 0-1 0 0,0 0 1 0 0,1 0-1 0 0,-1 0 0 0 0,1 0 1 0 0,0 0-1 0 0,-1 0 0 0 0,1 0 1 0 0,0 0-1 0 0,0 0 1 0 0,0 0-1 0 0,1-3 0 0 0,13-36-20 0 0,-8 27 16 0 0,4-16-13 0 0,-2-1 1 0 0,-1 0 0 0 0,-1-1-1 0 0,1-32 1 0 0,-2-132-40 0 0,-3 66 50 0 0,-7-101-2 0 0,1-25 1 0 0,12 33 2 0 0,11-125-4 0 0,37-173-38 0 0,-21 235 36 0 0,-13 131 2 0 0,2-194 0 0 0,-24 251 15 0 0,-4 1 1 0 0,-4 0 0 0 0,-29-137-1 0 0,-22-130 149 0 0,46 257-113 0 0,1 1 28 0 0,-21-114 150 0 0,-26-55 59 0 0,33 185-200 0 0,18 68-53 0 0,1-1-1 0 0,1-1 1 0 0,1 1 0 0 0,2-1-1 0 0,-2-29 1 0 0,5 40-22 0 0,1-1 0 0 0,1 0 0 0 0,0 0 0 0 0,1 1-1 0 0,0-1 1 0 0,1 1 0 0 0,1 0 0 0 0,11-24 0 0 0,4 2-25 0 0,41-55 0 0 0,-42 64-16 0 0,16-14-98 0 0,-34 38 118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1 783 96 0 0,'24'-6'4'0'0,"13"-2"17"0"0,0 3 11 0 0,20-2 28 0 0,10 0 8 0 0,-24 0-37 0 0,114-25 388 0 0,182-32 658 0 0,506-56 780 0 0,-318 42-1027 0 0,573-95 1316 0 0,-231 50-434 0 0,-615 98-1211 0 0,-213 23 59 0 0,-34 24-102 0 0,-10-19-426 0 0,1 0 0 0 0,0-1 0 0 0,0 1 0 0 0,-1 0 0 0 0,0-1 0 0 0,1 0 0 0 0,-1 0 0 0 0,0 0 0 0 0,0 0 0 0 0,0 0 0 0 0,0 0 1 0 0,-6 1-1 0 0,-43 19 96 0 0,12-10-116 0 0,0-1 0 0 0,-1-2 0 0 0,0-2 0 0 0,-1-1 0 0 0,1-2 0 0 0,-1-3 0 0 0,-78-5 0 0 0,91 1-110 0 0,0 0 0 0 0,-46-13-1 0 0,64 13 41 0 0,0 0 1 0 0,0-1-1 0 0,1-1 0 0 0,0 1 0 0 0,0-2 0 0 0,0 0 0 0 0,1 0 0 0 0,-1 0 1 0 0,-12-13-1 0 0,21 17 38 0 0,0 1 0 0 0,-1 0 0 0 0,1 0 0 0 0,0-1 0 0 0,0 1 0 0 0,0-1 1 0 0,1 1-1 0 0,-1-1 0 0 0,0 1 0 0 0,1-1 0 0 0,-1 0 0 0 0,0 1 0 0 0,1-1 0 0 0,0 0 1 0 0,-1 1-1 0 0,1-1 0 0 0,0 0 0 0 0,0 0 0 0 0,0 1 0 0 0,1-4 0 0 0,21-13-212 0 0,-14 12 179 0 0,0 1 23 0 0,1-1 0 0 0,0 1 0 0 0,0 0 0 0 0,0 1 0 0 0,0 0 0 0 0,1 0 0 0 0,9-2 0 0 0,74-12-169 0 0,-28 6 99 0 0,-2 2 47 0 0,1 2 1 0 0,102 1-1 0 0,-47 4 22 0 0,-111 2 31 0 0,51-3 14 0 0,-1 3 0 0 0,86 9 1 0 0,-142-8-6 0 0,6 1 64 0 0,1 1 1 0 0,-1-1 0 0 0,0 2-1 0 0,0-1 1 0 0,8 4-1 0 0,-15-3-53 0 0,-1-1 1 0 0,0 1-1 0 0,0-1 0 0 0,0 1 0 0 0,0 0 0 0 0,0-1 0 0 0,0 1 0 0 0,0-1 0 0 0,-1 1 0 0 0,0-1 0 0 0,1 1 1 0 0,-1-1-1 0 0,-2 4 0 0 0,-54 68 300 0 0,-3-2 1 0 0,-122 110-1 0 0,157-159-161 0 0,-2-2 1 0 0,0 0-1 0 0,-58 31 0 0 0,79-49-102 0 0,-1 0 1 0 0,1 0-1 0 0,-1 0 0 0 0,0-1 0 0 0,1 0 0 0 0,-1 0 0 0 0,0-1 0 0 0,0 0 0 0 0,-1 0 0 0 0,1-1 0 0 0,0 0 0 0 0,0 0 0 0 0,0 0 0 0 0,0-1 1 0 0,-8-2-1 0 0,11 1-31 0 0,1 0 1 0 0,0 0-1 0 0,-1 0 0 0 0,1-1 1 0 0,0 1-1 0 0,1-1 1 0 0,-1 0-1 0 0,0 0 1 0 0,1 0-1 0 0,-1 0 0 0 0,1 0 1 0 0,0 0-1 0 0,-3-7 1 0 0,-19-50 129 0 0,20 48-116 0 0,-3-11 35 0 0,2 0 0 0 0,0-1-1 0 0,2 1 1 0 0,0-1 0 0 0,2-44-1 0 0,1 63-63 0 0,0 1-2 0 0,0 1 0 0 0,0 0 0 0 0,-1 0 0 0 0,0 0-1 0 0,1-1 1 0 0,-1 1 0 0 0,0 0 0 0 0,0 0 0 0 0,-1 0 0 0 0,1 0 0 0 0,-1 1 0 0 0,1-1 0 0 0,-1 0 0 0 0,0 1 0 0 0,-2-4 0 0 0,2 3-3 0 0,2-1-3 0 0,0 0 2 0 0,4 3-3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2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0 96 0 0,'0'7'0'0'0,"0"1"0"0"0,0-1 0 0 0,5 113 1467 0 0,-7-113-1318 0 0,0 0 1 0 0,0 0-1 0 0,0 0 0 0 0,-1 0 1 0 0,0 0-1 0 0,0-1 1 0 0,-1 1-1 0 0,0-1 1 0 0,-7 9-1 0 0,-47 63 1529 0 0,55-75-1560 0 0,0-1 0 0 0,0 0 0 0 0,-1 0 0 0 0,1 0 0 0 0,-1 0 0 0 0,1-1-1 0 0,-1 1 1 0 0,0-1 0 0 0,-4 1 0 0 0,6-1-77 0 0,0-1-1 0 0,0 0 0 0 0,0 0 0 0 0,0 1 0 0 0,0-2 0 0 0,0 1 1 0 0,0 0-1 0 0,0 0 0 0 0,0 0 0 0 0,0-1 0 0 0,0 1 0 0 0,0-1 1 0 0,1 0-1 0 0,-1 1 0 0 0,0-1 0 0 0,0 0 0 0 0,0 0 0 0 0,1 0 1 0 0,-1-1-1 0 0,1 1 0 0 0,-1 0 0 0 0,1 0 0 0 0,-1-1 0 0 0,1 1 1 0 0,0-1-1 0 0,-1 1 0 0 0,1-1 0 0 0,0 0 0 0 0,0 0 0 0 0,0 1 1 0 0,-1-4-1 0 0,-3-5 107 0 0,1-1 1 0 0,0 0-1 0 0,-5-22 1 0 0,7 28-132 0 0,0-4 54 0 0,1 0 7 0 0,-1 0 1 0 0,-1 0-1 0 0,1 1 1 0 0,-1-1 0 0 0,-1 1-1 0 0,0-1 1 0 0,0 1 0 0 0,-7-9-1 0 0,7 14-55 0 0,0 0 0 0 0,0 0 0 0 0,0 0 0 0 0,-1 1 0 0 0,0 0 0 0 0,1 0 0 0 0,-1 0 0 0 0,0 1 0 0 0,0-1 0 0 0,0 1 0 0 0,0 0 0 0 0,0 1 0 0 0,0-1 0 0 0,0 1 0 0 0,0 0 0 0 0,0 0 0 0 0,0 1 0 0 0,0-1 0 0 0,0 1 0 0 0,-8 2 0 0 0,12-3-21 0 0,0 1 0 0 0,-1-1 0 0 0,1 0 0 0 0,-1 0 0 0 0,1 1 0 0 0,0-1 0 0 0,-1 1 0 0 0,1 0 0 0 0,0-1 0 0 0,0 1 0 0 0,-1 0 0 0 0,1 0 0 0 0,0-1 0 0 0,0 1 0 0 0,-1 1 0 0 0,-13 11 11 0 0,-9 6-4 0 0,-6 7 0 0 0,6 2-2 0 0,7-6-4 0 0,8-6-2 0 0,3-5 0 0 0,2-1 0 0 0,-1-2 1 0 0,-6 3 16 0 0,10-11-13 0 0,0 1 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3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96 0 0,'32'-19'145'0'0,"-12"8"57"0"0,11-4 206 0 0,74-29 1026 0 0,-78 35-1270 0 0,-1 2 164 0 0,46-6-1 0 0,-45 9-139 0 0,42-11 0 0 0,-65 14-174 0 0,-1 0 0 0 0,1 0 0 0 0,-1 0 1 0 0,1 1-1 0 0,-1-1 0 0 0,1 1 0 0 0,-1 0 0 0 0,1 0 1 0 0,0 0-1 0 0,-1 1 0 0 0,1-1 0 0 0,-1 1 0 0 0,1 0 1 0 0,-1 0-1 0 0,0 0 0 0 0,1 0 0 0 0,-1 0 0 0 0,4 3 1 0 0,-5-2-10 0 0,0 0 0 0 0,0-1 1 0 0,0 1-1 0 0,-1 0 1 0 0,1 0-1 0 0,0 0 1 0 0,-1 0-1 0 0,0 0 1 0 0,0 0-1 0 0,1 1 1 0 0,-1-1-1 0 0,0 0 1 0 0,-1 1-1 0 0,1-1 0 0 0,0 0 1 0 0,-1 1-1 0 0,1-1 1 0 0,-1 1-1 0 0,0-1 1 0 0,0 1-1 0 0,0-1 1 0 0,0 1-1 0 0,0-1 1 0 0,-1 1-1 0 0,1-1 1 0 0,-1 1-1 0 0,-1 3 1 0 0,-1 5 2 0 0,-1-1 0 0 0,0 1 0 0 0,0-1 1 0 0,-1 0-1 0 0,-1 0 0 0 0,-11 16 0 0 0,-49 49 44 0 0,19-23-8 0 0,33-38-16 0 0,-2-1 1 0 0,1 0 0 0 0,-1-1-1 0 0,-1 0 1 0 0,0-2-1 0 0,-1 0 1 0 0,0-1 0 0 0,-28 10-1 0 0,40-16 11 0 0,0-1-1 0 0,0 0 1 0 0,1 0-1 0 0,-2 0 1 0 0,1-1-1 0 0,0 1 1 0 0,0-2-1 0 0,0 1 0 0 0,0-1 1 0 0,-1 1-1 0 0,1-2 1 0 0,0 1-1 0 0,-11-3 1 0 0,16 3-35 0 0,1-1 0 0 0,0 1 0 0 0,0 0 0 0 0,0-1 0 0 0,0 1-1 0 0,-1 0 1 0 0,1-1 0 0 0,0 1 0 0 0,0 0 0 0 0,0-1 0 0 0,0 1 0 0 0,0-1 0 0 0,0 1 0 0 0,0 0 0 0 0,0-1 0 0 0,0 1 0 0 0,0 0 0 0 0,0-1 0 0 0,1 1 0 0 0,-1-1 0 0 0,0 1-1 0 0,0 0 1 0 0,0-1 0 0 0,0 1 0 0 0,1 0 0 0 0,-1-1 0 0 0,0 1 0 0 0,0 0 0 0 0,0-1 0 0 0,1 1 0 0 0,-1 0 0 0 0,0 0 0 0 0,1-1 0 0 0,-1 1 0 0 0,0 0 0 0 0,1 0 0 0 0,-1 0-1 0 0,1-1 1 0 0,13-12 23 0 0,2 5-22 0 0,-1 1 1 0 0,2 1-1 0 0,-1 0 1 0 0,1 1-1 0 0,-1 0 1 0 0,2 1-1 0 0,-1 2 1 0 0,0-1-1 0 0,35 1 1 0 0,-43 3-8 0 0,1 0 1 0 0,-1 0 0 0 0,1 1 0 0 0,-1 0 0 0 0,1 0 0 0 0,-1 1 0 0 0,0 0-1 0 0,0 1 1 0 0,-1 0 0 0 0,1 1 0 0 0,-1 0 0 0 0,0 0 0 0 0,0 0 0 0 0,0 1-1 0 0,-1 0 1 0 0,0 1 0 0 0,0 0 0 0 0,0 0 0 0 0,-1 0 0 0 0,0 1 0 0 0,-1 0 0 0 0,0 0-1 0 0,0 0 1 0 0,0 1 0 0 0,-1-1 0 0 0,3 11 0 0 0,-6-15 1 0 0,0 0 0 0 0,0 1-1 0 0,0-1 1 0 0,0 0 0 0 0,-1 0 0 0 0,0 1 0 0 0,0-1 0 0 0,0 0-1 0 0,0 1 1 0 0,-1-1 0 0 0,0 0 0 0 0,0 0 0 0 0,0 0 0 0 0,0 1 0 0 0,-4 6-1 0 0,2-5 3 0 0,-1 1-1 0 0,0-1 0 0 0,-1-1 0 0 0,1 1 0 0 0,-1 0 1 0 0,0-1-1 0 0,0 0 0 0 0,-11 7 0 0 0,-6 3 13 0 0,-1-2 0 0 0,-1 0-1 0 0,-48 18 1 0 0,69-30-12 0 0,-25 9 44 0 0,-51 10 1 0 0,56-15-14 0 0,-1 1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3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3208 0 0,'-4'4'23'0'0,"0"2"10"0"0,2 0 1 0 0,0 3 26 0 0,-1 6 57 0 0,-3-2-5 0 0,1-4-24 0 0,0 1 1 0 0,1 0-1 0 0,-1 0 1 0 0,-4 21 0 0 0,-20 59 102 0 0,20-68-188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0 392 0 0,'2'2'0'0'0,"-4"7"1"0"0,0 22 10 0 0,5-25-9 0 0,-1-3 0 0 0,-2-3-2 0 0,0 0 1 0 0,0 1-1 0 0,0-1 0 0 0,0 0 0 0 0,0 1 1 0 0,0-1-1 0 0,1 0 0 0 0,-1 1 1 0 0,0-1-1 0 0,0 0 0 0 0,0 0 0 0 0,0 1 1 0 0,0-1-1 0 0,0 0 0 0 0,0 0 1 0 0,1 1-1 0 0,-1-1 0 0 0,0 0 0 0 0,0 0 1 0 0,0 1-1 0 0,1-1 0 0 0,-1 0 1 0 0,0 0-1 0 0,0 1 0 0 0,0-1 0 0 0,1 0 1 0 0,-1 0-1 0 0,0 0 0 0 0,1 0 1 0 0,-1 0-1 0 0,0 0 0 0 0,0 1 0 0 0,1-1 1 0 0,-1 0-1 0 0,0 0 0 0 0,1 0 1 0 0,-1 0-1 0 0,2 0 2 0 0,0 0 0 0 0,0 1 0 0 0,0-1-1 0 0,0 1 1 0 0,0-1 0 0 0,0 1 0 0 0,-1-1 0 0 0,1 1 0 0 0,0 0 0 0 0,-1 0 0 0 0,1 0 0 0 0,0 0-1 0 0,1 2 1 0 0,6 5 1 0 0,2-1-3 0 0,12 7-4 0 0,-20-13-2 0 0,20 8 0 0 0,-20-7 6 0 0,1 1-6 0 0,3 3 3 0 0,-21-4-11 0 0,-35 15 13 0 0,-253 90-23 0 0,301-107 25 0 0,-1 1 1 0 0,1 0-1 0 0,-1 0 0 0 0,1 1 1 0 0,-1-1-1 0 0,1 0 1 0 0,0 0-1 0 0,0 1 0 0 0,0-1 1 0 0,0 0-1 0 0,-1 3 0 0 0,-7 7 18 0 0,6-9 0 0 0,1 0-1 0 0,0 1 1 0 0,-1-1 0 0 0,1 1 0 0 0,0-1 0 0 0,0 1 0 0 0,1 0 0 0 0,-1 0-1 0 0,1-1 1 0 0,-1 1 0 0 0,1 0 0 0 0,0 1 0 0 0,-1 5 0 0 0,2-7 8 0 0,0 0 0 0 0,0 1 0 0 0,0-1 1 0 0,0 0-1 0 0,0 0 0 0 0,1 0 0 0 0,-1 0 0 0 0,1 1 1 0 0,0-1-1 0 0,0 0 0 0 0,-1 0 0 0 0,1 0 1 0 0,1 0-1 0 0,-1 0 0 0 0,0-1 0 0 0,0 1 0 0 0,1 0 1 0 0,-1-1-1 0 0,1 1 0 0 0,-1 0 0 0 0,1-1 1 0 0,0 0-1 0 0,3 3 0 0 0,10 5 92 0 0,0 0 0 0 0,0-2 0 0 0,1 0 1 0 0,0 0-1 0 0,0-1 0 0 0,0-1 0 0 0,1-1 0 0 0,0-1 0 0 0,0 0 1 0 0,22 1-1 0 0,23-2 489 0 0,92-8 1 0 0,-127 4-409 0 0,-1-1 238 0 0,-1-2 0 0 0,0 0 0 0 0,0-2 0 0 0,39-15 0 0 0,-58 18-99 0 0,-6 3-164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0 3408 0 0,'-4'1'0'0'0,"4"-1"4"0"0,-1 1 0 0 0,1-1 0 0 0,-1 1-1 0 0,1-1 1 0 0,-1 0 0 0 0,1 1 0 0 0,-1-1 0 0 0,1 1 0 0 0,-1-1 0 0 0,1 1 0 0 0,0-1-1 0 0,-1 1 1 0 0,1-1 0 0 0,0 1 0 0 0,0-1 0 0 0,-1 1 0 0 0,1 0 0 0 0,0-1 0 0 0,0 1-1 0 0,0-1 1 0 0,0 2 0 0 0,-7 17 152 0 0,-26 39 103 0 0,19-35-59 0 0,1 0 0 0 0,1 1 1 0 0,0 0-1 0 0,-14 51 0 0 0,21-56-205 0 0,3-10 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5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3 392 0 0,'3'0'-1'0'0,"-2"0"-5"0"0,48-1-3 0 0,19 1 1 0 0,-58-1 6 0 0,-8 1 1 0 0,0 0 0 0 0,1-1 0 0 0,-1 1 0 0 0,0 0 0 0 0,0 1 0 0 0,0-1 0 0 0,0 0 0 0 0,0 0 1 0 0,1 1-1 0 0,-1 0 0 0 0,3 1 0 0 0,-2-1 0 0 0,0 0 0 0 0,0 1 1 0 0,0-1-1 0 0,0 0 0 0 0,0 0 1 0 0,0-1-1 0 0,0 1 0 0 0,0-1 1 0 0,5 1-1 0 0,14 11-3 0 0,-8-3 4 0 0,-9-8-1 0 0,-4 0 0 0 0,0-1 1 0 0,1 1 0 0 0,-1-1-1 0 0,0 1 1 0 0,0-1 0 0 0,0 1 0 0 0,0 0-1 0 0,0-1 1 0 0,0 1 0 0 0,0 0 0 0 0,-1 0-1 0 0,1 0 1 0 0,0 0 0 0 0,0 0-1 0 0,-1 0 1 0 0,1 0 0 0 0,0 0 0 0 0,-1 0-1 0 0,1 0 1 0 0,-1 0 0 0 0,1 0 0 0 0,-1 0-1 0 0,0 2 1 0 0,6 11 0 0 0,-2 0 0 0 0,-7 0 1 0 0,0-9 7 0 0,-1 1 0 0 0,1-1 0 0 0,-1 0 0 0 0,0 0 0 0 0,-1-1-1 0 0,1 1 1 0 0,-1-1 0 0 0,0 0 0 0 0,-5 4 0 0 0,4-4 1 0 0,-4 2 38 0 0,0-1 0 0 0,0 0 0 0 0,0 0 0 0 0,-1-1-1 0 0,0-1 1 0 0,1 0 0 0 0,-1 0 0 0 0,0-1 0 0 0,-1 0-1 0 0,-17-1 1 0 0,18 1 30 0 0,1-1-24 0 0,-11 1 375 0 0,0 0 1 0 0,-1-1 0 0 0,-29-3-1 0 0,46 1-314 0 0,-1 0-1 0 0,0 0 0 0 0,1 0 1 0 0,-1-1-1 0 0,1 0 1 0 0,0 0-1 0 0,-1 0 0 0 0,1 0 1 0 0,0-1-1 0 0,0 0 0 0 0,0 0 1 0 0,1 0-1 0 0,-1-1 1 0 0,1 0-1 0 0,0 0 0 0 0,0 0 1 0 0,-6-8-1 0 0,-15-12 1691 0 0,-24 79-971 0 0,-66 92-1 0 0,86-107-573 0 0,11-14-67 0 0,-14 29 0 0 0,17-28 0 0 0,-21 29 0 0 0,26-42-105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8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800 1 96 0 0,'0'-1'0'0'0,"4"6"0"0"0,3 2 0 0 0,-1 1 0 0 0,-6-6 37 0 0,1 0-1 0 0,0 0 1 0 0,0 0-1 0 0,-1-1 1 0 0,1 1 0 0 0,-1 0-1 0 0,1 0 1 0 0,-1 0 0 0 0,0 0-1 0 0,0 0 1 0 0,0 0-1 0 0,0 0 1 0 0,0 0 0 0 0,-1 0-1 0 0,1 0 1 0 0,0 0-1 0 0,-1 0 1 0 0,1-1 0 0 0,-1 1-1 0 0,0 0 1 0 0,0 0 0 0 0,0 0-1 0 0,0-1 1 0 0,0 1-1 0 0,-2 2 1 0 0,-16 32 199 0 0,-2 0 0 0 0,-1-2 0 0 0,-1 0 0 0 0,-3-2 0 0 0,-33 34 0 0 0,-71 72 1481 0 0,6 5 0 0 0,-167 251 1 0 0,275-370-1442 0 0,1 0-1 0 0,2 1 1 0 0,1 1 0 0 0,0 0 0 0 0,-8 33-1 0 0,12-32-33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9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737 1 1896 0 0,'-5'3'14'0'0,"-2"6"365"0"0,-5 11 776 0 0,11-19-1158 0 0,-48 70 2170 0 0,15-20-1548 0 0,15-22-360 0 0,0-1-1 0 0,-2-1 0 0 0,-29 30 0 0 0,44-52-259 0 0,1-1 0 0 0,-1 1 0 0 0,0-1 0 0 0,0 0 0 0 0,0 0 0 0 0,0-1 1 0 0,-1 0-1 0 0,0 0 0 0 0,1 0 0 0 0,-1-1 0 0 0,0 0 0 0 0,0 0 0 0 0,-1-1 0 0 0,-13 1 0 0 0,20-2-3 0 0,-1 0 0 0 0,1 0 0 0 0,-1-1 0 0 0,1 1 0 0 0,-1-1 0 0 0,1 1 0 0 0,0-1 0 0 0,-1 0 0 0 0,1 1 0 0 0,0-1-1 0 0,0 0 1 0 0,-1 0 0 0 0,1 0 0 0 0,0 0 0 0 0,0 0 0 0 0,0 0 0 0 0,0 0 0 0 0,0 0 0 0 0,0 0 0 0 0,1-1 0 0 0,-1 1-1 0 0,0 0 1 0 0,0-1 0 0 0,0-1 0 0 0,-11-36-44 0 0,10 34 40 0 0,-5-38-33 0 0,-6-20-25 0 0,12 60 55 0 0,0-1 0 0 0,0 0 0 0 0,-1 1 0 0 0,0 0 0 0 0,1-1-1 0 0,-1 1 1 0 0,0 0 0 0 0,-1 0 0 0 0,1 0 0 0 0,-1 0 0 0 0,1 0-1 0 0,-1 1 1 0 0,-4-4 0 0 0,5 5 8 0 0,0 0 0 0 0,0 0 0 0 0,1 0-1 0 0,-1 1 1 0 0,0-1 0 0 0,0 1 0 0 0,0 0 0 0 0,1-1 0 0 0,-1 1 0 0 0,0 0-1 0 0,0 0 1 0 0,0 0 0 0 0,0 0 0 0 0,0 1 0 0 0,0-1 0 0 0,1 0-1 0 0,-1 1 1 0 0,0-1 0 0 0,0 1 0 0 0,-2 1 0 0 0,-38 21-17 0 0,22-10 10 0 0,12-9 10 0 0,0 1-1 0 0,0 1 1 0 0,1-1-1 0 0,0 1 1 0 0,-7 8-1 0 0,7-7 5 0 0,0-1 0 0 0,0 1 0 0 0,-1-1-1 0 0,-13 8 1 0 0,16-11 19 0 0,0 0 1 0 0,0 1-1 0 0,0-1 0 0 0,1 1 0 0 0,-1 0 1 0 0,1 1-1 0 0,-5 5 0 0 0,5-5 39 0 0,-22 17 165 0 0,20-17-146 0 0,0-1 0 0 0,0 1-1 0 0,1 1 1 0 0,-7 6 0 0 0,11-10-1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3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58 4512 0 0,'-9'1'-11'0'0,"-3"4"38"0"0,3 3 32 0 0,-2 8 41 0 0,2-2-50 0 0,4-10-42 0 0,-17 32 51 0 0,2-2-54 0 0,19-31-6 0 0,-4 10-15 0 0,2-7-6 0 0,1 0 1 0 0,0 0-1 0 0,0 0 1 0 0,1 0-1 0 0,0 0 1 0 0,0 0-1 0 0,1 1 1 0 0,-1-1-1 0 0,1 0 1 0 0,0 0-1 0 0,1 1 0 0 0,0-1 1 0 0,0 0-1 0 0,0 0 1 0 0,1 0-1 0 0,-1 0 1 0 0,1 0-1 0 0,1 0 1 0 0,3 6-1 0 0,-5-8 11 0 0,2-1 8 0 0,20 3-8 0 0,3-3 11 0 0,-16-4 0 0 0,0 0 0 0 0,0 0 0 0 0,-1-1 0 0 0,1 0 0 0 0,-1-1 0 0 0,1 0 0 0 0,-1 0 0 0 0,16-10 0 0 0,2-3 22 0 0,37-28 1 0 0,-23 15 45 0 0,-32 20-22 0 0,0 1 1 0 0,-1-1-1 0 0,0-1 0 0 0,0 1 1 0 0,-1-1-1 0 0,-1-1 0 0 0,1 1 0 0 0,-1-1 1 0 0,6-18-1 0 0,-11 27-23 0 0,-1 0-1 0 0,1-1 1 0 0,-1 1 0 0 0,1 0 0 0 0,-1-1-1 0 0,0 1 1 0 0,0 0 0 0 0,0-1 0 0 0,0 1-1 0 0,0 0 1 0 0,-1-1 0 0 0,1 1 0 0 0,-1 0-1 0 0,1-1 1 0 0,-1 1 0 0 0,0 0 0 0 0,0 0-1 0 0,0 0 1 0 0,0 0 0 0 0,0 0 0 0 0,-1 0-1 0 0,1 0 1 0 0,-1 0 0 0 0,1 0-1 0 0,-1 0 1 0 0,0 1 0 0 0,1-1 0 0 0,-1 1-1 0 0,0-1 1 0 0,0 1 0 0 0,0 0 0 0 0,-3-2-1 0 0,-5-2 21 0 0,0 0 0 0 0,0 0 0 0 0,-1 1 0 0 0,0 0 0 0 0,-13-3 0 0 0,14 6-19 0 0,-1-1 0 0 0,1 1 0 0 0,-1 1 0 0 0,0 0 0 0 0,0 1 0 0 0,1 0 0 0 0,-1 0 0 0 0,0 1 1 0 0,1 1-1 0 0,0 0 0 0 0,-1 0 0 0 0,1 1 0 0 0,1 0 0 0 0,-1 0 0 0 0,-14 10 0 0 0,11-4-9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0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1044 478 2608 0 0,'0'0'25'0'0,"-9"-17"191"0"0,1 4-198 0 0,0-1-1 0 0,0-1 1 0 0,2 1-1 0 0,0-1 1 0 0,-7-25-1 0 0,-5-11 44 0 0,2 16 134 0 0,-2 1 1 0 0,-1 2 0 0 0,-30-40 0 0 0,38 57-42 0 0,1 1-93 0 0,2 3 412 0 0,0-1 0 0 0,0 1 0 0 0,2-1-1 0 0,-11-25 1 0 0,17 37-441 0 0,0-1-1 0 0,0 1 1 0 0,0-1 0 0 0,-1 1-1 0 0,1-1 1 0 0,0 0-1 0 0,0 1 1 0 0,0-1-1 0 0,0 1 1 0 0,0-1 0 0 0,-1 1-1 0 0,1-1 1 0 0,0 1-1 0 0,0 0 1 0 0,-1-1 0 0 0,1 1-1 0 0,0-1 1 0 0,-1 1-1 0 0,1-1 1 0 0,0 1 0 0 0,-1 0-1 0 0,1-1 1 0 0,-1 1-1 0 0,1 0 1 0 0,-1-1 0 0 0,1 1-1 0 0,-1 0 1 0 0,1 0-1 0 0,-1 0 1 0 0,1-1-1 0 0,-1 1 1 0 0,1 0 0 0 0,-1 0-1 0 0,1 0 1 0 0,-1 0-1 0 0,1 0 1 0 0,-1 0 0 0 0,1 0-1 0 0,-1 0 1 0 0,1 0-1 0 0,-2 0 1 0 0,1 1-1 0 0,0-1 0 0 0,0 1 0 0 0,1 0 0 0 0,-1-1 0 0 0,0 1 0 0 0,0 0 0 0 0,0 0 1 0 0,1 0-1 0 0,-1 0 0 0 0,0 0 0 0 0,1-1 0 0 0,-1 1 0 0 0,1 0 0 0 0,-1 1 0 0 0,0 0 0 0 0,-26 87 342 0 0,-16 45-43 0 0,27-89-201 0 0,-16 79 0 0 0,-5 19-5 0 0,-16 27-3 0 0,29-87-62 0 0,-4-1 0 0 0,-50 105 0 0 0,66-165-52 0 0,-1-2 0 0 0,0 0 0 0 0,-2 0 1 0 0,-29 30-1 0 0,34-40 2 0 0,0 0 0 0 0,-1-1 1 0 0,0 0-1 0 0,-1-1 0 0 0,0 0 1 0 0,0-1-1 0 0,0 0 0 0 0,-1-1 1 0 0,-21 8-1 0 0,28-13-4 0 0,1 0-1 0 0,0-1 1 0 0,-1 1 0 0 0,1-1-1 0 0,-1 0 1 0 0,1-1 0 0 0,-1 1-1 0 0,1-1 1 0 0,0 0-1 0 0,-1 0 1 0 0,1-1 0 0 0,0 1-1 0 0,0-1 1 0 0,0 0 0 0 0,0-1-1 0 0,0 1 1 0 0,-6-5 0 0 0,4 2 4 0 0,0 0 0 0 0,0 0 0 0 0,1-1 1 0 0,-1 0-1 0 0,1-1 0 0 0,1 1 0 0 0,-1-1 1 0 0,1 0-1 0 0,-8-15 0 0 0,7 9 5 0 0,1 0 0 0 0,1-1 0 0 0,0 1-1 0 0,1-1 1 0 0,1 0 0 0 0,0 0 0 0 0,1 1 0 0 0,0-29 0 0 0,3 9 24 0 0,2 0 1 0 0,12-53-1 0 0,-13 70-3 0 0,1 1 0 0 0,1 0 0 0 0,1 0 0 0 0,0 0 1 0 0,1 1-1 0 0,0 0 0 0 0,1 0 0 0 0,1 1 0 0 0,0 0 0 0 0,0 1 0 0 0,2 0 0 0 0,0 0 0 0 0,0 1 1 0 0,1 0-1 0 0,0 1 0 0 0,0 0 0 0 0,1 1 0 0 0,1 1 0 0 0,0 0 0 0 0,21-8 0 0 0,67-33 293 0 0,-71 33-273 0 0,-1 1 1 0 0,35-11-1 0 0,-39 18-39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1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3712 0 0,'0'15'220'0'0,"-2"7"69"0"0,-2 2-41 0 0,-3 12 62 0 0,-5 34 175 0 0,11-53-395 0 0,0-7-64 0 0,1 0-1 0 0,-1-1 1 0 0,-1 1 0 0 0,0-1 0 0 0,0 0-1 0 0,-1 0 1 0 0,-5 13 0 0 0,3-16-26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1104 0 0,'8'-2'4'0'0,"6"0"13"0"0,1 2 9 0 0,8 1 18 0 0,-6 0-17 0 0,-5-1-16 0 0,-9 0-12 0 0,1 0 16 0 0,0 0 0 0 0,0 0 1 0 0,-1 0-1 0 0,1 0 0 0 0,0 0 0 0 0,0 1 0 0 0,-1 0 1 0 0,1 0-1 0 0,0 0 0 0 0,-1 0 0 0 0,5 2 1 0 0,-8-2-16 0 0,13 6 101 0 0,-1 0 0 0 0,0 1 1 0 0,-1 1-1 0 0,20 18 0 0 0,-21-15 70 0 0,-8-10-115 0 0,0 0 0 0 0,0 0-1 0 0,0 1 1 0 0,0-1 0 0 0,-1 1 0 0 0,1 0-1 0 0,-1-1 1 0 0,0 1 0 0 0,1 0 0 0 0,-1 0-1 0 0,0 3 1 0 0,0-1-6 0 0,-1-1-1 0 0,0 1 0 0 0,0-1 0 0 0,-1 1 1 0 0,1 0-1 0 0,-1-1 0 0 0,0 1 0 0 0,0-1 1 0 0,0 1-1 0 0,-1-1 0 0 0,0 0 0 0 0,1 0 1 0 0,-2 1-1 0 0,1-1 0 0 0,0-1 0 0 0,-1 1 1 0 0,-4 5-1 0 0,3-4 71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1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 1800 0 0,'-1'3'0'0'0,"-6"12"0"0"0,1 14 16 0 0,-2 10-8 0 0,1-17 8 0 0,-1 0 0 0 0,1-2 0 0 0,3-2 0 0 0,4-2-16 0 0,-3 0 8 0 0,0-3-8 0 0,-1-4 16 0 0,0 2-16 0 0,0 0 0 0 0,-3 0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32 96 0 0,'4'-1'0'0'0,"-2"-1"0"0"0,0 1 0 0 0,6-2 0 0 0,10-1 0 0 0,75 1 0 0 0,-57-5 0 0 0,-29 6 0 0 0,0 0 0 0 0,-1 0 0 0 0,1 1 0 0 0,0 0 0 0 0,0 0 0 0 0,0 1 0 0 0,0 0 0 0 0,0 0 0 0 0,7 2 0 0 0,28 0 16 0 0,-41-1-10 0 0,-1-1-1 0 0,1 0 1 0 0,0 1-1 0 0,0 0 1 0 0,0-1-1 0 0,-1 1 1 0 0,1-1-1 0 0,0 1 1 0 0,-1 0-1 0 0,1-1 1 0 0,-1 1-1 0 0,1 0 1 0 0,-1 0-1 0 0,1 0 1 0 0,-1-1-1 0 0,1 1 1 0 0,-1 0-1 0 0,0 0 1 0 0,0 0-1 0 0,1 0 1 0 0,-1 0 0 0 0,0 0-1 0 0,0-1 1 0 0,0 1-1 0 0,0 0 1 0 0,0 0-1 0 0,0 1 1 0 0,-3 10 60 0 0,0 0 0 0 0,-1-1 0 0 0,-1 1 0 0 0,0-1 1 0 0,0 0-1 0 0,-1-1 0 0 0,-1 1 0 0 0,1-1 0 0 0,-2 0 1 0 0,1-1-1 0 0,-1 0 0 0 0,-1 0 0 0 0,0 0 0 0 0,0-1 1 0 0,-1-1-1 0 0,-17 12 0 0 0,-1-2 238 0 0,0-2 0 0 0,-2 0 1 0 0,1-2-1 0 0,-2-1 0 0 0,-36 9 0 0 0,54-17-129 0 0,1 0-1 0 0,-1-2 0 0 0,0 1 1 0 0,0-2-1 0 0,0 0 0 0 0,0 0 1 0 0,0-1-1 0 0,0-1 0 0 0,0 0 1 0 0,0-1-1 0 0,0 0 0 0 0,-16-6 1 0 0,28 8-127 0 0,-1-1 0 0 0,1 0-1 0 0,-1 0 1 0 0,1 0 0 0 0,0 0 0 0 0,-1 0 0 0 0,1 0 0 0 0,0 0 0 0 0,0 0 0 0 0,0 0 0 0 0,0-1-1 0 0,0 1 1 0 0,0 0 0 0 0,0-1 0 0 0,0 1 0 0 0,0-1 0 0 0,0-2 0 0 0,0 3-19 0 0,1 1 1 0 0,0-1-1 0 0,0 0 0 0 0,-1 0 1 0 0,1 0-1 0 0,0 1 0 0 0,0-1 1 0 0,0 0-1 0 0,0 0 1 0 0,0 0-1 0 0,0 1 0 0 0,0-1 1 0 0,0 0-1 0 0,1 0 1 0 0,-1 0-1 0 0,0 1 0 0 0,0-1 1 0 0,1 0-1 0 0,-1 0 1 0 0,0 1-1 0 0,1-1 0 0 0,-1 0 1 0 0,1 1-1 0 0,-1-1 1 0 0,1 0-1 0 0,-1 1 0 0 0,1-1 1 0 0,-1 1-1 0 0,1-1 1 0 0,0 1-1 0 0,-1-1 0 0 0,2 0 1 0 0,-1 1-8 0 0,1 0 0 0 0,0-1 0 0 0,-1 1 1 0 0,1 0-1 0 0,-1 0 0 0 0,1 0 0 0 0,-1 0 1 0 0,1 0-1 0 0,-1 1 0 0 0,1-1 0 0 0,-1 0 0 0 0,1 1 1 0 0,-1-1-1 0 0,1 1 0 0 0,-1 0 0 0 0,0-1 1 0 0,1 1-1 0 0,-1 0 0 0 0,0 0 0 0 0,3 2 0 0 0,25 22 139 0 0,-26-22-120 0 0,71 79 381 0 0,-23-23-276 0 0,-22-29-82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3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96 0 0,'2'0'0'0'0,"138"-12"751"0"0,-6 0 67 0 0,-88 11-417 0 0,-22-1 75 0 0,45 4 1 0 0,-62-1-337 0 0,0 0 0 0 0,-1 1 0 0 0,1-1 0 0 0,-1 1 0 0 0,0 0 0 0 0,1 1 0 0 0,-1-1 0 0 0,0 1 1 0 0,0 0-1 0 0,0 1 0 0 0,7 5 0 0 0,-11-7-85 0 0,-1 0 1 0 0,1 0-1 0 0,-1 0 1 0 0,0 0-1 0 0,1 0 1 0 0,-1 0-1 0 0,0 1 1 0 0,0-1 0 0 0,0 0-1 0 0,-1 0 1 0 0,1 1-1 0 0,0-1 1 0 0,-1 1-1 0 0,0-1 1 0 0,1 0-1 0 0,-1 1 1 0 0,0-1-1 0 0,-1 6 1 0 0,-8 46 373 0 0,6-42-356 0 0,-2 5 33 0 0,0-1 0 0 0,-14 28-1 0 0,16-38-86 0 0,-10 23 84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4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 96 0 0,'10'-2'3'0'0,"1"1"8"0"0,-2 3 8 0 0,3 2 15 0 0,0 0-2 0 0,-1-2-16 0 0,211 6 973 0 0,-207-6-859 0 0,-1 0 0 0 0,1 2-1 0 0,-1 0 1 0 0,1 0 0 0 0,-1 1 0 0 0,0 1-1 0 0,-1 0 1 0 0,22 14 0 0 0,-31-17-20 0 0,1 0 0 0 0,-1 0 1 0 0,0 1-1 0 0,0 0 0 0 0,-1-1 1 0 0,1 1-1 0 0,-1 1 0 0 0,0-1 0 0 0,0 0 1 0 0,0 1-1 0 0,0 0 0 0 0,-1-1 1 0 0,3 10-1 0 0,-5-13-93 0 0,0 0-1 0 0,0 0 1 0 0,0 0 0 0 0,0 0-1 0 0,0 0 1 0 0,0 0 0 0 0,-1-1 0 0 0,1 1-1 0 0,0 0 1 0 0,-1 0 0 0 0,1 0 0 0 0,0 0-1 0 0,-1 0 1 0 0,1 0 0 0 0,-1 0-1 0 0,0 0 1 0 0,1-1 0 0 0,-1 1 0 0 0,1 0-1 0 0,-2 1 1 0 0,-16 14 100 0 0,17-15-96 0 0,-13 10 87 0 0,-2 0 0 0 0,1-1-1 0 0,-2 0 1 0 0,1-1 0 0 0,-1-1 0 0 0,0-1-1 0 0,-27 7 1 0 0,-133 25 751 0 0,159-36-765 0 0,-76 6 157 0 0,77-8-222 0 0,-21 0 35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3712 0 0,'0'2'0'0'0,"0"-1"0"0"0,0 2 0 0 0,-1 1 0 0 0,-9 28 14 0 0,-13 62 0 0 0,4-11-1 0 0,16-75-11 0 0,-1 0 0 0 0,0 0 0 0 0,0 0-1 0 0,-6 8 1 0 0,-5 8-36 0 0,14-21 26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0 488 0 0,'2'3'0'0'0,"-1"5"0"0"0,-1-7 0 0 0,0-1 0 0 0,0 1 0 0 0,0 0 0 0 0,0 0 0 0 0,0-1 1 0 0,1 1-1 0 0,-1 0 0 0 0,0 0 0 0 0,0-1 0 0 0,1 1 0 0 0,-1 0 0 0 0,0-1 0 0 0,1 1 0 0 0,-1 0 0 0 0,0-1 0 0 0,1 1 0 0 0,-1 0 1 0 0,1-1-1 0 0,0 1 0 0 0,-1-1 0 0 0,1 1 0 0 0,-1-1 0 0 0,2 1 0 0 0,8 7-1 0 0,21 25-3 0 0,-27-29 1 0 0,20 16 1 0 0,23 14-6 0 0,-20-9 8 0 0,-9 2 0 0 0,-5-4 1 0 0,-12-22 9 0 0,0 0-1 0 0,0 0 0 0 0,0 0 0 0 0,0 1 0 0 0,0-1 0 0 0,0 1 1 0 0,-1-1-1 0 0,1 0 0 0 0,0 1 0 0 0,-1 0 0 0 0,1-1 1 0 0,-1 1-1 0 0,0-1 0 0 0,1 1 0 0 0,-1-1 0 0 0,0 1 0 0 0,0 0 1 0 0,0-1-1 0 0,0 1 0 0 0,0 0 0 0 0,0-1 0 0 0,-1 1 1 0 0,0 2-1 0 0,0-2 10 0 0,-1-1 0 0 0,1 0 1 0 0,-1 1-1 0 0,1-1 0 0 0,-1 0 1 0 0,0 0-1 0 0,0 0 0 0 0,1 0 1 0 0,-1 0-1 0 0,0 0 0 0 0,0-1 1 0 0,-4 2-1 0 0,-8 3 92 0 0,-19 8 203 0 0,0-2 0 0 0,-2-1-1 0 0,1-1 1 0 0,-1-2 0 0 0,-48 3 0 0 0,35-4 742 0 0,-38 2 1199 0 0,81-8-2106 0 0,0 1 0 0 0,-1 0 0 0 0,1 0-1 0 0,0 1 1 0 0,0-1 0 0 0,0 1-1 0 0,0 0 1 0 0,0 0 0 0 0,1 1 0 0 0,-1 0-1 0 0,1 0 1 0 0,-1 0 0 0 0,1 0-1 0 0,-4 5 1 0 0,1-2-90 0 0,0 1 0 0 0,0 0 0 0 0,1 1 0 0 0,0-1 0 0 0,1 1 0 0 0,-9 16 0 0 0,13-20-43 0 0,1-1-1 0 0,-1 1 0 0 0,1 0 0 0 0,-1 0 0 0 0,1 0 0 0 0,1 0 0 0 0,-1 0 0 0 0,0 0 0 0 0,1 0 0 0 0,0 0 1 0 0,0 0-1 0 0,0 0 0 0 0,1 0 0 0 0,-1-1 0 0 0,4 7 0 0 0,-1 1 10 0 0,-3-9-2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5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0 4720 0 0,'0'3'9'0'0,"-8"25"216"0"0,-19 19-33 0 0,16-29-153 0 0,-15 24 23 0 0,-63 74 0 0 0,48-65-67 0 0,35-44-4 0 0,0 0-1 0 0,0-1 1 0 0,-1 0 0 0 0,0 0-1 0 0,-14 8 1 0 0,11-9-15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1 2000 0 0,'10'5'0'0'0,"10"10"0"0"0,29 31 5 0 0,-22-33-21 0 0,-25-13 14 0 0,0 1 1 0 0,0 0 0 0 0,-1-1-1 0 0,1 1 1 0 0,0 0-1 0 0,0 0 1 0 0,0 0 0 0 0,-1 0-1 0 0,1 0 1 0 0,0 1-1 0 0,-1-1 1 0 0,1 0 0 0 0,-1 1-1 0 0,0-1 1 0 0,1 1-1 0 0,-1 0 1 0 0,0-1 0 0 0,0 1-1 0 0,0 0 1 0 0,0-1-1 0 0,0 1 1 0 0,-1 0 0 0 0,1 0-1 0 0,0 0 1 0 0,-1 0-1 0 0,1 0 1 0 0,-1 0 0 0 0,0 0-1 0 0,0 0 1 0 0,0 0-1 0 0,0 3 1 0 0,-2 7 1 0 0,-8 11 0 0 0,6-19 0 0 0,1-3 1 0 0,-2 4 14 0 0,0-1 0 0 0,-1 0 0 0 0,1 0-1 0 0,-1-1 1 0 0,0 1 0 0 0,0-1 0 0 0,0-1-1 0 0,0 1 1 0 0,-1-1 0 0 0,1 0 0 0 0,-11 2 0 0 0,0-2 124 0 0,-1 0 0 0 0,0-1 1 0 0,0-1-1 0 0,0-1 1 0 0,0 0-1 0 0,-25-5 1 0 0,28 3-12 0 0,1 0 0 0 0,-1-1 1 0 0,1 0-1 0 0,0-1 0 0 0,0-1 1 0 0,1 0-1 0 0,-19-12 0 0 0,17 9 352 0 0,10 6-323 0 0,-1-1 0 0 0,1 1-1 0 0,0-1 1 0 0,0 0 0 0 0,-6-6-1 0 0,10 9-128 0 0,0 1-1 0 0,1-1 1 0 0,-1 1-1 0 0,0 0 1 0 0,0-1-1 0 0,1 1 1 0 0,-1 0-1 0 0,0 0 1 0 0,0 0-1 0 0,0-1 1 0 0,1 1 0 0 0,-1 0-1 0 0,0 0 1 0 0,0 0-1 0 0,0 0 1 0 0,1 1-1 0 0,-1-1 1 0 0,0 0-1 0 0,0 0 1 0 0,0 0-1 0 0,1 1 1 0 0,-1-1-1 0 0,0 0 1 0 0,1 0-1 0 0,-1 1 1 0 0,0-1 0 0 0,0 1-1 0 0,1-1 1 0 0,-1 1-1 0 0,1-1 1 0 0,-1 1-1 0 0,0-1 1 0 0,0 2-1 0 0,-20 22 108 0 0,18-21-87 0 0,-11 17 6 0 0,1 1 1 0 0,1 0-1 0 0,1 1 1 0 0,-14 39-1 0 0,12-29-8 0 0,7-17-25 0 0,2 1-1 0 0,0-1 1 0 0,0 1-1 0 0,2-1 1 0 0,-2 17-1 0 0,4-13 11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7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2 392 0 0,'14'-1'0'0'0,"-1"1"-1"0"0,-5 0 0 0 0,-4 1 2 0 0,2 1 7 0 0,13 4 48 0 0,-1 1 16 0 0,132 9 555 0 0,11 0 426 0 0,-155-15-927 0 0,0-1 0 0 0,0 2 0 0 0,0-1 0 0 0,0 1 0 0 0,0 0 0 0 0,0 0 0 0 0,0 0 0 0 0,0 1 0 0 0,-1 0 0 0 0,0 0 0 0 0,1 1 0 0 0,-1-1 0 0 0,0 1 0 0 0,-1 0 1 0 0,1 0-1 0 0,-1 1 0 0 0,1-1 0 0 0,-2 1 0 0 0,6 8 0 0 0,-8-13-103 0 0,-1 1 0 0 0,0 0 0 0 0,0 0 0 0 0,1 0 0 0 0,-1 0 0 0 0,0 0 0 0 0,0-1 1 0 0,0 1-1 0 0,0 0 0 0 0,0 0 0 0 0,0 0 0 0 0,0 0 0 0 0,0 0 0 0 0,0 0 0 0 0,0 0 0 0 0,-1-1 0 0 0,1 1 0 0 0,0 0 0 0 0,0 0 1 0 0,-1 0-1 0 0,1 0 0 0 0,-1-1 0 0 0,1 1 0 0 0,-1 0 0 0 0,1 0 0 0 0,-1-1 0 0 0,1 1 0 0 0,-1 0 0 0 0,0-1 0 0 0,1 1 1 0 0,-1-1-1 0 0,0 1 0 0 0,0-1 0 0 0,1 1 0 0 0,-1-1 0 0 0,0 1 0 0 0,0-1 0 0 0,-1 1 0 0 0,-36 12 202 0 0,35-12-170 0 0,-189 39 530 0 0,4-1 307 0 0,149-29-559 0 0,18-6-75 0 0,0 1 0 0 0,1 0 1 0 0,-1 2-1 0 0,1 1 0 0 0,1 0 0 0 0,-1 2 0 0 0,-31 20 1 0 0,34-17-163 0 0,11-10-51 0 0,1 1-1 0 0,-1 1 1 0 0,1-1-1 0 0,0 1 1 0 0,0 0-1 0 0,-8 10 1 0 0,12-13-13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8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3000 0 0,'4'-3'0'0'0,"16"1"56"0"0,18 3 82 0 0,-18 0-84 0 0,4-1 8 0 0,-1 2 1 0 0,1 0-1 0 0,-1 1 1 0 0,0 2-1 0 0,0 0 1 0 0,23 10-1 0 0,-25-6-5 0 0,-1 1 0 0 0,0 1-1 0 0,-1 1 1 0 0,0 1 0 0 0,21 19-1 0 0,-22-15 170 0 0,-2 0 0 0 0,24 34 0 0 0,-38-49-177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2504 0 0,'8'0'0'0'0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9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1078 186 1400 0 0,'-7'-8'-12'0'0,"0"5"35"0"0,0 8 81 0 0,7-4-100 0 0,0-1-1 0 0,0 0 1 0 0,-1 0 0 0 0,1 1 0 0 0,0-1-1 0 0,0 0 1 0 0,0 0 0 0 0,0 0 0 0 0,0 0-1 0 0,0 1 1 0 0,-1-1 0 0 0,1 0-1 0 0,0 0 1 0 0,0 0 0 0 0,0 0 0 0 0,-1 1-1 0 0,1-1 1 0 0,0 0 0 0 0,0 0 0 0 0,0 0-1 0 0,-1 0 1 0 0,1 0 0 0 0,0 0 0 0 0,0 0-1 0 0,0 0 1 0 0,-1 0 0 0 0,1 0-1 0 0,0 0 1 0 0,0 0 0 0 0,-1 0 0 0 0,1 0-1 0 0,0 0 1 0 0,0 0 0 0 0,-1 0 0 0 0,1 0-1 0 0,-5-4 46 0 0,-1 0-1 0 0,1 0 1 0 0,1 0-1 0 0,-1-1 1 0 0,1 1-1 0 0,0-1 1 0 0,0-1-1 0 0,-5-6 1 0 0,-24-48 430 0 0,24 40-325 0 0,7 17-69 0 0,1-1 0 0 0,-1 0 0 0 0,0 1 0 0 0,1-1 0 0 0,-1 1 0 0 0,-1-1 0 0 0,1 1 0 0 0,-1 0 0 0 0,1 0 0 0 0,-1 0 0 0 0,0 0 0 0 0,0 1 0 0 0,0-1 0 0 0,0 1 0 0 0,0 0 0 0 0,-1 0 0 0 0,-4-2 0 0 0,7 3-68 0 0,1 1-1 0 0,-1 0 0 0 0,0 0 1 0 0,0 0-1 0 0,0 0 1 0 0,0 0-1 0 0,0 1 0 0 0,1-1 1 0 0,-1 0-1 0 0,0 0 1 0 0,0 0-1 0 0,0 1 0 0 0,1-1 1 0 0,-1 0-1 0 0,0 1 1 0 0,0-1-1 0 0,1 1 0 0 0,-1-1 1 0 0,0 1-1 0 0,1-1 1 0 0,-1 1-1 0 0,1 0 0 0 0,-1-1 1 0 0,1 1-1 0 0,-1 0 1 0 0,1-1-1 0 0,-1 1 0 0 0,1 0 1 0 0,-1-1-1 0 0,1 1 1 0 0,0 0-1 0 0,-1 1 0 0 0,-13 30 111 0 0,13-28-108 0 0,-14 42 180 0 0,3 0 0 0 0,1 1 0 0 0,-6 62 0 0 0,11-57 115 0 0,-3-1-1 0 0,-23 75 1 0 0,27-110-258 0 0,-95 245 1301 0 0,85-231-1149 0 0,0 0-1 0 0,-2-1 0 0 0,-1-1 1 0 0,-42 49-1 0 0,46-62-141 0 0,-1 0 0 0 0,0-1 0 0 0,-2 0 1 0 0,1-1-1 0 0,-2-1 0 0 0,1-1 0 0 0,-2 0 0 0 0,-38 16 0 0 0,42-22-47 0 0,0 1 0 0 0,0-2 0 0 0,-1 0 0 0 0,1-1 0 0 0,-1 0 0 0 0,0-2 0 0 0,-17 1-1 0 0,25-2-1 0 0,0-1 0 0 0,0 0 0 0 0,0-1 0 0 0,0 0 0 0 0,0 0 0 0 0,0 0 0 0 0,1-1 0 0 0,-1 0 0 0 0,1-1 0 0 0,-1 0 0 0 0,1 0 0 0 0,1 0 0 0 0,-1-1 0 0 0,0 0 0 0 0,-9-10 0 0 0,6 5 33 0 0,0 0-1 0 0,1-1 0 0 0,0 0 1 0 0,1 0-1 0 0,0-1 1 0 0,-6-15-1 0 0,11 21-22 0 0,0-1 0 0 0,1 0 0 0 0,0 0 0 0 0,0-1 0 0 0,0 1 0 0 0,1 0 0 0 0,1 0 0 0 0,-1-1 0 0 0,1 1 0 0 0,0-1 0 0 0,1 1 0 0 0,-1 0 0 0 0,4-12 0 0 0,-2 10-2 0 0,0 0 0 0 0,1 1 0 0 0,0-1 0 0 0,0 0 1 0 0,1 1-1 0 0,0 0 0 0 0,1 0 0 0 0,0 0 0 0 0,0 1 0 0 0,0-1 0 0 0,1 1 0 0 0,0 0 0 0 0,1 1 0 0 0,-1 0 1 0 0,1 0-1 0 0,0 0 0 0 0,1 1 0 0 0,-1 0 0 0 0,1 0 0 0 0,0 1 0 0 0,1 0 0 0 0,13-5 0 0 0,0 2-7 0 0,0 1 0 0 0,27-4 0 0 0,-16 4-10 0 0,-13 2-8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9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0 2000 0 0,'-1'11'117'0'0,"-1"6"102"0"0,-2 0 20 0 0,-2 7 85 0 0,-1 5-138 0 0,0 5-6 0 0,6-20-96 0 0,-2-1 1 0 0,1 0-1 0 0,-2-1 1 0 0,0 1-1 0 0,0 0 0 0 0,-12 21 1 0 0,3-12 1 0 0,-9 13 145 0 0,-21 51 0 0 0,9 15 278 0 0,33-99-406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4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2704 0 0,'0'0'0'0'0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0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1 600 0 0,'-4'2'0'0'0,"0"2"13"0"0,-35 28 931 0 0,32-26-752 0 0,1 0 1 0 0,0 0 0 0 0,0 1 0 0 0,1-1 0 0 0,0 1 0 0 0,0 0 0 0 0,-5 11 0 0 0,10-18-186 0 0,0 1 0 0 0,0-1-1 0 0,-1 1 1 0 0,1-1 0 0 0,0 1 0 0 0,0-1 0 0 0,0 1-1 0 0,0 0 1 0 0,0-1 0 0 0,0 1 0 0 0,0-1 0 0 0,0 1 0 0 0,0-1-1 0 0,0 1 1 0 0,1 0 0 0 0,-1-1 0 0 0,0 1 0 0 0,0-1-1 0 0,0 1 1 0 0,1-1 0 0 0,-1 1 0 0 0,0-1 0 0 0,0 1-1 0 0,1-1 1 0 0,-1 1 0 0 0,1-1 0 0 0,-1 0 0 0 0,0 1 0 0 0,1-1-1 0 0,-1 0 1 0 0,1 1 0 0 0,-1-1 0 0 0,1 0 0 0 0,-1 1-1 0 0,1-1 1 0 0,-1 0 0 0 0,1 0 0 0 0,0 1 0 0 0,28 5 90 0 0,-5-6-71 0 0,0-1 0 0 0,0 0 0 0 0,0-2 0 0 0,26-7 0 0 0,-20 2 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0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1200 0 0,'2'7'13'0'0,"2"-2"43"0"0,-1-1 5 0 0,-2 7 35 0 0,-9 10-23 0 0,-4 3-53 0 0,-9 12-12 0 0,8-11-7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3 392 0 0,'1'-2'0'0'0,"0"2"0"0"0,0 0 0 0 0,2 2 0 0 0,-2-1 1 0 0,0 0 0 0 0,0-1 0 0 0,0 1 0 0 0,0-1 0 0 0,1 1 0 0 0,-1-1 0 0 0,0 1 0 0 0,0-1 0 0 0,1 0 0 0 0,-1 1 0 0 0,0-1 0 0 0,1 0 0 0 0,-1 0 0 0 0,0 0 0 0 0,0 0 0 0 0,1 0 0 0 0,-1 0 0 0 0,0-1 0 0 0,1 1 0 0 0,-1 0 0 0 0,0-1 0 0 0,0 1 0 0 0,0-1 0 0 0,3 0 0 0 0,5-2 6 0 0,0 2 9 0 0,-1 1 0 0 0,1 1 0 0 0,0-1 0 0 0,-1 1 0 0 0,14 4 0 0 0,25 2 78 0 0,-41-7-36 0 0,-1 0 1 0 0,1 1-1 0 0,0-1 1 0 0,-1 1-1 0 0,1 0 1 0 0,-1 1-1 0 0,0-1 1 0 0,1 1 0 0 0,-1 0-1 0 0,0 0 1 0 0,0 1-1 0 0,0 0 1 0 0,4 3-1 0 0,-8-6 14 0 0,0 1-1 0 0,0 0 1 0 0,0-1-1 0 0,-1 1 1 0 0,1 0-1 0 0,0 0 1 0 0,0 0-1 0 0,-1 0 1 0 0,1-1-1 0 0,-1 1 1 0 0,1 0-1 0 0,-1 0 1 0 0,1 0-1 0 0,-1 0 0 0 0,1 0 1 0 0,-1 0-1 0 0,0 1 1 0 0,0-1-1 0 0,1 0 1 0 0,-1 0-1 0 0,0 0 1 0 0,0 0-1 0 0,0 0 1 0 0,0 0-1 0 0,0 0 1 0 0,-1 0-1 0 0,1 0 1 0 0,0 0-1 0 0,0 1 1 0 0,-1-1-1 0 0,1 0 1 0 0,-1 0-1 0 0,1 0 1 0 0,-1 0-1 0 0,1-1 1 0 0,-1 1-1 0 0,0 2 1 0 0,-4 0 105 0 0,1 1 0 0 0,0 0 0 0 0,-1-1 0 0 0,0 0 0 0 0,0 0 1 0 0,-6 2-1 0 0,-2 3 49 0 0,-31 11 627 0 0,33-14-466 0 0,8-5-179 0 0,0 1 1 0 0,0-1-1 0 0,1 1 1 0 0,-1-1-1 0 0,0 0 1 0 0,0 0-1 0 0,0 0 1 0 0,-4-1-1 0 0,-5 0 2594 0 0,12 28-2360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2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183 105 6632 0 0,'0'-3'17'0'0,"-1"0"358"0"0,5 2 642 0 0,23 0-1021 0 0,19-4 18 0 0,1-2 1 0 0,-1-3-1 0 0,77-25 0 0 0,-103 30 113 0 0,1 1-1 0 0,36-1 0 0 0,-13 0 71 0 0,5-1 32 0 0,-11 0 159 0 0,52-1-1 0 0,-69 7-265 0 0,-14-1-61 0 0,-1 1 1 0 0,1 0-1 0 0,0 0 0 0 0,0 1 1 0 0,-1 0-1 0 0,1 0 0 0 0,0 0 1 0 0,-1 1-1 0 0,1 0 0 0 0,-1 0 0 0 0,1 1 1 0 0,-1 0-1 0 0,9 6 0 0 0,-12-7-30 0 0,-1 0-1 0 0,1 0 0 0 0,-1 1 1 0 0,0 0-1 0 0,0-1 0 0 0,0 1 1 0 0,0 0-1 0 0,-1 0 1 0 0,1 0-1 0 0,-1 0 0 0 0,1 0 1 0 0,-1 0-1 0 0,0 0 0 0 0,0 1 1 0 0,-1-1-1 0 0,1 0 0 0 0,-1 1 1 0 0,0-1-1 0 0,0 7 0 0 0,1-5 7 0 0,-1 0 0 0 0,-1 1-1 0 0,1-1 1 0 0,-1 1-1 0 0,0-1 1 0 0,0 0-1 0 0,0 0 1 0 0,-1 1 0 0 0,0-1-1 0 0,0 0 1 0 0,0 0-1 0 0,-4 5 1 0 0,-5 3 41 0 0,-1-1-1 0 0,0 0 1 0 0,0 0-1 0 0,-1-1 1 0 0,-1-1 0 0 0,1-1-1 0 0,-2 0 1 0 0,1 0-1 0 0,-1-2 1 0 0,-1 1 0 0 0,1-2-1 0 0,-1 0 1 0 0,0-1 0 0 0,-26 4-1 0 0,-1-2 53 0 0,-1-1 0 0 0,0-3 0 0 0,0-1 1 0 0,-61-6-1 0 0,80 3-25 0 0,0-2 1 0 0,0 0 0 0 0,1-2 0 0 0,-30-9 0 0 0,49 12-86 0 0,0-1 0 0 0,0 0 0 0 0,0 0 0 0 0,1 0 1 0 0,-1-1-1 0 0,1 0 0 0 0,0 0 0 0 0,0 0 0 0 0,0 0 0 0 0,0 0 0 0 0,1-1 1 0 0,0 0-1 0 0,0 1 0 0 0,0-1 0 0 0,0 0 0 0 0,1-1 0 0 0,0 1 0 0 0,0 0 0 0 0,-2-11 1 0 0,2 9-16 0 0,4-2 0 0 0,17-38-47 0 0,-12 33 3 0 0,-9 11 26 0 0,-5 6-13 0 0,-22 13-50 0 0,-28 27-30 0 0,43-26 106 0 0,1 1 0 0 0,0 0 0 0 0,1 0 0 0 0,1 1 0 0 0,1 1 0 0 0,-16 40 0 0 0,16-35 0 0 0,7-15 0 0 0,2 1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3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528 273 96 0 0,'5'-9'90'0'0,"5"4"251"0"0,5-2 27 0 0,-9 0-204 0 0,2 0 0 0 0,0 0 0 0 0,-1-1 0 0 0,1 0-1 0 0,-2 0 1 0 0,1-1 0 0 0,-1 0 0 0 0,-1 0 0 0 0,0 0-1 0 0,8-18 1 0 0,-6 6-117 0 0,-5-5-31 0 0,-1 11-15 0 0,-1 12-5 0 0,1 0 0 0 0,-1 1 0 0 0,1-1 0 0 0,-1 0 0 0 0,0 0 0 0 0,0 0 0 0 0,0 0 0 0 0,-1 1 0 0 0,1-1 0 0 0,-1 0-1 0 0,1 0 1 0 0,-1 1 0 0 0,0-1 0 0 0,0 0 0 0 0,0 1 0 0 0,0-1 0 0 0,-1 1 0 0 0,1-1 0 0 0,-1 1 0 0 0,1 0 0 0 0,-1 0 0 0 0,0-1 0 0 0,-2-1 0 0 0,-10-4-9 0 0,-10 2 10 0 0,14 5 21 0 0,1 0-1 0 0,0 0 1 0 0,-1 1-1 0 0,1 1 1 0 0,-1 0 0 0 0,1 0-1 0 0,-16 4 1 0 0,-56 23 496 0 0,69-23-393 0 0,-3 1 92 0 0,0 1 0 0 0,-19 13 0 0 0,27-16-171 0 0,4-3-14 0 0,1 1 0 0 0,-1-1 0 0 0,1 1 0 0 0,-1-1 0 0 0,1 1 1 0 0,0 0-1 0 0,0 0 0 0 0,0 0 0 0 0,0 0 0 0 0,-3 4 0 0 0,0 0 35 0 0,3-4-33 0 0,0-1-1 0 0,0 1 1 0 0,0 0-1 0 0,1-1 1 0 0,-1 1-1 0 0,0 0 1 0 0,1 0-1 0 0,-1 0 1 0 0,1 1-1 0 0,-1 1 0 0 0,-12 21 290 0 0,-16 15 113 0 0,6-10-117 0 0,1 0 1 0 0,2 1 0 0 0,1 1-1 0 0,1 1 1 0 0,1 0-1 0 0,-21 62 1 0 0,24-40 188 0 0,3 1-1 0 0,2 0 1 0 0,-2 60 0 0 0,0-53 47 0 0,8-49-303 0 0,1 0 0 0 0,0 0 0 0 0,0 22-1 0 0,3-26-117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4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2608 0 0,'0'-2'896'0'0,"33"-23"975"0"0,-25 21-1871 0 0,1 0 1 0 0,0 1-1 0 0,0 0 1 0 0,1 0-1 0 0,-1 1 1 0 0,0 1-1 0 0,12-1 1 0 0,-6 0-13 0 0,25-5-302 0 0,1 1 1 0 0,-1 3 0 0 0,1 1 0 0 0,71 7 0 0 0,-40 14 81 0 0,-15-3 135 0 0,-52-16 92 0 0,-4 0 4 0 0,1 1 0 0 0,-1-1-1 0 0,0 0 1 0 0,0 1-1 0 0,1-1 1 0 0,-1 1 0 0 0,0 0-1 0 0,0-1 1 0 0,0 1 0 0 0,0 0-1 0 0,0 0 1 0 0,0-1-1 0 0,0 1 1 0 0,0 0 0 0 0,0 0-1 0 0,0 0 1 0 0,0 0 0 0 0,-1 0-1 0 0,2 2 1 0 0,-1-2 6 0 0,0-1 1 0 0,-1 1 0 0 0,1 0-1 0 0,0 0 1 0 0,0 0-1 0 0,-1 0 1 0 0,1 0 0 0 0,-1 0-1 0 0,1 0 1 0 0,-1 0-1 0 0,1 0 1 0 0,-1 0 0 0 0,1 0-1 0 0,-1 0 1 0 0,0 0-1 0 0,0 1 1 0 0,0-1 0 0 0,1 0-1 0 0,-1 0 1 0 0,0 0-1 0 0,0 0 1 0 0,-1 1-1 0 0,1 0 1 0 0,-1 0 12 0 0,0 0 1 0 0,0 0-1 0 0,0 0 0 0 0,0 0 0 0 0,0 0 1 0 0,0 0-1 0 0,-1-1 0 0 0,1 1 1 0 0,0 0-1 0 0,-1-1 0 0 0,-3 3 0 0 0,-5 3 84 0 0,-1 0 0 0 0,1-1 0 0 0,-19 8 0 0 0,22-10-70 0 0,-21 9 344 0 0,-1-1-1 0 0,0-1 1 0 0,-1-2-1 0 0,-45 9 0 0 0,-64 18 2444 0 0,137-35-2780 0 0,-1 0 1 0 0,1 0-1 0 0,-1 0 0 0 0,0 1 1 0 0,1-1-1 0 0,0 1 0 0 0,-1-1 0 0 0,1 1 1 0 0,0 0-1 0 0,0 0 0 0 0,0 0 1 0 0,0 0-1 0 0,0 0 0 0 0,1 0 1 0 0,-1 1-1 0 0,0-1 0 0 0,1 1 0 0 0,0-1 1 0 0,0 1-1 0 0,0-1 0 0 0,0 1 1 0 0,0 0-1 0 0,0 0 0 0 0,0-1 1 0 0,1 1-1 0 0,0 0 0 0 0,-1 5 0 0 0,1-2-33 0 0,-1 1-1 0 0,1 0 0 0 0,0-1 1 0 0,1 1-1 0 0,0-1 0 0 0,0 1 1 0 0,0-1-1 0 0,1 1 0 0 0,0-1 0 0 0,4 11 1 0 0,29 30 2 0 0,-27-36-8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5224 0 0,'0'-1'41'0'0,"0"1"-29"0"0,0 0-4 0 0,0 3 27 0 0,0-2 0 0 0,-2 27 195 0 0,-5 37 1 0 0,3-45-156 0 0,2 0 0 0 0,0 1 0 0 0,2-1 0 0 0,1 22-1 0 0,-1-36-59 0 0,0 0 0 0 0,-1-1 0 0 0,0 1 0 0 0,0 0 0 0 0,0 0 0 0 0,-1 0-1 0 0,-2 8 1 0 0,-4 16 629 0 0,9-43-637 0 0,1 0 0 0 0,-1 0 0 0 0,2 0 0 0 0,0 0-1 0 0,1 1 1 0 0,0 0 0 0 0,1-1 0 0 0,0 1 0 0 0,0 1 0 0 0,2-1-1 0 0,-1 1 1 0 0,2 0 0 0 0,-1 1 0 0 0,1 0 0 0 0,1 0 0 0 0,0 0 0 0 0,0 1-1 0 0,1 1 1 0 0,0-1 0 0 0,1 2 0 0 0,20-12 0 0 0,-24 15-47 0 0,0 1 1 0 0,1 0-1 0 0,-1 1 1 0 0,1 0-1 0 0,0 0 1 0 0,-1 1-1 0 0,1 0 1 0 0,0 0-1 0 0,16 1 1 0 0,-21 0 27 0 0,1 1 0 0 0,-1 0 0 0 0,1-1 1 0 0,-1 2-1 0 0,1-1 0 0 0,-1 0 0 0 0,0 1 1 0 0,0 0-1 0 0,0-1 0 0 0,0 1 0 0 0,0 0 1 0 0,0 1-1 0 0,0-1 0 0 0,-1 0 0 0 0,1 1 1 0 0,-1 0-1 0 0,0-1 0 0 0,1 1 0 0 0,-1 0 1 0 0,-1 0-1 0 0,1 0 0 0 0,0 0 0 0 0,1 6 0 0 0,0 0 33 0 0,0 0-1 0 0,-1 0 1 0 0,0 0-1 0 0,-1 0 1 0 0,0 0-1 0 0,0 1 1 0 0,-1-1-1 0 0,0 0 0 0 0,-1 0 1 0 0,0 1-1 0 0,0-1 1 0 0,-1 0-1 0 0,-3 10 1 0 0,1 4 122 0 0,1-12-71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4416 0 0,'0'7'0'0'0,"1"11"32"0"0,3 1 56 0 0,-1 20-40 0 0,-6-17 0 0 0,-1 1-8 0 0,0-4 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5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1800 0 0,'2'-14'18'0'0,"5"-3"0"0"0,5 3-5 0 0,12-2 10 0 0,-2 1 16 0 0,-1 1 8 0 0,0 2 0 0 0,0 0 0 0 0,1 1 0 0 0,1 1 0 0 0,0 1 0 0 0,33-9 0 0 0,-48 16 21 0 0,0 0 1 0 0,0 1-1 0 0,1 0 1 0 0,-1 0-1 0 0,0 0 1 0 0,0 1-1 0 0,0 1 0 0 0,1-1 1 0 0,-1 1-1 0 0,0 1 1 0 0,0-1-1 0 0,0 1 1 0 0,0 1-1 0 0,12 5 1 0 0,-18-7-32 0 0,1 1 1 0 0,-1 0-1 0 0,0-1 1 0 0,0 1-1 0 0,0 0 1 0 0,0 0-1 0 0,0 1 1 0 0,0-1-1 0 0,0 0 1 0 0,-1 1-1 0 0,1-1 1 0 0,-1 1 0 0 0,1-1-1 0 0,-1 1 1 0 0,1 4-1 0 0,9 45 382 0 0,-8-35-248 0 0,-1-2 9 0 0,-2 0 0 0 0,0-1-1 0 0,-1 1 1 0 0,0 0 0 0 0,-1-1 0 0 0,0 0-1 0 0,-1 1 1 0 0,-1-1 0 0 0,-10 25-1 0 0,-8-3 368 0 0,15-26-356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3616 0 0,'7'-5'50'0'0,"-3"3"-30"0"0,3 0 5 0 0,10-6 120 0 0,4-7 35 0 0,1 1 0 0 0,34-17 0 0 0,2-1-109 0 0,-52 29-61 0 0,-1-1 1 0 0,1 1 0 0 0,0 0-1 0 0,0 0 1 0 0,0 1 0 0 0,0-1-1 0 0,1 1 1 0 0,-1 1 0 0 0,1-1-1 0 0,-1 1 1 0 0,1 0 0 0 0,-1 1-1 0 0,1 0 1 0 0,0 0 0 0 0,-1 0-1 0 0,1 1 1 0 0,-1 0 0 0 0,1 0-1 0 0,-1 0 1 0 0,1 1 0 0 0,-1 0-1 0 0,11 5 1 0 0,-11-3 8 0 0,0 1 0 0 0,-1 0 0 0 0,1-1 0 0 0,-1 2 0 0 0,0-1 0 0 0,-1 1 0 0 0,1-1 0 0 0,-1 1 0 0 0,0 0 0 0 0,-1 1 0 0 0,1-1 0 0 0,-1 1 0 0 0,-1 0 0 0 0,1-1 0 0 0,2 14 0 0 0,-4-8-11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10:24:5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1896 0 0,'0'2'0'0'0,"0"5"24"0"0,2-7 8 0 0,-2 9 32 0 0,0 11 24 0 0,0 7 0 0 0,0 2 16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customXml" Target="../ink/ink10.xml"/><Relationship Id="rId42" Type="http://schemas.openxmlformats.org/officeDocument/2006/relationships/image" Target="../media/image23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6.png"/><Relationship Id="rId16" Type="http://schemas.openxmlformats.org/officeDocument/2006/relationships/image" Target="../media/image10.png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1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56" Type="http://schemas.openxmlformats.org/officeDocument/2006/relationships/image" Target="../media/image30.png"/><Relationship Id="rId64" Type="http://schemas.openxmlformats.org/officeDocument/2006/relationships/image" Target="../media/image34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72" Type="http://schemas.openxmlformats.org/officeDocument/2006/relationships/image" Target="../media/image38.png"/><Relationship Id="rId80" Type="http://schemas.openxmlformats.org/officeDocument/2006/relationships/image" Target="../media/image42.png"/><Relationship Id="rId3" Type="http://schemas.openxmlformats.org/officeDocument/2006/relationships/customXml" Target="../ink/ink1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62" Type="http://schemas.openxmlformats.org/officeDocument/2006/relationships/image" Target="../media/image33.png"/><Relationship Id="rId70" Type="http://schemas.openxmlformats.org/officeDocument/2006/relationships/image" Target="../media/image37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7.png"/><Relationship Id="rId31" Type="http://schemas.openxmlformats.org/officeDocument/2006/relationships/customXml" Target="../ink/ink15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60" Type="http://schemas.openxmlformats.org/officeDocument/2006/relationships/image" Target="../media/image32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1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9" Type="http://schemas.openxmlformats.org/officeDocument/2006/relationships/customXml" Target="../ink/ink19.xml"/><Relationship Id="rId34" Type="http://schemas.openxmlformats.org/officeDocument/2006/relationships/image" Target="../media/image19.png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76" Type="http://schemas.openxmlformats.org/officeDocument/2006/relationships/image" Target="../media/image40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image" Target="../media/image3.png"/><Relationship Id="rId29" Type="http://schemas.openxmlformats.org/officeDocument/2006/relationships/customXml" Target="../ink/ink1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5.xml"/><Relationship Id="rId18" Type="http://schemas.openxmlformats.org/officeDocument/2006/relationships/image" Target="../media/image49.png"/><Relationship Id="rId26" Type="http://schemas.openxmlformats.org/officeDocument/2006/relationships/image" Target="../media/image53.png"/><Relationship Id="rId39" Type="http://schemas.openxmlformats.org/officeDocument/2006/relationships/customXml" Target="../ink/ink58.xml"/><Relationship Id="rId21" Type="http://schemas.openxmlformats.org/officeDocument/2006/relationships/customXml" Target="../ink/ink49.xml"/><Relationship Id="rId34" Type="http://schemas.openxmlformats.org/officeDocument/2006/relationships/image" Target="../media/image57.png"/><Relationship Id="rId42" Type="http://schemas.openxmlformats.org/officeDocument/2006/relationships/image" Target="../media/image61.png"/><Relationship Id="rId47" Type="http://schemas.openxmlformats.org/officeDocument/2006/relationships/customXml" Target="../ink/ink62.xml"/><Relationship Id="rId50" Type="http://schemas.openxmlformats.org/officeDocument/2006/relationships/image" Target="../media/image65.png"/><Relationship Id="rId55" Type="http://schemas.openxmlformats.org/officeDocument/2006/relationships/customXml" Target="../ink/ink66.xml"/><Relationship Id="rId63" Type="http://schemas.openxmlformats.org/officeDocument/2006/relationships/customXml" Target="../ink/ink70.xml"/><Relationship Id="rId7" Type="http://schemas.openxmlformats.org/officeDocument/2006/relationships/customXml" Target="../ink/ink42.xml"/><Relationship Id="rId2" Type="http://schemas.openxmlformats.org/officeDocument/2006/relationships/image" Target="../media/image3.png"/><Relationship Id="rId16" Type="http://schemas.openxmlformats.org/officeDocument/2006/relationships/image" Target="../media/image48.png"/><Relationship Id="rId29" Type="http://schemas.openxmlformats.org/officeDocument/2006/relationships/customXml" Target="../ink/ink53.xml"/><Relationship Id="rId11" Type="http://schemas.openxmlformats.org/officeDocument/2006/relationships/customXml" Target="../ink/ink44.xml"/><Relationship Id="rId24" Type="http://schemas.openxmlformats.org/officeDocument/2006/relationships/image" Target="../media/image52.png"/><Relationship Id="rId32" Type="http://schemas.openxmlformats.org/officeDocument/2006/relationships/image" Target="../media/image56.png"/><Relationship Id="rId37" Type="http://schemas.openxmlformats.org/officeDocument/2006/relationships/customXml" Target="../ink/ink57.xml"/><Relationship Id="rId40" Type="http://schemas.openxmlformats.org/officeDocument/2006/relationships/image" Target="../media/image60.png"/><Relationship Id="rId45" Type="http://schemas.openxmlformats.org/officeDocument/2006/relationships/customXml" Target="../ink/ink61.xml"/><Relationship Id="rId53" Type="http://schemas.openxmlformats.org/officeDocument/2006/relationships/customXml" Target="../ink/ink65.xml"/><Relationship Id="rId58" Type="http://schemas.openxmlformats.org/officeDocument/2006/relationships/image" Target="../media/image69.png"/><Relationship Id="rId5" Type="http://schemas.openxmlformats.org/officeDocument/2006/relationships/customXml" Target="../ink/ink41.xml"/><Relationship Id="rId61" Type="http://schemas.openxmlformats.org/officeDocument/2006/relationships/customXml" Target="../ink/ink69.xml"/><Relationship Id="rId19" Type="http://schemas.openxmlformats.org/officeDocument/2006/relationships/customXml" Target="../ink/ink48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Relationship Id="rId27" Type="http://schemas.openxmlformats.org/officeDocument/2006/relationships/customXml" Target="../ink/ink52.xml"/><Relationship Id="rId30" Type="http://schemas.openxmlformats.org/officeDocument/2006/relationships/image" Target="../media/image55.png"/><Relationship Id="rId35" Type="http://schemas.openxmlformats.org/officeDocument/2006/relationships/customXml" Target="../ink/ink56.xml"/><Relationship Id="rId43" Type="http://schemas.openxmlformats.org/officeDocument/2006/relationships/customXml" Target="../ink/ink60.xml"/><Relationship Id="rId48" Type="http://schemas.openxmlformats.org/officeDocument/2006/relationships/image" Target="../media/image64.png"/><Relationship Id="rId56" Type="http://schemas.openxmlformats.org/officeDocument/2006/relationships/image" Target="../media/image68.png"/><Relationship Id="rId64" Type="http://schemas.openxmlformats.org/officeDocument/2006/relationships/image" Target="../media/image72.png"/><Relationship Id="rId8" Type="http://schemas.openxmlformats.org/officeDocument/2006/relationships/image" Target="../media/image44.png"/><Relationship Id="rId51" Type="http://schemas.openxmlformats.org/officeDocument/2006/relationships/customXml" Target="../ink/ink64.xml"/><Relationship Id="rId3" Type="http://schemas.openxmlformats.org/officeDocument/2006/relationships/customXml" Target="../ink/ink40.xml"/><Relationship Id="rId12" Type="http://schemas.openxmlformats.org/officeDocument/2006/relationships/image" Target="../media/image46.png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59.png"/><Relationship Id="rId46" Type="http://schemas.openxmlformats.org/officeDocument/2006/relationships/image" Target="../media/image63.png"/><Relationship Id="rId59" Type="http://schemas.openxmlformats.org/officeDocument/2006/relationships/customXml" Target="../ink/ink68.xml"/><Relationship Id="rId20" Type="http://schemas.openxmlformats.org/officeDocument/2006/relationships/image" Target="../media/image50.png"/><Relationship Id="rId41" Type="http://schemas.openxmlformats.org/officeDocument/2006/relationships/customXml" Target="../ink/ink59.xml"/><Relationship Id="rId54" Type="http://schemas.openxmlformats.org/officeDocument/2006/relationships/image" Target="../media/image67.png"/><Relationship Id="rId6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54.png"/><Relationship Id="rId36" Type="http://schemas.openxmlformats.org/officeDocument/2006/relationships/image" Target="../media/image58.png"/><Relationship Id="rId49" Type="http://schemas.openxmlformats.org/officeDocument/2006/relationships/customXml" Target="../ink/ink63.xml"/><Relationship Id="rId57" Type="http://schemas.openxmlformats.org/officeDocument/2006/relationships/customXml" Target="../ink/ink67.xml"/><Relationship Id="rId10" Type="http://schemas.openxmlformats.org/officeDocument/2006/relationships/image" Target="../media/image45.png"/><Relationship Id="rId31" Type="http://schemas.openxmlformats.org/officeDocument/2006/relationships/customXml" Target="../ink/ink54.xml"/><Relationship Id="rId44" Type="http://schemas.openxmlformats.org/officeDocument/2006/relationships/image" Target="../media/image62.png"/><Relationship Id="rId52" Type="http://schemas.openxmlformats.org/officeDocument/2006/relationships/image" Target="../media/image66.png"/><Relationship Id="rId60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customXml" Target="../ink/ink4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6.xml"/><Relationship Id="rId18" Type="http://schemas.openxmlformats.org/officeDocument/2006/relationships/image" Target="../media/image49.png"/><Relationship Id="rId26" Type="http://schemas.openxmlformats.org/officeDocument/2006/relationships/image" Target="../media/image53.png"/><Relationship Id="rId39" Type="http://schemas.openxmlformats.org/officeDocument/2006/relationships/customXml" Target="../ink/ink89.xml"/><Relationship Id="rId21" Type="http://schemas.openxmlformats.org/officeDocument/2006/relationships/customXml" Target="../ink/ink80.xml"/><Relationship Id="rId34" Type="http://schemas.openxmlformats.org/officeDocument/2006/relationships/image" Target="../media/image57.png"/><Relationship Id="rId42" Type="http://schemas.openxmlformats.org/officeDocument/2006/relationships/image" Target="../media/image61.png"/><Relationship Id="rId47" Type="http://schemas.openxmlformats.org/officeDocument/2006/relationships/customXml" Target="../ink/ink93.xml"/><Relationship Id="rId50" Type="http://schemas.openxmlformats.org/officeDocument/2006/relationships/image" Target="../media/image65.png"/><Relationship Id="rId55" Type="http://schemas.openxmlformats.org/officeDocument/2006/relationships/customXml" Target="../ink/ink97.xml"/><Relationship Id="rId63" Type="http://schemas.openxmlformats.org/officeDocument/2006/relationships/customXml" Target="../ink/ink101.xml"/><Relationship Id="rId7" Type="http://schemas.openxmlformats.org/officeDocument/2006/relationships/customXml" Target="../ink/ink73.xml"/><Relationship Id="rId2" Type="http://schemas.openxmlformats.org/officeDocument/2006/relationships/image" Target="../media/image3.png"/><Relationship Id="rId16" Type="http://schemas.openxmlformats.org/officeDocument/2006/relationships/image" Target="../media/image48.png"/><Relationship Id="rId29" Type="http://schemas.openxmlformats.org/officeDocument/2006/relationships/customXml" Target="../ink/ink84.xml"/><Relationship Id="rId11" Type="http://schemas.openxmlformats.org/officeDocument/2006/relationships/customXml" Target="../ink/ink75.xml"/><Relationship Id="rId24" Type="http://schemas.openxmlformats.org/officeDocument/2006/relationships/image" Target="../media/image52.png"/><Relationship Id="rId32" Type="http://schemas.openxmlformats.org/officeDocument/2006/relationships/image" Target="../media/image56.png"/><Relationship Id="rId37" Type="http://schemas.openxmlformats.org/officeDocument/2006/relationships/customXml" Target="../ink/ink88.xml"/><Relationship Id="rId40" Type="http://schemas.openxmlformats.org/officeDocument/2006/relationships/image" Target="../media/image60.png"/><Relationship Id="rId45" Type="http://schemas.openxmlformats.org/officeDocument/2006/relationships/customXml" Target="../ink/ink92.xml"/><Relationship Id="rId53" Type="http://schemas.openxmlformats.org/officeDocument/2006/relationships/customXml" Target="../ink/ink96.xml"/><Relationship Id="rId58" Type="http://schemas.openxmlformats.org/officeDocument/2006/relationships/image" Target="../media/image69.png"/><Relationship Id="rId5" Type="http://schemas.openxmlformats.org/officeDocument/2006/relationships/customXml" Target="../ink/ink72.xml"/><Relationship Id="rId61" Type="http://schemas.openxmlformats.org/officeDocument/2006/relationships/customXml" Target="../ink/ink100.xml"/><Relationship Id="rId19" Type="http://schemas.openxmlformats.org/officeDocument/2006/relationships/customXml" Target="../ink/ink79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Relationship Id="rId27" Type="http://schemas.openxmlformats.org/officeDocument/2006/relationships/customXml" Target="../ink/ink83.xml"/><Relationship Id="rId30" Type="http://schemas.openxmlformats.org/officeDocument/2006/relationships/image" Target="../media/image55.png"/><Relationship Id="rId35" Type="http://schemas.openxmlformats.org/officeDocument/2006/relationships/customXml" Target="../ink/ink87.xml"/><Relationship Id="rId43" Type="http://schemas.openxmlformats.org/officeDocument/2006/relationships/customXml" Target="../ink/ink91.xml"/><Relationship Id="rId48" Type="http://schemas.openxmlformats.org/officeDocument/2006/relationships/image" Target="../media/image64.png"/><Relationship Id="rId56" Type="http://schemas.openxmlformats.org/officeDocument/2006/relationships/image" Target="../media/image68.png"/><Relationship Id="rId64" Type="http://schemas.openxmlformats.org/officeDocument/2006/relationships/image" Target="../media/image72.png"/><Relationship Id="rId8" Type="http://schemas.openxmlformats.org/officeDocument/2006/relationships/image" Target="../media/image44.png"/><Relationship Id="rId51" Type="http://schemas.openxmlformats.org/officeDocument/2006/relationships/customXml" Target="../ink/ink95.xml"/><Relationship Id="rId3" Type="http://schemas.openxmlformats.org/officeDocument/2006/relationships/customXml" Target="../ink/ink71.xml"/><Relationship Id="rId12" Type="http://schemas.openxmlformats.org/officeDocument/2006/relationships/image" Target="../media/image46.png"/><Relationship Id="rId17" Type="http://schemas.openxmlformats.org/officeDocument/2006/relationships/customXml" Target="../ink/ink78.xml"/><Relationship Id="rId25" Type="http://schemas.openxmlformats.org/officeDocument/2006/relationships/customXml" Target="../ink/ink82.xml"/><Relationship Id="rId33" Type="http://schemas.openxmlformats.org/officeDocument/2006/relationships/customXml" Target="../ink/ink86.xml"/><Relationship Id="rId38" Type="http://schemas.openxmlformats.org/officeDocument/2006/relationships/image" Target="../media/image59.png"/><Relationship Id="rId46" Type="http://schemas.openxmlformats.org/officeDocument/2006/relationships/image" Target="../media/image63.png"/><Relationship Id="rId59" Type="http://schemas.openxmlformats.org/officeDocument/2006/relationships/customXml" Target="../ink/ink99.xml"/><Relationship Id="rId20" Type="http://schemas.openxmlformats.org/officeDocument/2006/relationships/image" Target="../media/image50.png"/><Relationship Id="rId41" Type="http://schemas.openxmlformats.org/officeDocument/2006/relationships/customXml" Target="../ink/ink90.xml"/><Relationship Id="rId54" Type="http://schemas.openxmlformats.org/officeDocument/2006/relationships/image" Target="../media/image67.png"/><Relationship Id="rId6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5" Type="http://schemas.openxmlformats.org/officeDocument/2006/relationships/customXml" Target="../ink/ink77.xml"/><Relationship Id="rId23" Type="http://schemas.openxmlformats.org/officeDocument/2006/relationships/customXml" Target="../ink/ink81.xml"/><Relationship Id="rId28" Type="http://schemas.openxmlformats.org/officeDocument/2006/relationships/image" Target="../media/image54.png"/><Relationship Id="rId36" Type="http://schemas.openxmlformats.org/officeDocument/2006/relationships/image" Target="../media/image58.png"/><Relationship Id="rId49" Type="http://schemas.openxmlformats.org/officeDocument/2006/relationships/customXml" Target="../ink/ink94.xml"/><Relationship Id="rId57" Type="http://schemas.openxmlformats.org/officeDocument/2006/relationships/customXml" Target="../ink/ink98.xml"/><Relationship Id="rId10" Type="http://schemas.openxmlformats.org/officeDocument/2006/relationships/image" Target="../media/image45.png"/><Relationship Id="rId31" Type="http://schemas.openxmlformats.org/officeDocument/2006/relationships/customXml" Target="../ink/ink85.xml"/><Relationship Id="rId44" Type="http://schemas.openxmlformats.org/officeDocument/2006/relationships/image" Target="../media/image62.png"/><Relationship Id="rId52" Type="http://schemas.openxmlformats.org/officeDocument/2006/relationships/image" Target="../media/image66.png"/><Relationship Id="rId60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customXml" Target="../ink/ink74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4.png"/><Relationship Id="rId21" Type="http://schemas.openxmlformats.org/officeDocument/2006/relationships/customXml" Target="../ink/ink111.xml"/><Relationship Id="rId42" Type="http://schemas.openxmlformats.org/officeDocument/2006/relationships/image" Target="../media/image92.png"/><Relationship Id="rId47" Type="http://schemas.openxmlformats.org/officeDocument/2006/relationships/customXml" Target="../ink/ink124.xml"/><Relationship Id="rId63" Type="http://schemas.openxmlformats.org/officeDocument/2006/relationships/customXml" Target="../ink/ink132.xml"/><Relationship Id="rId68" Type="http://schemas.openxmlformats.org/officeDocument/2006/relationships/image" Target="../media/image105.png"/><Relationship Id="rId84" Type="http://schemas.openxmlformats.org/officeDocument/2006/relationships/image" Target="../media/image113.png"/><Relationship Id="rId89" Type="http://schemas.openxmlformats.org/officeDocument/2006/relationships/customXml" Target="../ink/ink145.xml"/><Relationship Id="rId16" Type="http://schemas.openxmlformats.org/officeDocument/2006/relationships/image" Target="../media/image79.png"/><Relationship Id="rId11" Type="http://schemas.openxmlformats.org/officeDocument/2006/relationships/customXml" Target="../ink/ink106.xml"/><Relationship Id="rId32" Type="http://schemas.openxmlformats.org/officeDocument/2006/relationships/image" Target="../media/image87.png"/><Relationship Id="rId37" Type="http://schemas.openxmlformats.org/officeDocument/2006/relationships/customXml" Target="../ink/ink119.xml"/><Relationship Id="rId53" Type="http://schemas.openxmlformats.org/officeDocument/2006/relationships/customXml" Target="../ink/ink127.xml"/><Relationship Id="rId58" Type="http://schemas.openxmlformats.org/officeDocument/2006/relationships/image" Target="../media/image100.png"/><Relationship Id="rId74" Type="http://schemas.openxmlformats.org/officeDocument/2006/relationships/image" Target="../media/image108.png"/><Relationship Id="rId79" Type="http://schemas.openxmlformats.org/officeDocument/2006/relationships/customXml" Target="../ink/ink140.xml"/><Relationship Id="rId5" Type="http://schemas.openxmlformats.org/officeDocument/2006/relationships/customXml" Target="../ink/ink103.xml"/><Relationship Id="rId90" Type="http://schemas.openxmlformats.org/officeDocument/2006/relationships/image" Target="../media/image116.png"/><Relationship Id="rId95" Type="http://schemas.openxmlformats.org/officeDocument/2006/relationships/customXml" Target="../ink/ink148.xml"/><Relationship Id="rId22" Type="http://schemas.openxmlformats.org/officeDocument/2006/relationships/image" Target="../media/image82.png"/><Relationship Id="rId27" Type="http://schemas.openxmlformats.org/officeDocument/2006/relationships/customXml" Target="../ink/ink114.xml"/><Relationship Id="rId43" Type="http://schemas.openxmlformats.org/officeDocument/2006/relationships/customXml" Target="../ink/ink122.xml"/><Relationship Id="rId48" Type="http://schemas.openxmlformats.org/officeDocument/2006/relationships/image" Target="../media/image95.png"/><Relationship Id="rId64" Type="http://schemas.openxmlformats.org/officeDocument/2006/relationships/image" Target="../media/image103.png"/><Relationship Id="rId69" Type="http://schemas.openxmlformats.org/officeDocument/2006/relationships/customXml" Target="../ink/ink135.xml"/><Relationship Id="rId80" Type="http://schemas.openxmlformats.org/officeDocument/2006/relationships/image" Target="../media/image111.png"/><Relationship Id="rId85" Type="http://schemas.openxmlformats.org/officeDocument/2006/relationships/customXml" Target="../ink/ink143.xml"/><Relationship Id="rId3" Type="http://schemas.openxmlformats.org/officeDocument/2006/relationships/customXml" Target="../ink/ink102.xml"/><Relationship Id="rId12" Type="http://schemas.openxmlformats.org/officeDocument/2006/relationships/image" Target="../media/image77.png"/><Relationship Id="rId17" Type="http://schemas.openxmlformats.org/officeDocument/2006/relationships/customXml" Target="../ink/ink109.xml"/><Relationship Id="rId25" Type="http://schemas.openxmlformats.org/officeDocument/2006/relationships/customXml" Target="../ink/ink113.xml"/><Relationship Id="rId33" Type="http://schemas.openxmlformats.org/officeDocument/2006/relationships/customXml" Target="../ink/ink117.xml"/><Relationship Id="rId38" Type="http://schemas.openxmlformats.org/officeDocument/2006/relationships/image" Target="../media/image90.png"/><Relationship Id="rId46" Type="http://schemas.openxmlformats.org/officeDocument/2006/relationships/image" Target="../media/image94.png"/><Relationship Id="rId59" Type="http://schemas.openxmlformats.org/officeDocument/2006/relationships/customXml" Target="../ink/ink130.xml"/><Relationship Id="rId67" Type="http://schemas.openxmlformats.org/officeDocument/2006/relationships/customXml" Target="../ink/ink134.xml"/><Relationship Id="rId20" Type="http://schemas.openxmlformats.org/officeDocument/2006/relationships/image" Target="../media/image81.png"/><Relationship Id="rId41" Type="http://schemas.openxmlformats.org/officeDocument/2006/relationships/customXml" Target="../ink/ink121.xml"/><Relationship Id="rId54" Type="http://schemas.openxmlformats.org/officeDocument/2006/relationships/image" Target="../media/image98.png"/><Relationship Id="rId62" Type="http://schemas.openxmlformats.org/officeDocument/2006/relationships/image" Target="../media/image102.png"/><Relationship Id="rId70" Type="http://schemas.openxmlformats.org/officeDocument/2006/relationships/image" Target="../media/image106.png"/><Relationship Id="rId75" Type="http://schemas.openxmlformats.org/officeDocument/2006/relationships/customXml" Target="../ink/ink138.xml"/><Relationship Id="rId83" Type="http://schemas.openxmlformats.org/officeDocument/2006/relationships/customXml" Target="../ink/ink142.xml"/><Relationship Id="rId88" Type="http://schemas.openxmlformats.org/officeDocument/2006/relationships/image" Target="../media/image115.png"/><Relationship Id="rId91" Type="http://schemas.openxmlformats.org/officeDocument/2006/relationships/customXml" Target="../ink/ink146.xml"/><Relationship Id="rId96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5" Type="http://schemas.openxmlformats.org/officeDocument/2006/relationships/customXml" Target="../ink/ink108.xml"/><Relationship Id="rId23" Type="http://schemas.openxmlformats.org/officeDocument/2006/relationships/customXml" Target="../ink/ink112.xml"/><Relationship Id="rId28" Type="http://schemas.openxmlformats.org/officeDocument/2006/relationships/image" Target="../media/image85.png"/><Relationship Id="rId36" Type="http://schemas.openxmlformats.org/officeDocument/2006/relationships/image" Target="../media/image89.png"/><Relationship Id="rId49" Type="http://schemas.openxmlformats.org/officeDocument/2006/relationships/customXml" Target="../ink/ink125.xml"/><Relationship Id="rId57" Type="http://schemas.openxmlformats.org/officeDocument/2006/relationships/customXml" Target="../ink/ink129.xml"/><Relationship Id="rId10" Type="http://schemas.openxmlformats.org/officeDocument/2006/relationships/image" Target="../media/image76.png"/><Relationship Id="rId31" Type="http://schemas.openxmlformats.org/officeDocument/2006/relationships/customXml" Target="../ink/ink116.xml"/><Relationship Id="rId44" Type="http://schemas.openxmlformats.org/officeDocument/2006/relationships/image" Target="../media/image93.png"/><Relationship Id="rId52" Type="http://schemas.openxmlformats.org/officeDocument/2006/relationships/image" Target="../media/image97.png"/><Relationship Id="rId60" Type="http://schemas.openxmlformats.org/officeDocument/2006/relationships/image" Target="../media/image101.png"/><Relationship Id="rId65" Type="http://schemas.openxmlformats.org/officeDocument/2006/relationships/customXml" Target="../ink/ink133.xml"/><Relationship Id="rId73" Type="http://schemas.openxmlformats.org/officeDocument/2006/relationships/customXml" Target="../ink/ink137.xml"/><Relationship Id="rId78" Type="http://schemas.openxmlformats.org/officeDocument/2006/relationships/image" Target="../media/image110.png"/><Relationship Id="rId81" Type="http://schemas.openxmlformats.org/officeDocument/2006/relationships/customXml" Target="../ink/ink141.xml"/><Relationship Id="rId86" Type="http://schemas.openxmlformats.org/officeDocument/2006/relationships/image" Target="../media/image114.png"/><Relationship Id="rId94" Type="http://schemas.openxmlformats.org/officeDocument/2006/relationships/image" Target="../media/image118.png"/><Relationship Id="rId99" Type="http://schemas.openxmlformats.org/officeDocument/2006/relationships/customXml" Target="../ink/ink150.xml"/><Relationship Id="rId4" Type="http://schemas.openxmlformats.org/officeDocument/2006/relationships/image" Target="../media/image73.png"/><Relationship Id="rId9" Type="http://schemas.openxmlformats.org/officeDocument/2006/relationships/customXml" Target="../ink/ink105.xml"/><Relationship Id="rId13" Type="http://schemas.openxmlformats.org/officeDocument/2006/relationships/customXml" Target="../ink/ink107.xml"/><Relationship Id="rId18" Type="http://schemas.openxmlformats.org/officeDocument/2006/relationships/image" Target="../media/image80.png"/><Relationship Id="rId39" Type="http://schemas.openxmlformats.org/officeDocument/2006/relationships/customXml" Target="../ink/ink120.xml"/><Relationship Id="rId34" Type="http://schemas.openxmlformats.org/officeDocument/2006/relationships/image" Target="../media/image88.png"/><Relationship Id="rId50" Type="http://schemas.openxmlformats.org/officeDocument/2006/relationships/image" Target="../media/image96.png"/><Relationship Id="rId55" Type="http://schemas.openxmlformats.org/officeDocument/2006/relationships/customXml" Target="../ink/ink128.xml"/><Relationship Id="rId76" Type="http://schemas.openxmlformats.org/officeDocument/2006/relationships/image" Target="../media/image109.png"/><Relationship Id="rId97" Type="http://schemas.openxmlformats.org/officeDocument/2006/relationships/customXml" Target="../ink/ink149.xml"/><Relationship Id="rId7" Type="http://schemas.openxmlformats.org/officeDocument/2006/relationships/customXml" Target="../ink/ink104.xml"/><Relationship Id="rId71" Type="http://schemas.openxmlformats.org/officeDocument/2006/relationships/customXml" Target="../ink/ink136.xml"/><Relationship Id="rId92" Type="http://schemas.openxmlformats.org/officeDocument/2006/relationships/image" Target="../media/image117.png"/><Relationship Id="rId2" Type="http://schemas.openxmlformats.org/officeDocument/2006/relationships/image" Target="../media/image3.png"/><Relationship Id="rId29" Type="http://schemas.openxmlformats.org/officeDocument/2006/relationships/customXml" Target="../ink/ink115.xml"/><Relationship Id="rId24" Type="http://schemas.openxmlformats.org/officeDocument/2006/relationships/image" Target="../media/image83.png"/><Relationship Id="rId40" Type="http://schemas.openxmlformats.org/officeDocument/2006/relationships/image" Target="../media/image91.png"/><Relationship Id="rId45" Type="http://schemas.openxmlformats.org/officeDocument/2006/relationships/customXml" Target="../ink/ink123.xml"/><Relationship Id="rId66" Type="http://schemas.openxmlformats.org/officeDocument/2006/relationships/image" Target="../media/image104.png"/><Relationship Id="rId87" Type="http://schemas.openxmlformats.org/officeDocument/2006/relationships/customXml" Target="../ink/ink144.xml"/><Relationship Id="rId61" Type="http://schemas.openxmlformats.org/officeDocument/2006/relationships/customXml" Target="../ink/ink131.xml"/><Relationship Id="rId82" Type="http://schemas.openxmlformats.org/officeDocument/2006/relationships/image" Target="../media/image112.png"/><Relationship Id="rId19" Type="http://schemas.openxmlformats.org/officeDocument/2006/relationships/customXml" Target="../ink/ink110.xml"/><Relationship Id="rId14" Type="http://schemas.openxmlformats.org/officeDocument/2006/relationships/image" Target="../media/image78.png"/><Relationship Id="rId30" Type="http://schemas.openxmlformats.org/officeDocument/2006/relationships/image" Target="../media/image86.png"/><Relationship Id="rId35" Type="http://schemas.openxmlformats.org/officeDocument/2006/relationships/customXml" Target="../ink/ink118.xml"/><Relationship Id="rId56" Type="http://schemas.openxmlformats.org/officeDocument/2006/relationships/image" Target="../media/image99.png"/><Relationship Id="rId77" Type="http://schemas.openxmlformats.org/officeDocument/2006/relationships/customXml" Target="../ink/ink139.xml"/><Relationship Id="rId100" Type="http://schemas.openxmlformats.org/officeDocument/2006/relationships/image" Target="../media/image121.png"/><Relationship Id="rId8" Type="http://schemas.openxmlformats.org/officeDocument/2006/relationships/image" Target="../media/image75.png"/><Relationship Id="rId51" Type="http://schemas.openxmlformats.org/officeDocument/2006/relationships/customXml" Target="../ink/ink126.xml"/><Relationship Id="rId72" Type="http://schemas.openxmlformats.org/officeDocument/2006/relationships/image" Target="../media/image107.png"/><Relationship Id="rId93" Type="http://schemas.openxmlformats.org/officeDocument/2006/relationships/customXml" Target="../ink/ink147.xml"/><Relationship Id="rId98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8.xml"/><Relationship Id="rId21" Type="http://schemas.openxmlformats.org/officeDocument/2006/relationships/customXml" Target="../ink/ink160.xml"/><Relationship Id="rId42" Type="http://schemas.openxmlformats.org/officeDocument/2006/relationships/image" Target="../media/image123.png"/><Relationship Id="rId63" Type="http://schemas.openxmlformats.org/officeDocument/2006/relationships/customXml" Target="../ink/ink181.xml"/><Relationship Id="rId84" Type="http://schemas.openxmlformats.org/officeDocument/2006/relationships/image" Target="../media/image144.png"/><Relationship Id="rId138" Type="http://schemas.openxmlformats.org/officeDocument/2006/relationships/image" Target="../media/image171.png"/><Relationship Id="rId159" Type="http://schemas.openxmlformats.org/officeDocument/2006/relationships/customXml" Target="../ink/ink229.xml"/><Relationship Id="rId170" Type="http://schemas.openxmlformats.org/officeDocument/2006/relationships/image" Target="../media/image186.png"/><Relationship Id="rId107" Type="http://schemas.openxmlformats.org/officeDocument/2006/relationships/customXml" Target="../ink/ink203.xml"/><Relationship Id="rId11" Type="http://schemas.openxmlformats.org/officeDocument/2006/relationships/customXml" Target="../ink/ink155.xml"/><Relationship Id="rId32" Type="http://schemas.openxmlformats.org/officeDocument/2006/relationships/image" Target="../media/image118.png"/><Relationship Id="rId53" Type="http://schemas.openxmlformats.org/officeDocument/2006/relationships/customXml" Target="../ink/ink176.xml"/><Relationship Id="rId74" Type="http://schemas.openxmlformats.org/officeDocument/2006/relationships/image" Target="../media/image139.png"/><Relationship Id="rId128" Type="http://schemas.openxmlformats.org/officeDocument/2006/relationships/image" Target="../media/image166.png"/><Relationship Id="rId149" Type="http://schemas.openxmlformats.org/officeDocument/2006/relationships/customXml" Target="../ink/ink224.xml"/><Relationship Id="rId5" Type="http://schemas.openxmlformats.org/officeDocument/2006/relationships/customXml" Target="../ink/ink152.xml"/><Relationship Id="rId95" Type="http://schemas.openxmlformats.org/officeDocument/2006/relationships/customXml" Target="../ink/ink197.xml"/><Relationship Id="rId160" Type="http://schemas.openxmlformats.org/officeDocument/2006/relationships/image" Target="../media/image181.png"/><Relationship Id="rId22" Type="http://schemas.openxmlformats.org/officeDocument/2006/relationships/image" Target="../media/image113.png"/><Relationship Id="rId43" Type="http://schemas.openxmlformats.org/officeDocument/2006/relationships/customXml" Target="../ink/ink171.xml"/><Relationship Id="rId64" Type="http://schemas.openxmlformats.org/officeDocument/2006/relationships/image" Target="../media/image134.png"/><Relationship Id="rId118" Type="http://schemas.openxmlformats.org/officeDocument/2006/relationships/image" Target="../media/image161.png"/><Relationship Id="rId139" Type="http://schemas.openxmlformats.org/officeDocument/2006/relationships/customXml" Target="../ink/ink219.xml"/><Relationship Id="rId85" Type="http://schemas.openxmlformats.org/officeDocument/2006/relationships/customXml" Target="../ink/ink192.xml"/><Relationship Id="rId150" Type="http://schemas.openxmlformats.org/officeDocument/2006/relationships/image" Target="../media/image177.png"/><Relationship Id="rId171" Type="http://schemas.openxmlformats.org/officeDocument/2006/relationships/customXml" Target="../ink/ink235.xml"/><Relationship Id="rId12" Type="http://schemas.openxmlformats.org/officeDocument/2006/relationships/image" Target="../media/image108.png"/><Relationship Id="rId33" Type="http://schemas.openxmlformats.org/officeDocument/2006/relationships/customXml" Target="../ink/ink166.xml"/><Relationship Id="rId108" Type="http://schemas.openxmlformats.org/officeDocument/2006/relationships/image" Target="../media/image156.png"/><Relationship Id="rId129" Type="http://schemas.openxmlformats.org/officeDocument/2006/relationships/customXml" Target="../ink/ink214.xml"/><Relationship Id="rId54" Type="http://schemas.openxmlformats.org/officeDocument/2006/relationships/image" Target="../media/image129.png"/><Relationship Id="rId75" Type="http://schemas.openxmlformats.org/officeDocument/2006/relationships/customXml" Target="../ink/ink187.xml"/><Relationship Id="rId96" Type="http://schemas.openxmlformats.org/officeDocument/2006/relationships/image" Target="../media/image150.png"/><Relationship Id="rId140" Type="http://schemas.openxmlformats.org/officeDocument/2006/relationships/image" Target="../media/image172.png"/><Relationship Id="rId161" Type="http://schemas.openxmlformats.org/officeDocument/2006/relationships/customXml" Target="../ink/ink2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23" Type="http://schemas.openxmlformats.org/officeDocument/2006/relationships/customXml" Target="../ink/ink161.xml"/><Relationship Id="rId28" Type="http://schemas.openxmlformats.org/officeDocument/2006/relationships/image" Target="../media/image116.png"/><Relationship Id="rId49" Type="http://schemas.openxmlformats.org/officeDocument/2006/relationships/customXml" Target="../ink/ink174.xml"/><Relationship Id="rId114" Type="http://schemas.openxmlformats.org/officeDocument/2006/relationships/image" Target="../media/image159.png"/><Relationship Id="rId119" Type="http://schemas.openxmlformats.org/officeDocument/2006/relationships/customXml" Target="../ink/ink209.xml"/><Relationship Id="rId44" Type="http://schemas.openxmlformats.org/officeDocument/2006/relationships/image" Target="../media/image124.png"/><Relationship Id="rId60" Type="http://schemas.openxmlformats.org/officeDocument/2006/relationships/image" Target="../media/image132.png"/><Relationship Id="rId65" Type="http://schemas.openxmlformats.org/officeDocument/2006/relationships/customXml" Target="../ink/ink182.xml"/><Relationship Id="rId81" Type="http://schemas.openxmlformats.org/officeDocument/2006/relationships/customXml" Target="../ink/ink190.xml"/><Relationship Id="rId86" Type="http://schemas.openxmlformats.org/officeDocument/2006/relationships/image" Target="../media/image145.png"/><Relationship Id="rId130" Type="http://schemas.openxmlformats.org/officeDocument/2006/relationships/image" Target="../media/image167.png"/><Relationship Id="rId135" Type="http://schemas.openxmlformats.org/officeDocument/2006/relationships/customXml" Target="../ink/ink217.xml"/><Relationship Id="rId151" Type="http://schemas.openxmlformats.org/officeDocument/2006/relationships/customXml" Target="../ink/ink225.xml"/><Relationship Id="rId156" Type="http://schemas.openxmlformats.org/officeDocument/2006/relationships/image" Target="../media/image179.png"/><Relationship Id="rId172" Type="http://schemas.openxmlformats.org/officeDocument/2006/relationships/image" Target="../media/image187.png"/><Relationship Id="rId13" Type="http://schemas.openxmlformats.org/officeDocument/2006/relationships/customXml" Target="../ink/ink156.xml"/><Relationship Id="rId18" Type="http://schemas.openxmlformats.org/officeDocument/2006/relationships/image" Target="../media/image111.png"/><Relationship Id="rId39" Type="http://schemas.openxmlformats.org/officeDocument/2006/relationships/customXml" Target="../ink/ink169.xml"/><Relationship Id="rId109" Type="http://schemas.openxmlformats.org/officeDocument/2006/relationships/customXml" Target="../ink/ink204.xml"/><Relationship Id="rId34" Type="http://schemas.openxmlformats.org/officeDocument/2006/relationships/image" Target="../media/image119.png"/><Relationship Id="rId50" Type="http://schemas.openxmlformats.org/officeDocument/2006/relationships/image" Target="../media/image127.png"/><Relationship Id="rId55" Type="http://schemas.openxmlformats.org/officeDocument/2006/relationships/customXml" Target="../ink/ink177.xml"/><Relationship Id="rId76" Type="http://schemas.openxmlformats.org/officeDocument/2006/relationships/image" Target="../media/image140.png"/><Relationship Id="rId97" Type="http://schemas.openxmlformats.org/officeDocument/2006/relationships/customXml" Target="../ink/ink198.xml"/><Relationship Id="rId104" Type="http://schemas.openxmlformats.org/officeDocument/2006/relationships/image" Target="../media/image154.png"/><Relationship Id="rId120" Type="http://schemas.openxmlformats.org/officeDocument/2006/relationships/image" Target="../media/image162.png"/><Relationship Id="rId125" Type="http://schemas.openxmlformats.org/officeDocument/2006/relationships/customXml" Target="../ink/ink212.xml"/><Relationship Id="rId141" Type="http://schemas.openxmlformats.org/officeDocument/2006/relationships/customXml" Target="../ink/ink220.xml"/><Relationship Id="rId146" Type="http://schemas.openxmlformats.org/officeDocument/2006/relationships/image" Target="../media/image175.png"/><Relationship Id="rId167" Type="http://schemas.openxmlformats.org/officeDocument/2006/relationships/customXml" Target="../ink/ink233.xml"/><Relationship Id="rId7" Type="http://schemas.openxmlformats.org/officeDocument/2006/relationships/customXml" Target="../ink/ink153.xml"/><Relationship Id="rId71" Type="http://schemas.openxmlformats.org/officeDocument/2006/relationships/customXml" Target="../ink/ink185.xml"/><Relationship Id="rId92" Type="http://schemas.openxmlformats.org/officeDocument/2006/relationships/image" Target="../media/image148.png"/><Relationship Id="rId162" Type="http://schemas.openxmlformats.org/officeDocument/2006/relationships/image" Target="../media/image182.png"/><Relationship Id="rId2" Type="http://schemas.openxmlformats.org/officeDocument/2006/relationships/image" Target="../media/image3.png"/><Relationship Id="rId29" Type="http://schemas.openxmlformats.org/officeDocument/2006/relationships/customXml" Target="../ink/ink164.xml"/><Relationship Id="rId24" Type="http://schemas.openxmlformats.org/officeDocument/2006/relationships/image" Target="../media/image114.png"/><Relationship Id="rId40" Type="http://schemas.openxmlformats.org/officeDocument/2006/relationships/image" Target="../media/image122.png"/><Relationship Id="rId45" Type="http://schemas.openxmlformats.org/officeDocument/2006/relationships/customXml" Target="../ink/ink172.xml"/><Relationship Id="rId66" Type="http://schemas.openxmlformats.org/officeDocument/2006/relationships/image" Target="../media/image135.png"/><Relationship Id="rId87" Type="http://schemas.openxmlformats.org/officeDocument/2006/relationships/customXml" Target="../ink/ink193.xml"/><Relationship Id="rId110" Type="http://schemas.openxmlformats.org/officeDocument/2006/relationships/image" Target="../media/image157.png"/><Relationship Id="rId115" Type="http://schemas.openxmlformats.org/officeDocument/2006/relationships/customXml" Target="../ink/ink207.xml"/><Relationship Id="rId131" Type="http://schemas.openxmlformats.org/officeDocument/2006/relationships/customXml" Target="../ink/ink215.xml"/><Relationship Id="rId136" Type="http://schemas.openxmlformats.org/officeDocument/2006/relationships/image" Target="../media/image170.png"/><Relationship Id="rId157" Type="http://schemas.openxmlformats.org/officeDocument/2006/relationships/customXml" Target="../ink/ink228.xml"/><Relationship Id="rId61" Type="http://schemas.openxmlformats.org/officeDocument/2006/relationships/customXml" Target="../ink/ink180.xml"/><Relationship Id="rId82" Type="http://schemas.openxmlformats.org/officeDocument/2006/relationships/image" Target="../media/image143.png"/><Relationship Id="rId152" Type="http://schemas.openxmlformats.org/officeDocument/2006/relationships/image" Target="../media/image178.png"/><Relationship Id="rId173" Type="http://schemas.openxmlformats.org/officeDocument/2006/relationships/customXml" Target="../ink/ink236.xml"/><Relationship Id="rId19" Type="http://schemas.openxmlformats.org/officeDocument/2006/relationships/customXml" Target="../ink/ink159.xml"/><Relationship Id="rId14" Type="http://schemas.openxmlformats.org/officeDocument/2006/relationships/image" Target="../media/image109.png"/><Relationship Id="rId30" Type="http://schemas.openxmlformats.org/officeDocument/2006/relationships/image" Target="../media/image117.png"/><Relationship Id="rId35" Type="http://schemas.openxmlformats.org/officeDocument/2006/relationships/customXml" Target="../ink/ink167.xml"/><Relationship Id="rId56" Type="http://schemas.openxmlformats.org/officeDocument/2006/relationships/image" Target="../media/image130.png"/><Relationship Id="rId77" Type="http://schemas.openxmlformats.org/officeDocument/2006/relationships/customXml" Target="../ink/ink188.xml"/><Relationship Id="rId100" Type="http://schemas.openxmlformats.org/officeDocument/2006/relationships/image" Target="../media/image152.png"/><Relationship Id="rId105" Type="http://schemas.openxmlformats.org/officeDocument/2006/relationships/customXml" Target="../ink/ink202.xml"/><Relationship Id="rId126" Type="http://schemas.openxmlformats.org/officeDocument/2006/relationships/image" Target="../media/image165.png"/><Relationship Id="rId147" Type="http://schemas.openxmlformats.org/officeDocument/2006/relationships/customXml" Target="../ink/ink223.xml"/><Relationship Id="rId168" Type="http://schemas.openxmlformats.org/officeDocument/2006/relationships/image" Target="../media/image185.png"/><Relationship Id="rId8" Type="http://schemas.openxmlformats.org/officeDocument/2006/relationships/image" Target="../media/image76.png"/><Relationship Id="rId51" Type="http://schemas.openxmlformats.org/officeDocument/2006/relationships/customXml" Target="../ink/ink175.xml"/><Relationship Id="rId72" Type="http://schemas.openxmlformats.org/officeDocument/2006/relationships/image" Target="../media/image138.png"/><Relationship Id="rId93" Type="http://schemas.openxmlformats.org/officeDocument/2006/relationships/customXml" Target="../ink/ink196.xml"/><Relationship Id="rId98" Type="http://schemas.openxmlformats.org/officeDocument/2006/relationships/image" Target="../media/image151.png"/><Relationship Id="rId121" Type="http://schemas.openxmlformats.org/officeDocument/2006/relationships/customXml" Target="../ink/ink210.xml"/><Relationship Id="rId142" Type="http://schemas.openxmlformats.org/officeDocument/2006/relationships/image" Target="../media/image173.png"/><Relationship Id="rId163" Type="http://schemas.openxmlformats.org/officeDocument/2006/relationships/customXml" Target="../ink/ink231.xml"/><Relationship Id="rId3" Type="http://schemas.openxmlformats.org/officeDocument/2006/relationships/customXml" Target="../ink/ink151.xml"/><Relationship Id="rId25" Type="http://schemas.openxmlformats.org/officeDocument/2006/relationships/customXml" Target="../ink/ink162.xml"/><Relationship Id="rId46" Type="http://schemas.openxmlformats.org/officeDocument/2006/relationships/image" Target="../media/image125.png"/><Relationship Id="rId67" Type="http://schemas.openxmlformats.org/officeDocument/2006/relationships/customXml" Target="../ink/ink183.xml"/><Relationship Id="rId116" Type="http://schemas.openxmlformats.org/officeDocument/2006/relationships/image" Target="../media/image160.png"/><Relationship Id="rId137" Type="http://schemas.openxmlformats.org/officeDocument/2006/relationships/customXml" Target="../ink/ink218.xml"/><Relationship Id="rId158" Type="http://schemas.openxmlformats.org/officeDocument/2006/relationships/image" Target="../media/image180.png"/><Relationship Id="rId20" Type="http://schemas.openxmlformats.org/officeDocument/2006/relationships/image" Target="../media/image112.png"/><Relationship Id="rId41" Type="http://schemas.openxmlformats.org/officeDocument/2006/relationships/customXml" Target="../ink/ink170.xml"/><Relationship Id="rId62" Type="http://schemas.openxmlformats.org/officeDocument/2006/relationships/image" Target="../media/image133.png"/><Relationship Id="rId83" Type="http://schemas.openxmlformats.org/officeDocument/2006/relationships/customXml" Target="../ink/ink191.xml"/><Relationship Id="rId88" Type="http://schemas.openxmlformats.org/officeDocument/2006/relationships/image" Target="../media/image146.png"/><Relationship Id="rId111" Type="http://schemas.openxmlformats.org/officeDocument/2006/relationships/customXml" Target="../ink/ink205.xml"/><Relationship Id="rId132" Type="http://schemas.openxmlformats.org/officeDocument/2006/relationships/image" Target="../media/image168.png"/><Relationship Id="rId153" Type="http://schemas.openxmlformats.org/officeDocument/2006/relationships/customXml" Target="../ink/ink226.xml"/><Relationship Id="rId174" Type="http://schemas.openxmlformats.org/officeDocument/2006/relationships/image" Target="../media/image188.png"/><Relationship Id="rId15" Type="http://schemas.openxmlformats.org/officeDocument/2006/relationships/customXml" Target="../ink/ink157.xml"/><Relationship Id="rId36" Type="http://schemas.openxmlformats.org/officeDocument/2006/relationships/image" Target="../media/image120.png"/><Relationship Id="rId57" Type="http://schemas.openxmlformats.org/officeDocument/2006/relationships/customXml" Target="../ink/ink178.xml"/><Relationship Id="rId106" Type="http://schemas.openxmlformats.org/officeDocument/2006/relationships/image" Target="../media/image155.png"/><Relationship Id="rId127" Type="http://schemas.openxmlformats.org/officeDocument/2006/relationships/customXml" Target="../ink/ink213.xml"/><Relationship Id="rId10" Type="http://schemas.openxmlformats.org/officeDocument/2006/relationships/image" Target="../media/image107.png"/><Relationship Id="rId31" Type="http://schemas.openxmlformats.org/officeDocument/2006/relationships/customXml" Target="../ink/ink165.xml"/><Relationship Id="rId52" Type="http://schemas.openxmlformats.org/officeDocument/2006/relationships/image" Target="../media/image128.png"/><Relationship Id="rId73" Type="http://schemas.openxmlformats.org/officeDocument/2006/relationships/customXml" Target="../ink/ink186.xml"/><Relationship Id="rId78" Type="http://schemas.openxmlformats.org/officeDocument/2006/relationships/image" Target="../media/image141.png"/><Relationship Id="rId94" Type="http://schemas.openxmlformats.org/officeDocument/2006/relationships/image" Target="../media/image149.png"/><Relationship Id="rId99" Type="http://schemas.openxmlformats.org/officeDocument/2006/relationships/customXml" Target="../ink/ink199.xml"/><Relationship Id="rId101" Type="http://schemas.openxmlformats.org/officeDocument/2006/relationships/customXml" Target="../ink/ink200.xml"/><Relationship Id="rId122" Type="http://schemas.openxmlformats.org/officeDocument/2006/relationships/image" Target="../media/image163.png"/><Relationship Id="rId143" Type="http://schemas.openxmlformats.org/officeDocument/2006/relationships/customXml" Target="../ink/ink221.xml"/><Relationship Id="rId148" Type="http://schemas.openxmlformats.org/officeDocument/2006/relationships/image" Target="../media/image176.png"/><Relationship Id="rId164" Type="http://schemas.openxmlformats.org/officeDocument/2006/relationships/image" Target="../media/image183.png"/><Relationship Id="rId169" Type="http://schemas.openxmlformats.org/officeDocument/2006/relationships/customXml" Target="../ink/ink234.xml"/><Relationship Id="rId4" Type="http://schemas.openxmlformats.org/officeDocument/2006/relationships/image" Target="../media/image73.png"/><Relationship Id="rId9" Type="http://schemas.openxmlformats.org/officeDocument/2006/relationships/customXml" Target="../ink/ink154.xml"/><Relationship Id="rId26" Type="http://schemas.openxmlformats.org/officeDocument/2006/relationships/image" Target="../media/image115.png"/><Relationship Id="rId47" Type="http://schemas.openxmlformats.org/officeDocument/2006/relationships/customXml" Target="../ink/ink173.xml"/><Relationship Id="rId68" Type="http://schemas.openxmlformats.org/officeDocument/2006/relationships/image" Target="../media/image136.png"/><Relationship Id="rId89" Type="http://schemas.openxmlformats.org/officeDocument/2006/relationships/customXml" Target="../ink/ink194.xml"/><Relationship Id="rId112" Type="http://schemas.openxmlformats.org/officeDocument/2006/relationships/image" Target="../media/image158.png"/><Relationship Id="rId133" Type="http://schemas.openxmlformats.org/officeDocument/2006/relationships/customXml" Target="../ink/ink216.xml"/><Relationship Id="rId154" Type="http://schemas.openxmlformats.org/officeDocument/2006/relationships/image" Target="../media/image4.png"/><Relationship Id="rId175" Type="http://schemas.openxmlformats.org/officeDocument/2006/relationships/customXml" Target="../ink/ink237.xml"/><Relationship Id="rId16" Type="http://schemas.openxmlformats.org/officeDocument/2006/relationships/image" Target="../media/image110.png"/><Relationship Id="rId37" Type="http://schemas.openxmlformats.org/officeDocument/2006/relationships/customXml" Target="../ink/ink168.xml"/><Relationship Id="rId58" Type="http://schemas.openxmlformats.org/officeDocument/2006/relationships/image" Target="../media/image131.png"/><Relationship Id="rId79" Type="http://schemas.openxmlformats.org/officeDocument/2006/relationships/customXml" Target="../ink/ink189.xml"/><Relationship Id="rId102" Type="http://schemas.openxmlformats.org/officeDocument/2006/relationships/image" Target="../media/image153.png"/><Relationship Id="rId123" Type="http://schemas.openxmlformats.org/officeDocument/2006/relationships/customXml" Target="../ink/ink211.xml"/><Relationship Id="rId144" Type="http://schemas.openxmlformats.org/officeDocument/2006/relationships/image" Target="../media/image174.png"/><Relationship Id="rId90" Type="http://schemas.openxmlformats.org/officeDocument/2006/relationships/image" Target="../media/image147.png"/><Relationship Id="rId165" Type="http://schemas.openxmlformats.org/officeDocument/2006/relationships/customXml" Target="../ink/ink232.xml"/><Relationship Id="rId27" Type="http://schemas.openxmlformats.org/officeDocument/2006/relationships/customXml" Target="../ink/ink163.xml"/><Relationship Id="rId48" Type="http://schemas.openxmlformats.org/officeDocument/2006/relationships/image" Target="../media/image126.png"/><Relationship Id="rId69" Type="http://schemas.openxmlformats.org/officeDocument/2006/relationships/customXml" Target="../ink/ink184.xml"/><Relationship Id="rId113" Type="http://schemas.openxmlformats.org/officeDocument/2006/relationships/customXml" Target="../ink/ink206.xml"/><Relationship Id="rId134" Type="http://schemas.openxmlformats.org/officeDocument/2006/relationships/image" Target="../media/image169.png"/><Relationship Id="rId80" Type="http://schemas.openxmlformats.org/officeDocument/2006/relationships/image" Target="../media/image142.png"/><Relationship Id="rId155" Type="http://schemas.openxmlformats.org/officeDocument/2006/relationships/customXml" Target="../ink/ink227.xml"/><Relationship Id="rId176" Type="http://schemas.openxmlformats.org/officeDocument/2006/relationships/image" Target="../media/image189.png"/><Relationship Id="rId17" Type="http://schemas.openxmlformats.org/officeDocument/2006/relationships/customXml" Target="../ink/ink158.xml"/><Relationship Id="rId38" Type="http://schemas.openxmlformats.org/officeDocument/2006/relationships/image" Target="../media/image121.png"/><Relationship Id="rId59" Type="http://schemas.openxmlformats.org/officeDocument/2006/relationships/customXml" Target="../ink/ink179.xml"/><Relationship Id="rId103" Type="http://schemas.openxmlformats.org/officeDocument/2006/relationships/customXml" Target="../ink/ink201.xml"/><Relationship Id="rId124" Type="http://schemas.openxmlformats.org/officeDocument/2006/relationships/image" Target="../media/image164.png"/><Relationship Id="rId70" Type="http://schemas.openxmlformats.org/officeDocument/2006/relationships/image" Target="../media/image137.png"/><Relationship Id="rId91" Type="http://schemas.openxmlformats.org/officeDocument/2006/relationships/customXml" Target="../ink/ink195.xml"/><Relationship Id="rId145" Type="http://schemas.openxmlformats.org/officeDocument/2006/relationships/customXml" Target="../ink/ink222.xml"/><Relationship Id="rId166" Type="http://schemas.openxmlformats.org/officeDocument/2006/relationships/image" Target="../media/image18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codepath.com/android/using-parcelable" TargetMode="External"/><Relationship Id="rId7" Type="http://schemas.openxmlformats.org/officeDocument/2006/relationships/image" Target="../media/image19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android.com/guide/components/activities/parcelables-and-bundles" TargetMode="External"/><Relationship Id="rId5" Type="http://schemas.openxmlformats.org/officeDocument/2006/relationships/image" Target="../media/image196.png"/><Relationship Id="rId4" Type="http://schemas.openxmlformats.org/officeDocument/2006/relationships/hyperlink" Target="https://www.youtube.com/watch?v=WBbsvqSu0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016317"/>
            <a:ext cx="10855236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אקטיביטי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LogRegCasual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קיימות די הרבה אפשרויות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ליצירת אחת או כמה אקטיביטי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ביצוע פעילות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זיהוי/רישום/שימוש מזדמן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1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Star: 32 Points 4">
            <a:extLst>
              <a:ext uri="{FF2B5EF4-FFF2-40B4-BE49-F238E27FC236}">
                <a16:creationId xmlns:a16="http://schemas.microsoft.com/office/drawing/2014/main" id="{1F3A55FA-3471-422C-5DCB-22C79CA4ADC4}"/>
              </a:ext>
            </a:extLst>
          </p:cNvPr>
          <p:cNvSpPr/>
          <p:nvPr/>
        </p:nvSpPr>
        <p:spPr>
          <a:xfrm>
            <a:off x="5468471" y="2357880"/>
            <a:ext cx="5396753" cy="2142240"/>
          </a:xfrm>
          <a:prstGeom prst="star32">
            <a:avLst>
              <a:gd name="adj" fmla="val 465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אפליקציה שלי</a:t>
            </a:r>
            <a:endParaRPr lang="en-US" sz="3600" dirty="0">
              <a:cs typeface="Guttman Yad-Brush" panose="02010401010101010101" pitchFamily="2" charset="-79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13D-5527-7142-B587-E5C5DBA65631}"/>
              </a:ext>
            </a:extLst>
          </p:cNvPr>
          <p:cNvSpPr/>
          <p:nvPr/>
        </p:nvSpPr>
        <p:spPr>
          <a:xfrm>
            <a:off x="466162" y="2561663"/>
            <a:ext cx="1255059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 rtl="1"/>
            <a:r>
              <a:rPr lang="he-IL" dirty="0"/>
              <a:t>פתיחה</a:t>
            </a:r>
            <a:endParaRPr lang="en-US" dirty="0"/>
          </a:p>
          <a:p>
            <a:pPr algn="ctr" rtl="1"/>
            <a:r>
              <a:rPr lang="en-US" dirty="0"/>
              <a:t>(start)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A52EB8-1688-E131-79CC-134A19845FC2}"/>
              </a:ext>
            </a:extLst>
          </p:cNvPr>
          <p:cNvSpPr/>
          <p:nvPr/>
        </p:nvSpPr>
        <p:spPr>
          <a:xfrm>
            <a:off x="10418331" y="5059511"/>
            <a:ext cx="1398495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/>
            <a:r>
              <a:rPr lang="he-IL" dirty="0"/>
              <a:t>תגובה</a:t>
            </a:r>
          </a:p>
          <a:p>
            <a:pPr algn="ctr" rtl="1"/>
            <a:r>
              <a:rPr lang="he-IL" dirty="0"/>
              <a:t>()</a:t>
            </a:r>
            <a:r>
              <a:rPr lang="en-US" dirty="0"/>
              <a:t>feedback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B08E29-A972-E275-ABCC-302FF05425BD}"/>
              </a:ext>
            </a:extLst>
          </p:cNvPr>
          <p:cNvSpPr/>
          <p:nvPr/>
        </p:nvSpPr>
        <p:spPr>
          <a:xfrm>
            <a:off x="4661646" y="3254189"/>
            <a:ext cx="770965" cy="2330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03DE7F46-BDA6-4988-B544-872E5B10CAB0}"/>
              </a:ext>
            </a:extLst>
          </p:cNvPr>
          <p:cNvSpPr/>
          <p:nvPr/>
        </p:nvSpPr>
        <p:spPr>
          <a:xfrm rot="1628268">
            <a:off x="10067876" y="4498019"/>
            <a:ext cx="1398495" cy="25667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6A952C-764D-8777-6A0E-B9854EF96F14}"/>
              </a:ext>
            </a:extLst>
          </p:cNvPr>
          <p:cNvSpPr/>
          <p:nvPr/>
        </p:nvSpPr>
        <p:spPr>
          <a:xfrm>
            <a:off x="2653552" y="2543734"/>
            <a:ext cx="1963271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 rtl="1"/>
            <a:r>
              <a:rPr lang="he-IL" dirty="0"/>
              <a:t>רישום/זיהוי/מזדמן</a:t>
            </a:r>
            <a:endParaRPr lang="en-US" dirty="0"/>
          </a:p>
          <a:p>
            <a:pPr algn="ctr" rtl="1"/>
            <a:r>
              <a:rPr lang="en-US" dirty="0"/>
              <a:t>(</a:t>
            </a:r>
            <a:r>
              <a:rPr lang="en-US" dirty="0" err="1"/>
              <a:t>LogRegCasual</a:t>
            </a:r>
            <a:r>
              <a:rPr lang="en-US" dirty="0"/>
              <a:t>)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9DF3A9B-A9F3-82CC-83FD-17F554B69AD4}"/>
              </a:ext>
            </a:extLst>
          </p:cNvPr>
          <p:cNvSpPr/>
          <p:nvPr/>
        </p:nvSpPr>
        <p:spPr>
          <a:xfrm>
            <a:off x="1801904" y="3195918"/>
            <a:ext cx="770965" cy="2330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5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448362" y="1397906"/>
            <a:ext cx="211206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E9AABF-5F0C-A7CD-FA5A-6BCEF64F8F90}"/>
                  </a:ext>
                </a:extLst>
              </p14:cNvPr>
              <p14:cNvContentPartPr/>
              <p14:nvPr/>
            </p14:nvContentPartPr>
            <p14:xfrm>
              <a:off x="2716221" y="25958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E9AABF-5F0C-A7CD-FA5A-6BCEF64F8F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8581" y="241948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93CD8EB7-9984-85E5-1AD8-29A8FD6FA4C3}"/>
              </a:ext>
            </a:extLst>
          </p:cNvPr>
          <p:cNvGrpSpPr/>
          <p:nvPr/>
        </p:nvGrpSpPr>
        <p:grpSpPr>
          <a:xfrm>
            <a:off x="1350021" y="918028"/>
            <a:ext cx="6504120" cy="5540040"/>
            <a:chOff x="1350021" y="918028"/>
            <a:chExt cx="6504120" cy="55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1F807A-E53F-3762-CAD0-D56C06CA5096}"/>
                    </a:ext>
                  </a:extLst>
                </p14:cNvPr>
                <p14:cNvContentPartPr/>
                <p14:nvPr/>
              </p14:nvContentPartPr>
              <p14:xfrm>
                <a:off x="1727301" y="2108908"/>
                <a:ext cx="1893240" cy="3258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1F807A-E53F-3762-CAD0-D56C06CA509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09301" y="2090908"/>
                  <a:ext cx="1928880" cy="32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834E16-8BCD-64E8-7980-ED44F6276EB3}"/>
                    </a:ext>
                  </a:extLst>
                </p14:cNvPr>
                <p14:cNvContentPartPr/>
                <p14:nvPr/>
              </p14:nvContentPartPr>
              <p14:xfrm>
                <a:off x="1350021" y="2188828"/>
                <a:ext cx="2200320" cy="3149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834E16-8BCD-64E8-7980-ED44F6276EB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32381" y="2171188"/>
                  <a:ext cx="2235960" cy="31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9A808D-BAF4-8D62-B7C9-654557D38C81}"/>
                    </a:ext>
                  </a:extLst>
                </p14:cNvPr>
                <p14:cNvContentPartPr/>
                <p14:nvPr/>
              </p14:nvContentPartPr>
              <p14:xfrm>
                <a:off x="1869141" y="2539468"/>
                <a:ext cx="1085400" cy="46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9A808D-BAF4-8D62-B7C9-654557D38C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51141" y="2521468"/>
                  <a:ext cx="11210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CB8B8F-6CA4-E04C-1D21-E0D49D92F103}"/>
                    </a:ext>
                  </a:extLst>
                </p14:cNvPr>
                <p14:cNvContentPartPr/>
                <p14:nvPr/>
              </p14:nvContentPartPr>
              <p14:xfrm>
                <a:off x="1987221" y="3463588"/>
                <a:ext cx="1031400" cy="535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CB8B8F-6CA4-E04C-1D21-E0D49D92F10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69221" y="3445948"/>
                  <a:ext cx="106704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B1CFE65-1B3C-C170-F1BE-B7798F03985B}"/>
                    </a:ext>
                  </a:extLst>
                </p14:cNvPr>
                <p14:cNvContentPartPr/>
                <p14:nvPr/>
              </p14:nvContentPartPr>
              <p14:xfrm>
                <a:off x="1980741" y="4462228"/>
                <a:ext cx="1048320" cy="546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B1CFE65-1B3C-C170-F1BE-B7798F03985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62741" y="4444588"/>
                  <a:ext cx="108396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AC0F2F-D9FF-F695-6D67-6118CE91BDD9}"/>
                    </a:ext>
                  </a:extLst>
                </p14:cNvPr>
                <p14:cNvContentPartPr/>
                <p14:nvPr/>
              </p14:nvContentPartPr>
              <p14:xfrm>
                <a:off x="2858421" y="1844668"/>
                <a:ext cx="1712520" cy="81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6AC0F2F-D9FF-F695-6D67-6118CE91BDD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40421" y="1826668"/>
                  <a:ext cx="174816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6C4AF45-4CEA-ABCB-E8CF-6FEF2708A801}"/>
                    </a:ext>
                  </a:extLst>
                </p14:cNvPr>
                <p14:cNvContentPartPr/>
                <p14:nvPr/>
              </p14:nvContentPartPr>
              <p14:xfrm>
                <a:off x="4374381" y="1797148"/>
                <a:ext cx="282600" cy="205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6C4AF45-4CEA-ABCB-E8CF-6FEF2708A8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56381" y="1779148"/>
                  <a:ext cx="3182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6C47AE-67B5-8F1F-1C4A-71EDD9EB5650}"/>
                    </a:ext>
                  </a:extLst>
                </p14:cNvPr>
                <p14:cNvContentPartPr/>
                <p14:nvPr/>
              </p14:nvContentPartPr>
              <p14:xfrm>
                <a:off x="4786581" y="1024228"/>
                <a:ext cx="167040" cy="1215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A6C47AE-67B5-8F1F-1C4A-71EDD9EB565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68581" y="1006228"/>
                  <a:ext cx="202680" cy="12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45B0FA-28A7-E6BA-4B4B-8F53C8450DD2}"/>
                    </a:ext>
                  </a:extLst>
                </p14:cNvPr>
                <p14:cNvContentPartPr/>
                <p14:nvPr/>
              </p14:nvContentPartPr>
              <p14:xfrm>
                <a:off x="4771101" y="918028"/>
                <a:ext cx="1421280" cy="167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45B0FA-28A7-E6BA-4B4B-8F53C8450DD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53101" y="900028"/>
                  <a:ext cx="1456920" cy="17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8217EF-55C1-7DE3-43E9-0F1E59027F38}"/>
                    </a:ext>
                  </a:extLst>
                </p14:cNvPr>
                <p14:cNvContentPartPr/>
                <p14:nvPr/>
              </p14:nvContentPartPr>
              <p14:xfrm>
                <a:off x="3259821" y="3673108"/>
                <a:ext cx="3196800" cy="167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8217EF-55C1-7DE3-43E9-0F1E59027F3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41821" y="3655108"/>
                  <a:ext cx="3232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6CA50CC-8843-8D45-8B5E-BD21DE816C45}"/>
                    </a:ext>
                  </a:extLst>
                </p14:cNvPr>
                <p14:cNvContentPartPr/>
                <p14:nvPr/>
              </p14:nvContentPartPr>
              <p14:xfrm>
                <a:off x="5274021" y="3592828"/>
                <a:ext cx="544320" cy="450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6CA50CC-8843-8D45-8B5E-BD21DE816C4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56021" y="3575188"/>
                  <a:ext cx="5799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02C8A7C-DB38-8251-D593-B2F39866185E}"/>
                    </a:ext>
                  </a:extLst>
                </p14:cNvPr>
                <p14:cNvContentPartPr/>
                <p14:nvPr/>
              </p14:nvContentPartPr>
              <p14:xfrm>
                <a:off x="6373821" y="2796508"/>
                <a:ext cx="1480320" cy="1811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02C8A7C-DB38-8251-D593-B2F3986618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56181" y="2778868"/>
                  <a:ext cx="1515960" cy="18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A79388-8804-D03A-24A1-A490480B022F}"/>
                    </a:ext>
                  </a:extLst>
                </p14:cNvPr>
                <p14:cNvContentPartPr/>
                <p14:nvPr/>
              </p14:nvContentPartPr>
              <p14:xfrm>
                <a:off x="3144621" y="4685068"/>
                <a:ext cx="396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A79388-8804-D03A-24A1-A490480B022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26981" y="4667428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45C8EF-BE95-F5FA-F00A-355E6945E31B}"/>
                    </a:ext>
                  </a:extLst>
                </p14:cNvPr>
                <p14:cNvContentPartPr/>
                <p14:nvPr/>
              </p14:nvContentPartPr>
              <p14:xfrm>
                <a:off x="2785341" y="3630268"/>
                <a:ext cx="536040" cy="64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45C8EF-BE95-F5FA-F00A-355E6945E3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67701" y="3612628"/>
                  <a:ext cx="571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B3DCD14-E4C3-D802-F142-8B571350E100}"/>
                    </a:ext>
                  </a:extLst>
                </p14:cNvPr>
                <p14:cNvContentPartPr/>
                <p14:nvPr/>
              </p14:nvContentPartPr>
              <p14:xfrm>
                <a:off x="2710821" y="4716748"/>
                <a:ext cx="2163960" cy="853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B3DCD14-E4C3-D802-F142-8B571350E10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93181" y="4698748"/>
                  <a:ext cx="219960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DDF2EC-11ED-568E-2B23-AD15651988CB}"/>
                    </a:ext>
                  </a:extLst>
                </p14:cNvPr>
                <p14:cNvContentPartPr/>
                <p14:nvPr/>
              </p14:nvContentPartPr>
              <p14:xfrm>
                <a:off x="4532781" y="5172508"/>
                <a:ext cx="429480" cy="58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DDF2EC-11ED-568E-2B23-AD15651988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15141" y="5154868"/>
                  <a:ext cx="46512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0983609-C385-244E-52C2-F568F5BFC18D}"/>
                    </a:ext>
                  </a:extLst>
                </p14:cNvPr>
                <p14:cNvContentPartPr/>
                <p14:nvPr/>
              </p14:nvContentPartPr>
              <p14:xfrm>
                <a:off x="5044701" y="4806028"/>
                <a:ext cx="1207800" cy="1652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0983609-C385-244E-52C2-F568F5BFC18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27061" y="4788028"/>
                  <a:ext cx="1243440" cy="16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CBF38E-56AB-F9C7-D2CF-FAFEE1E980FE}"/>
                    </a:ext>
                  </a:extLst>
                </p14:cNvPr>
                <p14:cNvContentPartPr/>
                <p14:nvPr/>
              </p14:nvContentPartPr>
              <p14:xfrm>
                <a:off x="5854341" y="1089028"/>
                <a:ext cx="192240" cy="242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CBF38E-56AB-F9C7-D2CF-FAFEE1E980F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36341" y="1071388"/>
                  <a:ext cx="227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79B13DC-DBD8-530C-EF96-CD5D48E8092A}"/>
                    </a:ext>
                  </a:extLst>
                </p14:cNvPr>
                <p14:cNvContentPartPr/>
                <p14:nvPr/>
              </p14:nvContentPartPr>
              <p14:xfrm>
                <a:off x="5777301" y="1154548"/>
                <a:ext cx="25200" cy="4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79B13DC-DBD8-530C-EF96-CD5D48E8092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59301" y="1136548"/>
                  <a:ext cx="60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A77F870-F4AD-5E5F-2845-250084EBE8C1}"/>
                    </a:ext>
                  </a:extLst>
                </p14:cNvPr>
                <p14:cNvContentPartPr/>
                <p14:nvPr/>
              </p14:nvContentPartPr>
              <p14:xfrm>
                <a:off x="5515581" y="1177948"/>
                <a:ext cx="165240" cy="108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A77F870-F4AD-5E5F-2845-250084EBE8C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97581" y="1159948"/>
                  <a:ext cx="200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CA720A-56DF-B8B8-B6F2-BB348D453DFE}"/>
                    </a:ext>
                  </a:extLst>
                </p14:cNvPr>
                <p14:cNvContentPartPr/>
                <p14:nvPr/>
              </p14:nvContentPartPr>
              <p14:xfrm>
                <a:off x="5540061" y="1298548"/>
                <a:ext cx="360" cy="45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CA720A-56DF-B8B8-B6F2-BB348D453DF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22061" y="1280908"/>
                  <a:ext cx="36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FAFC6A-8CE0-5FB1-B5C5-A524F771D53A}"/>
                    </a:ext>
                  </a:extLst>
                </p14:cNvPr>
                <p14:cNvContentPartPr/>
                <p14:nvPr/>
              </p14:nvContentPartPr>
              <p14:xfrm>
                <a:off x="5357541" y="1191268"/>
                <a:ext cx="35280" cy="204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FAFC6A-8CE0-5FB1-B5C5-A524F771D53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39541" y="1173628"/>
                  <a:ext cx="70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228395-238F-4351-D173-8C5A21D2EA5F}"/>
                    </a:ext>
                  </a:extLst>
                </p14:cNvPr>
                <p14:cNvContentPartPr/>
                <p14:nvPr/>
              </p14:nvContentPartPr>
              <p14:xfrm>
                <a:off x="5253861" y="1175788"/>
                <a:ext cx="11880" cy="89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228395-238F-4351-D173-8C5A21D2EA5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236221" y="1158148"/>
                  <a:ext cx="475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B51212-8117-0EF7-2C70-D5414445602D}"/>
                    </a:ext>
                  </a:extLst>
                </p14:cNvPr>
                <p14:cNvContentPartPr/>
                <p14:nvPr/>
              </p14:nvContentPartPr>
              <p14:xfrm>
                <a:off x="7277421" y="3221308"/>
                <a:ext cx="148680" cy="184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B51212-8117-0EF7-2C70-D541444560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59421" y="3203668"/>
                  <a:ext cx="184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A65CAB4-6823-79AF-AA5C-E5131A1E15C2}"/>
                    </a:ext>
                  </a:extLst>
                </p14:cNvPr>
                <p14:cNvContentPartPr/>
                <p14:nvPr/>
              </p14:nvContentPartPr>
              <p14:xfrm>
                <a:off x="7206501" y="3216628"/>
                <a:ext cx="7920" cy="61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A65CAB4-6823-79AF-AA5C-E5131A1E15C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88861" y="3198628"/>
                  <a:ext cx="43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96111C-C8FE-A8DA-7780-74318FC06796}"/>
                    </a:ext>
                  </a:extLst>
                </p14:cNvPr>
                <p14:cNvContentPartPr/>
                <p14:nvPr/>
              </p14:nvContentPartPr>
              <p14:xfrm>
                <a:off x="6981141" y="3210148"/>
                <a:ext cx="145080" cy="19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96111C-C8FE-A8DA-7780-74318FC0679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63501" y="3192508"/>
                  <a:ext cx="180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C32F7A-DD51-05CE-FA69-1D88B3F4021C}"/>
                    </a:ext>
                  </a:extLst>
                </p14:cNvPr>
                <p14:cNvContentPartPr/>
                <p14:nvPr/>
              </p14:nvContentPartPr>
              <p14:xfrm>
                <a:off x="6876381" y="3208348"/>
                <a:ext cx="28800" cy="15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C32F7A-DD51-05CE-FA69-1D88B3F4021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858741" y="3190708"/>
                  <a:ext cx="64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DC136F-C86F-0C0B-A99E-0A6390C57544}"/>
                    </a:ext>
                  </a:extLst>
                </p14:cNvPr>
                <p14:cNvContentPartPr/>
                <p14:nvPr/>
              </p14:nvContentPartPr>
              <p14:xfrm>
                <a:off x="6614661" y="3204388"/>
                <a:ext cx="159840" cy="18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DC136F-C86F-0C0B-A99E-0A6390C5754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97021" y="3186748"/>
                  <a:ext cx="195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FC7441-EE81-D207-8A52-A17B45945C60}"/>
                    </a:ext>
                  </a:extLst>
                </p14:cNvPr>
                <p14:cNvContentPartPr/>
                <p14:nvPr/>
              </p14:nvContentPartPr>
              <p14:xfrm>
                <a:off x="5904021" y="5065948"/>
                <a:ext cx="143280" cy="182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FC7441-EE81-D207-8A52-A17B45945C6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86021" y="5048308"/>
                  <a:ext cx="178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CBB755-00D4-570B-09FE-B0B0449D16E9}"/>
                    </a:ext>
                  </a:extLst>
                </p14:cNvPr>
                <p14:cNvContentPartPr/>
                <p14:nvPr/>
              </p14:nvContentPartPr>
              <p14:xfrm>
                <a:off x="5775861" y="5152708"/>
                <a:ext cx="25920" cy="38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CBB755-00D4-570B-09FE-B0B0449D16E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57861" y="5135068"/>
                  <a:ext cx="61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2BF48F-E843-D1BA-C263-3585D968166C}"/>
                    </a:ext>
                  </a:extLst>
                </p14:cNvPr>
                <p14:cNvContentPartPr/>
                <p14:nvPr/>
              </p14:nvContentPartPr>
              <p14:xfrm>
                <a:off x="5660301" y="5174308"/>
                <a:ext cx="79920" cy="191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2BF48F-E843-D1BA-C263-3585D968166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42301" y="5156308"/>
                  <a:ext cx="115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CB9C51-BDD6-1281-8BCF-E7D4782337B7}"/>
                    </a:ext>
                  </a:extLst>
                </p14:cNvPr>
                <p14:cNvContentPartPr/>
                <p14:nvPr/>
              </p14:nvContentPartPr>
              <p14:xfrm>
                <a:off x="5595861" y="5227588"/>
                <a:ext cx="17280" cy="130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CB9C51-BDD6-1281-8BCF-E7D4782337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77861" y="5209948"/>
                  <a:ext cx="529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FCFCEAB-8F05-7296-7DF1-A08B11CBD0B6}"/>
                    </a:ext>
                  </a:extLst>
                </p14:cNvPr>
                <p14:cNvContentPartPr/>
                <p14:nvPr/>
              </p14:nvContentPartPr>
              <p14:xfrm>
                <a:off x="5442501" y="5237308"/>
                <a:ext cx="106200" cy="186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FCFCEAB-8F05-7296-7DF1-A08B11CBD0B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24861" y="5219668"/>
                  <a:ext cx="141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8A69D10-9303-A10A-B763-F0B01783ECB1}"/>
                    </a:ext>
                  </a:extLst>
                </p14:cNvPr>
                <p14:cNvContentPartPr/>
                <p14:nvPr/>
              </p14:nvContentPartPr>
              <p14:xfrm>
                <a:off x="5949381" y="5608828"/>
                <a:ext cx="95040" cy="155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8A69D10-9303-A10A-B763-F0B01783ECB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31741" y="5591188"/>
                  <a:ext cx="130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5C2716F-957E-BE70-78EF-EC662FF80DBF}"/>
                    </a:ext>
                  </a:extLst>
                </p14:cNvPr>
                <p14:cNvContentPartPr/>
                <p14:nvPr/>
              </p14:nvContentPartPr>
              <p14:xfrm>
                <a:off x="5854701" y="5709268"/>
                <a:ext cx="154080" cy="336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5C2716F-957E-BE70-78EF-EC662FF80DB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37061" y="5691268"/>
                  <a:ext cx="189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C3DC67-771B-0540-8332-3C52CEA28B45}"/>
                    </a:ext>
                  </a:extLst>
                </p14:cNvPr>
                <p14:cNvContentPartPr/>
                <p14:nvPr/>
              </p14:nvContentPartPr>
              <p14:xfrm>
                <a:off x="5712141" y="5786308"/>
                <a:ext cx="154800" cy="212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C3DC67-771B-0540-8332-3C52CEA28B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94141" y="5768668"/>
                  <a:ext cx="1904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FD7AC7-17BB-9B91-3BFF-9ACF495F34E8}"/>
                    </a:ext>
                  </a:extLst>
                </p14:cNvPr>
                <p14:cNvContentPartPr/>
                <p14:nvPr/>
              </p14:nvContentPartPr>
              <p14:xfrm>
                <a:off x="5524941" y="5887468"/>
                <a:ext cx="113040" cy="172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FD7AC7-17BB-9B91-3BFF-9ACF495F34E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07301" y="5869468"/>
                  <a:ext cx="148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474B796-8AE7-181F-8ECC-C692DA7021D6}"/>
                    </a:ext>
                  </a:extLst>
                </p14:cNvPr>
                <p14:cNvContentPartPr/>
                <p14:nvPr/>
              </p14:nvContentPartPr>
              <p14:xfrm>
                <a:off x="5402901" y="5962708"/>
                <a:ext cx="26280" cy="356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474B796-8AE7-181F-8ECC-C692DA7021D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384901" y="5944708"/>
                  <a:ext cx="61920" cy="39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409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448362" y="1410122"/>
            <a:ext cx="211206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E9AABF-5F0C-A7CD-FA5A-6BCEF64F8F90}"/>
                  </a:ext>
                </a:extLst>
              </p14:cNvPr>
              <p14:cNvContentPartPr/>
              <p14:nvPr/>
            </p14:nvContentPartPr>
            <p14:xfrm>
              <a:off x="2716221" y="25958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E9AABF-5F0C-A7CD-FA5A-6BCEF64F8F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8581" y="2419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7B81D3-1FE2-3A5B-5814-DA641215F23C}"/>
                  </a:ext>
                </a:extLst>
              </p14:cNvPr>
              <p14:cNvContentPartPr/>
              <p14:nvPr/>
            </p14:nvContentPartPr>
            <p14:xfrm>
              <a:off x="2105301" y="925948"/>
              <a:ext cx="2151360" cy="2787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7B81D3-1FE2-3A5B-5814-DA641215F2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87661" y="907948"/>
                <a:ext cx="2187000" cy="282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3394E28-4710-911C-9360-5C7F2A35FFAE}"/>
              </a:ext>
            </a:extLst>
          </p:cNvPr>
          <p:cNvGrpSpPr/>
          <p:nvPr/>
        </p:nvGrpSpPr>
        <p:grpSpPr>
          <a:xfrm>
            <a:off x="3033021" y="1054468"/>
            <a:ext cx="852120" cy="251640"/>
            <a:chOff x="3033021" y="1054468"/>
            <a:chExt cx="85212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EA1E976-3FD6-C515-A9CE-DE1EEB591092}"/>
                    </a:ext>
                  </a:extLst>
                </p14:cNvPr>
                <p14:cNvContentPartPr/>
                <p14:nvPr/>
              </p14:nvContentPartPr>
              <p14:xfrm>
                <a:off x="3709821" y="1066708"/>
                <a:ext cx="175320" cy="239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EA1E976-3FD6-C515-A9CE-DE1EEB5910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91821" y="1048708"/>
                  <a:ext cx="2109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BD627A-6D0F-E8DB-E6E2-1C9780F78636}"/>
                    </a:ext>
                  </a:extLst>
                </p14:cNvPr>
                <p14:cNvContentPartPr/>
                <p14:nvPr/>
              </p14:nvContentPartPr>
              <p14:xfrm>
                <a:off x="3673821" y="1055548"/>
                <a:ext cx="5760" cy="91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BD627A-6D0F-E8DB-E6E2-1C9780F786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55821" y="1037908"/>
                  <a:ext cx="4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AA9D0A3-6AB2-26A2-2E3A-80E3EFD2192D}"/>
                    </a:ext>
                  </a:extLst>
                </p14:cNvPr>
                <p14:cNvContentPartPr/>
                <p14:nvPr/>
              </p14:nvContentPartPr>
              <p14:xfrm>
                <a:off x="3277461" y="1080748"/>
                <a:ext cx="252720" cy="14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AA9D0A3-6AB2-26A2-2E3A-80E3EFD219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59821" y="1062748"/>
                  <a:ext cx="288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00F43F-8FED-1250-5225-6BCB67EFF59E}"/>
                    </a:ext>
                  </a:extLst>
                </p14:cNvPr>
                <p14:cNvContentPartPr/>
                <p14:nvPr/>
              </p14:nvContentPartPr>
              <p14:xfrm>
                <a:off x="3340461" y="1175788"/>
                <a:ext cx="39960" cy="71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00F43F-8FED-1250-5225-6BCB67EFF59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22821" y="1158148"/>
                  <a:ext cx="75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7E9BDA-8E48-997E-8EE2-623B0FC66F1F}"/>
                    </a:ext>
                  </a:extLst>
                </p14:cNvPr>
                <p14:cNvContentPartPr/>
                <p14:nvPr/>
              </p14:nvContentPartPr>
              <p14:xfrm>
                <a:off x="3116541" y="1095508"/>
                <a:ext cx="49320" cy="142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7E9BDA-8E48-997E-8EE2-623B0FC66F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98541" y="1077868"/>
                  <a:ext cx="84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0DE62E-2BBA-F002-5127-42770C79B16F}"/>
                    </a:ext>
                  </a:extLst>
                </p14:cNvPr>
                <p14:cNvContentPartPr/>
                <p14:nvPr/>
              </p14:nvContentPartPr>
              <p14:xfrm>
                <a:off x="3033021" y="1054468"/>
                <a:ext cx="9360" cy="6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0DE62E-2BBA-F002-5127-42770C79B16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15021" y="1036828"/>
                  <a:ext cx="450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D9EA8CD-7654-8C8D-72B0-373F343DB670}"/>
              </a:ext>
            </a:extLst>
          </p:cNvPr>
          <p:cNvGrpSpPr/>
          <p:nvPr/>
        </p:nvGrpSpPr>
        <p:grpSpPr>
          <a:xfrm>
            <a:off x="2213301" y="1888588"/>
            <a:ext cx="4824360" cy="3632760"/>
            <a:chOff x="2213301" y="1888588"/>
            <a:chExt cx="4824360" cy="36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3FDDEF-3589-B5FB-4872-3581B1CA5833}"/>
                    </a:ext>
                  </a:extLst>
                </p14:cNvPr>
                <p14:cNvContentPartPr/>
                <p14:nvPr/>
              </p14:nvContentPartPr>
              <p14:xfrm>
                <a:off x="2644221" y="2543428"/>
                <a:ext cx="979200" cy="390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3FDDEF-3589-B5FB-4872-3581B1CA583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26221" y="2525788"/>
                  <a:ext cx="10148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1E6894-11FC-8BC6-168C-A73A6FEEA322}"/>
                    </a:ext>
                  </a:extLst>
                </p14:cNvPr>
                <p14:cNvContentPartPr/>
                <p14:nvPr/>
              </p14:nvContentPartPr>
              <p14:xfrm>
                <a:off x="3260181" y="2667988"/>
                <a:ext cx="1500840" cy="66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1E6894-11FC-8BC6-168C-A73A6FEEA3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42181" y="2650348"/>
                  <a:ext cx="1536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8B63382-000A-9D3A-1612-447C349534F6}"/>
                    </a:ext>
                  </a:extLst>
                </p14:cNvPr>
                <p14:cNvContentPartPr/>
                <p14:nvPr/>
              </p14:nvContentPartPr>
              <p14:xfrm>
                <a:off x="4610181" y="2543788"/>
                <a:ext cx="259560" cy="247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8B63382-000A-9D3A-1612-447C349534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92541" y="2525788"/>
                  <a:ext cx="295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668A3D-7BD0-AF64-A2E5-93BFF68E6C94}"/>
                    </a:ext>
                  </a:extLst>
                </p14:cNvPr>
                <p14:cNvContentPartPr/>
                <p14:nvPr/>
              </p14:nvContentPartPr>
              <p14:xfrm>
                <a:off x="4881981" y="2093788"/>
                <a:ext cx="104760" cy="125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668A3D-7BD0-AF64-A2E5-93BFF68E6C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64341" y="2075788"/>
                  <a:ext cx="140400" cy="12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6DB69E-1A4B-5FCC-0D61-1BA2A2C025FC}"/>
                    </a:ext>
                  </a:extLst>
                </p14:cNvPr>
                <p14:cNvContentPartPr/>
                <p14:nvPr/>
              </p14:nvContentPartPr>
              <p14:xfrm>
                <a:off x="4884501" y="1888588"/>
                <a:ext cx="2153160" cy="1391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6DB69E-1A4B-5FCC-0D61-1BA2A2C025F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66861" y="1870948"/>
                  <a:ext cx="2188800" cy="14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8B31C3-BEE1-F33D-A096-8B27A41AFD23}"/>
                    </a:ext>
                  </a:extLst>
                </p14:cNvPr>
                <p14:cNvContentPartPr/>
                <p14:nvPr/>
              </p14:nvContentPartPr>
              <p14:xfrm>
                <a:off x="6417021" y="2281708"/>
                <a:ext cx="223560" cy="18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8B31C3-BEE1-F33D-A096-8B27A41AFD2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99381" y="2264068"/>
                  <a:ext cx="259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271285-251E-29AF-0A3B-F314B735038E}"/>
                    </a:ext>
                  </a:extLst>
                </p14:cNvPr>
                <p14:cNvContentPartPr/>
                <p14:nvPr/>
              </p14:nvContentPartPr>
              <p14:xfrm>
                <a:off x="6316221" y="2249308"/>
                <a:ext cx="9000" cy="118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271285-251E-29AF-0A3B-F314B735038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98221" y="2231668"/>
                  <a:ext cx="44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B14AC1-7226-568E-76A2-E833CF10FD08}"/>
                    </a:ext>
                  </a:extLst>
                </p14:cNvPr>
                <p14:cNvContentPartPr/>
                <p14:nvPr/>
              </p14:nvContentPartPr>
              <p14:xfrm>
                <a:off x="6006261" y="2296108"/>
                <a:ext cx="216720" cy="21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B14AC1-7226-568E-76A2-E833CF10FD0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88621" y="2278108"/>
                  <a:ext cx="252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B4FEBA7-8593-7E9E-FB1C-221CD17E6AAF}"/>
                    </a:ext>
                  </a:extLst>
                </p14:cNvPr>
                <p14:cNvContentPartPr/>
                <p14:nvPr/>
              </p14:nvContentPartPr>
              <p14:xfrm>
                <a:off x="5839941" y="2270188"/>
                <a:ext cx="41400" cy="250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B4FEBA7-8593-7E9E-FB1C-221CD17E6AA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21941" y="2252548"/>
                  <a:ext cx="770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1BC27FF-2676-2858-FB06-D556663B2BBE}"/>
                    </a:ext>
                  </a:extLst>
                </p14:cNvPr>
                <p14:cNvContentPartPr/>
                <p14:nvPr/>
              </p14:nvContentPartPr>
              <p14:xfrm>
                <a:off x="5333421" y="2336788"/>
                <a:ext cx="344520" cy="27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1BC27FF-2676-2858-FB06-D556663B2BB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15421" y="2318788"/>
                  <a:ext cx="380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8D4600-F00D-DB31-CEE5-18E536A7570F}"/>
                    </a:ext>
                  </a:extLst>
                </p14:cNvPr>
                <p14:cNvContentPartPr/>
                <p14:nvPr/>
              </p14:nvContentPartPr>
              <p14:xfrm>
                <a:off x="2652501" y="3180988"/>
                <a:ext cx="1061640" cy="23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8D4600-F00D-DB31-CEE5-18E536A7570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634861" y="3163348"/>
                  <a:ext cx="1097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98D24EE-FDA3-30AA-DB9E-B67184E34DDD}"/>
                    </a:ext>
                  </a:extLst>
                </p14:cNvPr>
                <p14:cNvContentPartPr/>
                <p14:nvPr/>
              </p14:nvContentPartPr>
              <p14:xfrm>
                <a:off x="3232101" y="3282868"/>
                <a:ext cx="227520" cy="1028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98D24EE-FDA3-30AA-DB9E-B67184E34DD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14101" y="3264868"/>
                  <a:ext cx="263160" cy="10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99EBB47-5B6C-B202-A509-79D3F89F8A0B}"/>
                    </a:ext>
                  </a:extLst>
                </p14:cNvPr>
                <p14:cNvContentPartPr/>
                <p14:nvPr/>
              </p14:nvContentPartPr>
              <p14:xfrm>
                <a:off x="2213301" y="4203028"/>
                <a:ext cx="3611520" cy="1318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99EBB47-5B6C-B202-A509-79D3F89F8A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95301" y="4185028"/>
                  <a:ext cx="3647160" cy="13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4ED7786-C6FF-FCD1-4EB4-EA90CC48F8EA}"/>
                    </a:ext>
                  </a:extLst>
                </p14:cNvPr>
                <p14:cNvContentPartPr/>
                <p14:nvPr/>
              </p14:nvContentPartPr>
              <p14:xfrm>
                <a:off x="5160981" y="4420108"/>
                <a:ext cx="255600" cy="214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4ED7786-C6FF-FCD1-4EB4-EA90CC48F8E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42981" y="4402108"/>
                  <a:ext cx="291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47ED7A7-9006-1360-92BA-C88E5DEA8400}"/>
                    </a:ext>
                  </a:extLst>
                </p14:cNvPr>
                <p14:cNvContentPartPr/>
                <p14:nvPr/>
              </p14:nvContentPartPr>
              <p14:xfrm>
                <a:off x="5028861" y="4476628"/>
                <a:ext cx="42480" cy="83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47ED7A7-9006-1360-92BA-C88E5DEA840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10861" y="4458628"/>
                  <a:ext cx="78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4CC0D7B-9004-930D-27B0-4B809618D6C3}"/>
                    </a:ext>
                  </a:extLst>
                </p14:cNvPr>
                <p14:cNvContentPartPr/>
                <p14:nvPr/>
              </p14:nvContentPartPr>
              <p14:xfrm>
                <a:off x="4668861" y="4517668"/>
                <a:ext cx="236880" cy="13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4CC0D7B-9004-930D-27B0-4B809618D6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51221" y="4500028"/>
                  <a:ext cx="272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94FC41-2025-190C-2A0D-F8CF07C8672D}"/>
                    </a:ext>
                  </a:extLst>
                </p14:cNvPr>
                <p14:cNvContentPartPr/>
                <p14:nvPr/>
              </p14:nvContentPartPr>
              <p14:xfrm>
                <a:off x="4522341" y="4498588"/>
                <a:ext cx="86760" cy="167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94FC41-2025-190C-2A0D-F8CF07C867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04701" y="4480588"/>
                  <a:ext cx="122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BA12380-3888-657D-0D2A-2CE893A11AC1}"/>
                    </a:ext>
                  </a:extLst>
                </p14:cNvPr>
                <p14:cNvContentPartPr/>
                <p14:nvPr/>
              </p14:nvContentPartPr>
              <p14:xfrm>
                <a:off x="4236141" y="4456828"/>
                <a:ext cx="164520" cy="303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BA12380-3888-657D-0D2A-2CE893A11AC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18141" y="4438828"/>
                  <a:ext cx="2001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6BB89A-B8C9-147C-A7B6-36B981BFB281}"/>
                    </a:ext>
                  </a:extLst>
                </p14:cNvPr>
                <p14:cNvContentPartPr/>
                <p14:nvPr/>
              </p14:nvContentPartPr>
              <p14:xfrm>
                <a:off x="4605861" y="4937788"/>
                <a:ext cx="339480" cy="218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6BB89A-B8C9-147C-A7B6-36B981BFB2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88221" y="4920148"/>
                  <a:ext cx="375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F3FE23-DE14-4825-F9F2-ADB171CFD312}"/>
                    </a:ext>
                  </a:extLst>
                </p14:cNvPr>
                <p14:cNvContentPartPr/>
                <p14:nvPr/>
              </p14:nvContentPartPr>
              <p14:xfrm>
                <a:off x="4279341" y="4951108"/>
                <a:ext cx="262080" cy="324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F3FE23-DE14-4825-F9F2-ADB171CFD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61341" y="4933468"/>
                  <a:ext cx="2977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FD91CCF-29CF-CBF6-E8EB-03EFBC6FB616}"/>
                    </a:ext>
                  </a:extLst>
                </p14:cNvPr>
                <p14:cNvContentPartPr/>
                <p14:nvPr/>
              </p14:nvContentPartPr>
              <p14:xfrm>
                <a:off x="4061541" y="4922668"/>
                <a:ext cx="164160" cy="30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FD91CCF-29CF-CBF6-E8EB-03EFBC6FB61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43901" y="4905028"/>
                  <a:ext cx="1998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991E9F-E871-6450-E5D1-6E76F87B24F9}"/>
                    </a:ext>
                  </a:extLst>
                </p14:cNvPr>
                <p14:cNvContentPartPr/>
                <p14:nvPr/>
              </p14:nvContentPartPr>
              <p14:xfrm>
                <a:off x="3679941" y="4921588"/>
                <a:ext cx="270720" cy="205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991E9F-E871-6450-E5D1-6E76F87B24F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61941" y="4903948"/>
                  <a:ext cx="3063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F0DF4B8-BA3B-FD29-1057-886C4949EF84}"/>
                    </a:ext>
                  </a:extLst>
                </p14:cNvPr>
                <p14:cNvContentPartPr/>
                <p14:nvPr/>
              </p14:nvContentPartPr>
              <p14:xfrm>
                <a:off x="3453141" y="4926988"/>
                <a:ext cx="200520" cy="422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F0DF4B8-BA3B-FD29-1057-886C4949EF8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435141" y="4908988"/>
                  <a:ext cx="236160" cy="45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207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448362" y="1397906"/>
            <a:ext cx="211206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E9AABF-5F0C-A7CD-FA5A-6BCEF64F8F90}"/>
                  </a:ext>
                </a:extLst>
              </p14:cNvPr>
              <p14:cNvContentPartPr/>
              <p14:nvPr/>
            </p14:nvContentPartPr>
            <p14:xfrm>
              <a:off x="2716221" y="25958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E9AABF-5F0C-A7CD-FA5A-6BCEF64F8F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8581" y="2419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7B81D3-1FE2-3A5B-5814-DA641215F23C}"/>
                  </a:ext>
                </a:extLst>
              </p14:cNvPr>
              <p14:cNvContentPartPr/>
              <p14:nvPr/>
            </p14:nvContentPartPr>
            <p14:xfrm>
              <a:off x="2105301" y="925948"/>
              <a:ext cx="2151360" cy="2787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7B81D3-1FE2-3A5B-5814-DA641215F2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87661" y="907948"/>
                <a:ext cx="2187000" cy="282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3394E28-4710-911C-9360-5C7F2A35FFAE}"/>
              </a:ext>
            </a:extLst>
          </p:cNvPr>
          <p:cNvGrpSpPr/>
          <p:nvPr/>
        </p:nvGrpSpPr>
        <p:grpSpPr>
          <a:xfrm>
            <a:off x="3033021" y="1054468"/>
            <a:ext cx="852120" cy="251640"/>
            <a:chOff x="3033021" y="1054468"/>
            <a:chExt cx="85212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EA1E976-3FD6-C515-A9CE-DE1EEB591092}"/>
                    </a:ext>
                  </a:extLst>
                </p14:cNvPr>
                <p14:cNvContentPartPr/>
                <p14:nvPr/>
              </p14:nvContentPartPr>
              <p14:xfrm>
                <a:off x="3709821" y="1066708"/>
                <a:ext cx="175320" cy="239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EA1E976-3FD6-C515-A9CE-DE1EEB5910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91821" y="1048708"/>
                  <a:ext cx="2109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BD627A-6D0F-E8DB-E6E2-1C9780F78636}"/>
                    </a:ext>
                  </a:extLst>
                </p14:cNvPr>
                <p14:cNvContentPartPr/>
                <p14:nvPr/>
              </p14:nvContentPartPr>
              <p14:xfrm>
                <a:off x="3673821" y="1055548"/>
                <a:ext cx="5760" cy="91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BD627A-6D0F-E8DB-E6E2-1C9780F786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55821" y="1037908"/>
                  <a:ext cx="4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AA9D0A3-6AB2-26A2-2E3A-80E3EFD2192D}"/>
                    </a:ext>
                  </a:extLst>
                </p14:cNvPr>
                <p14:cNvContentPartPr/>
                <p14:nvPr/>
              </p14:nvContentPartPr>
              <p14:xfrm>
                <a:off x="3277461" y="1080748"/>
                <a:ext cx="252720" cy="14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AA9D0A3-6AB2-26A2-2E3A-80E3EFD219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59821" y="1062748"/>
                  <a:ext cx="288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00F43F-8FED-1250-5225-6BCB67EFF59E}"/>
                    </a:ext>
                  </a:extLst>
                </p14:cNvPr>
                <p14:cNvContentPartPr/>
                <p14:nvPr/>
              </p14:nvContentPartPr>
              <p14:xfrm>
                <a:off x="3340461" y="1175788"/>
                <a:ext cx="39960" cy="71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00F43F-8FED-1250-5225-6BCB67EFF59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22821" y="1158148"/>
                  <a:ext cx="75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7E9BDA-8E48-997E-8EE2-623B0FC66F1F}"/>
                    </a:ext>
                  </a:extLst>
                </p14:cNvPr>
                <p14:cNvContentPartPr/>
                <p14:nvPr/>
              </p14:nvContentPartPr>
              <p14:xfrm>
                <a:off x="3116541" y="1095508"/>
                <a:ext cx="49320" cy="142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7E9BDA-8E48-997E-8EE2-623B0FC66F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98541" y="1077868"/>
                  <a:ext cx="84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0DE62E-2BBA-F002-5127-42770C79B16F}"/>
                    </a:ext>
                  </a:extLst>
                </p14:cNvPr>
                <p14:cNvContentPartPr/>
                <p14:nvPr/>
              </p14:nvContentPartPr>
              <p14:xfrm>
                <a:off x="3033021" y="1054468"/>
                <a:ext cx="9360" cy="6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0DE62E-2BBA-F002-5127-42770C79B16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15021" y="1036828"/>
                  <a:ext cx="450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D9EA8CD-7654-8C8D-72B0-373F343DB670}"/>
              </a:ext>
            </a:extLst>
          </p:cNvPr>
          <p:cNvGrpSpPr/>
          <p:nvPr/>
        </p:nvGrpSpPr>
        <p:grpSpPr>
          <a:xfrm>
            <a:off x="2213301" y="1888588"/>
            <a:ext cx="4824360" cy="3632760"/>
            <a:chOff x="2213301" y="1888588"/>
            <a:chExt cx="4824360" cy="36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3FDDEF-3589-B5FB-4872-3581B1CA5833}"/>
                    </a:ext>
                  </a:extLst>
                </p14:cNvPr>
                <p14:cNvContentPartPr/>
                <p14:nvPr/>
              </p14:nvContentPartPr>
              <p14:xfrm>
                <a:off x="2644221" y="2543428"/>
                <a:ext cx="979200" cy="390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3FDDEF-3589-B5FB-4872-3581B1CA583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26221" y="2525788"/>
                  <a:ext cx="10148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1E6894-11FC-8BC6-168C-A73A6FEEA322}"/>
                    </a:ext>
                  </a:extLst>
                </p14:cNvPr>
                <p14:cNvContentPartPr/>
                <p14:nvPr/>
              </p14:nvContentPartPr>
              <p14:xfrm>
                <a:off x="3260181" y="2667988"/>
                <a:ext cx="1500840" cy="66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1E6894-11FC-8BC6-168C-A73A6FEEA3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42181" y="2650348"/>
                  <a:ext cx="1536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8B63382-000A-9D3A-1612-447C349534F6}"/>
                    </a:ext>
                  </a:extLst>
                </p14:cNvPr>
                <p14:cNvContentPartPr/>
                <p14:nvPr/>
              </p14:nvContentPartPr>
              <p14:xfrm>
                <a:off x="4610181" y="2543788"/>
                <a:ext cx="259560" cy="247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8B63382-000A-9D3A-1612-447C349534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92541" y="2525788"/>
                  <a:ext cx="295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668A3D-7BD0-AF64-A2E5-93BFF68E6C94}"/>
                    </a:ext>
                  </a:extLst>
                </p14:cNvPr>
                <p14:cNvContentPartPr/>
                <p14:nvPr/>
              </p14:nvContentPartPr>
              <p14:xfrm>
                <a:off x="4881981" y="2093788"/>
                <a:ext cx="104760" cy="125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668A3D-7BD0-AF64-A2E5-93BFF68E6C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64341" y="2075788"/>
                  <a:ext cx="140400" cy="12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6DB69E-1A4B-5FCC-0D61-1BA2A2C025FC}"/>
                    </a:ext>
                  </a:extLst>
                </p14:cNvPr>
                <p14:cNvContentPartPr/>
                <p14:nvPr/>
              </p14:nvContentPartPr>
              <p14:xfrm>
                <a:off x="4884501" y="1888588"/>
                <a:ext cx="2153160" cy="1391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6DB69E-1A4B-5FCC-0D61-1BA2A2C025F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66861" y="1870948"/>
                  <a:ext cx="2188800" cy="14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8B31C3-BEE1-F33D-A096-8B27A41AFD23}"/>
                    </a:ext>
                  </a:extLst>
                </p14:cNvPr>
                <p14:cNvContentPartPr/>
                <p14:nvPr/>
              </p14:nvContentPartPr>
              <p14:xfrm>
                <a:off x="6417021" y="2281708"/>
                <a:ext cx="223560" cy="18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8B31C3-BEE1-F33D-A096-8B27A41AFD2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99381" y="2264068"/>
                  <a:ext cx="259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271285-251E-29AF-0A3B-F314B735038E}"/>
                    </a:ext>
                  </a:extLst>
                </p14:cNvPr>
                <p14:cNvContentPartPr/>
                <p14:nvPr/>
              </p14:nvContentPartPr>
              <p14:xfrm>
                <a:off x="6316221" y="2249308"/>
                <a:ext cx="9000" cy="118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271285-251E-29AF-0A3B-F314B735038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98221" y="2231668"/>
                  <a:ext cx="44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B14AC1-7226-568E-76A2-E833CF10FD08}"/>
                    </a:ext>
                  </a:extLst>
                </p14:cNvPr>
                <p14:cNvContentPartPr/>
                <p14:nvPr/>
              </p14:nvContentPartPr>
              <p14:xfrm>
                <a:off x="6006261" y="2296108"/>
                <a:ext cx="216720" cy="21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B14AC1-7226-568E-76A2-E833CF10FD0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88621" y="2278108"/>
                  <a:ext cx="252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B4FEBA7-8593-7E9E-FB1C-221CD17E6AAF}"/>
                    </a:ext>
                  </a:extLst>
                </p14:cNvPr>
                <p14:cNvContentPartPr/>
                <p14:nvPr/>
              </p14:nvContentPartPr>
              <p14:xfrm>
                <a:off x="5839941" y="2270188"/>
                <a:ext cx="41400" cy="250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B4FEBA7-8593-7E9E-FB1C-221CD17E6AA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21941" y="2252548"/>
                  <a:ext cx="770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1BC27FF-2676-2858-FB06-D556663B2BBE}"/>
                    </a:ext>
                  </a:extLst>
                </p14:cNvPr>
                <p14:cNvContentPartPr/>
                <p14:nvPr/>
              </p14:nvContentPartPr>
              <p14:xfrm>
                <a:off x="5333421" y="2336788"/>
                <a:ext cx="344520" cy="27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1BC27FF-2676-2858-FB06-D556663B2BB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15421" y="2318788"/>
                  <a:ext cx="380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8D4600-F00D-DB31-CEE5-18E536A7570F}"/>
                    </a:ext>
                  </a:extLst>
                </p14:cNvPr>
                <p14:cNvContentPartPr/>
                <p14:nvPr/>
              </p14:nvContentPartPr>
              <p14:xfrm>
                <a:off x="2652501" y="3180988"/>
                <a:ext cx="1061640" cy="23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8D4600-F00D-DB31-CEE5-18E536A7570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634861" y="3163348"/>
                  <a:ext cx="1097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98D24EE-FDA3-30AA-DB9E-B67184E34DDD}"/>
                    </a:ext>
                  </a:extLst>
                </p14:cNvPr>
                <p14:cNvContentPartPr/>
                <p14:nvPr/>
              </p14:nvContentPartPr>
              <p14:xfrm>
                <a:off x="3232101" y="3282868"/>
                <a:ext cx="227520" cy="1028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98D24EE-FDA3-30AA-DB9E-B67184E34DD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14101" y="3264868"/>
                  <a:ext cx="263160" cy="10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99EBB47-5B6C-B202-A509-79D3F89F8A0B}"/>
                    </a:ext>
                  </a:extLst>
                </p14:cNvPr>
                <p14:cNvContentPartPr/>
                <p14:nvPr/>
              </p14:nvContentPartPr>
              <p14:xfrm>
                <a:off x="2213301" y="4203028"/>
                <a:ext cx="3611520" cy="1318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99EBB47-5B6C-B202-A509-79D3F89F8A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95301" y="4185028"/>
                  <a:ext cx="3647160" cy="13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4ED7786-C6FF-FCD1-4EB4-EA90CC48F8EA}"/>
                    </a:ext>
                  </a:extLst>
                </p14:cNvPr>
                <p14:cNvContentPartPr/>
                <p14:nvPr/>
              </p14:nvContentPartPr>
              <p14:xfrm>
                <a:off x="5160981" y="4420108"/>
                <a:ext cx="255600" cy="214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4ED7786-C6FF-FCD1-4EB4-EA90CC48F8E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42981" y="4402108"/>
                  <a:ext cx="291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47ED7A7-9006-1360-92BA-C88E5DEA8400}"/>
                    </a:ext>
                  </a:extLst>
                </p14:cNvPr>
                <p14:cNvContentPartPr/>
                <p14:nvPr/>
              </p14:nvContentPartPr>
              <p14:xfrm>
                <a:off x="5028861" y="4476628"/>
                <a:ext cx="42480" cy="83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47ED7A7-9006-1360-92BA-C88E5DEA840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10861" y="4458628"/>
                  <a:ext cx="78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4CC0D7B-9004-930D-27B0-4B809618D6C3}"/>
                    </a:ext>
                  </a:extLst>
                </p14:cNvPr>
                <p14:cNvContentPartPr/>
                <p14:nvPr/>
              </p14:nvContentPartPr>
              <p14:xfrm>
                <a:off x="4668861" y="4517668"/>
                <a:ext cx="236880" cy="13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4CC0D7B-9004-930D-27B0-4B809618D6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51221" y="4500028"/>
                  <a:ext cx="272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94FC41-2025-190C-2A0D-F8CF07C8672D}"/>
                    </a:ext>
                  </a:extLst>
                </p14:cNvPr>
                <p14:cNvContentPartPr/>
                <p14:nvPr/>
              </p14:nvContentPartPr>
              <p14:xfrm>
                <a:off x="4522341" y="4498588"/>
                <a:ext cx="86760" cy="167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94FC41-2025-190C-2A0D-F8CF07C867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04701" y="4480588"/>
                  <a:ext cx="122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BA12380-3888-657D-0D2A-2CE893A11AC1}"/>
                    </a:ext>
                  </a:extLst>
                </p14:cNvPr>
                <p14:cNvContentPartPr/>
                <p14:nvPr/>
              </p14:nvContentPartPr>
              <p14:xfrm>
                <a:off x="4236141" y="4456828"/>
                <a:ext cx="164520" cy="303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BA12380-3888-657D-0D2A-2CE893A11AC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18141" y="4438828"/>
                  <a:ext cx="2001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6BB89A-B8C9-147C-A7B6-36B981BFB281}"/>
                    </a:ext>
                  </a:extLst>
                </p14:cNvPr>
                <p14:cNvContentPartPr/>
                <p14:nvPr/>
              </p14:nvContentPartPr>
              <p14:xfrm>
                <a:off x="4605861" y="4937788"/>
                <a:ext cx="339480" cy="218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6BB89A-B8C9-147C-A7B6-36B981BFB2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88221" y="4920148"/>
                  <a:ext cx="375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F3FE23-DE14-4825-F9F2-ADB171CFD312}"/>
                    </a:ext>
                  </a:extLst>
                </p14:cNvPr>
                <p14:cNvContentPartPr/>
                <p14:nvPr/>
              </p14:nvContentPartPr>
              <p14:xfrm>
                <a:off x="4279341" y="4951108"/>
                <a:ext cx="262080" cy="324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F3FE23-DE14-4825-F9F2-ADB171CFD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61341" y="4933468"/>
                  <a:ext cx="2977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FD91CCF-29CF-CBF6-E8EB-03EFBC6FB616}"/>
                    </a:ext>
                  </a:extLst>
                </p14:cNvPr>
                <p14:cNvContentPartPr/>
                <p14:nvPr/>
              </p14:nvContentPartPr>
              <p14:xfrm>
                <a:off x="4061541" y="4922668"/>
                <a:ext cx="164160" cy="30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FD91CCF-29CF-CBF6-E8EB-03EFBC6FB61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43901" y="4905028"/>
                  <a:ext cx="1998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991E9F-E871-6450-E5D1-6E76F87B24F9}"/>
                    </a:ext>
                  </a:extLst>
                </p14:cNvPr>
                <p14:cNvContentPartPr/>
                <p14:nvPr/>
              </p14:nvContentPartPr>
              <p14:xfrm>
                <a:off x="3679941" y="4921588"/>
                <a:ext cx="270720" cy="205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991E9F-E871-6450-E5D1-6E76F87B24F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61941" y="4903948"/>
                  <a:ext cx="3063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F0DF4B8-BA3B-FD29-1057-886C4949EF84}"/>
                    </a:ext>
                  </a:extLst>
                </p14:cNvPr>
                <p14:cNvContentPartPr/>
                <p14:nvPr/>
              </p14:nvContentPartPr>
              <p14:xfrm>
                <a:off x="3453141" y="4926988"/>
                <a:ext cx="200520" cy="422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F0DF4B8-BA3B-FD29-1057-886C4949EF8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435141" y="4908988"/>
                  <a:ext cx="236160" cy="457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D8C54CC-65D4-A7B5-CBFE-77FCFDB4F82C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0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448362" y="1397906"/>
            <a:ext cx="211206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85E47DF-E09B-00F5-D0FC-07F608717ECF}"/>
                  </a:ext>
                </a:extLst>
              </p14:cNvPr>
              <p14:cNvContentPartPr/>
              <p14:nvPr/>
            </p14:nvContentPartPr>
            <p14:xfrm>
              <a:off x="5207781" y="4208428"/>
              <a:ext cx="56880" cy="218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85E47DF-E09B-00F5-D0FC-07F608717E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0141" y="4190788"/>
                <a:ext cx="925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01E1FB0-A94D-4378-64C9-82AAD44822DE}"/>
                  </a:ext>
                </a:extLst>
              </p14:cNvPr>
              <p14:cNvContentPartPr/>
              <p14:nvPr/>
            </p14:nvContentPartPr>
            <p14:xfrm>
              <a:off x="2956701" y="1034668"/>
              <a:ext cx="2042640" cy="2440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01E1FB0-A94D-4378-64C9-82AAD44822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9061" y="1016668"/>
                <a:ext cx="2078280" cy="247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65EE6353-1C9E-7A38-DDBD-2A85E505B7CB}"/>
              </a:ext>
            </a:extLst>
          </p:cNvPr>
          <p:cNvGrpSpPr/>
          <p:nvPr/>
        </p:nvGrpSpPr>
        <p:grpSpPr>
          <a:xfrm>
            <a:off x="2676621" y="747028"/>
            <a:ext cx="7331760" cy="5419440"/>
            <a:chOff x="2676621" y="747028"/>
            <a:chExt cx="7331760" cy="54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B8B3F76-6BE8-E57C-9900-0F855F93CB1F}"/>
                    </a:ext>
                  </a:extLst>
                </p14:cNvPr>
                <p14:cNvContentPartPr/>
                <p14:nvPr/>
              </p14:nvContentPartPr>
              <p14:xfrm>
                <a:off x="2676621" y="747028"/>
                <a:ext cx="2650320" cy="347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B8B3F76-6BE8-E57C-9900-0F855F93CB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58621" y="729028"/>
                  <a:ext cx="2685960" cy="35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39E93B-FC7B-EEBF-1091-67C95D3B4595}"/>
                    </a:ext>
                  </a:extLst>
                </p14:cNvPr>
                <p14:cNvContentPartPr/>
                <p14:nvPr/>
              </p14:nvContentPartPr>
              <p14:xfrm>
                <a:off x="2763381" y="830908"/>
                <a:ext cx="2521800" cy="378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39E93B-FC7B-EEBF-1091-67C95D3B45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5741" y="813268"/>
                  <a:ext cx="2557440" cy="38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4CE1D15-82FC-A8A7-E8CB-89A168C04677}"/>
                    </a:ext>
                  </a:extLst>
                </p14:cNvPr>
                <p14:cNvContentPartPr/>
                <p14:nvPr/>
              </p14:nvContentPartPr>
              <p14:xfrm>
                <a:off x="4335141" y="3698668"/>
                <a:ext cx="564480" cy="385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4CE1D15-82FC-A8A7-E8CB-89A168C046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17501" y="3681028"/>
                  <a:ext cx="6001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F25303-CD25-E89E-5241-D733236CA36C}"/>
                    </a:ext>
                  </a:extLst>
                </p14:cNvPr>
                <p14:cNvContentPartPr/>
                <p14:nvPr/>
              </p14:nvContentPartPr>
              <p14:xfrm>
                <a:off x="3188901" y="3685708"/>
                <a:ext cx="709200" cy="441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F25303-CD25-E89E-5241-D733236CA3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1261" y="3667708"/>
                  <a:ext cx="74484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280E5A-77F3-C65A-44A7-FFDC7044142E}"/>
                    </a:ext>
                  </a:extLst>
                </p14:cNvPr>
                <p14:cNvContentPartPr/>
                <p14:nvPr/>
              </p14:nvContentPartPr>
              <p14:xfrm>
                <a:off x="4660581" y="3886588"/>
                <a:ext cx="480240" cy="951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280E5A-77F3-C65A-44A7-FFDC7044142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42581" y="3868948"/>
                  <a:ext cx="51588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449E10-DBBC-ED45-CD7B-C9CC6191FE6D}"/>
                    </a:ext>
                  </a:extLst>
                </p14:cNvPr>
                <p14:cNvContentPartPr/>
                <p14:nvPr/>
              </p14:nvContentPartPr>
              <p14:xfrm>
                <a:off x="4995741" y="4686508"/>
                <a:ext cx="238680" cy="201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449E10-DBBC-ED45-CD7B-C9CC6191FE6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77741" y="4668868"/>
                  <a:ext cx="274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048BC1-DCC9-3C5F-1097-80A9C712400E}"/>
                    </a:ext>
                  </a:extLst>
                </p14:cNvPr>
                <p14:cNvContentPartPr/>
                <p14:nvPr/>
              </p14:nvContentPartPr>
              <p14:xfrm>
                <a:off x="5345301" y="4992868"/>
                <a:ext cx="221040" cy="320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048BC1-DCC9-3C5F-1097-80A9C71240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27661" y="4975228"/>
                  <a:ext cx="2566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E1B1D5C-230E-0B91-FCF1-CDC8D058BFDA}"/>
                    </a:ext>
                  </a:extLst>
                </p14:cNvPr>
                <p14:cNvContentPartPr/>
                <p14:nvPr/>
              </p14:nvContentPartPr>
              <p14:xfrm>
                <a:off x="5265741" y="5069548"/>
                <a:ext cx="10440" cy="13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E1B1D5C-230E-0B91-FCF1-CDC8D058BFD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48101" y="5051548"/>
                  <a:ext cx="46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05637F7-AF4E-B7B7-C8F6-2418C754D30D}"/>
                    </a:ext>
                  </a:extLst>
                </p14:cNvPr>
                <p14:cNvContentPartPr/>
                <p14:nvPr/>
              </p14:nvContentPartPr>
              <p14:xfrm>
                <a:off x="4944621" y="5077828"/>
                <a:ext cx="227880" cy="19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05637F7-AF4E-B7B7-C8F6-2418C754D30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26981" y="5060188"/>
                  <a:ext cx="26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F307B8-603A-EDF1-0696-F7BC802A3EA4}"/>
                    </a:ext>
                  </a:extLst>
                </p14:cNvPr>
                <p14:cNvContentPartPr/>
                <p14:nvPr/>
              </p14:nvContentPartPr>
              <p14:xfrm>
                <a:off x="5007621" y="5260708"/>
                <a:ext cx="21240" cy="76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F307B8-603A-EDF1-0696-F7BC802A3EA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89981" y="5242708"/>
                  <a:ext cx="56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E03F81-9F88-B2E0-70C2-963D9E7B92A6}"/>
                    </a:ext>
                  </a:extLst>
                </p14:cNvPr>
                <p14:cNvContentPartPr/>
                <p14:nvPr/>
              </p14:nvContentPartPr>
              <p14:xfrm>
                <a:off x="4865061" y="5158108"/>
                <a:ext cx="15840" cy="229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E03F81-9F88-B2E0-70C2-963D9E7B92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47061" y="5140468"/>
                  <a:ext cx="51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B7BBF93-2433-EE82-9246-4FE9DB975ED2}"/>
                    </a:ext>
                  </a:extLst>
                </p14:cNvPr>
                <p14:cNvContentPartPr/>
                <p14:nvPr/>
              </p14:nvContentPartPr>
              <p14:xfrm>
                <a:off x="4723941" y="5154868"/>
                <a:ext cx="6840" cy="94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B7BBF93-2433-EE82-9246-4FE9DB975E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06301" y="5136868"/>
                  <a:ext cx="42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9BC4618-6215-B63B-20E9-0D751AB35637}"/>
                    </a:ext>
                  </a:extLst>
                </p14:cNvPr>
                <p14:cNvContentPartPr/>
                <p14:nvPr/>
              </p14:nvContentPartPr>
              <p14:xfrm>
                <a:off x="3421461" y="3879748"/>
                <a:ext cx="183960" cy="1071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9BC4618-6215-B63B-20E9-0D751AB3563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03461" y="3861748"/>
                  <a:ext cx="219600" cy="11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8052FE-F38D-3211-AD37-B837754E4E36}"/>
                    </a:ext>
                  </a:extLst>
                </p14:cNvPr>
                <p14:cNvContentPartPr/>
                <p14:nvPr/>
              </p14:nvContentPartPr>
              <p14:xfrm>
                <a:off x="3337941" y="4855708"/>
                <a:ext cx="155880" cy="142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8052FE-F38D-3211-AD37-B837754E4E3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20301" y="4838068"/>
                  <a:ext cx="191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7EDC3BA-0764-00C4-5DCF-D579E99D843A}"/>
                    </a:ext>
                  </a:extLst>
                </p14:cNvPr>
                <p14:cNvContentPartPr/>
                <p14:nvPr/>
              </p14:nvContentPartPr>
              <p14:xfrm>
                <a:off x="3625941" y="5165668"/>
                <a:ext cx="196200" cy="212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7EDC3BA-0764-00C4-5DCF-D579E99D84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07941" y="5147668"/>
                  <a:ext cx="2318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1356A2-F766-53FC-76EC-6EDBABF30B2C}"/>
                    </a:ext>
                  </a:extLst>
                </p14:cNvPr>
                <p14:cNvContentPartPr/>
                <p14:nvPr/>
              </p14:nvContentPartPr>
              <p14:xfrm>
                <a:off x="3504261" y="5214628"/>
                <a:ext cx="27720" cy="116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1356A2-F766-53FC-76EC-6EDBABF30B2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86261" y="5196628"/>
                  <a:ext cx="63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7CE432-A1E1-FC5E-5679-EE44ED7E2D28}"/>
                    </a:ext>
                  </a:extLst>
                </p14:cNvPr>
                <p14:cNvContentPartPr/>
                <p14:nvPr/>
              </p14:nvContentPartPr>
              <p14:xfrm>
                <a:off x="3223101" y="5272228"/>
                <a:ext cx="138240" cy="182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7CE432-A1E1-FC5E-5679-EE44ED7E2D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05461" y="5254588"/>
                  <a:ext cx="1738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C3D1291-3414-74DF-9EE8-84B6F71E7638}"/>
                    </a:ext>
                  </a:extLst>
                </p14:cNvPr>
                <p14:cNvContentPartPr/>
                <p14:nvPr/>
              </p14:nvContentPartPr>
              <p14:xfrm>
                <a:off x="3085941" y="5315068"/>
                <a:ext cx="58320" cy="191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C3D1291-3414-74DF-9EE8-84B6F71E763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67941" y="5297068"/>
                  <a:ext cx="93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791D51D-6579-391B-D18D-3F19BE9A0298}"/>
                    </a:ext>
                  </a:extLst>
                </p14:cNvPr>
                <p14:cNvContentPartPr/>
                <p14:nvPr/>
              </p14:nvContentPartPr>
              <p14:xfrm>
                <a:off x="2818101" y="5400388"/>
                <a:ext cx="176040" cy="29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791D51D-6579-391B-D18D-3F19BE9A029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00461" y="5382388"/>
                  <a:ext cx="211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CBD1792-BE7B-3EB8-C2E8-F0DA45F6D999}"/>
                    </a:ext>
                  </a:extLst>
                </p14:cNvPr>
                <p14:cNvContentPartPr/>
                <p14:nvPr/>
              </p14:nvContentPartPr>
              <p14:xfrm>
                <a:off x="3241101" y="1264348"/>
                <a:ext cx="339480" cy="503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CBD1792-BE7B-3EB8-C2E8-F0DA45F6D99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23101" y="1246708"/>
                  <a:ext cx="3751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F81A16-2F3A-9EA8-07F8-44467D8668CC}"/>
                    </a:ext>
                  </a:extLst>
                </p14:cNvPr>
                <p14:cNvContentPartPr/>
                <p14:nvPr/>
              </p14:nvContentPartPr>
              <p14:xfrm>
                <a:off x="3463221" y="1510588"/>
                <a:ext cx="104040" cy="48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F81A16-2F3A-9EA8-07F8-44467D8668C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45221" y="1492948"/>
                  <a:ext cx="139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9958D04-6EF8-4227-C93A-891F80D260E5}"/>
                    </a:ext>
                  </a:extLst>
                </p14:cNvPr>
                <p14:cNvContentPartPr/>
                <p14:nvPr/>
              </p14:nvContentPartPr>
              <p14:xfrm>
                <a:off x="3561141" y="1544428"/>
                <a:ext cx="137880" cy="169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9958D04-6EF8-4227-C93A-891F80D260E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43501" y="1526428"/>
                  <a:ext cx="173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E4F2019-7BB4-C279-C590-D7520994901D}"/>
                    </a:ext>
                  </a:extLst>
                </p14:cNvPr>
                <p14:cNvContentPartPr/>
                <p14:nvPr/>
              </p14:nvContentPartPr>
              <p14:xfrm>
                <a:off x="3752661" y="1537228"/>
                <a:ext cx="148680" cy="115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E4F2019-7BB4-C279-C590-D7520994901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34661" y="1519228"/>
                  <a:ext cx="1843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3AE6BA0-064D-8ED8-C604-27C2584695C5}"/>
                    </a:ext>
                  </a:extLst>
                </p14:cNvPr>
                <p14:cNvContentPartPr/>
                <p14:nvPr/>
              </p14:nvContentPartPr>
              <p14:xfrm>
                <a:off x="3768501" y="1535068"/>
                <a:ext cx="315000" cy="467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3AE6BA0-064D-8ED8-C604-27C2584695C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50861" y="1517428"/>
                  <a:ext cx="3506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8DCF94A-47C3-8E1A-CFEB-2E2DFD2860B1}"/>
                    </a:ext>
                  </a:extLst>
                </p14:cNvPr>
                <p14:cNvContentPartPr/>
                <p14:nvPr/>
              </p14:nvContentPartPr>
              <p14:xfrm>
                <a:off x="4052541" y="1469188"/>
                <a:ext cx="538200" cy="165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8DCF94A-47C3-8E1A-CFEB-2E2DFD2860B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34901" y="1451188"/>
                  <a:ext cx="573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D20CDB-B204-89E0-57FB-2F62CAD5F4CD}"/>
                    </a:ext>
                  </a:extLst>
                </p14:cNvPr>
                <p14:cNvContentPartPr/>
                <p14:nvPr/>
              </p14:nvContentPartPr>
              <p14:xfrm>
                <a:off x="4642581" y="1238428"/>
                <a:ext cx="20160" cy="303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D20CDB-B204-89E0-57FB-2F62CAD5F4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624941" y="1220428"/>
                  <a:ext cx="55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5043E53-7CCE-94DF-58D5-2B06276C0C36}"/>
                    </a:ext>
                  </a:extLst>
                </p14:cNvPr>
                <p14:cNvContentPartPr/>
                <p14:nvPr/>
              </p14:nvContentPartPr>
              <p14:xfrm>
                <a:off x="4517301" y="1367668"/>
                <a:ext cx="192600" cy="23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5043E53-7CCE-94DF-58D5-2B06276C0C3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99661" y="1349668"/>
                  <a:ext cx="228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C8BE29-B867-D56E-C0F4-C1AA03789EFA}"/>
                    </a:ext>
                  </a:extLst>
                </p14:cNvPr>
                <p14:cNvContentPartPr/>
                <p14:nvPr/>
              </p14:nvContentPartPr>
              <p14:xfrm>
                <a:off x="4316781" y="2346868"/>
                <a:ext cx="309240" cy="15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4C8BE29-B867-D56E-C0F4-C1AA03789E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98781" y="2328868"/>
                  <a:ext cx="344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AB9E592-0206-D2E2-4372-117B23C4A1CF}"/>
                    </a:ext>
                  </a:extLst>
                </p14:cNvPr>
                <p14:cNvContentPartPr/>
                <p14:nvPr/>
              </p14:nvContentPartPr>
              <p14:xfrm>
                <a:off x="3770301" y="2334628"/>
                <a:ext cx="443880" cy="791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AB9E592-0206-D2E2-4372-117B23C4A1C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752301" y="2316988"/>
                  <a:ext cx="47952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F37B05-1391-6CAA-44B1-34C137A07BD5}"/>
                    </a:ext>
                  </a:extLst>
                </p14:cNvPr>
                <p14:cNvContentPartPr/>
                <p14:nvPr/>
              </p14:nvContentPartPr>
              <p14:xfrm>
                <a:off x="3785781" y="2471068"/>
                <a:ext cx="87480" cy="143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1F37B05-1391-6CAA-44B1-34C137A07BD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68141" y="2453068"/>
                  <a:ext cx="123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D10BF0F-0BA6-EDF3-99F5-D5528084182E}"/>
                    </a:ext>
                  </a:extLst>
                </p14:cNvPr>
                <p14:cNvContentPartPr/>
                <p14:nvPr/>
              </p14:nvContentPartPr>
              <p14:xfrm>
                <a:off x="3562941" y="2041948"/>
                <a:ext cx="238320" cy="597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D10BF0F-0BA6-EDF3-99F5-D5528084182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44941" y="2024308"/>
                  <a:ext cx="2739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EAA6EEB-9B9F-AC36-E68A-6BFB0289AB11}"/>
                    </a:ext>
                  </a:extLst>
                </p14:cNvPr>
                <p14:cNvContentPartPr/>
                <p14:nvPr/>
              </p14:nvContentPartPr>
              <p14:xfrm>
                <a:off x="3215181" y="2195668"/>
                <a:ext cx="150120" cy="843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EAA6EEB-9B9F-AC36-E68A-6BFB0289AB1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197541" y="2178028"/>
                  <a:ext cx="18576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A3E08F9-118E-F8E2-CD6F-55CC0F0447C5}"/>
                    </a:ext>
                  </a:extLst>
                </p14:cNvPr>
                <p14:cNvContentPartPr/>
                <p14:nvPr/>
              </p14:nvContentPartPr>
              <p14:xfrm>
                <a:off x="3788661" y="4156948"/>
                <a:ext cx="577080" cy="21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A3E08F9-118E-F8E2-CD6F-55CC0F0447C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770661" y="4139308"/>
                  <a:ext cx="612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9AB7F63-F0D3-3B26-786B-2A8DD5D039DD}"/>
                    </a:ext>
                  </a:extLst>
                </p14:cNvPr>
                <p14:cNvContentPartPr/>
                <p14:nvPr/>
              </p14:nvContentPartPr>
              <p14:xfrm>
                <a:off x="4100421" y="4255588"/>
                <a:ext cx="3114000" cy="1376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9AB7F63-F0D3-3B26-786B-2A8DD5D039D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082781" y="4237588"/>
                  <a:ext cx="314964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EF8ED66-17CF-11CF-8514-68BE992C0089}"/>
                    </a:ext>
                  </a:extLst>
                </p14:cNvPr>
                <p14:cNvContentPartPr/>
                <p14:nvPr/>
              </p14:nvContentPartPr>
              <p14:xfrm>
                <a:off x="6612141" y="5297428"/>
                <a:ext cx="370800" cy="416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EF8ED66-17CF-11CF-8514-68BE992C008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594501" y="5279788"/>
                  <a:ext cx="4064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3924D3D-C431-8F8F-C1C5-2EB5233ECDCF}"/>
                    </a:ext>
                  </a:extLst>
                </p14:cNvPr>
                <p14:cNvContentPartPr/>
                <p14:nvPr/>
              </p14:nvContentPartPr>
              <p14:xfrm>
                <a:off x="7227741" y="4719628"/>
                <a:ext cx="2780640" cy="1446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3924D3D-C431-8F8F-C1C5-2EB5233ECDC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09741" y="4701988"/>
                  <a:ext cx="2816280" cy="14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568AE5F-F10D-2A6E-9A37-B3AF3C99AD39}"/>
                    </a:ext>
                  </a:extLst>
                </p14:cNvPr>
                <p14:cNvContentPartPr/>
                <p14:nvPr/>
              </p14:nvContentPartPr>
              <p14:xfrm>
                <a:off x="9448221" y="5002948"/>
                <a:ext cx="254880" cy="163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568AE5F-F10D-2A6E-9A37-B3AF3C99AD3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30581" y="4984948"/>
                  <a:ext cx="290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4D1FD31-4522-E020-A18E-00E6164D735E}"/>
                    </a:ext>
                  </a:extLst>
                </p14:cNvPr>
                <p14:cNvContentPartPr/>
                <p14:nvPr/>
              </p14:nvContentPartPr>
              <p14:xfrm>
                <a:off x="9352821" y="4956148"/>
                <a:ext cx="12600" cy="19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4D1FD31-4522-E020-A18E-00E6164D735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334821" y="4938148"/>
                  <a:ext cx="48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DB8B4B-CA10-FD02-2EBD-E3A5C251A88D}"/>
                    </a:ext>
                  </a:extLst>
                </p14:cNvPr>
                <p14:cNvContentPartPr/>
                <p14:nvPr/>
              </p14:nvContentPartPr>
              <p14:xfrm>
                <a:off x="8977341" y="5003668"/>
                <a:ext cx="191160" cy="221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DB8B4B-CA10-FD02-2EBD-E3A5C251A8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959701" y="4985668"/>
                  <a:ext cx="226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4DCFD44-6B4F-5E14-48C4-045499277957}"/>
                    </a:ext>
                  </a:extLst>
                </p14:cNvPr>
                <p14:cNvContentPartPr/>
                <p14:nvPr/>
              </p14:nvContentPartPr>
              <p14:xfrm>
                <a:off x="8802741" y="4971988"/>
                <a:ext cx="56880" cy="240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4DCFD44-6B4F-5E14-48C4-04549927795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785101" y="4954348"/>
                  <a:ext cx="92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006B3CA-8147-8A28-2824-C5C478983202}"/>
                    </a:ext>
                  </a:extLst>
                </p14:cNvPr>
                <p14:cNvContentPartPr/>
                <p14:nvPr/>
              </p14:nvContentPartPr>
              <p14:xfrm>
                <a:off x="8531301" y="4997548"/>
                <a:ext cx="173160" cy="211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006B3CA-8147-8A28-2824-C5C47898320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13301" y="4979908"/>
                  <a:ext cx="20880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510D140-6518-8F14-8181-35442A5E45EF}"/>
              </a:ext>
            </a:extLst>
          </p:cNvPr>
          <p:cNvGrpSpPr/>
          <p:nvPr/>
        </p:nvGrpSpPr>
        <p:grpSpPr>
          <a:xfrm>
            <a:off x="8051781" y="5491108"/>
            <a:ext cx="1535400" cy="494280"/>
            <a:chOff x="8051781" y="5491108"/>
            <a:chExt cx="153540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B709340-10A2-6417-3A8C-4B0C6722B9A8}"/>
                    </a:ext>
                  </a:extLst>
                </p14:cNvPr>
                <p14:cNvContentPartPr/>
                <p14:nvPr/>
              </p14:nvContentPartPr>
              <p14:xfrm>
                <a:off x="9348501" y="5491108"/>
                <a:ext cx="238680" cy="203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B709340-10A2-6417-3A8C-4B0C6722B9A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30861" y="5473108"/>
                  <a:ext cx="274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B19FFB9-E95B-7572-BF5D-66E1DBAA3645}"/>
                    </a:ext>
                  </a:extLst>
                </p14:cNvPr>
                <p14:cNvContentPartPr/>
                <p14:nvPr/>
              </p14:nvContentPartPr>
              <p14:xfrm>
                <a:off x="8988861" y="5524948"/>
                <a:ext cx="302760" cy="403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B19FFB9-E95B-7572-BF5D-66E1DBAA364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971221" y="5507308"/>
                  <a:ext cx="3384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7169229-0D95-CBF2-9624-BC1B50346DF9}"/>
                    </a:ext>
                  </a:extLst>
                </p14:cNvPr>
                <p14:cNvContentPartPr/>
                <p14:nvPr/>
              </p14:nvContentPartPr>
              <p14:xfrm>
                <a:off x="8726781" y="5559508"/>
                <a:ext cx="189720" cy="263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7169229-0D95-CBF2-9624-BC1B50346DF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08781" y="5541868"/>
                  <a:ext cx="2253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947EF9F-0BB4-1979-A100-75252DACBADE}"/>
                    </a:ext>
                  </a:extLst>
                </p14:cNvPr>
                <p14:cNvContentPartPr/>
                <p14:nvPr/>
              </p14:nvContentPartPr>
              <p14:xfrm>
                <a:off x="8541741" y="5611348"/>
                <a:ext cx="360" cy="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947EF9F-0BB4-1979-A100-75252DACBAD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523741" y="5593708"/>
                  <a:ext cx="36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F868E42-5977-1801-EBB8-4CC7B909A795}"/>
                    </a:ext>
                  </a:extLst>
                </p14:cNvPr>
                <p14:cNvContentPartPr/>
                <p14:nvPr/>
              </p14:nvContentPartPr>
              <p14:xfrm>
                <a:off x="8322861" y="5585428"/>
                <a:ext cx="223920" cy="187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F868E42-5977-1801-EBB8-4CC7B909A79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05221" y="5567428"/>
                  <a:ext cx="259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862B2E-8317-CBF5-1F86-7A7C8911ED11}"/>
                    </a:ext>
                  </a:extLst>
                </p14:cNvPr>
                <p14:cNvContentPartPr/>
                <p14:nvPr/>
              </p14:nvContentPartPr>
              <p14:xfrm>
                <a:off x="8051781" y="5574988"/>
                <a:ext cx="137880" cy="410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862B2E-8317-CBF5-1F86-7A7C8911ED1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33781" y="5556988"/>
                  <a:ext cx="173520" cy="446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A649A39-95BD-BD34-BD96-646F5957B329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06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מלבן 8">
            <a:extLst>
              <a:ext uri="{FF2B5EF4-FFF2-40B4-BE49-F238E27FC236}">
                <a16:creationId xmlns:a16="http://schemas.microsoft.com/office/drawing/2014/main" id="{18629BBE-B3EE-FBEE-5143-41CCCB2E7A94}"/>
              </a:ext>
            </a:extLst>
          </p:cNvPr>
          <p:cNvSpPr/>
          <p:nvPr/>
        </p:nvSpPr>
        <p:spPr>
          <a:xfrm>
            <a:off x="8448362" y="1397906"/>
            <a:ext cx="211206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3C33727-BCCB-C1FF-EA0E-C9EDF87BBEB5}"/>
                  </a:ext>
                </a:extLst>
              </p14:cNvPr>
              <p14:cNvContentPartPr/>
              <p14:nvPr/>
            </p14:nvContentPartPr>
            <p14:xfrm>
              <a:off x="5207781" y="4208428"/>
              <a:ext cx="56880" cy="218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3C33727-BCCB-C1FF-EA0E-C9EDF87BBE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0141" y="4190788"/>
                <a:ext cx="9252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7236AC5-0C8D-64C2-BFCC-62E59115165B}"/>
              </a:ext>
            </a:extLst>
          </p:cNvPr>
          <p:cNvGrpSpPr/>
          <p:nvPr/>
        </p:nvGrpSpPr>
        <p:grpSpPr>
          <a:xfrm>
            <a:off x="2676621" y="747028"/>
            <a:ext cx="7331760" cy="5419440"/>
            <a:chOff x="2676621" y="747028"/>
            <a:chExt cx="7331760" cy="54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B1AB38D-4755-9CE4-5458-1AF607C1264E}"/>
                    </a:ext>
                  </a:extLst>
                </p14:cNvPr>
                <p14:cNvContentPartPr/>
                <p14:nvPr/>
              </p14:nvContentPartPr>
              <p14:xfrm>
                <a:off x="2676621" y="747028"/>
                <a:ext cx="2650320" cy="3476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B1AB38D-4755-9CE4-5458-1AF607C126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58621" y="729028"/>
                  <a:ext cx="2685960" cy="35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9DFDCF-871B-7330-5ABE-3710E95D04CF}"/>
                    </a:ext>
                  </a:extLst>
                </p14:cNvPr>
                <p14:cNvContentPartPr/>
                <p14:nvPr/>
              </p14:nvContentPartPr>
              <p14:xfrm>
                <a:off x="2763381" y="830908"/>
                <a:ext cx="2521800" cy="378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9DFDCF-871B-7330-5ABE-3710E95D04C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45741" y="813268"/>
                  <a:ext cx="2557440" cy="38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D71E11-8815-FF5C-A449-FD7671667C7C}"/>
                    </a:ext>
                  </a:extLst>
                </p14:cNvPr>
                <p14:cNvContentPartPr/>
                <p14:nvPr/>
              </p14:nvContentPartPr>
              <p14:xfrm>
                <a:off x="3788661" y="4156948"/>
                <a:ext cx="577080" cy="214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D71E11-8815-FF5C-A449-FD7671667C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70661" y="4139308"/>
                  <a:ext cx="612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389F279-AAA8-1CC1-B8CD-AF5FDFD2CA6D}"/>
                    </a:ext>
                  </a:extLst>
                </p14:cNvPr>
                <p14:cNvContentPartPr/>
                <p14:nvPr/>
              </p14:nvContentPartPr>
              <p14:xfrm>
                <a:off x="4100421" y="4255588"/>
                <a:ext cx="3114000" cy="1376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389F279-AAA8-1CC1-B8CD-AF5FDFD2CA6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82781" y="4237588"/>
                  <a:ext cx="314964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560449-2BFA-AF92-2650-56688E4E5C83}"/>
                    </a:ext>
                  </a:extLst>
                </p14:cNvPr>
                <p14:cNvContentPartPr/>
                <p14:nvPr/>
              </p14:nvContentPartPr>
              <p14:xfrm>
                <a:off x="6612141" y="5297428"/>
                <a:ext cx="370800" cy="416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560449-2BFA-AF92-2650-56688E4E5C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94501" y="5279788"/>
                  <a:ext cx="4064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993A23-0906-EB63-FC29-989688AB24D0}"/>
                    </a:ext>
                  </a:extLst>
                </p14:cNvPr>
                <p14:cNvContentPartPr/>
                <p14:nvPr/>
              </p14:nvContentPartPr>
              <p14:xfrm>
                <a:off x="7227741" y="4719628"/>
                <a:ext cx="2780640" cy="1446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993A23-0906-EB63-FC29-989688AB24D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09741" y="4701988"/>
                  <a:ext cx="2816280" cy="14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31B0D3-F64A-E718-7253-46479B6566BE}"/>
                    </a:ext>
                  </a:extLst>
                </p14:cNvPr>
                <p14:cNvContentPartPr/>
                <p14:nvPr/>
              </p14:nvContentPartPr>
              <p14:xfrm>
                <a:off x="9448221" y="5002948"/>
                <a:ext cx="254880" cy="16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31B0D3-F64A-E718-7253-46479B6566B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30581" y="4984948"/>
                  <a:ext cx="290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F87040-D67D-6CA2-BE64-F7412BDC305C}"/>
                    </a:ext>
                  </a:extLst>
                </p14:cNvPr>
                <p14:cNvContentPartPr/>
                <p14:nvPr/>
              </p14:nvContentPartPr>
              <p14:xfrm>
                <a:off x="9352821" y="4956148"/>
                <a:ext cx="12600" cy="19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F87040-D67D-6CA2-BE64-F7412BDC305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34821" y="4938148"/>
                  <a:ext cx="48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5926FC9-4CEC-0AC2-1761-038F950A3A2F}"/>
                    </a:ext>
                  </a:extLst>
                </p14:cNvPr>
                <p14:cNvContentPartPr/>
                <p14:nvPr/>
              </p14:nvContentPartPr>
              <p14:xfrm>
                <a:off x="8977341" y="5003668"/>
                <a:ext cx="191160" cy="221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5926FC9-4CEC-0AC2-1761-038F950A3A2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59701" y="4985668"/>
                  <a:ext cx="226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9FA9711-97D6-EBCE-397E-6AA5A8D43B6D}"/>
                    </a:ext>
                  </a:extLst>
                </p14:cNvPr>
                <p14:cNvContentPartPr/>
                <p14:nvPr/>
              </p14:nvContentPartPr>
              <p14:xfrm>
                <a:off x="8802741" y="4971988"/>
                <a:ext cx="56880" cy="240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9FA9711-97D6-EBCE-397E-6AA5A8D43B6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85101" y="4954348"/>
                  <a:ext cx="92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8A65F2-48A7-49E2-E2D5-3F5F59ACCB94}"/>
                    </a:ext>
                  </a:extLst>
                </p14:cNvPr>
                <p14:cNvContentPartPr/>
                <p14:nvPr/>
              </p14:nvContentPartPr>
              <p14:xfrm>
                <a:off x="8531301" y="4997548"/>
                <a:ext cx="173160" cy="211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78A65F2-48A7-49E2-E2D5-3F5F59ACCB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13301" y="4979908"/>
                  <a:ext cx="20880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44075FB-A959-0C73-6CAD-01C0BE0D8F57}"/>
              </a:ext>
            </a:extLst>
          </p:cNvPr>
          <p:cNvGrpSpPr/>
          <p:nvPr/>
        </p:nvGrpSpPr>
        <p:grpSpPr>
          <a:xfrm>
            <a:off x="8051781" y="5491108"/>
            <a:ext cx="1535400" cy="494280"/>
            <a:chOff x="8051781" y="5491108"/>
            <a:chExt cx="153540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A769EE-5DFA-63DF-5489-C5EE7F7495F7}"/>
                    </a:ext>
                  </a:extLst>
                </p14:cNvPr>
                <p14:cNvContentPartPr/>
                <p14:nvPr/>
              </p14:nvContentPartPr>
              <p14:xfrm>
                <a:off x="9348501" y="5491108"/>
                <a:ext cx="238680" cy="203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A769EE-5DFA-63DF-5489-C5EE7F7495F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30861" y="5473108"/>
                  <a:ext cx="274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569D14-324F-C895-86CA-0CDA8A184416}"/>
                    </a:ext>
                  </a:extLst>
                </p14:cNvPr>
                <p14:cNvContentPartPr/>
                <p14:nvPr/>
              </p14:nvContentPartPr>
              <p14:xfrm>
                <a:off x="8988861" y="5524948"/>
                <a:ext cx="302760" cy="403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569D14-324F-C895-86CA-0CDA8A18441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71221" y="5507308"/>
                  <a:ext cx="3384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64F6197-C874-710A-6072-BAC8DB16CA62}"/>
                    </a:ext>
                  </a:extLst>
                </p14:cNvPr>
                <p14:cNvContentPartPr/>
                <p14:nvPr/>
              </p14:nvContentPartPr>
              <p14:xfrm>
                <a:off x="8726781" y="5559508"/>
                <a:ext cx="189720" cy="263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64F6197-C874-710A-6072-BAC8DB16CA6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708781" y="5541868"/>
                  <a:ext cx="2253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791D9A-E657-6D33-63C2-78F465D70A78}"/>
                    </a:ext>
                  </a:extLst>
                </p14:cNvPr>
                <p14:cNvContentPartPr/>
                <p14:nvPr/>
              </p14:nvContentPartPr>
              <p14:xfrm>
                <a:off x="8541741" y="5611348"/>
                <a:ext cx="360" cy="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791D9A-E657-6D33-63C2-78F465D70A7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23741" y="5593708"/>
                  <a:ext cx="36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1BE480-CDAB-D5A8-A34E-E5713E4CAF9C}"/>
                    </a:ext>
                  </a:extLst>
                </p14:cNvPr>
                <p14:cNvContentPartPr/>
                <p14:nvPr/>
              </p14:nvContentPartPr>
              <p14:xfrm>
                <a:off x="8322861" y="5585428"/>
                <a:ext cx="223920" cy="187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1BE480-CDAB-D5A8-A34E-E5713E4CAF9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05221" y="5567428"/>
                  <a:ext cx="259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EE7688-0891-F1A3-4361-0BA898BBC4EB}"/>
                    </a:ext>
                  </a:extLst>
                </p14:cNvPr>
                <p14:cNvContentPartPr/>
                <p14:nvPr/>
              </p14:nvContentPartPr>
              <p14:xfrm>
                <a:off x="8051781" y="5574988"/>
                <a:ext cx="137880" cy="410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EE7688-0891-F1A3-4361-0BA898BBC4E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33781" y="5556988"/>
                  <a:ext cx="173520" cy="44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8A7EB-98FD-2E9B-FE2D-A8F13BF8F679}"/>
              </a:ext>
            </a:extLst>
          </p:cNvPr>
          <p:cNvGrpSpPr/>
          <p:nvPr/>
        </p:nvGrpSpPr>
        <p:grpSpPr>
          <a:xfrm>
            <a:off x="3536661" y="3683908"/>
            <a:ext cx="2583720" cy="408240"/>
            <a:chOff x="3536661" y="3683908"/>
            <a:chExt cx="258372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C89705D-2E89-A73B-E7E2-DB466C39815D}"/>
                    </a:ext>
                  </a:extLst>
                </p14:cNvPr>
                <p14:cNvContentPartPr/>
                <p14:nvPr/>
              </p14:nvContentPartPr>
              <p14:xfrm>
                <a:off x="3536661" y="3778228"/>
                <a:ext cx="1002240" cy="313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C89705D-2E89-A73B-E7E2-DB466C39815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19021" y="3760588"/>
                  <a:ext cx="1037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B2044E-318E-F675-546B-7D6515228550}"/>
                    </a:ext>
                  </a:extLst>
                </p14:cNvPr>
                <p14:cNvContentPartPr/>
                <p14:nvPr/>
              </p14:nvContentPartPr>
              <p14:xfrm>
                <a:off x="4356381" y="3765988"/>
                <a:ext cx="1612440" cy="142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B2044E-318E-F675-546B-7D65152285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38381" y="3748348"/>
                  <a:ext cx="1648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AADE5CC-F599-5561-9BEA-23F6917B69FC}"/>
                    </a:ext>
                  </a:extLst>
                </p14:cNvPr>
                <p14:cNvContentPartPr/>
                <p14:nvPr/>
              </p14:nvContentPartPr>
              <p14:xfrm>
                <a:off x="5863701" y="3683908"/>
                <a:ext cx="256680" cy="171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AADE5CC-F599-5561-9BEA-23F6917B69F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846061" y="3666268"/>
                  <a:ext cx="29232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4E825F9-AED1-D3B6-8AA9-EFCA61DB72C1}"/>
              </a:ext>
            </a:extLst>
          </p:cNvPr>
          <p:cNvGrpSpPr/>
          <p:nvPr/>
        </p:nvGrpSpPr>
        <p:grpSpPr>
          <a:xfrm>
            <a:off x="6654261" y="3449908"/>
            <a:ext cx="2398320" cy="689040"/>
            <a:chOff x="6654261" y="3449908"/>
            <a:chExt cx="2398320" cy="68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A4803BB-AB45-55A1-6ACD-0F8ECB643E5E}"/>
                    </a:ext>
                  </a:extLst>
                </p14:cNvPr>
                <p14:cNvContentPartPr/>
                <p14:nvPr/>
              </p14:nvContentPartPr>
              <p14:xfrm>
                <a:off x="8888421" y="3608668"/>
                <a:ext cx="164160" cy="178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A4803BB-AB45-55A1-6ACD-0F8ECB643E5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70421" y="3591028"/>
                  <a:ext cx="199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8EBD7AE-4C11-5EDA-427B-3D1AB9CEC4D2}"/>
                    </a:ext>
                  </a:extLst>
                </p14:cNvPr>
                <p14:cNvContentPartPr/>
                <p14:nvPr/>
              </p14:nvContentPartPr>
              <p14:xfrm>
                <a:off x="8827941" y="3587788"/>
                <a:ext cx="32040" cy="121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8EBD7AE-4C11-5EDA-427B-3D1AB9CEC4D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09941" y="3569788"/>
                  <a:ext cx="67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BD51D8E-0C54-F229-DFC6-46DD3728FF65}"/>
                    </a:ext>
                  </a:extLst>
                </p14:cNvPr>
                <p14:cNvContentPartPr/>
                <p14:nvPr/>
              </p14:nvContentPartPr>
              <p14:xfrm>
                <a:off x="8496741" y="3567988"/>
                <a:ext cx="253080" cy="11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BD51D8E-0C54-F229-DFC6-46DD3728FF6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78741" y="3550348"/>
                  <a:ext cx="288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9C157F4-9200-3F60-6ACD-B4254BD1FD6B}"/>
                    </a:ext>
                  </a:extLst>
                </p14:cNvPr>
                <p14:cNvContentPartPr/>
                <p14:nvPr/>
              </p14:nvContentPartPr>
              <p14:xfrm>
                <a:off x="8571261" y="3692908"/>
                <a:ext cx="32040" cy="91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9C157F4-9200-3F60-6ACD-B4254BD1FD6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53261" y="3675268"/>
                  <a:ext cx="67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AFC2F4-3ECF-4EE3-BE40-90DF745B2589}"/>
                    </a:ext>
                  </a:extLst>
                </p14:cNvPr>
                <p14:cNvContentPartPr/>
                <p14:nvPr/>
              </p14:nvContentPartPr>
              <p14:xfrm>
                <a:off x="8400981" y="3602548"/>
                <a:ext cx="39960" cy="213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AFC2F4-3ECF-4EE3-BE40-90DF745B258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83341" y="3584908"/>
                  <a:ext cx="756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673467-A8B7-9DF5-26C5-28AB53BC8E49}"/>
                    </a:ext>
                  </a:extLst>
                </p14:cNvPr>
                <p14:cNvContentPartPr/>
                <p14:nvPr/>
              </p14:nvContentPartPr>
              <p14:xfrm>
                <a:off x="8292261" y="3602548"/>
                <a:ext cx="21240" cy="87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673467-A8B7-9DF5-26C5-28AB53BC8E4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74621" y="3584908"/>
                  <a:ext cx="56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77C2373-204C-5125-3164-CA410021E914}"/>
                    </a:ext>
                  </a:extLst>
                </p14:cNvPr>
                <p14:cNvContentPartPr/>
                <p14:nvPr/>
              </p14:nvContentPartPr>
              <p14:xfrm>
                <a:off x="7763421" y="3449908"/>
                <a:ext cx="509760" cy="689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77C2373-204C-5125-3164-CA410021E91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745781" y="3432268"/>
                  <a:ext cx="54540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7F507FF-08BB-88DD-1849-E4F3ECB62228}"/>
                    </a:ext>
                  </a:extLst>
                </p14:cNvPr>
                <p14:cNvContentPartPr/>
                <p14:nvPr/>
              </p14:nvContentPartPr>
              <p14:xfrm>
                <a:off x="7707621" y="3583108"/>
                <a:ext cx="187200" cy="129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7F507FF-08BB-88DD-1849-E4F3ECB6222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89981" y="3565468"/>
                  <a:ext cx="222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4BBD6F6-8380-7D2A-46FE-37B053A246CD}"/>
                    </a:ext>
                  </a:extLst>
                </p14:cNvPr>
                <p14:cNvContentPartPr/>
                <p14:nvPr/>
              </p14:nvContentPartPr>
              <p14:xfrm>
                <a:off x="7606821" y="3622348"/>
                <a:ext cx="6480" cy="73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4BBD6F6-8380-7D2A-46FE-37B053A246C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89181" y="3604348"/>
                  <a:ext cx="42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72AEC86-4096-2309-E548-A3C6BA34DC47}"/>
                    </a:ext>
                  </a:extLst>
                </p14:cNvPr>
                <p14:cNvContentPartPr/>
                <p14:nvPr/>
              </p14:nvContentPartPr>
              <p14:xfrm>
                <a:off x="7244301" y="3620908"/>
                <a:ext cx="205920" cy="209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72AEC86-4096-2309-E548-A3C6BA34DC4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226661" y="3602908"/>
                  <a:ext cx="2415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E75B3D5-F2C7-A008-D691-798E2694E32B}"/>
                    </a:ext>
                  </a:extLst>
                </p14:cNvPr>
                <p14:cNvContentPartPr/>
                <p14:nvPr/>
              </p14:nvContentPartPr>
              <p14:xfrm>
                <a:off x="7075461" y="3636748"/>
                <a:ext cx="25200" cy="264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E75B3D5-F2C7-A008-D691-798E2694E32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57821" y="3618748"/>
                  <a:ext cx="608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CFC8FE0-EE3D-F71E-4143-75E2BB02FF4A}"/>
                    </a:ext>
                  </a:extLst>
                </p14:cNvPr>
                <p14:cNvContentPartPr/>
                <p14:nvPr/>
              </p14:nvContentPartPr>
              <p14:xfrm>
                <a:off x="6654261" y="3630988"/>
                <a:ext cx="357840" cy="250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CFC8FE0-EE3D-F71E-4143-75E2BB02FF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36621" y="3613348"/>
                  <a:ext cx="39348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953D32-FEB6-876A-BF67-CBA5F4616AB7}"/>
              </a:ext>
            </a:extLst>
          </p:cNvPr>
          <p:cNvGrpSpPr/>
          <p:nvPr/>
        </p:nvGrpSpPr>
        <p:grpSpPr>
          <a:xfrm>
            <a:off x="3461421" y="3150748"/>
            <a:ext cx="2750400" cy="497880"/>
            <a:chOff x="3461421" y="3150748"/>
            <a:chExt cx="2750400" cy="49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9C5C2A0-3636-0F67-CC13-D781E9C97EA7}"/>
                    </a:ext>
                  </a:extLst>
                </p14:cNvPr>
                <p14:cNvContentPartPr/>
                <p14:nvPr/>
              </p14:nvContentPartPr>
              <p14:xfrm>
                <a:off x="4233261" y="3191068"/>
                <a:ext cx="159120" cy="124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9C5C2A0-3636-0F67-CC13-D781E9C97EA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15261" y="3173428"/>
                  <a:ext cx="194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5C4660F-4A7A-E76B-8A74-61E06E0F0038}"/>
                    </a:ext>
                  </a:extLst>
                </p14:cNvPr>
                <p14:cNvContentPartPr/>
                <p14:nvPr/>
              </p14:nvContentPartPr>
              <p14:xfrm>
                <a:off x="4202301" y="3447388"/>
                <a:ext cx="185040" cy="149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5C4660F-4A7A-E76B-8A74-61E06E0F003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84301" y="3429748"/>
                  <a:ext cx="220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4BFEAEA-291B-4395-AE81-87A85E7330CE}"/>
                    </a:ext>
                  </a:extLst>
                </p14:cNvPr>
                <p14:cNvContentPartPr/>
                <p14:nvPr/>
              </p14:nvContentPartPr>
              <p14:xfrm>
                <a:off x="4568061" y="3334348"/>
                <a:ext cx="7560" cy="21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4BFEAEA-291B-4395-AE81-87A85E7330C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50061" y="3316348"/>
                  <a:ext cx="43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2E46CF4-6343-2692-F183-A932CB072539}"/>
                    </a:ext>
                  </a:extLst>
                </p14:cNvPr>
                <p14:cNvContentPartPr/>
                <p14:nvPr/>
              </p14:nvContentPartPr>
              <p14:xfrm>
                <a:off x="3461421" y="3209428"/>
                <a:ext cx="605520" cy="102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2E46CF4-6343-2692-F183-A932CB07253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443781" y="3191788"/>
                  <a:ext cx="641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2D42946-EF50-E9E6-2150-EFDA95A6015B}"/>
                    </a:ext>
                  </a:extLst>
                </p14:cNvPr>
                <p14:cNvContentPartPr/>
                <p14:nvPr/>
              </p14:nvContentPartPr>
              <p14:xfrm>
                <a:off x="3546381" y="3540268"/>
                <a:ext cx="407880" cy="108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2D42946-EF50-E9E6-2150-EFDA95A6015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528741" y="3522628"/>
                  <a:ext cx="4435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A87F91-0532-D666-9975-4119C740D834}"/>
                    </a:ext>
                  </a:extLst>
                </p14:cNvPr>
                <p14:cNvContentPartPr/>
                <p14:nvPr/>
              </p14:nvContentPartPr>
              <p14:xfrm>
                <a:off x="4535301" y="3249028"/>
                <a:ext cx="1485720" cy="101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A87F91-0532-D666-9975-4119C740D83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517661" y="3231028"/>
                  <a:ext cx="1521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6326BC9-B109-A760-72AB-46E21CACEAA0}"/>
                    </a:ext>
                  </a:extLst>
                </p14:cNvPr>
                <p14:cNvContentPartPr/>
                <p14:nvPr/>
              </p14:nvContentPartPr>
              <p14:xfrm>
                <a:off x="5884941" y="3150748"/>
                <a:ext cx="326880" cy="201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6326BC9-B109-A760-72AB-46E21CACEAA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866941" y="3132748"/>
                  <a:ext cx="3625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FD82C9B-2F94-4951-CE83-CA5A61653A40}"/>
              </a:ext>
            </a:extLst>
          </p:cNvPr>
          <p:cNvGrpSpPr/>
          <p:nvPr/>
        </p:nvGrpSpPr>
        <p:grpSpPr>
          <a:xfrm>
            <a:off x="7221621" y="2759788"/>
            <a:ext cx="2254680" cy="487800"/>
            <a:chOff x="7221621" y="2759788"/>
            <a:chExt cx="2254680" cy="48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E26F4C5-184D-C4F1-5D6B-F4AE3ED2F9FB}"/>
                    </a:ext>
                  </a:extLst>
                </p14:cNvPr>
                <p14:cNvContentPartPr/>
                <p14:nvPr/>
              </p14:nvContentPartPr>
              <p14:xfrm>
                <a:off x="9159141" y="3070108"/>
                <a:ext cx="317160" cy="115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E26F4C5-184D-C4F1-5D6B-F4AE3ED2F9F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141141" y="3052468"/>
                  <a:ext cx="352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21E3A26-56CE-1AF3-2FB0-B4D0FD1263DF}"/>
                    </a:ext>
                  </a:extLst>
                </p14:cNvPr>
                <p14:cNvContentPartPr/>
                <p14:nvPr/>
              </p14:nvContentPartPr>
              <p14:xfrm>
                <a:off x="8923341" y="3043468"/>
                <a:ext cx="177120" cy="65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21E3A26-56CE-1AF3-2FB0-B4D0FD1263D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05701" y="3025468"/>
                  <a:ext cx="212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394492B-5D12-38ED-6F83-C2633CB24600}"/>
                    </a:ext>
                  </a:extLst>
                </p14:cNvPr>
                <p14:cNvContentPartPr/>
                <p14:nvPr/>
              </p14:nvContentPartPr>
              <p14:xfrm>
                <a:off x="8914341" y="3166588"/>
                <a:ext cx="6840" cy="48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394492B-5D12-38ED-6F83-C2633CB2460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896701" y="3148588"/>
                  <a:ext cx="42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291E6B8-DC85-B964-4968-FFABA149266B}"/>
                    </a:ext>
                  </a:extLst>
                </p14:cNvPr>
                <p14:cNvContentPartPr/>
                <p14:nvPr/>
              </p14:nvContentPartPr>
              <p14:xfrm>
                <a:off x="8290821" y="2759788"/>
                <a:ext cx="334080" cy="407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291E6B8-DC85-B964-4968-FFABA149266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73181" y="2742148"/>
                  <a:ext cx="3697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84E08CF-0C06-7E0B-D7F6-7E2242EA939C}"/>
                    </a:ext>
                  </a:extLst>
                </p14:cNvPr>
                <p14:cNvContentPartPr/>
                <p14:nvPr/>
              </p14:nvContentPartPr>
              <p14:xfrm>
                <a:off x="7968261" y="3050668"/>
                <a:ext cx="213480" cy="159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84E08CF-0C06-7E0B-D7F6-7E2242EA939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50261" y="3033028"/>
                  <a:ext cx="249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867CEC-F469-3478-07BD-C695A1EA96C3}"/>
                    </a:ext>
                  </a:extLst>
                </p14:cNvPr>
                <p14:cNvContentPartPr/>
                <p14:nvPr/>
              </p14:nvContentPartPr>
              <p14:xfrm>
                <a:off x="7713021" y="3092788"/>
                <a:ext cx="180720" cy="150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867CEC-F469-3478-07BD-C695A1EA96C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95381" y="3074788"/>
                  <a:ext cx="216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9FFCBD1-DDD1-4E65-7FEE-9CEA98B0E036}"/>
                    </a:ext>
                  </a:extLst>
                </p14:cNvPr>
                <p14:cNvContentPartPr/>
                <p14:nvPr/>
              </p14:nvContentPartPr>
              <p14:xfrm>
                <a:off x="7558581" y="3117628"/>
                <a:ext cx="11880" cy="129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9FFCBD1-DDD1-4E65-7FEE-9CEA98B0E03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40581" y="3099988"/>
                  <a:ext cx="47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C7AEE2-D6D4-DB87-F50B-8F18634CC61A}"/>
                    </a:ext>
                  </a:extLst>
                </p14:cNvPr>
                <p14:cNvContentPartPr/>
                <p14:nvPr/>
              </p14:nvContentPartPr>
              <p14:xfrm>
                <a:off x="7221621" y="3119428"/>
                <a:ext cx="179640" cy="118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C7AEE2-D6D4-DB87-F50B-8F18634CC61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03981" y="3101428"/>
                  <a:ext cx="2152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D42F14F-0257-C11A-8068-AAB469B26F3A}"/>
              </a:ext>
            </a:extLst>
          </p:cNvPr>
          <p:cNvGrpSpPr/>
          <p:nvPr/>
        </p:nvGrpSpPr>
        <p:grpSpPr>
          <a:xfrm>
            <a:off x="3153261" y="992548"/>
            <a:ext cx="2975400" cy="1975320"/>
            <a:chOff x="3153261" y="992548"/>
            <a:chExt cx="2975400" cy="19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6A68EF3-E046-3C55-1E2F-D28E98A5B8A0}"/>
                    </a:ext>
                  </a:extLst>
                </p14:cNvPr>
                <p14:cNvContentPartPr/>
                <p14:nvPr/>
              </p14:nvContentPartPr>
              <p14:xfrm>
                <a:off x="3153261" y="992548"/>
                <a:ext cx="1835280" cy="1975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6A68EF3-E046-3C55-1E2F-D28E98A5B8A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135621" y="974908"/>
                  <a:ext cx="1870920" cy="20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38CDF7-5E15-4C6F-A2AE-C7BAE2844AB2}"/>
                    </a:ext>
                  </a:extLst>
                </p14:cNvPr>
                <p14:cNvContentPartPr/>
                <p14:nvPr/>
              </p14:nvContentPartPr>
              <p14:xfrm>
                <a:off x="4451781" y="1452628"/>
                <a:ext cx="1676880" cy="282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38CDF7-5E15-4C6F-A2AE-C7BAE2844AB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434141" y="1434628"/>
                  <a:ext cx="171252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BE611E1-0A61-C3FB-6B41-B8A4AEF1095D}"/>
              </a:ext>
            </a:extLst>
          </p:cNvPr>
          <p:cNvGrpSpPr/>
          <p:nvPr/>
        </p:nvGrpSpPr>
        <p:grpSpPr>
          <a:xfrm>
            <a:off x="5663901" y="631108"/>
            <a:ext cx="2581920" cy="646920"/>
            <a:chOff x="5663901" y="631108"/>
            <a:chExt cx="2581920" cy="64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5EB7184-2F74-153B-0C85-2708354361A1}"/>
                    </a:ext>
                  </a:extLst>
                </p14:cNvPr>
                <p14:cNvContentPartPr/>
                <p14:nvPr/>
              </p14:nvContentPartPr>
              <p14:xfrm>
                <a:off x="8057181" y="836668"/>
                <a:ext cx="188640" cy="114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5EB7184-2F74-153B-0C85-2708354361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039541" y="818668"/>
                  <a:ext cx="224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1EE14E7-96F9-F5CC-0A83-17E50295837A}"/>
                    </a:ext>
                  </a:extLst>
                </p14:cNvPr>
                <p14:cNvContentPartPr/>
                <p14:nvPr/>
              </p14:nvContentPartPr>
              <p14:xfrm>
                <a:off x="7837221" y="645508"/>
                <a:ext cx="181080" cy="267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1EE14E7-96F9-F5CC-0A83-17E50295837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19221" y="627868"/>
                  <a:ext cx="2167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6704477-C3FC-9CD4-343E-D6ADEC02CDD3}"/>
                    </a:ext>
                  </a:extLst>
                </p14:cNvPr>
                <p14:cNvContentPartPr/>
                <p14:nvPr/>
              </p14:nvContentPartPr>
              <p14:xfrm>
                <a:off x="7715541" y="829468"/>
                <a:ext cx="32040" cy="85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6704477-C3FC-9CD4-343E-D6ADEC02CDD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697901" y="811828"/>
                  <a:ext cx="67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8C8184D-3ADE-8139-8B2F-C5BB72272CAC}"/>
                    </a:ext>
                  </a:extLst>
                </p14:cNvPr>
                <p14:cNvContentPartPr/>
                <p14:nvPr/>
              </p14:nvContentPartPr>
              <p14:xfrm>
                <a:off x="7481541" y="849628"/>
                <a:ext cx="230400" cy="155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8C8184D-3ADE-8139-8B2F-C5BB72272CA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463901" y="831628"/>
                  <a:ext cx="266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76753F4-C6B1-8CA0-33CE-73BC9A4BA9FA}"/>
                    </a:ext>
                  </a:extLst>
                </p14:cNvPr>
                <p14:cNvContentPartPr/>
                <p14:nvPr/>
              </p14:nvContentPartPr>
              <p14:xfrm>
                <a:off x="7369941" y="826228"/>
                <a:ext cx="48960" cy="103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76753F4-C6B1-8CA0-33CE-73BC9A4BA9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51941" y="808228"/>
                  <a:ext cx="846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ABA5508-2C35-E570-DF1A-569C31060364}"/>
                    </a:ext>
                  </a:extLst>
                </p14:cNvPr>
                <p14:cNvContentPartPr/>
                <p14:nvPr/>
              </p14:nvContentPartPr>
              <p14:xfrm>
                <a:off x="7062501" y="829108"/>
                <a:ext cx="270720" cy="195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ABA5508-2C35-E570-DF1A-569C3106036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44861" y="811108"/>
                  <a:ext cx="306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4FBD4B6-7CB5-DE6C-5AE2-FCFA23274C03}"/>
                    </a:ext>
                  </a:extLst>
                </p14:cNvPr>
                <p14:cNvContentPartPr/>
                <p14:nvPr/>
              </p14:nvContentPartPr>
              <p14:xfrm>
                <a:off x="6921021" y="631108"/>
                <a:ext cx="296280" cy="430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4FBD4B6-7CB5-DE6C-5AE2-FCFA23274C0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03021" y="613108"/>
                  <a:ext cx="3319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0539AC1-194D-DABD-C881-A7AB5EE669B8}"/>
                    </a:ext>
                  </a:extLst>
                </p14:cNvPr>
                <p14:cNvContentPartPr/>
                <p14:nvPr/>
              </p14:nvContentPartPr>
              <p14:xfrm>
                <a:off x="6655701" y="812548"/>
                <a:ext cx="265680" cy="124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0539AC1-194D-DABD-C881-A7AB5EE669B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38061" y="794908"/>
                  <a:ext cx="301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C58A25-976B-7D53-4727-5E441150532C}"/>
                    </a:ext>
                  </a:extLst>
                </p14:cNvPr>
                <p14:cNvContentPartPr/>
                <p14:nvPr/>
              </p14:nvContentPartPr>
              <p14:xfrm>
                <a:off x="6448701" y="815788"/>
                <a:ext cx="140040" cy="121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C58A25-976B-7D53-4727-5E441150532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30701" y="797788"/>
                  <a:ext cx="175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057DAB-1E24-6887-63BA-E3FEA66D5501}"/>
                    </a:ext>
                  </a:extLst>
                </p14:cNvPr>
                <p14:cNvContentPartPr/>
                <p14:nvPr/>
              </p14:nvContentPartPr>
              <p14:xfrm>
                <a:off x="6053421" y="811468"/>
                <a:ext cx="376200" cy="466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057DAB-1E24-6887-63BA-E3FEA66D550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35421" y="793828"/>
                  <a:ext cx="41184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D31B40B-A2EB-AA13-BB45-7260BFF83CAA}"/>
                    </a:ext>
                  </a:extLst>
                </p14:cNvPr>
                <p14:cNvContentPartPr/>
                <p14:nvPr/>
              </p14:nvContentPartPr>
              <p14:xfrm>
                <a:off x="6176541" y="820468"/>
                <a:ext cx="18360" cy="100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D31B40B-A2EB-AA13-BB45-7260BFF83CA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158541" y="802828"/>
                  <a:ext cx="54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5D8A3E6-3A5F-A28D-97E3-15F245BB6416}"/>
                    </a:ext>
                  </a:extLst>
                </p14:cNvPr>
                <p14:cNvContentPartPr/>
                <p14:nvPr/>
              </p14:nvContentPartPr>
              <p14:xfrm>
                <a:off x="6000861" y="803548"/>
                <a:ext cx="90360" cy="73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5D8A3E6-3A5F-A28D-97E3-15F245BB641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983221" y="785908"/>
                  <a:ext cx="126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5EC6CD5-5375-C07A-34B8-A06A454FEFFF}"/>
                    </a:ext>
                  </a:extLst>
                </p14:cNvPr>
                <p14:cNvContentPartPr/>
                <p14:nvPr/>
              </p14:nvContentPartPr>
              <p14:xfrm>
                <a:off x="5871261" y="812908"/>
                <a:ext cx="27000" cy="92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5EC6CD5-5375-C07A-34B8-A06A454FEFF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53621" y="795268"/>
                  <a:ext cx="62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7CBAB14-8FE9-6D86-39F5-C88CE73B86C0}"/>
                    </a:ext>
                  </a:extLst>
                </p14:cNvPr>
                <p14:cNvContentPartPr/>
                <p14:nvPr/>
              </p14:nvContentPartPr>
              <p14:xfrm>
                <a:off x="5663901" y="847828"/>
                <a:ext cx="198720" cy="166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7CBAB14-8FE9-6D86-39F5-C88CE73B86C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645901" y="830188"/>
                  <a:ext cx="23436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2FE72CF-CD49-718F-8534-12C948A58290}"/>
              </a:ext>
            </a:extLst>
          </p:cNvPr>
          <p:cNvGrpSpPr/>
          <p:nvPr/>
        </p:nvGrpSpPr>
        <p:grpSpPr>
          <a:xfrm>
            <a:off x="6927861" y="1211428"/>
            <a:ext cx="1269720" cy="206640"/>
            <a:chOff x="6927861" y="1211428"/>
            <a:chExt cx="126972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73B844B-1566-AA5F-A1DB-9125304E9DBE}"/>
                    </a:ext>
                  </a:extLst>
                </p14:cNvPr>
                <p14:cNvContentPartPr/>
                <p14:nvPr/>
              </p14:nvContentPartPr>
              <p14:xfrm>
                <a:off x="8012181" y="1220788"/>
                <a:ext cx="185400" cy="94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73B844B-1566-AA5F-A1DB-9125304E9DB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94541" y="1202788"/>
                  <a:ext cx="221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920BC0D-F8D8-6A6E-9784-53FB1D66C784}"/>
                    </a:ext>
                  </a:extLst>
                </p14:cNvPr>
                <p14:cNvContentPartPr/>
                <p14:nvPr/>
              </p14:nvContentPartPr>
              <p14:xfrm>
                <a:off x="7808061" y="1258228"/>
                <a:ext cx="190440" cy="111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920BC0D-F8D8-6A6E-9784-53FB1D66C78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90421" y="1240228"/>
                  <a:ext cx="226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1FA856A-9FA7-1A50-528E-5957A5E6456B}"/>
                    </a:ext>
                  </a:extLst>
                </p14:cNvPr>
                <p14:cNvContentPartPr/>
                <p14:nvPr/>
              </p14:nvContentPartPr>
              <p14:xfrm>
                <a:off x="7652901" y="1261108"/>
                <a:ext cx="34560" cy="106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1FA856A-9FA7-1A50-528E-5957A5E6456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635261" y="1243468"/>
                  <a:ext cx="70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3E9257D-4305-78EF-5E0D-70FC68A804F2}"/>
                    </a:ext>
                  </a:extLst>
                </p14:cNvPr>
                <p14:cNvContentPartPr/>
                <p14:nvPr/>
              </p14:nvContentPartPr>
              <p14:xfrm>
                <a:off x="7338981" y="1231948"/>
                <a:ext cx="201960" cy="186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3E9257D-4305-78EF-5E0D-70FC68A804F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20981" y="1213948"/>
                  <a:ext cx="237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B3F164B-D73B-3DC6-BDDA-EF22BC985E6D}"/>
                    </a:ext>
                  </a:extLst>
                </p14:cNvPr>
                <p14:cNvContentPartPr/>
                <p14:nvPr/>
              </p14:nvContentPartPr>
              <p14:xfrm>
                <a:off x="7202541" y="1211428"/>
                <a:ext cx="95760" cy="128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B3F164B-D73B-3DC6-BDDA-EF22BC985E6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84901" y="1193428"/>
                  <a:ext cx="1314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55448E1-4540-4F80-1CEB-D093C71819FA}"/>
                    </a:ext>
                  </a:extLst>
                </p14:cNvPr>
                <p14:cNvContentPartPr/>
                <p14:nvPr/>
              </p14:nvContentPartPr>
              <p14:xfrm>
                <a:off x="6927861" y="1214668"/>
                <a:ext cx="214920" cy="164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55448E1-4540-4F80-1CEB-D093C71819F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10221" y="1197028"/>
                  <a:ext cx="25056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354989E-3D16-F496-DCB3-30F0B2F6F83D}"/>
              </a:ext>
            </a:extLst>
          </p:cNvPr>
          <p:cNvGrpSpPr/>
          <p:nvPr/>
        </p:nvGrpSpPr>
        <p:grpSpPr>
          <a:xfrm>
            <a:off x="5352861" y="1551268"/>
            <a:ext cx="3024000" cy="817560"/>
            <a:chOff x="5352861" y="1551268"/>
            <a:chExt cx="3024000" cy="81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435E66F-BA20-FA1F-C097-6838B4EDD96F}"/>
                    </a:ext>
                  </a:extLst>
                </p14:cNvPr>
                <p14:cNvContentPartPr/>
                <p14:nvPr/>
              </p14:nvContentPartPr>
              <p14:xfrm>
                <a:off x="8113341" y="1590508"/>
                <a:ext cx="263520" cy="137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435E66F-BA20-FA1F-C097-6838B4EDD96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095341" y="1572868"/>
                  <a:ext cx="299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F637513-42E5-5483-E85D-F7F514ADE91F}"/>
                    </a:ext>
                  </a:extLst>
                </p14:cNvPr>
                <p14:cNvContentPartPr/>
                <p14:nvPr/>
              </p14:nvContentPartPr>
              <p14:xfrm>
                <a:off x="7845141" y="1568188"/>
                <a:ext cx="173880" cy="75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F637513-42E5-5483-E85D-F7F514ADE91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827141" y="1550188"/>
                  <a:ext cx="209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3A4923D-39F6-59C1-2CA2-B8807D1C68F9}"/>
                    </a:ext>
                  </a:extLst>
                </p14:cNvPr>
                <p14:cNvContentPartPr/>
                <p14:nvPr/>
              </p14:nvContentPartPr>
              <p14:xfrm>
                <a:off x="7872141" y="1708948"/>
                <a:ext cx="3240" cy="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3A4923D-39F6-59C1-2CA2-B8807D1C68F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54501" y="1690948"/>
                  <a:ext cx="38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D2A0940-6BAC-0984-A778-5A6F825FAB81}"/>
                    </a:ext>
                  </a:extLst>
                </p14:cNvPr>
                <p14:cNvContentPartPr/>
                <p14:nvPr/>
              </p14:nvContentPartPr>
              <p14:xfrm>
                <a:off x="7352301" y="1601308"/>
                <a:ext cx="388080" cy="417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D2A0940-6BAC-0984-A778-5A6F825FAB8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334661" y="1583308"/>
                  <a:ext cx="4237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EDBB608-3498-222F-84A8-376915342174}"/>
                    </a:ext>
                  </a:extLst>
                </p14:cNvPr>
                <p14:cNvContentPartPr/>
                <p14:nvPr/>
              </p14:nvContentPartPr>
              <p14:xfrm>
                <a:off x="7338621" y="1551268"/>
                <a:ext cx="63000" cy="176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EDBB608-3498-222F-84A8-37691534217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320981" y="1533268"/>
                  <a:ext cx="98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90CE753-B4FA-1A23-DFC1-5B55FA8F3E94}"/>
                    </a:ext>
                  </a:extLst>
                </p14:cNvPr>
                <p14:cNvContentPartPr/>
                <p14:nvPr/>
              </p14:nvContentPartPr>
              <p14:xfrm>
                <a:off x="7475781" y="1649548"/>
                <a:ext cx="360" cy="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90CE753-B4FA-1A23-DFC1-5B55FA8F3E9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58141" y="16315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A6CB687-BE54-78E9-ED5B-6B0F7684EC31}"/>
                    </a:ext>
                  </a:extLst>
                </p14:cNvPr>
                <p14:cNvContentPartPr/>
                <p14:nvPr/>
              </p14:nvContentPartPr>
              <p14:xfrm>
                <a:off x="7372821" y="1671868"/>
                <a:ext cx="77400" cy="45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A6CB687-BE54-78E9-ED5B-6B0F7684EC3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54821" y="1654228"/>
                  <a:ext cx="113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56B7B6-2639-CC32-8A2D-6387E9057ECD}"/>
                    </a:ext>
                  </a:extLst>
                </p14:cNvPr>
                <p14:cNvContentPartPr/>
                <p14:nvPr/>
              </p14:nvContentPartPr>
              <p14:xfrm>
                <a:off x="7232061" y="1636588"/>
                <a:ext cx="19800" cy="48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56B7B6-2639-CC32-8A2D-6387E9057EC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14421" y="1618588"/>
                  <a:ext cx="55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FD07146-CDC9-F63B-A11F-8A8852F1B2F0}"/>
                    </a:ext>
                  </a:extLst>
                </p14:cNvPr>
                <p14:cNvContentPartPr/>
                <p14:nvPr/>
              </p14:nvContentPartPr>
              <p14:xfrm>
                <a:off x="6959901" y="1647748"/>
                <a:ext cx="90720" cy="57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FD07146-CDC9-F63B-A11F-8A8852F1B2F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42261" y="1630108"/>
                  <a:ext cx="126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56C2D5E-EF80-D8B6-F2CC-85DD77FDEEC8}"/>
                    </a:ext>
                  </a:extLst>
                </p14:cNvPr>
                <p14:cNvContentPartPr/>
                <p14:nvPr/>
              </p14:nvContentPartPr>
              <p14:xfrm>
                <a:off x="6895821" y="1623988"/>
                <a:ext cx="340200" cy="141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56C2D5E-EF80-D8B6-F2CC-85DD77FDEEC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878181" y="1606348"/>
                  <a:ext cx="375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61FFE15-63A4-F009-9426-4F476DEAF1EE}"/>
                    </a:ext>
                  </a:extLst>
                </p14:cNvPr>
                <p14:cNvContentPartPr/>
                <p14:nvPr/>
              </p14:nvContentPartPr>
              <p14:xfrm>
                <a:off x="6426021" y="1711108"/>
                <a:ext cx="233640" cy="329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61FFE15-63A4-F009-9426-4F476DEAF1E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408381" y="1693108"/>
                  <a:ext cx="2692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416B97-F757-67E1-791B-AD5943A5A090}"/>
                    </a:ext>
                  </a:extLst>
                </p14:cNvPr>
                <p14:cNvContentPartPr/>
                <p14:nvPr/>
              </p14:nvContentPartPr>
              <p14:xfrm>
                <a:off x="6122901" y="1996228"/>
                <a:ext cx="206280" cy="161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416B97-F757-67E1-791B-AD5943A5A09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105261" y="1978228"/>
                  <a:ext cx="241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E104491-2958-8F5A-A140-9C5F19EF927E}"/>
                    </a:ext>
                  </a:extLst>
                </p14:cNvPr>
                <p14:cNvContentPartPr/>
                <p14:nvPr/>
              </p14:nvContentPartPr>
              <p14:xfrm>
                <a:off x="5913381" y="2054188"/>
                <a:ext cx="119160" cy="109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E104491-2958-8F5A-A140-9C5F19EF927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895381" y="2036188"/>
                  <a:ext cx="154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B2C83DC-41D5-E960-0CF6-B853BABA0269}"/>
                    </a:ext>
                  </a:extLst>
                </p14:cNvPr>
                <p14:cNvContentPartPr/>
                <p14:nvPr/>
              </p14:nvContentPartPr>
              <p14:xfrm>
                <a:off x="5828421" y="2071828"/>
                <a:ext cx="4320" cy="53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B2C83DC-41D5-E960-0CF6-B853BABA026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810421" y="2053828"/>
                  <a:ext cx="39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4531460-0A43-58BD-9764-BD2E021089D4}"/>
                    </a:ext>
                  </a:extLst>
                </p14:cNvPr>
                <p14:cNvContentPartPr/>
                <p14:nvPr/>
              </p14:nvContentPartPr>
              <p14:xfrm>
                <a:off x="5553741" y="2082628"/>
                <a:ext cx="156600" cy="123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4531460-0A43-58BD-9764-BD2E021089D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535741" y="2064628"/>
                  <a:ext cx="192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4CACDB-71F4-AFD8-9035-81C19E167D8D}"/>
                    </a:ext>
                  </a:extLst>
                </p14:cNvPr>
                <p14:cNvContentPartPr/>
                <p14:nvPr/>
              </p14:nvContentPartPr>
              <p14:xfrm>
                <a:off x="5352861" y="2189188"/>
                <a:ext cx="151560" cy="50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4CACDB-71F4-AFD8-9035-81C19E167D8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335221" y="2171548"/>
                  <a:ext cx="1872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E7CD6AE-678B-7037-BCBB-C1E2261E5981}"/>
                    </a:ext>
                  </a:extLst>
                </p14:cNvPr>
                <p14:cNvContentPartPr/>
                <p14:nvPr/>
              </p14:nvContentPartPr>
              <p14:xfrm>
                <a:off x="5391021" y="2334628"/>
                <a:ext cx="720" cy="34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E7CD6AE-678B-7037-BCBB-C1E2261E598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73021" y="2316988"/>
                  <a:ext cx="36360" cy="69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4402C95-39BB-3DB3-11F2-F641A0F8DE83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696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89529" y="707886"/>
            <a:ext cx="10267176" cy="51398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מימוש של אפשרות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הכל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על אותו מסך":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מציבים 4 רכיבים מסוג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המתאימים גם עבור זיהוי וגם עבור רישום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מסתירים שניים – מסך נראה מתאים לזיהוי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מציבים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RadioGroup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ובתוכו 2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אחד מהם כבר מסומן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מציבים 2 לחצנים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כיתוב על ראשון משתנה כתלות בבחירת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ולחציצה עליו גורמת לביצוע בדיקות וכניסה לשימוש של ממש באפליקציה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לחיצה על שני – עבור משתמש מזדמן שלא מעוניין ברישום וזיהוי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C9F703-6228-C619-8054-5833E35F88CA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933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26776" y="1496780"/>
            <a:ext cx="10267176" cy="427809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מימוש של אפשרות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הכל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על אותו מסך":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בוחרים אפשרות (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"זיהוי" = מסתירים 2 רכיבים (עבור מספר טלפון ועבור דוא"ל) ומציבים על הלחצן הראשון כיתוב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Log in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en-US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בוחרים אפשרות (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"רישום"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=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מציגים כל ארבע רכיבים ומציבים על הלחצן הראשון כיתוב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Registry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7C62EA-0123-CE4A-78B1-C707AC29EE43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45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7C62EA-0123-CE4A-78B1-C707AC29EE43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59CE7-D28D-9AFA-BD86-6E9D609F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455" y="1016317"/>
            <a:ext cx="2547410" cy="5342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C4F58-868D-EFFE-3A75-C7122BFA9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069" y="1016317"/>
            <a:ext cx="2512160" cy="534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272988" y="636168"/>
            <a:ext cx="10267176" cy="66171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בדיקות: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האם משתמש בכלל רשם משהו ברכיב מסוג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ערך של סיסמה: תלמיד יכול לקבוע דרישות משלו (גודל, תווי חובה...) ואז הוא חייב לדאוג שמשתמש אקבל בצורה ברורה הסבר על הדרישות לסיסמה</a:t>
            </a:r>
            <a:endParaRPr lang="en-US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דוא"ל קיימות הרבה בדיקות...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מספר טלפון תלמיד גם יכול לשים הגבלות, אבל שאלה האם כדאי...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הבדיקה חשובה במיוחד היא בדיקה בבסיס נתונים: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האם קיים או לא קיים משתמש עם הנתונים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שהוזנו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7C62EA-0123-CE4A-78B1-C707AC29EE43}"/>
              </a:ext>
            </a:extLst>
          </p:cNvPr>
          <p:cNvSpPr/>
          <p:nvPr/>
        </p:nvSpPr>
        <p:spPr>
          <a:xfrm>
            <a:off x="7287817" y="12216"/>
            <a:ext cx="41601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זיהוי/רישום/מזדמן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11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89311" y="1120002"/>
            <a:ext cx="1041337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בדיקת קיום/לא קיום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המשתמש בטבלה בבסיס הנתונים.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בזיהוי – טוב אם משתמש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כן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קיים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ברישום – טוב אם משתמש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קיים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20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89311" y="1120002"/>
            <a:ext cx="10413378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בדיקת קיום/לא קיום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המשתמש בטבלה בבסיס הנתונים.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כאן אפשר (אני – ממליץ!)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להשתמש בתהליך רקע (ב-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Thread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למשל)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כי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עקרוני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זה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עלול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להיות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תהליך שממשיך "יותר </a:t>
            </a:r>
            <a:r>
              <a:rPr lang="he-IL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מידי זמן"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372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517320" y="1164824"/>
            <a:ext cx="217204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A0521-4AF4-EEC7-99F5-F635C235A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49" y="353943"/>
            <a:ext cx="7513971" cy="63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2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402104" y="707886"/>
            <a:ext cx="10855236" cy="61863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באפליקציה יש צורך בכל שלב לדעת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איזה משתמש כעת משתמש בה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(עבור שמירת נתונים, שליחת הודעות...),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אז דרך "טבעית" היא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העברת נתון/נתונים מזהים</a:t>
            </a:r>
          </a:p>
          <a:p>
            <a:pPr algn="ctr" rtl="1"/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מאקטיביטי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למשל: עצם המכיל מידע על משתמש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(עצם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user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087511" y="0"/>
            <a:ext cx="33778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העברת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14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437963" y="1191980"/>
            <a:ext cx="10090649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העברת עצם בין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אני ממליץ להוסיף למחלקת העצם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ממשק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Serializable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Parceble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087511" y="0"/>
            <a:ext cx="33778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העברת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70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235171" y="0"/>
            <a:ext cx="630172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העברת נתונים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Serializable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39838-48AA-1F35-AE00-0C0C4FE5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36"/>
            <a:ext cx="5005682" cy="2115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D4A98B-FDF3-9A3F-660D-B74FDF264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613" y="877167"/>
            <a:ext cx="7014110" cy="24225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612C1-EBF8-059D-FC7A-F1100626D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22" y="3558254"/>
            <a:ext cx="5806943" cy="3299746"/>
          </a:xfrm>
          <a:prstGeom prst="rect">
            <a:avLst/>
          </a:prstGeom>
        </p:spPr>
      </p:pic>
      <p:sp>
        <p:nvSpPr>
          <p:cNvPr id="11" name="Arrow: Bent 10">
            <a:extLst>
              <a:ext uri="{FF2B5EF4-FFF2-40B4-BE49-F238E27FC236}">
                <a16:creationId xmlns:a16="http://schemas.microsoft.com/office/drawing/2014/main" id="{D1E0D08D-5813-62E9-1EE1-0646561F63B9}"/>
              </a:ext>
            </a:extLst>
          </p:cNvPr>
          <p:cNvSpPr/>
          <p:nvPr/>
        </p:nvSpPr>
        <p:spPr>
          <a:xfrm flipV="1">
            <a:off x="3750623" y="2393576"/>
            <a:ext cx="1255059" cy="39518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5E201973-0CC4-876E-48CD-9EE05283CDBC}"/>
              </a:ext>
            </a:extLst>
          </p:cNvPr>
          <p:cNvSpPr/>
          <p:nvPr/>
        </p:nvSpPr>
        <p:spPr>
          <a:xfrm flipH="1" flipV="1">
            <a:off x="6382871" y="3429000"/>
            <a:ext cx="1721223" cy="747912"/>
          </a:xfrm>
          <a:prstGeom prst="bentArrow">
            <a:avLst>
              <a:gd name="adj1" fmla="val 13408"/>
              <a:gd name="adj2" fmla="val 17808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472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362611" y="0"/>
            <a:ext cx="60468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העברת נתונים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Parcelable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</p:txBody>
      </p:sp>
      <p:sp>
        <p:nvSpPr>
          <p:cNvPr id="4" name="Rectangle 3">
            <a:hlinkClick r:id="rId3"/>
            <a:extLst>
              <a:ext uri="{FF2B5EF4-FFF2-40B4-BE49-F238E27FC236}">
                <a16:creationId xmlns:a16="http://schemas.microsoft.com/office/drawing/2014/main" id="{5865D7DC-5BFA-ADE1-7DC9-580FD5CA926E}"/>
              </a:ext>
            </a:extLst>
          </p:cNvPr>
          <p:cNvSpPr/>
          <p:nvPr/>
        </p:nvSpPr>
        <p:spPr>
          <a:xfrm>
            <a:off x="1264089" y="1335758"/>
            <a:ext cx="74943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spc="50" dirty="0">
                <a:ln w="0"/>
                <a:solidFill>
                  <a:srgbClr val="0070C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https://guides.codepath.com/android/using-parcelable</a:t>
            </a:r>
          </a:p>
        </p:txBody>
      </p:sp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C3D07D0B-5E57-74C6-B82F-51190A254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158" y="2178585"/>
            <a:ext cx="5540220" cy="1425063"/>
          </a:xfrm>
          <a:prstGeom prst="rect">
            <a:avLst/>
          </a:prstGeom>
        </p:spPr>
      </p:pic>
      <p:pic>
        <p:nvPicPr>
          <p:cNvPr id="13" name="Picture 12">
            <a:hlinkClick r:id="rId6"/>
            <a:extLst>
              <a:ext uri="{FF2B5EF4-FFF2-40B4-BE49-F238E27FC236}">
                <a16:creationId xmlns:a16="http://schemas.microsoft.com/office/drawing/2014/main" id="{AF241473-8FFB-5B63-3578-951538A1E8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8612" y="4293253"/>
            <a:ext cx="7230829" cy="15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91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3560</TotalTime>
  <Words>455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Assistant</vt:lpstr>
      <vt:lpstr>Guttman Yad-Brush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429</cp:revision>
  <dcterms:created xsi:type="dcterms:W3CDTF">2019-01-05T16:01:25Z</dcterms:created>
  <dcterms:modified xsi:type="dcterms:W3CDTF">2023-01-12T07:45:22Z</dcterms:modified>
</cp:coreProperties>
</file>