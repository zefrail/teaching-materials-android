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503" r:id="rId4"/>
    <p:sldId id="504" r:id="rId5"/>
    <p:sldId id="508" r:id="rId6"/>
    <p:sldId id="505" r:id="rId7"/>
    <p:sldId id="506" r:id="rId8"/>
    <p:sldId id="507" r:id="rId9"/>
    <p:sldId id="509" r:id="rId10"/>
    <p:sldId id="510" r:id="rId11"/>
    <p:sldId id="511" r:id="rId12"/>
    <p:sldId id="512" r:id="rId13"/>
    <p:sldId id="515" r:id="rId14"/>
    <p:sldId id="513" r:id="rId15"/>
    <p:sldId id="516" r:id="rId16"/>
    <p:sldId id="514" r:id="rId17"/>
    <p:sldId id="522" r:id="rId18"/>
    <p:sldId id="517" r:id="rId19"/>
    <p:sldId id="518" r:id="rId20"/>
    <p:sldId id="523" r:id="rId21"/>
    <p:sldId id="519" r:id="rId22"/>
    <p:sldId id="525" r:id="rId23"/>
    <p:sldId id="52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י"א/שבט/תשפ"ג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544072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BroadcastReceiver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מנגנון זיהוי ותגובות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מידע שמופץ על ידי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אפליקציות אחרות,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בעיקר – על ידי מערכת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מלבן 6">
            <a:extLst>
              <a:ext uri="{FF2B5EF4-FFF2-40B4-BE49-F238E27FC236}">
                <a16:creationId xmlns:a16="http://schemas.microsoft.com/office/drawing/2014/main" id="{8DBEB1A2-061F-5DDD-72C4-F818DF78525F}"/>
              </a:ext>
            </a:extLst>
          </p:cNvPr>
          <p:cNvSpPr/>
          <p:nvPr/>
        </p:nvSpPr>
        <p:spPr>
          <a:xfrm>
            <a:off x="1567543" y="1411871"/>
            <a:ext cx="9803674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במערכת </a:t>
            </a:r>
            <a:r>
              <a:rPr lang="en-US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מושג "</a:t>
            </a:r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שידור</a:t>
            </a:r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 (</a:t>
            </a:r>
            <a:r>
              <a:rPr lang="en-US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</a:t>
            </a:r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40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מציין תהליך שליחה/קבלה מידע על אירועים במערכת או  באפליקציות.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0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דוגמאות לאירועי מערכת:</a:t>
            </a:r>
          </a:p>
          <a:p>
            <a:pPr algn="ctr" rtl="1"/>
            <a:r>
              <a:rPr lang="he-IL" sz="4000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חיבור/ניתוק </a:t>
            </a:r>
            <a:r>
              <a:rPr lang="en-US" sz="4000" i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WiFi</a:t>
            </a:r>
            <a:r>
              <a:rPr lang="he-IL" sz="4000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, הפעלה/כיבוי "מצב טיסה",</a:t>
            </a:r>
          </a:p>
          <a:p>
            <a:pPr algn="ctr" rtl="1"/>
            <a:r>
              <a:rPr lang="en-US" sz="40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SMS</a:t>
            </a:r>
            <a:r>
              <a:rPr lang="he-IL" sz="40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 או שיחת טלפון נכנסת, סיום הורדת קובץ,</a:t>
            </a:r>
          </a:p>
          <a:p>
            <a:pPr algn="ctr" rtl="1"/>
            <a:r>
              <a:rPr lang="he-IL" sz="4000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הפעלת מכשיר שהיה מכובה...</a:t>
            </a:r>
          </a:p>
        </p:txBody>
      </p:sp>
    </p:spTree>
    <p:extLst>
      <p:ext uri="{BB962C8B-B14F-4D97-AF65-F5344CB8AC3E}">
        <p14:creationId xmlns:p14="http://schemas.microsoft.com/office/powerpoint/2010/main" val="27789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016317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שידור אקטיבי – קליטה לא חובה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" name="Picture 4" descr="×ª××¦××ª ×ª××× × ×¢×××¨ âªÑÐ¾Ð»Ð¿Ð°â¬â">
            <a:extLst>
              <a:ext uri="{FF2B5EF4-FFF2-40B4-BE49-F238E27FC236}">
                <a16:creationId xmlns:a16="http://schemas.microsoft.com/office/drawing/2014/main" id="{98C57FFF-A696-3E3B-7BFE-86C7D17FA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638" y="2036914"/>
            <a:ext cx="7219634" cy="482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877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6">
            <a:extLst>
              <a:ext uri="{FF2B5EF4-FFF2-40B4-BE49-F238E27FC236}">
                <a16:creationId xmlns:a16="http://schemas.microsoft.com/office/drawing/2014/main" id="{D54EB929-707E-7A47-CBCB-4B7CF95D7411}"/>
              </a:ext>
            </a:extLst>
          </p:cNvPr>
          <p:cNvSpPr/>
          <p:nvPr/>
        </p:nvSpPr>
        <p:spPr>
          <a:xfrm>
            <a:off x="1567542" y="1269071"/>
            <a:ext cx="10202091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למימוש "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שידור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מערכת (אפליקציה) משתמשים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שהפעם מדובר ב"שליח" ש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אינו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מיועד לאקטיביטי מסוימת או לפעולה כלשהי.</a:t>
            </a:r>
          </a:p>
          <a:p>
            <a:pPr algn="ctr" rtl="1"/>
            <a:endParaRPr lang="he-IL" sz="4400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זה לא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המכוון ליעד מסוים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(אקטיביטי או פעולה)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527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6">
            <a:extLst>
              <a:ext uri="{FF2B5EF4-FFF2-40B4-BE49-F238E27FC236}">
                <a16:creationId xmlns:a16="http://schemas.microsoft.com/office/drawing/2014/main" id="{D54EB929-707E-7A47-CBCB-4B7CF95D7411}"/>
              </a:ext>
            </a:extLst>
          </p:cNvPr>
          <p:cNvSpPr/>
          <p:nvPr/>
        </p:nvSpPr>
        <p:spPr>
          <a:xfrm>
            <a:off x="1521885" y="1248236"/>
            <a:ext cx="9609139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זה לא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המכוון ליעד מסוים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(אקטיביטי או פעולה)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  <a:p>
            <a:pPr algn="ctr" rtl="1"/>
            <a:endParaRPr lang="he-IL" sz="4400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"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שידור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יכולה לקבל כל אפליקציה הקיימת במכשיר, אבל בתנאי, שיש באפליקציה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מקלט שידור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909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" name="Picture 2" descr="×ª××¦××ª ×ª××× × ×¢×××¨ âªintent and broadcast intentâ¬â">
            <a:extLst>
              <a:ext uri="{FF2B5EF4-FFF2-40B4-BE49-F238E27FC236}">
                <a16:creationId xmlns:a16="http://schemas.microsoft.com/office/drawing/2014/main" id="{0AFEEEBB-906B-8B46-2CEC-F6D8F3B0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83" y="1392180"/>
            <a:ext cx="11915434" cy="490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19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6">
            <a:extLst>
              <a:ext uri="{FF2B5EF4-FFF2-40B4-BE49-F238E27FC236}">
                <a16:creationId xmlns:a16="http://schemas.microsoft.com/office/drawing/2014/main" id="{5B6803CB-2B86-E6F6-22EE-B5B92836C199}"/>
              </a:ext>
            </a:extLst>
          </p:cNvPr>
          <p:cNvSpPr/>
          <p:nvPr/>
        </p:nvSpPr>
        <p:spPr>
          <a:xfrm>
            <a:off x="1404385" y="869938"/>
            <a:ext cx="10202091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מקלט שידור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 receiver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 מנגנון היודע לזהות קיום המידע הנשלח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דרך "שידור" ולהגיב על קבלתו.</a:t>
            </a:r>
          </a:p>
          <a:p>
            <a:pPr algn="ctr" rtl="1"/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באופן "טכני"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מדובר במחלקה אשר מכילה פעולות ופקודות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יכולות להגיב על "שידור" </a:t>
            </a:r>
            <a:r>
              <a:rPr lang="he-IL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מסויים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219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5">
            <a:extLst>
              <a:ext uri="{FF2B5EF4-FFF2-40B4-BE49-F238E27FC236}">
                <a16:creationId xmlns:a16="http://schemas.microsoft.com/office/drawing/2014/main" id="{B580B787-2C66-04A1-0A8D-C21D1037C0BD}"/>
              </a:ext>
            </a:extLst>
          </p:cNvPr>
          <p:cNvSpPr/>
          <p:nvPr/>
        </p:nvSpPr>
        <p:spPr>
          <a:xfrm>
            <a:off x="-874256" y="1411303"/>
            <a:ext cx="1020835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"מקלט שידור" באפליקציה דורש:</a:t>
            </a:r>
          </a:p>
        </p:txBody>
      </p:sp>
      <p:sp>
        <p:nvSpPr>
          <p:cNvPr id="5" name="מלבן 1">
            <a:extLst>
              <a:ext uri="{FF2B5EF4-FFF2-40B4-BE49-F238E27FC236}">
                <a16:creationId xmlns:a16="http://schemas.microsoft.com/office/drawing/2014/main" id="{73F0BFAA-C0F5-1A10-E1EB-AB22D63B25DE}"/>
              </a:ext>
            </a:extLst>
          </p:cNvPr>
          <p:cNvSpPr/>
          <p:nvPr/>
        </p:nvSpPr>
        <p:spPr>
          <a:xfrm>
            <a:off x="1005840" y="2951592"/>
            <a:ext cx="103588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בניית המחלקה 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BroadcastReceiver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 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ב-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הוספת (לא עבור כל סוג מקלט) אישור נוסף, מהמשתמש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הפעלה/כיבוי 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registry/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unregistry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"מקלט שידור"</a:t>
            </a:r>
          </a:p>
        </p:txBody>
      </p:sp>
    </p:spTree>
    <p:extLst>
      <p:ext uri="{BB962C8B-B14F-4D97-AF65-F5344CB8AC3E}">
        <p14:creationId xmlns:p14="http://schemas.microsoft.com/office/powerpoint/2010/main" val="404747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89669" y="5204605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אשר יורשת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ממחלקת מערכת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BroadcasrReceiver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E8D43596-A65F-D80D-006A-7511CA6F3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7886"/>
            <a:ext cx="7736541" cy="449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16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מלבן 5">
            <a:extLst>
              <a:ext uri="{FF2B5EF4-FFF2-40B4-BE49-F238E27FC236}">
                <a16:creationId xmlns:a16="http://schemas.microsoft.com/office/drawing/2014/main" id="{DB86A8C8-65DE-C39F-A060-7E9FEAE48ABF}"/>
              </a:ext>
            </a:extLst>
          </p:cNvPr>
          <p:cNvSpPr/>
          <p:nvPr/>
        </p:nvSpPr>
        <p:spPr>
          <a:xfrm>
            <a:off x="2384612" y="4832372"/>
            <a:ext cx="872661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בניית ה"מקלט" בדרך זאת מבצעת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בניה אוטומטית כמחלקה יורשת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עושה רישום אוטומטי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תמונה 2">
            <a:extLst>
              <a:ext uri="{FF2B5EF4-FFF2-40B4-BE49-F238E27FC236}">
                <a16:creationId xmlns:a16="http://schemas.microsoft.com/office/drawing/2014/main" id="{EACED059-3543-8DC1-1114-09622DB29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17" y="704794"/>
            <a:ext cx="6364941" cy="369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6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בבניית המחלקה מתווספת אליה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פעולת חובה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מופעלת באופן אוטומטי,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"מקלט"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רשום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ואפליקציה מזהה "שידור"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75EC7-CEDB-4553-7185-1E6A47608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083" y="4233722"/>
            <a:ext cx="7254869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9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onReceive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צריכה להכיל סימום פעולות ושימוש בפקודות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המיועדות לביצוע תגובת האפליקציה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לקליטת ה"שידור"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75EC7-CEDB-4553-7185-1E6A47608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083" y="4233722"/>
            <a:ext cx="7254869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7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להעביר "מקלט" למצב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פעיל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לבצע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פעולת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"רישום"</a:t>
            </a:r>
            <a:endParaRPr lang="en-US" sz="44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301B4-4A7F-C718-4B3F-5378F0C28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307" y="3196919"/>
            <a:ext cx="4177464" cy="46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EED3A-1EEE-19D6-1120-EC6B82F1D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82" y="4405261"/>
            <a:ext cx="6648058" cy="310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624FA-FD0C-8824-DB93-6B3429324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074" y="5129509"/>
            <a:ext cx="9281932" cy="40643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8DCE281-EB72-6A0C-35C3-61F2EFEB2F33}"/>
              </a:ext>
            </a:extLst>
          </p:cNvPr>
          <p:cNvSpPr/>
          <p:nvPr/>
        </p:nvSpPr>
        <p:spPr>
          <a:xfrm rot="18002814">
            <a:off x="5961529" y="3878984"/>
            <a:ext cx="866111" cy="3118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57DE364-DEE2-7837-0E04-77A7B672D0E8}"/>
              </a:ext>
            </a:extLst>
          </p:cNvPr>
          <p:cNvSpPr/>
          <p:nvPr/>
        </p:nvSpPr>
        <p:spPr>
          <a:xfrm rot="14328516">
            <a:off x="7233916" y="4235286"/>
            <a:ext cx="1785822" cy="336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80A8C23-5B76-9938-5BBD-329BDFCD2C87}"/>
              </a:ext>
            </a:extLst>
          </p:cNvPr>
          <p:cNvSpPr/>
          <p:nvPr/>
        </p:nvSpPr>
        <p:spPr>
          <a:xfrm>
            <a:off x="5862917" y="5883372"/>
            <a:ext cx="3720353" cy="948117"/>
          </a:xfrm>
          <a:prstGeom prst="wedgeRoundRectCallout">
            <a:avLst>
              <a:gd name="adj1" fmla="val 42540"/>
              <a:gd name="adj2" fmla="val -8783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דוגמה ל"מסנן" שידורים:</a:t>
            </a:r>
          </a:p>
          <a:p>
            <a:pPr algn="ctr"/>
            <a:r>
              <a:rPr lang="he-IL" dirty="0"/>
              <a:t>הפעם "מקלט" יגיב לשיחה נכנסת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19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להעביר "מקלט" למצב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פעיל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"לבטל"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"רישום"</a:t>
            </a:r>
            <a:endParaRPr lang="en-US" sz="44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EED3A-1EEE-19D6-1120-EC6B82F1D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70" y="4544108"/>
            <a:ext cx="6648058" cy="31017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8DCE281-EB72-6A0C-35C3-61F2EFEB2F33}"/>
              </a:ext>
            </a:extLst>
          </p:cNvPr>
          <p:cNvSpPr/>
          <p:nvPr/>
        </p:nvSpPr>
        <p:spPr>
          <a:xfrm rot="18002814">
            <a:off x="7222075" y="3854017"/>
            <a:ext cx="1161889" cy="3118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73DB0-668B-77C8-8C6A-AD9A09CC5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461" y="3177012"/>
            <a:ext cx="3653157" cy="3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7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מספר דרכים לבצע פעולות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"רישום" וגם "ביטול רישום"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"מקלט שידור".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אחת מהנפוצות ביות היא: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"רישום" בכניסה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"ביטול רישום" ביציאה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מאקטיביטי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6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אחת מהנפוצות ביות היא: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"רישום" בכניסה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"ביטול רישום" ביציאה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מאקטיביטי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B9B50-D4C8-AA85-DEBE-0B1C8C24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66" y="3912243"/>
            <a:ext cx="4530818" cy="1565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148DA-B0FC-6F37-CEFF-D723644041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797" b="70671"/>
          <a:stretch/>
        </p:blipFill>
        <p:spPr>
          <a:xfrm>
            <a:off x="7144870" y="3751728"/>
            <a:ext cx="4186573" cy="174469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FF443EF-A883-4251-A756-602F4E7006BB}"/>
              </a:ext>
            </a:extLst>
          </p:cNvPr>
          <p:cNvSpPr/>
          <p:nvPr/>
        </p:nvSpPr>
        <p:spPr>
          <a:xfrm>
            <a:off x="5163671" y="4365812"/>
            <a:ext cx="1753616" cy="358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55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755340" y="2768478"/>
            <a:ext cx="58642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"מעגל חיים"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אקטיביטי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26" name="Picture 2" descr="Android Activity Lifecycle - javatpoint">
            <a:extLst>
              <a:ext uri="{FF2B5EF4-FFF2-40B4-BE49-F238E27FC236}">
                <a16:creationId xmlns:a16="http://schemas.microsoft.com/office/drawing/2014/main" id="{AD11D59C-624D-5069-E319-B2991B6A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27" y="286591"/>
            <a:ext cx="4981575" cy="64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606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כמובן, שאפשר לעשות "רישום/ביטול"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בדרכים כבר מוכרות,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למשל, ע"י לחיצת על לחצן,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בחירת אחד מ"לחצני רדיו",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דרך תפריט,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ע"י שינוי מצב הרכיב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switch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813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לבצע "רישום/ביטול"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באופן אוטומטי בלי להודיע על כך למשתמש,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להשאיר בחירה למשתמש,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לבצע אוטומטי ולהודיע למשתמש...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אופציות פתוחות וניתנות לשיקול דעת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תלמיד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33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שיהיה בתוך מחלקה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"קולט שידור",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תלוי על אזה "שידור" מחלקה צריכה להגיב.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באותה אפליקציה מותר לכלול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מספר לא מוגבל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"מקלטי שידור" שונים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90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64368" y="508158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אישורים –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permission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ברב המקרים צריך לרשום אותם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בקובץ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C96E5-C461-47F8-31D2-B3758B100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79" y="3549076"/>
            <a:ext cx="9053641" cy="304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01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64368" y="938464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אישורים –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permission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וגם בקבצי אקטיביטי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D586E1-79B1-2040-5B12-6E2674995100}"/>
              </a:ext>
            </a:extLst>
          </p:cNvPr>
          <p:cNvSpPr/>
          <p:nvPr/>
        </p:nvSpPr>
        <p:spPr>
          <a:xfrm>
            <a:off x="6917287" y="0"/>
            <a:ext cx="44141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BroadcastReceiver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D4BA4-2AC1-C35E-1BFE-23F952427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314" y="3429000"/>
            <a:ext cx="8813122" cy="18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4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5320</TotalTime>
  <Words>550</Words>
  <Application>Microsoft Office PowerPoint</Application>
  <PresentationFormat>Widescreen</PresentationFormat>
  <Paragraphs>125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476</cp:revision>
  <dcterms:created xsi:type="dcterms:W3CDTF">2019-01-05T16:01:25Z</dcterms:created>
  <dcterms:modified xsi:type="dcterms:W3CDTF">2023-02-02T15:32:30Z</dcterms:modified>
</cp:coreProperties>
</file>