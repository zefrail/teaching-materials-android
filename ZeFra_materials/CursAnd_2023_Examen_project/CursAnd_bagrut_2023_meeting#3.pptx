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499" r:id="rId4"/>
    <p:sldId id="466" r:id="rId5"/>
    <p:sldId id="490" r:id="rId6"/>
    <p:sldId id="495" r:id="rId7"/>
    <p:sldId id="494" r:id="rId8"/>
    <p:sldId id="492" r:id="rId9"/>
    <p:sldId id="493" r:id="rId10"/>
    <p:sldId id="496" r:id="rId11"/>
    <p:sldId id="486" r:id="rId12"/>
    <p:sldId id="487" r:id="rId13"/>
    <p:sldId id="497" r:id="rId14"/>
    <p:sldId id="48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7:23:14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5719 98 96 0 0,'4'0'0'0'0,"2"-2"0"0"0,2-3 0 0 0,3 1 0 0 0,1 0 0 0 0,-3 3 0 0 0,-2-3 0 0 0,1-1 0 0 0,2 2 0 0 0,3 1 0 0 0,2-1 0 0 0,-2-1 0 0 0,1 3 1 0 0,39-14 103 0 0,-48 13-58 0 0,1 0 0 0 0,-1 1 0 0 0,1-1 0 0 0,0 1 0 0 0,-1 1 0 0 0,1-1 0 0 0,7 1 0 0 0,172-7 2697 0 0,-180 7-2660 0 0,1 0-1 0 0,-1 1 1 0 0,0 0 0 0 0,0 0-1 0 0,10 4 1 0 0,-11-4-36 0 0,0 0 0 0 0,0 0 0 0 0,0 0 0 0 0,0 0 0 0 0,0-1 0 0 0,1 1 0 0 0,-1-1 0 0 0,0 0 0 0 0,0-1 0 0 0,6 0 0 0 0,17 0 212 0 0,-24 1-229 0 0,0 0 0 0 0,0 0 0 0 0,0 0 0 0 0,1 0 0 0 0,-1 1 0 0 0,0-1 0 0 0,0 1 0 0 0,0 0 0 0 0,0 0 0 0 0,0 0 0 0 0,0 1 0 0 0,3 1 1 0 0,21 6 205 0 0,-18-5-188 0 0,1-1 0 0 0,-1 0 1 0 0,0-1-1 0 0,1 0 1 0 0,0 0-1 0 0,-1-1 1 0 0,1 0-1 0 0,0-1 1 0 0,14-1-1 0 0,-7 1 142 0 0,37 19 173 0 0,-6-13 45 0 0,-17 12 25 0 0,-24-17-342 0 0,-3-1-30 0 0,0 0 1 0 0,0 1-1 0 0,1-1 0 0 0,-1 1 1 0 0,0 0-1 0 0,0 1 1 0 0,0-1-1 0 0,0 1 1 0 0,0-1-1 0 0,0 1 0 0 0,0 0 1 0 0,0 1-1 0 0,4 3 1 0 0,-6-5-41 0 0,-1 0 0 0 0,1-1 0 0 0,0 1 0 0 0,-1 0 0 0 0,1-1 0 0 0,0 1 0 0 0,0 0 0 0 0,-1-1 0 0 0,1 0 0 0 0,0 0 0 0 0,0 1 0 0 0,0-1 0 0 0,2 0 0 0 0,18 4 109 0 0,11 7 172 0 0,33 21-62 0 0,-37 1-46 0 0,19 34 435 0 0,12 10 508 0 0,-31-37-538 0 0,-18-16-194 0 0,-5-5-125 0 0,22 34 92 0 0,-23-43-294 0 0,11 12 207 0 0,-15-20-266 0 0,1 0 1 0 0,-1-1-1 0 0,1 1 1 0 0,-1 0-1 0 0,1 0 1 0 0,-1 0-1 0 0,0 0 1 0 0,0 0-1 0 0,0 1 1 0 0,0-1-1 0 0,-1 0 1 0 0,1 0-1 0 0,0 1 1 0 0,-1-1-1 0 0,0 0 1 0 0,1 1-1 0 0,-1 2 1 0 0,0-3-12 0 0,5 2 2 0 0,-4-2-10 0 0,-3 27 31 0 0,2-20-26 0 0,0 0-2 0 0,0 0 2 0 0,1 5-7 0 0,-8 12-2 0 0,4-17 4 0 0,-1 0 0 0 0,0 0 0 0 0,1-2 0 0 0,1 1 0 0 0,0-3 0 0 0,-1 2 1 0 0,-1 1 6 0 0,0 2 1 0 0,-1-2-2 0 0,0 1-4 0 0,1-3-2 0 0,0 0 1 0 0,-1-2 4 0 0,4 0-2 0 0,-3 1 5 0 0,0 0 5 0 0,0 4-3 0 0,-36 62 142 0 0,5-34-31 0 0,34-36-108 0 0,-52 32 46 0 0,44-29-47 0 0,0 2-8 0 0,0-2 1 0 0,0 0-2 0 0,-4 1 2 0 0,-1 1-3 0 0,1-1-2 0 0,0 0 0 0 0,2-1 0 0 0,-1 0 0 0 0,0 1 0 0 0,0-1 0 0 0,2-1 0 0 0,1-1 1 0 0,0-2 4 0 0,0 0-2 0 0,-4 0 2 0 0,-1 2-3 0 0,1 3-2 0 0,-1-1 0 0 0,0 0 0 0 0,1 1 0 0 0,4-1 0 0 0,0-1 0 0 0,-4-1 0 0 0,-2 2 0 0 0,-2 0 0 0 0,-1 1 0 0 0,1-1 0 0 0,3-3 0 0 0,0-1 0 0 0,0 1 0 0 0,-4 2 0 0 0,1 1 0 0 0,3-4 0 0 0,1 1 0 0 0,-1 1 0 0 0,0 0 0 0 0,1 0 0 0 0,-3 1 1 0 0,-2-3 4 0 0,0 0-2 0 0,2 1 2 0 0,-2 2-2 0 0,0 2 5 0 0,0-2 5 0 0,0 0-3 0 0,1-2-2 0 0,3 1 0 0 0,1 1 0 0 0,-1-2 0 0 0,0 0 0 0 0,1 2 1 0 0,-1 1 4 0 0,-3-1-3 0 0,-2 1-2 0 0,1-1 0 0 0,1-1 0 0 0,3 0 0 0 0,0 0 0 0 0,-2 1-2 0 0,-2 0-3 0 0,1 1 2 0 0,-4 0-1 0 0,0 0 7 0 0,0 1-7 0 0,2 0 1 0 0,1-1-2 0 0,0 0 2 0 0,0 0-2 0 0,0 1 4 0 0,-1-1 1 0 0,1-3 0 0 0,0-1 0 0 0,-1 2 1 0 0,-1 3 4 0 0,3-1-3 0 0,0 0-2 0 0,0-1 0 0 0,1-2 0 0 0,-2-1-2 0 0,1 0-3 0 0,2 0 2 0 0,2 0-2 0 0,-1 0 2 0 0,-4 0-1 0 0,-42-2 37 0 0,45 1-16 0 0,0 1 0 0 0,0 0 0 0 0,0 1 0 0 0,-22 5 0 0 0,-59 11 15 0 0,71-14-31 0 0,18-2-8 0 0,3-3 2 0 0,-58 5 32 0 0,40-1-29 0 0,-1-1-3 0 0,-3-1 4 0 0,-32 0 18 0 0,-93-7 132 0 0,144 6-146 0 0,-52 1 28 0 0,-17-1-19 0 0,-114 4-8 0 0,-3 2-12 0 0,170-5 0 0 0,-296 13 0 0 0,197-2 25 0 0,61-1 68 0 0,0-3 1 0 0,-62 1-1 0 0,-64-2 66 0 0,70 9-151 0 0,28-9-15 0 0,-51 3-10 0 0,-38-1 1 0 0,34-10 19 0 0,-162 4 18 0 0,-11 27 516 0 0,165-22-406 0 0,76-5 27 0 0,-119 18 1 0 0,145-14-114 0 0,0-2-1 0 0,-1-2 1 0 0,1-3 0 0 0,-52-7 0 0 0,-77-6 181 0 0,-149 7-67 0 0,299 7-160 0 0,-335 13-113 0 0,311-12 74 0 0,25 0-29 0 0,0-1 0 0 0,-29-3 0 0 0,29-2 18 0 0,-1-2 1 0 0,-31-11 0 0 0,-14-5 55 0 0,39 3 55 0 0,17 8-45 0 0,-34-19 61 0 0,38 21-72 0 0,0-2 1 0 0,-14-15-25 0 0,22 21-4 0 0,0 1-1 0 0,1-1 1 0 0,0 0-1 0 0,-8-10 1 0 0,5-1-3 0 0,0 0 0 0 0,-7-22 1 0 0,11 25 27 0 0,3 4 2 0 0,-1-10 41 0 0,5-41 42 0 0,-2 35-102 0 0,2 0 0 0 0,2 0 0 0 0,0 0 0 0 0,15-41 0 0 0,4 6-46 0 0,0 6-9 0 0,-18 42 70 0 0,0 0 1 0 0,3-4 33 0 0,0-1 1 0 0,-1 0 0 0 0,6-21-1 0 0,-12 29-1 0 0,-1 9-26 0 0,19-35 44 0 0,-15 27-48 0 0,-1 0-2 0 0,-1 0 0 0 0,1 0 0 0 0,0 0 0 0 0,1 1 0 0 0,-3 3-4 0 0,0 1 0 0 0,0 0 1 0 0,1 1-1 0 0,-1-1 0 0 0,1 0 1 0 0,0 1-1 0 0,6-6 0 0 0,-5 5 0 0 0,-3 3 3 0 0,6-6-16 0 0,0-1 1 0 0,1 1-1 0 0,0 1 1 0 0,0-1-1 0 0,1 1 1 0 0,0 1-1 0 0,0 0 1 0 0,0 0-1 0 0,0 1 1 0 0,17-6 0 0 0,14-2 30 0 0,6-4-20 0 0,-20 6-2 0 0,0 2 0 0 0,51-10 0 0 0,-42 12 21 0 0,210-35 301 0 0,-9 16-114 0 0,126-19-134 0 0,-161 29-68 0 0,-72 8 12 0 0,275-4 181 0 0,-11 2-449 0 0,-359 6 243 0 0,276-14-312 0 0,33 2 400 0 0,-209 7-52 0 0,34-6 32 0 0,74-3-7 0 0,48 4-61 0 0,-179 5-29 0 0,-48 5 12 0 0,83-7-45 0 0,-125 8 71 0 0,275-24 420 0 0,-217 24-221 0 0,92-6 188 0 0,34 5 150 0 0,-115 4-536 0 0,91 7-378 0 0,-4-11 143 0 0,-120 0 141 0 0,84 5-1 0 0,-101 1 0 0 0,63 10-134 0 0,150 19-328 0 0,-79-13 640 0 0,-138-12 5 0 0,58 19 0 0 0,-18-4-15 0 0,-52-16-67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7:23:32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96 0 0,'0'-2'0'0'0,"0"5"0"0"0,4 4 0 0 0,-3-1 0 0 0,-4-2 0 0 0,5 0 0 0 0,0-2 1 0 0,-1-1 141 0 0,-1-1 45 0 0,1 1 1 0 0,0-1-1 0 0,0 1 1 0 0,0-1 0 0 0,0 1-1 0 0,-1-1 1 0 0,1 1 0 0 0,0 0-1 0 0,-1-1 1 0 0,1 1-1 0 0,0 0 1 0 0,-1 0 0 0 0,1 0-1 0 0,-1-1 1 0 0,1 1-1 0 0,-1 0 1 0 0,0 0 0 0 0,1 0-1 0 0,-1 0 1 0 0,1 2 0 0 0,29-7 2469 0 0,-20 1-2550 0 0,-1 0-1 0 0,0-1 1 0 0,0 0 0 0 0,0 0-1 0 0,10-7 1 0 0,-18 11-70 0 0,1-1 0 0 0,0 0 0 0 0,0 0 0 0 0,-1 1 0 0 0,1-1 0 0 0,0 1 0 0 0,0-1 0 0 0,0 1 0 0 0,0 0 0 0 0,0 0 0 0 0,0 0 0 0 0,-1 0 1 0 0,1 0-1 0 0,0 0 0 0 0,0 0 0 0 0,0 1 0 0 0,0-1 0 0 0,2 2 0 0 0,33 16 523 0 0,-15-7-354 0 0,-14-7-41 0 0,0 1 0 0 0,0 0-1 0 0,-1 0 1 0 0,8 7-1 0 0,-5-4-45 0 0,-8-6-96 0 0,0-1 1 0 0,0 1 0 0 0,0-1 0 0 0,0 0-1 0 0,0 1 1 0 0,1-1 0 0 0,-1 0 0 0 0,0 0-1 0 0,1 0 1 0 0,-1-1 0 0 0,5 2 0 0 0,-4-3-13 0 0,1 1 1 0 0,0 0 0 0 0,-1-1-1 0 0,1 0 1 0 0,0 0 0 0 0,-1 0 0 0 0,1 0-1 0 0,-1-1 1 0 0,1 1 0 0 0,-1-1 0 0 0,0 0-1 0 0,6-4 1 0 0,8-7-9 0 0,20-9-11 0 0,13-4 78 0 0,-21 23 92 0 0,-27 3-150 0 0,16 0 296 0 0,-9-1-163 0 0,0 1 1 0 0,0 0 0 0 0,-1 1 0 0 0,1 0 0 0 0,0 1 0 0 0,0-1-1 0 0,10 5 1 0 0,-14-4-123 0 0,0-1-1 0 0,0 1 1 0 0,0-1-1 0 0,0 0 0 0 0,1-1 1 0 0,-1 1-1 0 0,0-1 1 0 0,7 0-1 0 0,-2 0-4 0 0,5 0 1 0 0,6 0-8 0 0,3-1-5 0 0,3-1-3 0 0,-4-2 2 0 0,-1-3-3 0 0,3-3-2 0 0,2-1 1 0 0,62-29 36 0 0,-72 31-12 0 0,0 0-1 0 0,0-2 0 0 0,16-13 1 0 0,-31 23-18 0 0,-1 0 1 0 0,1 0 0 0 0,-1 0 0 0 0,1 0-1 0 0,0 0 1 0 0,-1 1 0 0 0,1-1 0 0 0,0 1 0 0 0,0-1-1 0 0,-1 1 1 0 0,1 0 0 0 0,0-1 0 0 0,0 1-1 0 0,0 0 1 0 0,-1 0 0 0 0,1 0 0 0 0,0 1 0 0 0,0-1-1 0 0,0 0 1 0 0,-1 1 0 0 0,1-1 0 0 0,0 1-1 0 0,0 0 1 0 0,-1-1 0 0 0,1 1 0 0 0,2 2 0 0 0,2 0 34 0 0,0 2 1 0 0,0-1-1 0 0,0 0 1 0 0,7 9-1 0 0,-6-8-17 0 0,0 0-1 0 0,0 0 0 0 0,1-1 1 0 0,0 0-1 0 0,-1 0 1 0 0,18 5-1 0 0,-10-5 1 0 0,-9-2-15 0 0,1 0 1 0 0,0-1-1 0 0,-1 0 0 0 0,1 0 1 0 0,0 0-1 0 0,0-1 1 0 0,0 0-1 0 0,-1 0 0 0 0,1 0 1 0 0,0-1-1 0 0,0 0 1 0 0,12-4-1 0 0,56-19 35 0 0,-45 14-42 0 0,5-3 2 0 0,0-1-3 0 0,0 0-2 0 0,-7 4 1 0 0,-2 5 6 0 0,25 1 17 0 0,-44 4-15 0 0,1 1 1 0 0,0-1 0 0 0,-1 1-1 0 0,1 0 1 0 0,-1 1 0 0 0,1 0 0 0 0,-1 0-1 0 0,0 1 1 0 0,0-1 0 0 0,0 1-1 0 0,0 1 1 0 0,0 0 0 0 0,8 5 0 0 0,1 0 18 0 0,1-1 1 0 0,0-1 0 0 0,1-1 0 0 0,34 8 0 0 0,-44-12-26 0 0,-1 0 0 0 0,1-1 0 0 0,0 1 0 0 0,-1-2 0 0 0,1 1 0 0 0,0-1 0 0 0,0 0 0 0 0,-1-1 0 0 0,1 1 0 0 0,0-1 0 0 0,14-5 0 0 0,1 0 2 0 0,-12 4-2 0 0,122-20 34 0 0,-111 20-24 0 0,-1 1-1 0 0,1 1 1 0 0,0 1-1 0 0,26 5 1 0 0,12 8 12 0 0,-47-10-18 0 0,0 0 0 0 0,0-1 0 0 0,0-1 1 0 0,1 0-1 0 0,-1-1 0 0 0,0 0 0 0 0,1-1 0 0 0,22-2 0 0 0,-12-3 2 0 0,76-19 27 0 0,-79 15-30 0 0,41-11 20 0 0,-49 17-22 0 0,-3 3 7 0 0,0 1-7 0 0,-7-1-3 0 0,0 1 0 0 0,0-1-1 0 0,0 1 1 0 0,-1 0 0 0 0,1 0 0 0 0,0 1 0 0 0,0-1 0 0 0,-1 0 0 0 0,1 1-1 0 0,0 0 1 0 0,-1-1 0 0 0,0 1 0 0 0,1 0 0 0 0,2 4 0 0 0,3 2 1 0 0,2 0-1 0 0,2 4 4 0 0,-8-7-4 0 0,1-1 0 0 0,0 0 0 0 0,0 0 0 0 0,0 0 1 0 0,0 0-1 0 0,1-1 0 0 0,-1 0 0 0 0,1 0 0 0 0,0 0 0 0 0,0-1 0 0 0,0 0 0 0 0,0 0 0 0 0,0-1 0 0 0,0 1 0 0 0,1-1 0 0 0,8 0 0 0 0,-8 0 0 0 0,2-1 1 0 0,1 0 1 0 0,0-1-1 0 0,0 1 0 0 0,-1-2 1 0 0,1 0-1 0 0,-1 0 1 0 0,1 0-1 0 0,11-6 0 0 0,73-35 32 0 0,-68 30-18 0 0,-22 10-6 0 0,0 1 1 0 0,0 0 0 0 0,1 0-1 0 0,-1 1 1 0 0,1-1-1 0 0,0 1 1 0 0,-1 0 0 0 0,1 1-1 0 0,9-2 1 0 0,-11 3-6 0 0,1 0-1 0 0,0-1 1 0 0,-1 1-1 0 0,1 1 1 0 0,-1-1-1 0 0,1 0 1 0 0,-1 1-1 0 0,1 0 0 0 0,-1 0 1 0 0,0 0-1 0 0,0 0 1 0 0,0 0-1 0 0,3 3 1 0 0,6 5 12 0 0,0 0 0 0 0,1-1 0 0 0,1 0 0 0 0,0-1 1 0 0,0-1-1 0 0,0 0 0 0 0,1-1 0 0 0,0 0 0 0 0,0-1 0 0 0,1-1 0 0 0,-1-1 0 0 0,1 0 0 0 0,0-1 1 0 0,0 0-1 0 0,0-1 0 0 0,0-1 0 0 0,0-1 0 0 0,20-3 0 0 0,4-4 57 0 0,47-14 0 0 0,-50 12-27 0 0,55-10 0 0 0,-70 18-40 0 0,-1 1 1 0 0,0 1 0 0 0,1 1 0 0 0,36 5 0 0 0,77 27 15 0 0,-54-11 1 0 0,-47-15-16 0 0,0-1-1 0 0,1-1 0 0 0,-1-2 1 0 0,1-2-1 0 0,0-1 1 0 0,-1-1-1 0 0,1-2 0 0 0,-1-2 1 0 0,0-1-1 0 0,0-1 0 0 0,0-2 1 0 0,40-17-1 0 0,-55 19-2 0 0,-8 1 2 0 0,1 1-1 0 0,0 1 0 0 0,1 0 1 0 0,-1 1-1 0 0,1 1 0 0 0,-1-1 1 0 0,1 2-1 0 0,0 0 0 0 0,0 0 1 0 0,0 2-1 0 0,14 1 1 0 0,-21-2-9 0 0,1 1-1 0 0,-1-1 1 0 0,0 1 0 0 0,0 1 0 0 0,0-1 0 0 0,0 1 0 0 0,0 0 0 0 0,11 6 0 0 0,8 3-3 0 0,-6-5 2 0 0,0-1 0 0 0,1-1 1 0 0,0 0-1 0 0,-1-1 1 0 0,1-2-1 0 0,1 0 1 0 0,-1-1-1 0 0,0-1 1 0 0,0 0-1 0 0,0-2 0 0 0,28-7 1 0 0,-21 3-6 0 0,-1 1 0 0 0,0 1 0 0 0,1 2-1 0 0,0 1 1 0 0,0 0 0 0 0,0 2 0 0 0,0 2 0 0 0,0 0 0 0 0,0 1 0 0 0,43 12 0 0 0,-52-11 8 0 0,0-1 0 0 0,1-1 0 0 0,-1-1 0 0 0,1 0 0 0 0,-1-1 0 0 0,0-2 0 0 0,1 0 0 0 0,-1 0 0 0 0,0-2 0 0 0,33-10 0 0 0,-30 7 53 0 0,-1 0 0 0 0,35-18 1 0 0,-52 24-45 0 0,0 1 1 0 0,0-1 0 0 0,0 0-1 0 0,0 1 1 0 0,0 0 0 0 0,0 0 0 0 0,0 0-1 0 0,0 0 1 0 0,0 0 0 0 0,0 1-1 0 0,0-1 1 0 0,0 1 0 0 0,4 1 0 0 0,2 2-2 0 0,0 1-2 0 0,0 0-4 0 0,0-1-2 0 0,1 0 0 0 0,1 1 0 0 0,1 0 0 0 0,2-1 0 0 0,-8-2-1 0 0,16 3-6 0 0,-18-5 5 0 0,-3 0-4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7:23:51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1130 96 0 0,'2'3'0'0'0,"3"8"0"0"0,-1-4 0 0 0,0-2 0 0 0,-4-1 0 0 0,0 1 0 0 0,1-3 0 0 0,1-2 0 0 0,0 0 0 0 0,0 0 0 0 0,1 0 0 0 0,-1 0 0 0 0,0 0 0 0 0,0 0 0 0 0,3 0 0 0 0,-1 0 0 0 0,1 0 0 0 0,-1 0 0 0 0,1 0 0 0 0,0 0 0 0 0,-1 1 1 0 0,-2 1 9 0 0,0-1-1 0 0,1 1 0 0 0,-1-1 0 0 0,1 0 0 0 0,-1 1 0 0 0,1-1 1 0 0,0-1-1 0 0,-1 1 0 0 0,1 0 0 0 0,0-1 0 0 0,0 1 1 0 0,-1-1-1 0 0,1 0 0 0 0,0 0 0 0 0,0 0 0 0 0,0 0 1 0 0,-1 0-1 0 0,5-1 0 0 0,15-1 152 0 0,18 7 127 0 0,-28-3-121 0 0,0 0 1 0 0,24 0 0 0 0,38 6 224 0 0,-48-4 33 0 0,48 1-1 0 0,-1-5 32 0 0,-5 0-113 0 0,55 0 537 0 0,-95-2-803 0 0,-17 1-23 0 0,1 0 0 0 0,-1 0 0 0 0,1 1 1 0 0,-1 1-1 0 0,1 0 0 0 0,12 3 0 0 0,-13-2-1 0 0,0 0-1 0 0,0-1 1 0 0,0 0-1 0 0,0-1 1 0 0,-1 0 0 0 0,20-3-1 0 0,6 0 56 0 0,6 2-115 0 0,235-16 1947 0 0,-182 4-1699 0 0,-73 10-216 0 0,3-1 115 0 0,0 1-1 0 0,1 2 1 0 0,-1 0 0 0 0,1 1-1 0 0,32 5 1 0 0,-34-2 155 0 0,0-2 0 0 0,-1 0-1 0 0,26-3 1 0 0,4 0-67 0 0,78 13 416 0 0,-46 0-311 0 0,-60-10-209 0 0,38 7 0 0 0,-39-4-68 0 0,40 1 0 0 0,-40-5-38 0 0,213-7 593 0 0,-5-17-99 0 0,-6 22 88 0 0,-119 3-357 0 0,-11 5-54 0 0,-63-2-104 0 0,57-2 1 0 0,108 1 170 0 0,0 1-36 0 0,-80-2-156 0 0,-32 2-13 0 0,17-7 13 0 0,118-18 1 0 0,87-16 15 0 0,-155 26-44 0 0,70-4-11 0 0,89-1 11 0 0,-39 0 2 0 0,-4 14-13 0 0,-77 3-5 0 0,414-8 93 0 0,-370-5-93 0 0,335 8 112 0 0,90 1-98 0 0,-410-8-34 0 0,-132 3 0 0 0,-17 0 0 0 0,38-2 0 0 0,169-7-16 0 0,-229 18 19 0 0,159-5 16 0 0,-28 6 3 0 0,-75 2-9 0 0,343-18-6 0 0,-262 4 8 0 0,-74 2-6 0 0,137 0-9 0 0,-214 6 23 0 0,-1-3 1 0 0,1-3 0 0 0,105-26-1 0 0,-158 31-20 0 0,55-23 20 0 0,-55 19-14 0 0,1 1 3 0 0,0-2-8 0 0,-1 0 1 0 0,1-1-3 0 0,-1 0-2 0 0,-4 3 0 0 0,0 1 0 0 0,0-1 0 0 0,0-2 0 0 0,-2 0 0 0 0,-2-2 0 0 0,-1 2 0 0 0,0-2 0 0 0,0 2 0 0 0,2-2 0 0 0,-2-1 0 0 0,-1-2 0 0 0,-2 0 0 0 0,2-6 0 0 0,-3 12 0 0 0,-10-16 0 0 0,8 18 0 0 0,-5-8 0 0 0,-2-1 0 0 0,1 1 0 0 0,-2 0 0 0 0,1-1 0 0 0,-4 1 0 0 0,0 2 0 0 0,-1 2 0 0 0,-22-15 0 0 0,-1 1 0 0 0,-2 2 0 0 0,0 2 0 0 0,-1 2 0 0 0,-51-16 0 0 0,-120-14 0 0 0,194 44 0 0 0,-91-18 0 0 0,51 7 1 0 0,22 4 0 0 0,0 3 1 0 0,0 0 0 0 0,-63-2 0 0 0,-88-4 34 0 0,0 1 0 0 0,-202 5 4 0 0,182-6 16 0 0,28 3 230 0 0,-32 2-190 0 0,-212 2 8 0 0,262 7 184 0 0,-137 16 18 0 0,-21-43-15 0 0,142 7-174 0 0,-217-4-339 0 0,337 22 122 0 0,-94 12-1 0 0,58-3 44 0 0,-434 30-95 0 0,427-34 224 0 0,1-5 0 0 0,-1-4 0 0 0,-109-20 0 0 0,-82-20-75 0 0,-40 3-37 0 0,100 15 0 0 0,87 12 110 0 0,-186 4 0 0 0,247 9 54 0 0,-50 1 110 0 0,-347 7 175 0 0,275-8-451 0 0,99 2-6 0 0,-124-17 0 0 0,24-10 419 0 0,-111 0 58 0 0,133 14-405 0 0,-63 11-22 0 0,220 2-1 0 0,-465 31-25 0 0,99 25 6 0 0,225-11 109 0 0,-8 1 33 0 0,-232 37-91 0 0,164-29-480 0 0,47-10 105 0 0,161-37 288 0 0,1 2 1 0 0,0 1-1 0 0,0 2 0 0 0,1 1 0 0 0,-32 18 0 0 0,41-20 52 0 0,13-7 1 0 0,1 1 0 0 0,-1 1 0 0 0,1-1 0 0 0,0 2 0 0 0,-12 9 0 0 0,8-6 1 0 0,1-2 2 0 0,4 2 3 0 0,0-2-4 0 0,1 2-1 0 0,3-2 0 0 0,0 2 0 0 0,2-5-1 0 0,1 1-1 0 0,0 0 0 0 0,1 0 0 0 0,-1-1 1 0 0,1 1-1 0 0,0 0 0 0 0,1 0 0 0 0,-1 7 0 0 0,2-5 8 0 0,1 0-1 0 0,0 0 1 0 0,0 0-1 0 0,1 0 1 0 0,0-1-1 0 0,0 1 1 0 0,1-1-1 0 0,0 0 1 0 0,0 0-1 0 0,0 0 1 0 0,1 0-1 0 0,6 6 0 0 0,12 12 40 0 0,38 34-1 0 0,-54-53-42 0 0,36 34 54 0 0,-25-22-3 0 0,0-1 0 0 0,0-1 0 0 0,2-1 0 0 0,0 0 0 0 0,42 21 0 0 0,-3-9-205 0 0,2-4 0 0 0,78 20-1 0 0,-19-7-20 0 0,47 27 146 0 0,-66-21-106 0 0,-90-38 108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7:24:20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16546 2253 96 0 0,'4'0'0'0'0,"3"0"0"0"0,2 0 0 0 0,4-1 0 0 0,0 0 0 0 0,25-4 458 0 0,41-11 0 0 0,-33 6-126 0 0,-38 9-90 0 0,0 0 1 0 0,1 0-1 0 0,-1 1 0 0 0,17 2 1 0 0,-15-1-12 0 0,1-1 1 0 0,-1 0-1 0 0,1 0 1 0 0,12-3-1 0 0,120-18 1746 0 0,-37 8-15 0 0,-88 11-1735 0 0,0 1 0 0 0,0 1 1 0 0,0 1-1 0 0,0 0 0 0 0,27 6 1 0 0,-35-5-71 0 0,0-1 0 0 0,0 0 1 0 0,0-1-1 0 0,17-1 0 0 0,5-1 58 0 0,47 12 110 0 0,-76-9-307 0 0,0 0-1 0 0,-1-1 1 0 0,1 1-1 0 0,0-1 0 0 0,0 0 1 0 0,0 1-1 0 0,0-1 1 0 0,5-1-1 0 0,10 0 45 0 0,86 1 203 0 0,-40 11 182 0 0,-32-11-195 0 0,0 2 1 0 0,36 6-1 0 0,-46-6-35 0 0,0 0-1 0 0,44-4 0 0 0,-26 1-97 0 0,174-12 428 0 0,-190 13-414 0 0,1 0-1 0 0,-1 1 1 0 0,0 2 0 0 0,0 0-1 0 0,36 11 1 0 0,-50-10-114 0 0,0-1 1 0 0,0 0-1 0 0,1-1 0 0 0,0 0 1 0 0,-1-1-1 0 0,1 0 0 0 0,20 0 1 0 0,-8-1-12 0 0,3 1 1 0 0,-3 5 3 0 0,-17-4-8 0 0,1 0 0 0 0,0 0-1 0 0,0 0 1 0 0,0-1 0 0 0,0 0 0 0 0,0 0 0 0 0,1-1-1 0 0,-1 0 1 0 0,10-1 0 0 0,9-1 26 0 0,64 8 114 0 0,-41 0-32 0 0,196-3 387 0 0,-4 0-174 0 0,-185-1-72 0 0,79-8 0 0 0,-69 1-11 0 0,166-8 303 0 0,-151 4-438 0 0,-51 5-67 0 0,36-1 0 0 0,271-20 363 0 0,-132 5-216 0 0,-46 7-195 0 0,-46 2-12 0 0,194 6 0 0 0,-138 19-62 0 0,12-3-277 0 0,-137-7 238 0 0,49-3-1 0 0,28 3-4 0 0,-16 6 70 0 0,250 19-124 0 0,-215-17 116 0 0,-39-1 31 0 0,106 0 26 0 0,-1-3 302 0 0,-23-2 216 0 0,29 5 403 0 0,170 20-596 0 0,-94-28-751 0 0,-164-4 98 0 0,21-8 30 0 0,0-1 268 0 0,14-1 81 0 0,2 0 81 0 0,13 1 443 0 0,-87 4-315 0 0,-19 2-51 0 0,70-6-28 0 0,-41 2-92 0 0,-68 7-35 0 0,-1-1 0 0 0,1-1 0 0 0,-1-1 1 0 0,43-13-1 0 0,-49 10 10 0 0,0 1 0 0 0,37-3 0 0 0,-32 5 7 0 0,39-11-1 0 0,-20 3-140 0 0,-26 7-6 0 0,-1-1 1 0 0,0 0-1 0 0,30-14 0 0 0,-24 6-287 0 0,-1 0 0 0 0,42-32 0 0 0,-48 31 203 0 0,-6 6 109 0 0,-1 0 1 0 0,0-1-1 0 0,-1 0 0 0 0,0-1 0 0 0,10-14 0 0 0,-3 2 53 0 0,-2 2 0 0 0,20-37-1 0 0,-28 44 8 0 0,-2 0 3 0 0,3-6-7 0 0,-3-4-3 0 0,-4 11-36 0 0,0 0-1 0 0,-1 0 1 0 0,-1 0-1 0 0,0 0 1 0 0,0 0-1 0 0,-2 0 1 0 0,1 0-1 0 0,-2 1 1 0 0,0-1-1 0 0,0 1 1 0 0,-1 0-1 0 0,0 0 1 0 0,-1 0-1 0 0,-11-15 1 0 0,4 10-47 0 0,-1 0-1 0 0,0 1 1 0 0,-1 0 0 0 0,-1 2 0 0 0,-25-20 0 0 0,-1 7 64 0 0,-28-26-24 0 0,-94-50-112 0 0,144 91 136 0 0,-2 2 0 0 0,1 0 0 0 0,-2 2 0 0 0,1 0 0 0 0,-1 1 0 0 0,0 2 1 0 0,0 0-1 0 0,-26-1 0 0 0,5 4 37 0 0,-34 3 37 0 0,65-1-44 0 0,0 0-4 0 0,-1 0-2 0 0,1 0 0 0 0,0 0 0 0 0,-9 2 0 0 0,15 0 0 0 0,-43 0 0 0 0,2-1 103 0 0,25 0 10 0 0,-1 0-1 0 0,-30-5 1 0 0,-10-4 190 0 0,-101-1 0 0 0,-198 9 416 0 0,304 4-734 0 0,58-5 15 0 0,-1 1 0 0 0,1 0-1 0 0,-1 0 1 0 0,1 0-1 0 0,-1-1 1 0 0,1 1-1 0 0,-1 1 1 0 0,1-1-1 0 0,-1 0 1 0 0,1 0-1 0 0,-1 1 1 0 0,1-1-1 0 0,-1 0 1 0 0,1 1-1 0 0,-3 1 1 0 0,1-1-1 0 0,1 1 0 0 0,-1-1 1 0 0,0 1-1 0 0,0-1 0 0 0,0 0 1 0 0,0 0-1 0 0,0-1 0 0 0,0 1 1 0 0,0 0-1 0 0,0-1 0 0 0,-6 0 0 0 0,-8 2 12 0 0,20-3-4 0 0,-8 0 0 0 0,-54 7 0 0 0,0 3-44 0 0,44-6 15 0 0,-1-1 0 0 0,-25 1-1 0 0,-810-3 202 0 0,685-7 876 0 0,143 9-1032 0 0,0 0 1 0 0,-35 8-1 0 0,35-5-1 0 0,1-1-1 0 0,-36 1 0 0 0,-399-4-13 0 0,286 10 0 0 0,4-1 0 0 0,-42-6 123 0 0,138-1-104 0 0,-72 13-1 0 0,77-8 91 0 0,-74-1 0 0 0,-133-19 213 0 0,257 11-335 0 0,-191-2-653 0 0,141 3-121 0 0,19 6 602 0 0,30-3 121 0 0,0-1 0 0 0,0 0 0 0 0,-26-1-1 0 0,-15-1 65 0 0,-329 2 359 0 0,345-2-324 0 0,-163-7 85 0 0,17 2-105 0 0,126 5-21 0 0,-240 0 530 0 0,159 9-566 0 0,-2-1-3 0 0,-6-2 76 0 0,127-6-16 0 0,-247 6 189 0 0,110 9-111 0 0,83-3-98 0 0,52-7-25 0 0,-38 3 1 0 0,5-5-15 0 0,11 1-1 0 0,-83-6-1 0 0,-70-1-362 0 0,113 5 306 0 0,-533 2 86 0 0,429-11 24 0 0,52-5 143 0 0,103 7-148 0 0,-1 1 0 0 0,-62 2 0 0 0,-156 23-67 0 0,6 8 38 0 0,36-18 65 0 0,-93 13 244 0 0,149-11 4 0 0,-95 13-14 0 0,-464 67 31 0 0,384-65-16 0 0,69-4-222 0 0,-177 14-128 0 0,-24 6-358 0 0,316-28 233 0 0,-153 24-100 0 0,-19 3 129 0 0,-73 13 131 0 0,36-3 4 0 0,-603 91-41 0 0,762-105 64 0 0,-66 11 8 0 0,-335 42 8 0 0,542-84-23 0 0,-371 44 6 0 0,249-32-8 0 0,-77 5-4 0 0,118-15-2 0 0,-88 2-4 0 0,-91-2-13 0 0,0 0 0 0 0,117-9 85 0 0,-261-4 178 0 0,205-7 111 0 0,-1-2-26 0 0,-44-16-22 0 0,58 5-227 0 0,73 1-80 0 0,102 12-6 0 0,-307-42-180 0 0,194 26 206 0 0,-60 14-14 0 0,234 12-1 0 0,-125-12-31 0 0,86 7 21 0 0,-103-12-1 0 0,-152-13-9 0 0,195 19 108 0 0,-133-32-1 0 0,-108-30-6 0 0,236 40-90 0 0,-22-4-11 0 0,-93-27-295 0 0,178 49 162 0 0,-154-54-167 0 0,169 58 288 0 0,0-2 1 0 0,2-1-1 0 0,-1-2 0 0 0,2-1 0 0 0,-57-41 0 0 0,78 50 32 0 0,-44-48 70 0 0,28 28-21 0 0,4 4 82 0 0,1 0 0 0 0,-34-53 0 0 0,-4-8-51 0 0,-5-4-88 0 0,-4 0 134 0 0,41 50-66 0 0,24 35-47 0 0,-21-21 8 0 0,10 9-1 0 0,-14-34 36 0 0,2-15 4 0 0,15 33-32 0 0,2 5-12 0 0,1-1-1 0 0,-5-33 0 0 0,-1-6 3 0 0,-47-143-34 0 0,53 183 34 0 0,-2 1-1 0 0,-16-32 1 0 0,3 8 0 0 0,1-3-1 0 0,-42-71-1 0 0,53 108-21 0 0,0 0-1 0 0,-2 0 0 0 0,0 1 0 0 0,0 0 0 0 0,-2 1 1 0 0,0 1-1 0 0,0 0 0 0 0,-1 2 0 0 0,-1-1 0 0 0,0 2 1 0 0,-19-9-1 0 0,13 9-3 0 0,0 0 1 0 0,-1 2 0 0 0,0 1-1 0 0,-1 1 1 0 0,1 1-1 0 0,-1 1 1 0 0,0 1-1 0 0,-33 0 1 0 0,-23 4-18 0 0,-1 4 1 0 0,1 3-1 0 0,-118 27 0 0 0,126-17 9 0 0,3-2-51 0 0,-96 36 0 0 0,129-39-44 0 0,27-10 44 0 0,-1 1 0 0 0,0 0-1 0 0,1 0 1 0 0,0 1 0 0 0,0 1 0 0 0,-9 6 0 0 0,-44 29-177 0 0,46-32 164 0 0,1 2 0 0 0,0 0 0 0 0,-25 22-1 0 0,22-13 72 0 0,1 0-1 0 0,0 1 1 0 0,2 1-1 0 0,1 1 1 0 0,0 0-1 0 0,2 1 1 0 0,-15 37-1 0 0,20-41 45 0 0,2 1-1 0 0,0 0 0 0 0,1 1 1 0 0,1 0-1 0 0,1-1 0 0 0,0 1 1 0 0,2 0-1 0 0,1 0 0 0 0,4 38 1 0 0,3-20-17 0 0,2 0 0 0 0,1-1 1 0 0,2-1-1 0 0,24 53 0 0 0,-9-35 5 0 0,2-2-1 0 0,2-1 0 0 0,49 62 1 0 0,-43-70 21 0 0,1-2 1 0 0,2-2-1 0 0,3-1 1 0 0,0-2 0 0 0,69 44-1 0 0,93 57 185 0 0,-59-42-200 0 0,88 54 9 0 0,62 35-37 0 0,204 116-16 0 0,-40-60-3 0 0,-278-154 14 0 0,228 83-97 0 0,20-37-140 0 0,-168-71 226 0 0,-177-43 24 0 0,1-4 0 0 0,0-3 0 0 0,1-4 0 0 0,108-3 0 0 0,528-58 16 0 0,-175 8-17 0 0,105 51 69 0 0,-445 1-15 0 0,201 2 209 0 0,256 12 120 0 0,-264-27-307 0 0,-233-1-66 0 0,460-41-94 0 0,-574 42 73 0 0,555-60-131 0 0,-426 46 154 0 0,200-17 40 0 0,322-47-27 0 0,235-100-94 0 0,-351 51 85 0 0,-338 88-21 0 0,-167 31-3 0 0,188-15 30 0 0,-32 5-3 0 0,265-37 110 0 0,-291 38-61 0 0,-76 8-7 0 0,30 1-38 0 0,29-5-2 0 0,74-7-73 0 0,-47 5 9 0 0,195-20-35 0 0,-293 38 1 0 0,63 12-122 0 0,-92-3 150 0 0,13-5 78 0 0,123-15 0 0 0,-47 13 13 0 0,-81 3-18 0 0,-56-3-3 0 0,131 3 63 0 0,-43 10-109 0 0,66 3-107 0 0,-112-12 80 0 0,175 33 0 0 0,-24-1 81 0 0,-188-31-11 0 0,285 16 27 0 0,-338-21-52 0 0,142-7 1 0 0,-71-5-1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8T07:24:26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73 135 96 0 0,'4'0'0'0'0,"-1"0"0"0"0,-1 0 0 0 0,1 0 28 0 0,-1 0 0 0 0,1 1 0 0 0,-1-1 0 0 0,0 0 0 0 0,1 1-1 0 0,-1 0 1 0 0,0-1 0 0 0,1 1 0 0 0,3 2 0 0 0,-4-2 7 0 0,1 0 0 0 0,-1 0-1 0 0,1 0 1 0 0,-1 0 0 0 0,1 0 0 0 0,-1-1-1 0 0,1 1 1 0 0,-1-1 0 0 0,6 0 0 0 0,51-4 386 0 0,-1-3 0 0 0,0-2 0 0 0,59-17 0 0 0,0 0 317 0 0,-57 14-299 0 0,-10 1 119 0 0,1 2-1 0 0,53-2 1 0 0,-69 8-174 0 0,-27 1-237 0 0,-1 2 0 0 0,1-1 0 0 0,-1 1 0 0 0,1 0-1 0 0,-1 0 1 0 0,1 1 0 0 0,-1 0 0 0 0,10 2-1 0 0,-9 1 54 0 0,24 4 1110 0 0,-32-7-1289 0 0,1-1 1 0 0,0 1-1 0 0,-1 0 1 0 0,1-1-1 0 0,-1 1 1 0 0,1 0-1 0 0,-1 0 1 0 0,1 0-1 0 0,-1-1 1 0 0,1 1-1 0 0,-1 0 1 0 0,0 0-1 0 0,0 0 1 0 0,1 0-1 0 0,-1 0 1 0 0,0 0 0 0 0,0-1-1 0 0,0 1 1 0 0,0 0-1 0 0,0 2 1 0 0,3 7 604 0 0,34-11-176 0 0,-78 11-734 0 0,7-1 198 0 0,-338 56-490 0 0,279-43 533 0 0,-176 65 1 0 0,251-78 15 0 0,-1-2-1 0 0,0 0 1 0 0,0-1 0 0 0,-1-1-1 0 0,1-1 1 0 0,-1-1 0 0 0,-28 1-1 0 0,47-4 27 0 0,0 1-1 0 0,1-1 0 0 0,-1 0 0 0 0,0 0 0 0 0,0 0 0 0 0,1-1 1 0 0,-1 1-1 0 0,0 0 0 0 0,0 0 0 0 0,1 0 0 0 0,-1 0 0 0 0,0-1 1 0 0,0 1-1 0 0,1 0 0 0 0,-1-1 0 0 0,0 1 0 0 0,1-1 1 0 0,-1 1-1 0 0,0 0 0 0 0,1-1 0 0 0,-1 0 0 0 0,1 1 0 0 0,-1-1 1 0 0,1 1-1 0 0,-1-1 0 0 0,1 0 0 0 0,-1 1 0 0 0,1-1 0 0 0,0 0 1 0 0,-1 1-1 0 0,1-1 0 0 0,0 0 0 0 0,-1 0 0 0 0,1 1 0 0 0,0-1 1 0 0,0 0-1 0 0,0 0 0 0 0,0 1 0 0 0,0-1 0 0 0,0 0 1 0 0,0 0-1 0 0,0 0 0 0 0,0 0 0 0 0,1-2-4 0 0,-1 0-1 0 0,1 0 1 0 0,0 1-1 0 0,0-1 1 0 0,0 0 0 0 0,0 1-1 0 0,0-1 1 0 0,1 1 0 0 0,-1-1-1 0 0,3-2 1 0 0,5-5 47 0 0,1 1 0 0 0,1-1 0 0 0,0 2 0 0 0,0-1 0 0 0,1 1 0 0 0,0 1-1 0 0,0 0 1 0 0,1 1 0 0 0,0 1 0 0 0,0-1 0 0 0,20-4 0 0 0,18-2 322 0 0,92-9 0 0 0,-75 12-260 0 0,79-6 191 0 0,-80 9-161 0 0,118-24 0 0 0,-146 22 0 0 0,65-5 1 0 0,-44 7 49 0 0,-48 4-100 0 0,0-1 0 0 0,0 0 0 0 0,13-6 0 0 0,29-6 500 0 0,-27 5 493 0 0,-49 11-1000 0 0,0 2-1 0 0,0 0 1 0 0,1 1-1 0 0,-22 8 1 0 0,-26 5 50 0 0,-203 55 191 0 0,112-25-227 0 0,-2-2-10 0 0,157-43-72 0 0,-6 2 0 0 0,1 0 0 0 0,4-3-2 0 0,2-1-2 0 0,0 0 7 0 0,-1 0-8 0 0,0 0-3 0 0,67-1-11 0 0,-1-2 0 0 0,0-3 0 0 0,0-2 0 0 0,68-19 0 0 0,31-14-6 0 0,74-22-7 0 0,-222 59 24 0 0,-2 0 0 0 0,-1 1 0 0 0,0 2 0 0 0,0 1 1 0 0,-5 0 4 0 0,-1 0-3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י"ט/טבת/תשפ"ג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911950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בבסיס נתונים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נתונים שאמורים לשמש ביצועי האפליקציה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חובה להשתמש בבסיס הנתונים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ולא בקבצי "טקסט"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6BB5A-51AF-0F7A-C611-EF4AFD72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066" y="707886"/>
            <a:ext cx="8436071" cy="1204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C2AFB-58BA-33BA-91D8-A2AD55DD3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581" y="5531224"/>
            <a:ext cx="9159564" cy="6188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051BE7-3905-5B2D-785A-2783E9C93968}"/>
                  </a:ext>
                </a:extLst>
              </p14:cNvPr>
              <p14:cNvContentPartPr/>
              <p14:nvPr/>
            </p14:nvContentPartPr>
            <p14:xfrm>
              <a:off x="8245821" y="633268"/>
              <a:ext cx="2541240" cy="499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051BE7-3905-5B2D-785A-2783E9C939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28181" y="615628"/>
                <a:ext cx="257688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1B0083-76ED-B83C-BEE9-C1E1394C89DB}"/>
                  </a:ext>
                </a:extLst>
              </p14:cNvPr>
              <p14:cNvContentPartPr/>
              <p14:nvPr/>
            </p14:nvContentPartPr>
            <p14:xfrm>
              <a:off x="6004821" y="1021708"/>
              <a:ext cx="2141640" cy="78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1B0083-76ED-B83C-BEE9-C1E1394C89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87181" y="1003708"/>
                <a:ext cx="21772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1DB1E99-86D9-9BA4-47B4-95648F22E4DF}"/>
                  </a:ext>
                </a:extLst>
              </p14:cNvPr>
              <p14:cNvContentPartPr/>
              <p14:nvPr/>
            </p14:nvContentPartPr>
            <p14:xfrm>
              <a:off x="6762621" y="1254988"/>
              <a:ext cx="4115160" cy="436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1DB1E99-86D9-9BA4-47B4-95648F22E4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44621" y="1237348"/>
                <a:ext cx="41508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B7F408-EEBE-83CE-5674-9758E6798A9A}"/>
                  </a:ext>
                </a:extLst>
              </p14:cNvPr>
              <p14:cNvContentPartPr/>
              <p14:nvPr/>
            </p14:nvContentPartPr>
            <p14:xfrm>
              <a:off x="2046981" y="5410828"/>
              <a:ext cx="9341280" cy="1155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B7F408-EEBE-83CE-5674-9758E6798A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29341" y="5392828"/>
                <a:ext cx="9376920" cy="11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712314C-6E70-9808-6B83-50C1389262A9}"/>
                  </a:ext>
                </a:extLst>
              </p14:cNvPr>
              <p14:cNvContentPartPr/>
              <p14:nvPr/>
            </p14:nvContentPartPr>
            <p14:xfrm>
              <a:off x="2251821" y="5840308"/>
              <a:ext cx="425160" cy="112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712314C-6E70-9808-6B83-50C1389262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34181" y="5822668"/>
                <a:ext cx="460800" cy="1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בסיס נתונים שך </a:t>
            </a:r>
            <a:r>
              <a:rPr lang="en-US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"בחירה טבעית" כי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בנוי "בכוונה תחילה"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קודם כל נדבר על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4400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91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ראשוני וחשוב מאוד: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לקבל החלטות על טבלאות שצריכות להיות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ועל מבנה של כל טבלה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(שם הטבלה, שמות וסוגים של שדות)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פחות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לא ניתן לבנות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"במשיכה" קישורים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הטבלאות.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יש בזה צורך – יש לבנות טבלה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ולדרוג למילויה.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ועוד דבר חשוב: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מכניסים בטבלאות שדות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בהם לא יהיה שימוש בכלל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באפליקציה.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32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668382" y="1661776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כמה טבלאות "טוב" לבנות בפרויקט?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אף אחד לא יכול להגיד את זה,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מבחינתי 3-4 זה באמת טוב.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24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אילו הטבלאות אפשר לבנות?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טבלת משתמשים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טבלת "היסטוריית שימוש"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טבלת "אנשי קשר פנימי"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טבלת נתוני מידע (ספציפי לאפליקציה)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טבלת מידע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עוד?..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156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80908" y="2011399"/>
            <a:ext cx="10855236" cy="39087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קחו בחשבון שקיימות אפשרויות: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לקבוע "מפתיח ראשי"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לאחד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מהשדות הטבלה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לקבוע "אחר בלתי חוזר על עצמו"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בכמה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שדות הטבלה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חובה להשתמש באפשרויות אלה</a:t>
            </a:r>
            <a:endParaRPr lang="he-IL" sz="4000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2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שדה-מפתח יכול להיות מכל סוג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B07FD-1E29-3796-ADF1-6C06246E4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440" y="1968862"/>
            <a:ext cx="5429371" cy="532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8545CA-DAC8-FF19-EFD0-CE67B99E60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596"/>
          <a:stretch/>
        </p:blipFill>
        <p:spPr>
          <a:xfrm>
            <a:off x="3697878" y="3946857"/>
            <a:ext cx="5102493" cy="654424"/>
          </a:xfrm>
          <a:prstGeom prst="rect">
            <a:avLst/>
          </a:prstGeom>
        </p:spPr>
      </p:pic>
      <p:sp>
        <p:nvSpPr>
          <p:cNvPr id="8" name="מלבן 8">
            <a:extLst>
              <a:ext uri="{FF2B5EF4-FFF2-40B4-BE49-F238E27FC236}">
                <a16:creationId xmlns:a16="http://schemas.microsoft.com/office/drawing/2014/main" id="{3EAADAF4-7348-84F8-2534-CA735119F9F8}"/>
              </a:ext>
            </a:extLst>
          </p:cNvPr>
          <p:cNvSpPr/>
          <p:nvPr/>
        </p:nvSpPr>
        <p:spPr>
          <a:xfrm>
            <a:off x="658068" y="2802075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שדה "ערכי לא חוזרים" </a:t>
            </a:r>
          </a:p>
        </p:txBody>
      </p:sp>
    </p:spTree>
    <p:extLst>
      <p:ext uri="{BB962C8B-B14F-4D97-AF65-F5344CB8AC3E}">
        <p14:creationId xmlns:p14="http://schemas.microsoft.com/office/powerpoint/2010/main" val="70954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016317"/>
            <a:ext cx="10855236" cy="42165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עבודה "ברמה"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sym typeface="Wingdings" panose="05000000000000000000" pitchFamily="2" charset="2"/>
              </a:rPr>
              <a:t> עם </a:t>
            </a:r>
            <a:r>
              <a:rPr lang="en-US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sym typeface="Wingdings" panose="05000000000000000000" pitchFamily="2" charset="2"/>
              </a:rPr>
              <a:t>DB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  <a:sym typeface="Wingdings" panose="05000000000000000000" pitchFamily="2" charset="2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מחלקה נפרדת היורשת מ-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הגדרת במחלקה זו קבועים לדשות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יצרת טבלה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onCreate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rgbClr val="7030A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מחלקת עצם לכול טבלה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הוספת פעולות "נפוצות"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9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668382" y="1382286"/>
            <a:ext cx="10855236" cy="40934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חשיבות וחוסר טעם שימוש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onUpgrade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מיועדת לשנות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מבנה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טבלה </a:t>
            </a:r>
            <a:r>
              <a:rPr lang="he-IL" sz="3200" u="sng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בלי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לאבד 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טבלה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בגלל זה אין בה צורך של ממש בפרויקט לבגרות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להשאיר אותה ריקה בכלל שאף פעם לא עושים לה זימון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תלמיד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חייב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לדעת למה היא "פעולת חובה" ומה היעוד שלה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50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77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668382" y="2565627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לא רק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לקרוא ולכתוב נתונים (שזב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חובה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!),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לבצע שימוש בנתונים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ולבצע במלוא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פעולות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CRUD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894010-DB66-6438-88DE-634AE4AC71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931" b="14351"/>
          <a:stretch/>
        </p:blipFill>
        <p:spPr>
          <a:xfrm>
            <a:off x="2937480" y="1093693"/>
            <a:ext cx="7045145" cy="52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95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33883"/>
            <a:ext cx="10855236" cy="6186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CRUD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reate,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ead,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u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pdate,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elete)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טבלה, כתיבת נתונים לטבלה,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קריאת נתונים מטבלה,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עדכון נתונים בטבלה, חיפוש נתונים בטבלה,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מחיקת נתונים מטבלה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</a:t>
            </a:r>
            <a:r>
              <a:rPr lang="he-IL" sz="4400" b="1" u="sng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בנתונים באפליקציה!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17320" y="0"/>
            <a:ext cx="29306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בסיס נתונים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608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3251</TotalTime>
  <Words>375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414</cp:revision>
  <dcterms:created xsi:type="dcterms:W3CDTF">2019-01-05T16:01:25Z</dcterms:created>
  <dcterms:modified xsi:type="dcterms:W3CDTF">2023-01-12T19:21:17Z</dcterms:modified>
</cp:coreProperties>
</file>