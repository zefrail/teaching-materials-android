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8" r:id="rId3"/>
    <p:sldId id="504" r:id="rId4"/>
    <p:sldId id="499" r:id="rId5"/>
    <p:sldId id="500" r:id="rId6"/>
    <p:sldId id="502" r:id="rId7"/>
    <p:sldId id="503" r:id="rId8"/>
    <p:sldId id="505" r:id="rId9"/>
    <p:sldId id="506" r:id="rId10"/>
    <p:sldId id="507" r:id="rId11"/>
    <p:sldId id="508" r:id="rId12"/>
    <p:sldId id="510" r:id="rId13"/>
    <p:sldId id="511" r:id="rId14"/>
    <p:sldId id="512" r:id="rId15"/>
    <p:sldId id="509" r:id="rId16"/>
    <p:sldId id="513" r:id="rId17"/>
    <p:sldId id="514" r:id="rId18"/>
    <p:sldId id="516" r:id="rId19"/>
    <p:sldId id="517" r:id="rId20"/>
    <p:sldId id="518" r:id="rId21"/>
    <p:sldId id="519" r:id="rId22"/>
    <p:sldId id="515" r:id="rId23"/>
    <p:sldId id="52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16:50:43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63 470 96 0 0,'0'-1'0'0'0,"1"0"0"0"0,0-1 0 0 0,2-4 0 0 0,4-9 0 0 0,3 4 0 0 0,0 4 0 0 0,-1 2 0 0 0,2 0 0 0 0,-1-3 0 0 0,5-4 0 0 0,5-2 0 0 0,5 2 0 0 0,-3 7 0 0 0,-8 1 1 0 0,-11 4 2 0 0,-1-1 0 0 0,1 1 0 0 0,0-1 1 0 0,0 1-1 0 0,-1-1 0 0 0,1 0 0 0 0,0-1 0 0 0,-1 1 1 0 0,1 0-1 0 0,4-4 0 0 0,-3 3 5 0 0,25-8 596 0 0,13-5 282 0 0,-8 3 168 0 0,34-18 1 0 0,-50 22-641 0 0,0-1 1 0 0,21-5 0 0 0,-19 7 346 0 0,34-20 0 0 0,-27 14-286 0 0,47-14 1 0 0,-62 21-60 0 0,-1 2 204 0 0,-14 8 97 0 0,-17 19-317 0 0,19-22-352 0 0,0 0 0 0 0,0 1 0 0 0,1-1 0 0 0,-1 0-1 0 0,0 1 1 0 0,0-1 0 0 0,1 0 0 0 0,-1 1 0 0 0,1-1 0 0 0,0 1 0 0 0,-1-1-1 0 0,1 1 1 0 0,0-1 0 0 0,0 1 0 0 0,0-1 0 0 0,0 1 0 0 0,0-1-1 0 0,0 2 1 0 0,21 9 986 0 0,-18-10-1002 0 0,0 0 0 0 0,0-1-1 0 0,0 1 1 0 0,0 0 0 0 0,0-1 0 0 0,0 0 0 0 0,0 1 0 0 0,1-1 0 0 0,-1 0 0 0 0,1-1 0 0 0,-1 1 0 0 0,0-1 0 0 0,1 0 0 0 0,-1 1 0 0 0,5-2 0 0 0,62-2 124 0 0,-64 3-134 0 0,119-23 346 0 0,40 0 79 0 0,-48-3-193 0 0,-92 21-228 0 0,-4-3-1 0 0,83-25 94 0 0,-66 22-36 0 0,48-8 1 0 0,-64 15-17 0 0,179-26 175 0 0,-97 16-160 0 0,82-20 0 0 0,-132 27-49 0 0,0 2-1 0 0,85 2 1 0 0,-94 4-9 0 0,-25 0-4 0 0,0 1 0 0 0,-1 1 0 0 0,21 6 0 0 0,19 3 10 0 0,-7-5-8 0 0,-42-5-19 0 0,59 19 14 0 0,-30-10-5 0 0,51 23-1 0 0,-57-20-2 0 0,1-1 3 0 0,-1 2 0 0 0,55 35 0 0 0,-74-41-10 0 0,0 1-2 0 0,1 0 0 0 0,1 4 0 0 0,-2 1 0 0 0,-11-11 0 0 0,0-1 0 0 0,0 1 0 0 0,1-1 0 0 0,-1 0 0 0 0,0 0 0 0 0,1 0 0 0 0,0-1 0 0 0,5 4 0 0 0,-2-2 0 0 0,0 0 0 0 0,0 1 0 0 0,-1 0 0 0 0,1 0 0 0 0,-1 1 0 0 0,10 12 0 0 0,-7-8 0 0 0,1 0 0 0 0,0 0 0 0 0,0 0 0 0 0,-1 4 0 0 0,-3 1 0 0 0,-2-1 0 0 0,1 1 0 0 0,-4 0 0 0 0,-1 0 0 0 0,0 0 0 0 0,1-1 0 0 0,0 1 0 0 0,-1-1 0 0 0,0-5 0 0 0,0 0 0 0 0,-1 1 0 0 0,-3-1 0 0 0,0 2 0 0 0,-1-2 0 0 0,-1 1 0 0 0,-3 0 0 0 0,5-6 0 0 0,-1 0 0 0 0,0-1 0 0 0,0 1 0 0 0,-1-1 0 0 0,1 0 0 0 0,-1 0 0 0 0,1 0 0 0 0,-1-1 0 0 0,0 0 0 0 0,0 0 0 0 0,0-1 0 0 0,0 0 0 0 0,-7 1 0 0 0,-19 5 0 0 0,-73 20 0 0 0,-40 14 0 0 0,122-32 0 0 0,-19 6 0 0 0,-61 33 0 0 0,-72 33 0 0 0,106-53 0 0 0,54-22 0 0 0,-1-2 0 0 0,0 1 0 0 0,0-2 0 0 0,-26 2 0 0 0,-8 2 0 0 0,-142 17 0 0 0,24-1 0 0 0,92-11 0 0 0,-116 26 0 0 0,44-7 0 0 0,75-21 12 0 0,-145 1 0 0 0,180-10-11 0 0,9 0 1 0 0,1-2 0 0 0,-32-4 1 0 0,-88-6 18 0 0,20 2-2 0 0,41-1-20 0 0,43 7 2 0 0,1-3 0 0 0,-1-1-1 0 0,-74-23 1 0 0,73 13 12 0 0,1-3-1 0 0,-55-32 1 0 0,88 45-13 0 0,-2-2 0 0 0,-1-1 0 0 0,4 0 0 0 0,-1 0 0 0 0,2 0 0 0 0,-2-1 0 0 0,-4-2 0 0 0,-8-9 0 0 0,15 11 0 0 0,-1-7 0 0 0,4 7-2 0 0,0-1 1 0 0,0 0-1 0 0,1 0 1 0 0,0-1-1 0 0,1 1 1 0 0,1-1-1 0 0,0 1 1 0 0,1-1 0 0 0,0 0-1 0 0,1-18 1 0 0,0 22 1 0 0,2-14-10 0 0,1 0 0 0 0,1 1 1 0 0,11-39-1 0 0,-6 29 2 0 0,-4 17-30 0 0,0 0 1 0 0,2 1-1 0 0,12-21 0 0 0,-4 7-19 0 0,-12 21 46 0 0,1 1 0 0 0,0-1 0 0 0,1 1 0 0 0,-1 0 0 0 0,1 0 0 0 0,0 0 0 0 0,1 1 0 0 0,0-1 0 0 0,-1 1 0 0 0,2 1 0 0 0,-1-1 0 0 0,0 1 0 0 0,12-6 0 0 0,-3 4 7 0 0,0 1 0 0 0,1 0 0 0 0,0 1-1 0 0,-1 0 1 0 0,22-1 0 0 0,70-6-1 0 0,90-15-4 0 0,-169 23-20 0 0,1 1 0 0 0,-1 1 1 0 0,33 4-1 0 0,3-1-10 0 0,118-12 7 0 0,-54 1 18 0 0,79-14 42 0 0,-77 5-11 0 0,-129 18-17 0 0,59-6 16 0 0,0-2 1 0 0,96-27-1 0 0,-62 14-8 0 0,-43 10-6 0 0,-10 1-2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5T16:50:48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149 236 96 0 0,'2'-2'0'0'0,"1"5"0"0"0,0 2 0 0 0,2-2 0 0 0,-1-3 0 0 0,1 0 0 0 0,1 0 0 0 0,1 2 0 0 0,5 3 0 0 0,6-3 0 0 0,1-2 0 0 0,1-4 0 0 0,1-1 0 0 0,4 2 0 0 0,5 1 0 0 0,-4-3 0 0 0,-4-4 0 0 0,-1 0 0 0 0,2 2 0 0 0,1-1 0 0 0,80-16 125 0 0,-97 22-82 0 0,0 1-1 0 0,0 0 0 0 0,1 1 0 0 0,10 0 1 0 0,-10 0-28 0 0,44 0 226 0 0,192-21 2102 0 0,-166 2-1672 0 0,-52 11-401 0 0,0 1 0 0 0,31-4 0 0 0,-14 6-84 0 0,-7 0 91 0 0,37 0 0 0 0,-40 1 29 0 0,-9-2-143 0 0,39-3 120 0 0,-11 3-31 0 0,105-17 199 0 0,-73 8-362 0 0,-44 7-30 0 0,-20 4 71 0 0,1 2 0 0 0,-1 0 0 0 0,35 2 0 0 0,284-5 2904 0 0,-203-2-2526 0 0,26 5-140 0 0,134 3 58 0 0,-236 8-390 0 0,-49-6-10 0 0,-1-1-1 0 0,1 0 1 0 0,-1-1 0 0 0,1 0-1 0 0,-1-1 1 0 0,19-1 0 0 0,-2-2 115 0 0,0 2 0 0 0,45 2 0 0 0,-14 1 10 0 0,93 7 83 0 0,-85-8-158 0 0,-41-2-36 0 0,0 1 1 0 0,1 2-1 0 0,-1 1 1 0 0,26 5-1 0 0,-37-5 3 0 0,1 0-1 0 0,27 0 0 0 0,-29-3-17 0 0,0 1 0 0 0,0 0 0 0 0,0 1-1 0 0,12 4 1 0 0,22 10 86 0 0,57 30 1 0 0,-65-29-70 0 0,-20-9 0 0 0,0 0 1 0 0,17 12-1 0 0,44 40 429 0 0,-39-28-167 0 0,-35-29-274 0 0,9 12 32 0 0,10 38-4 0 0,-22-43-56 0 0,-2 0-2 0 0,-1 0 0 0 0,-1 4 0 0 0,-4 1 0 0 0,1-4 0 0 0,0 1 0 0 0,-1-1 0 0 0,0 0 0 0 0,-1 0 0 0 0,-7 11 0 0 0,6-13 5 0 0,1-1 1 0 0,-1 1 0 0 0,-1-1-1 0 0,1-1 1 0 0,-14 11 0 0 0,13-11-2 0 0,-130 99 255 0 0,122-95-229 0 0,-1-1 0 0 0,-18 9 0 0 0,10-6-1 0 0,16-8-22 0 0,0 1 1 0 0,1 0 0 0 0,-13 12-1 0 0,-8 4 12 0 0,-236 115 350 0 0,147-80-161 0 0,-2-8 31 0 0,29-14-144 0 0,39-13-24 0 0,-1-2 1 0 0,-102 23-1 0 0,-115-2 224 0 0,79-13-157 0 0,87-9-160 0 0,-50 6-29 0 0,-35-1-83 0 0,-103 7 125 0 0,233-28 40 0 0,25-1 34 0 0,-63-3-1 0 0,-111-33 168 0 0,-95-13-97 0 0,256 39-143 0 0,-90-28 1 0 0,113 29-6 0 0,-185-72-334 0 0,171 63 328 0 0,5 4-24 0 0,0-2 0 0 0,1-1 0 0 0,1-2 0 0 0,1-1 0 0 0,0-1 0 0 0,-36-31 1 0 0,53 37 42 0 0,-2-2 2 0 0,0 0 10 0 0,0 2-2 0 0,5 0-2 0 0,1-2 0 0 0,-1 0-2 0 0,0 1-4 0 0,7 10-3 0 0,1 1 0 0 0,-1-1 0 0 0,1 1 0 0 0,0-1 1 0 0,0 0-1 0 0,0 1 0 0 0,0-1 0 0 0,1 0 1 0 0,0 0-1 0 0,0-1 0 0 0,-1-5 0 0 0,-6-24-5 0 0,3 16-30 0 0,0 1 0 0 0,2-1 0 0 0,0 1 0 0 0,0-1 0 0 0,1-32 0 0 0,2 37 20 0 0,0 9 13 0 0,0 0 0 0 0,0 0 0 0 0,0 1-1 0 0,1-1 1 0 0,0 0 0 0 0,0 0 0 0 0,0 0-1 0 0,0 1 1 0 0,0-1 0 0 0,1 1 0 0 0,-1-1-1 0 0,3-3 1 0 0,-2 4-2 0 0,7-10-10 0 0,0 0 0 0 0,0 1 1 0 0,1 0-1 0 0,15-13 0 0 0,-22 22 14 0 0,7-5-29 0 0,1 0 1 0 0,0 0-1 0 0,16-8 0 0 0,4-3-73 0 0,-25 16 86 0 0,-1 1 0 0 0,1-1 0 0 0,0 1 0 0 0,0 0 0 0 0,0 1 0 0 0,0-1 1 0 0,0 1-1 0 0,6 0 0 0 0,6-2-9 0 0,61-11 8 0 0,-28 6 0 0 0,55-17 0 0 0,-48 11 41 0 0,0 2 1 0 0,80-5 0 0 0,-85 11-17 0 0,92-6 9 0 0,59-37 89 0 0,-151 34-55 0 0,117-37 226 0 0,-84 29-209 0 0,-33 8-112 0 0,0 2-1 0 0,78-9 1 0 0,17 13-5 0 0,-77 2-23 0 0,0 4 0 0 0,89 7-1 0 0,-68 1 61 0 0,-54-5 7 0 0,-1 2 0 0 0,1 2 0 0 0,-1 2 0 0 0,44 11 1 0 0,40 19 5 0 0,-91-29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7T04:42:25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252 889 96 0 0,'-1'0'0'0'0,"-1"0"0"0"0,-1 0 0 0 0,-3 0 0 0 0,-1 0 0 0 0,2 0 0 0 0,2 0 0 0 0,6-1 0 0 0,1-4 0 0 0,2 1 0 0 0,-1-1 0 0 0,-1 1 0 0 0,1 3 0 0 0,0-1 0 0 0,0 1 0 0 0,0-1 0 0 0,0 1 0 0 0,-1 1 0 0 0,58-1 1301 0 0,-11-4 77 0 0,-41 2-1165 0 0,0 0 0 0 0,-1 0 0 0 0,1-2 0 0 0,-1 1 0 0 0,9-7 0 0 0,-17 11-195 0 0,1-1 15 0 0,1 0 0 0 0,0 0 0 0 0,-1 1 0 0 0,1-1 0 0 0,0 1 0 0 0,-1-1 0 0 0,1 1 0 0 0,0 0 0 0 0,0 0 0 0 0,-1 0 0 0 0,1 0 0 0 0,3 1 0 0 0,17 0 150 0 0,-9-4 24 0 0,0 0 1 0 0,-1-1 0 0 0,1 0 0 0 0,0-1 0 0 0,-1-1-1 0 0,13-7 1 0 0,-19 9-99 0 0,1 1 0 0 0,-1-1-1 0 0,1 1 1 0 0,0 0 0 0 0,0 1-1 0 0,1 0 1 0 0,16-2 0 0 0,18-5 180 0 0,77-14 275 0 0,-99 20-530 0 0,41-11 40 0 0,-13 1-50 0 0,11-1 9 0 0,-40 8-28 0 0,8-5-6 0 0,-22 10-3 0 0,31-4 3 0 0,-4 0-7 0 0,-10 1-7 0 0,1-1-1 0 0,39-14 0 0 0,-60 19 15 0 0,25-13-7 0 0,-8 3 8 0 0,4 4 1 0 0,3 0 6 0 0,0 1 1 0 0,-9 2 0 0 0,-7 1 0 0 0,4 1 1 0 0,3-3 3 0 0,8 3-8 0 0,4 1 1 0 0,3-1-3 0 0,-6-2-2 0 0,0-6-4 0 0,-25 9 2 0 0,47-1 0 0 0,25-2-14 0 0,43 3-15 0 0,92 0-106 0 0,-178 7 106 0 0,-2-1-9 0 0,122-6-179 0 0,-85-10 142 0 0,37-14-3 0 0,4-3 67 0 0,171-20 1 0 0,-29 30 73 0 0,-97 7-34 0 0,34-15-36 0 0,-70 6 3 0 0,-35 1-17 0 0,-64 13 19 0 0,0 0 0 0 0,0 1 0 0 0,1 1 0 0 0,25-1 0 0 0,121 16-10 0 0,-118-10 17 0 0,0-2 0 0 0,1-2 0 0 0,-1-2 0 0 0,90-19 0 0 0,32-4 4 0 0,-101 17-8 0 0,96-27 0 0 0,-35 6-18 0 0,-15 14-28 0 0,1 4-1 0 0,142 3 0 0 0,-139 7 6 0 0,242-16 8 0 0,-174 1 90 0 0,144-5-8 0 0,-233 22-39 0 0,218 9 22 0 0,-234-4 8 0 0,94-8-1 0 0,-29 0 37 0 0,258 8 0 0 0,-29-19-6 0 0,-332 13-67 0 0,301-23 14 0 0,249-9 697 0 0,-24 10 921 0 0,-496 19-1447 0 0,293-27 827 0 0,-256 28-744 0 0,215 22 0 0 0,-250-11-270 0 0,11 1-15 0 0,133 29 0 0 0,-30-3 2 0 0,-42-9 38 0 0,188 62 302 0 0,-84-20 14 0 0,345 48-213 0 0,-513-104-47 0 0,-1-4 0 0 0,1-4 0 0 0,157-13 0 0 0,-227 9-70 0 0,373-55 348 0 0,133-20 41 0 0,-32 73-71 0 0,-445 5-300 0 0,165 13 94 0 0,140 27-36 0 0,-15-10-71 0 0,-45 0-16 0 0,-159-18 13 0 0,-56-7 4 0 0,74 17-1 0 0,44 20 8 0 0,-145-32-16 0 0,0 3 0 0 0,0 1 0 0 0,79 43 0 0 0,-71-29 6 0 0,-14-10 65 0 0,-2 2 0 0 0,0 2 1 0 0,64 54-1 0 0,-48-27 116 0 0,-21-22-101 0 0,-1 0 0 0 0,-1 2 1 0 0,-2 2-1 0 0,31 47 1 0 0,41 111-35 0 0,-3-10-43 0 0,-89-162-13 0 0,-2-1 1 0 0,1 1 0 0 0,2 21-1 0 0,0 2 1 0 0,-6-29-6 0 0,-1 0 0 0 0,0 1 0 0 0,-1-1 1 0 0,0 0-1 0 0,-1 1 0 0 0,-1-1 0 0 0,0 0 1 0 0,0 0-1 0 0,-2 0 0 0 0,1 0 0 0 0,-2 0 1 0 0,0-1-1 0 0,0 1 0 0 0,-1-1 0 0 0,-13 20 1 0 0,0-4-2 0 0,-1-1 0 0 0,-1-1 0 0 0,-1-1 0 0 0,-1 0 0 0 0,-31 24 0 0 0,-8-2 64 0 0,-72 43 1 0 0,74-51-34 0 0,10-10 73 0 0,-85 36 0 0 0,52-27-67 0 0,-337 161-20 0 0,401-189-15 0 0,-477 214 32 0 0,5-71-48 0 0,12-6 16 0 0,-17-17-118 0 0,271-92 18 0 0,-32 6-44 0 0,-202 41-120 0 0,327-56 204 0 0,-1 1 10 0 0,-344 48 275 0 0,-200-17-34 0 0,233-67-179 0 0,361 3-10 0 0,-146-1 32 0 0,-39-2 119 0 0,74-1 145 0 0,-1 8-1 0 0,-243 33 1 0 0,72 25 323 0 0,66-9-158 0 0,2 8-165 0 0,19-3-249 0 0,12-31-301 0 0,-61-10-526 0 0,43 5 282 0 0,84-2 386 0 0,-126 18 3 0 0,111-9 50 0 0,-772 2-212 0 0,685-43 269 0 0,-68-1 0 0 0,-296 28-15 0 0,403-3 6 0 0,116-2-9 0 0,-363-3 4 0 0,394-5 13 0 0,47 1 2 0 0,-89-11 0 0 0,-36-5 3 0 0,-22-2-1 0 0,-42-9-23 0 0,64 10 8 0 0,-42-14 12 0 0,-237-54 80 0 0,195 13 12 0 0,134 16 190 0 0,16 4 9 0 0,84 34-223 0 0,1-3 0 0 0,1-2 1 0 0,-45-30-1 0 0,80 48-64 0 0,-39-25 11 0 0,1-1-1 0 0,2-3 0 0 0,1-1 1 0 0,-60-66-1 0 0,66 59 209 0 0,2-2 1 0 0,3-1-1 0 0,1-1 0 0 0,2-2 0 0 0,3-1 1 0 0,-28-70-1 0 0,49 103-202 0 0,1-1-1 0 0,0-1 1 0 0,1 1 0 0 0,1-1 0 0 0,0 1 0 0 0,2-29-1 0 0,17-105-221 0 0,23-74-185 0 0,-27 142 358 0 0,-5 35-21 0 0,3-82 0 0 0,-9 95-65 0 0,2 1 1 0 0,1-1 0 0 0,13-46-1 0 0,0-1-160 0 0,-9 49 144 0 0,0 0 0 0 0,17-37 1 0 0,4-11-117 0 0,-11 3-39 0 0,-16 59 197 0 0,1 0-1 0 0,2 0 1 0 0,0 0 0 0 0,16-35 0 0 0,-15 38 19 0 0,0-1 0 0 0,-1 0 0 0 0,4-18 0 0 0,-3 7 10 0 0,13-12-120 0 0,-9 26 42 0 0,-11 13 128 0 0,1 1 0 0 0,0-1 0 0 0,0 0 1 0 0,-1 0-1 0 0,1 0 0 0 0,0 1 0 0 0,-1-1 0 0 0,1 0 0 0 0,-1 0 0 0 0,1 0 0 0 0,-1 0 0 0 0,0 0 0 0 0,1 0 0 0 0,-1 0 0 0 0,0 0 0 0 0,0 0 0 0 0,0 0 0 0 0,1 0 0 0 0,-1 0 0 0 0,0 0 0 0 0,0 0 0 0 0,-1-1 1 0 0,2-2-6 0 0,0 1 1 0 0,1 0 0 0 0,-1 0 0 0 0,1 0 0 0 0,-1 0 0 0 0,1 1 0 0 0,0-1 0 0 0,0 0-1 0 0,0 1 1 0 0,0-1 0 0 0,1 1 0 0 0,-1-1 0 0 0,1 1 0 0 0,-1 0 0 0 0,1 0 0 0 0,5-2-1 0 0,13-13-28 0 0,-17 13 33 0 0,0 0-1 0 0,0 0 1 0 0,0 1 0 0 0,1-1-1 0 0,-1 1 1 0 0,1 0-1 0 0,8-3 1 0 0,-7 4 0 0 0,-1-1 0 0 0,0 0 1 0 0,0 0-1 0 0,-1 0 0 0 0,8-7 0 0 0,19-9-79 0 0,-30 18 48 0 0,1 0-1 0 0,0 0 0 0 0,0 1 1 0 0,0-1-1 0 0,0 1 1 0 0,0 0-1 0 0,0 0 0 0 0,0-1 1 0 0,0 1-1 0 0,2 1 0 0 0,-4-1 19 0 0,1 0-99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7T04:49:52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57 96 0 0,'-4'1'0'0'0,"-3"5"0"0"0,0-1 0 0 0,3-1 0 0 0,3-1 0 0 0,13-10 305 0 0,-6 5 4 0 0,-1 1 0 0 0,1 0-1 0 0,0 0 1 0 0,-1 0 0 0 0,1 1-1 0 0,0 0 1 0 0,0 0 0 0 0,-1 0-1 0 0,8 2 1 0 0,7-1 1136 0 0,-15-1-928 0 0,-4 0-457 0 0,-1-1 0 0 0,1 1-1 0 0,0 0 1 0 0,-1 0 0 0 0,1 0-1 0 0,0 0 1 0 0,-1 0 0 0 0,1 0-1 0 0,0 0 1 0 0,0 0 0 0 0,-1 0-1 0 0,1 0 1 0 0,0 0 0 0 0,0 0-1 0 0,-1 0 1 0 0,1 0 0 0 0,0 1-1 0 0,-1-1 1 0 0,1 0 0 0 0,0 1-1 0 0,-1-1 1 0 0,1 0 0 0 0,-1 1-1 0 0,1-1 1 0 0,-1 1 0 0 0,1-1 0 0 0,0 1-1 0 0,-1-1 1 0 0,0 1 0 0 0,1-1-1 0 0,-1 1 1 0 0,1 0 0 0 0,-1-1-1 0 0,0 1 1 0 0,1 0 0 0 0,-1-1-1 0 0,0 1 1 0 0,0 0 0 0 0,1-1-1 0 0,-1 1 1 0 0,0 0 0 0 0,0-1-1 0 0,0 1 1 0 0,0 1 0 0 0,5-1 120 0 0,-1 0 1 0 0,1 0-1 0 0,0 0 1 0 0,0 0 0 0 0,0-1-1 0 0,0 0 1 0 0,-1 0-1 0 0,6-1 1 0 0,-7 1-125 0 0,13 7 76 0 0,-15-6-122 0 0,0 0 1 0 0,0 0-1 0 0,1-1 0 0 0,-1 1 0 0 0,0 0 0 0 0,1-1 1 0 0,-1 1-1 0 0,0 0 0 0 0,1-1 0 0 0,-1 0 0 0 0,4 1 1 0 0,158 1 1531 0 0,-99-9-980 0 0,-12 0-162 0 0,191 1 665 0 0,-86 4-866 0 0,-102-2-111 0 0,55 1 205 0 0,-57 12-153 0 0,-9-9 5 0 0,-2 1-43 0 0,71-8 0 0 0,84-4 902 0 0,-38-2-514 0 0,-147 13-485 0 0,29-6 23 0 0,-7-1-25 0 0,-25 6-5 0 0,9 0-10 0 0,11-1-7 0 0,34-8 0 0 0,20-3-59 0 0,-28 7 1 0 0,-38 3 36 0 0,-1 1 1 0 0,24 1 0 0 0,17 7-22 0 0,-17 1 52 0 0,-15-4 10 0 0,3 1 1 0 0,33 2 38 0 0,5-3 84 0 0,-39-3-34 0 0,43 6 1 0 0,-61-5-79 0 0,32-2 6 0 0,26 2 14 0 0,-50 1-26 0 0,-2 3-3 0 0,0-2-2 0 0,10 3-4 0 0,13-3 0 0 0,2-2-12 0 0,0 3 8 0 0,-21-4 8 0 0,1 0 0 0 0,0 0 0 0 0,-1 0 0 0 0,0 0 0 0 0,2 0 0 0 0,-1 0 0 0 0,56 0-10 0 0,-8 0-116 0 0,-67 0 110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7T04:49:58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3285 1 96 0 0,'4'4'0'0'0,"4"4"0"0"0,7 1 0 0 0,-4 3 0 0 0,-7-3 0 0 0,-1 0 0 0 0,2 2 0 0 0,2 9 0 0 0,3 8 0 0 0,0-2 0 0 0,4 1 0 0 0,1-2 0 0 0,0 1 0 0 0,0 3 0 0 0,5 0 0 0 0,2 0 0 0 0,-1 0 0 0 0,-5-1 0 0 0,1 1 0 0 0,3 0 0 0 0,5-2 1 0 0,35 18 95 0 0,-37-31-31 0 0,-21-13-55 0 0,0 0-1 0 0,1 1 1 0 0,-1-1 0 0 0,0 1 0 0 0,-1-1 0 0 0,1 1 0 0 0,0 0 0 0 0,0 0 0 0 0,-1-1 0 0 0,3 4 0 0 0,19 17 269 0 0,38 29 0 0 0,-28-24-73 0 0,-31-26-191 0 0,0 1 0 0 0,-1-1 0 0 0,1 0 0 0 0,0 1 0 0 0,-1-1 0 0 0,0 1 0 0 0,1 0 0 0 0,-1-1 0 0 0,0 1 0 0 0,0 0 0 0 0,0 0 1 0 0,0 0-1 0 0,0 0 0 0 0,1 2 0 0 0,-1-1 6 0 0,0-1-1 0 0,0 1 1 0 0,0-1 0 0 0,0 0 0 0 0,0 1-1 0 0,1-1 1 0 0,-1 0 0 0 0,1 0 0 0 0,-1 0 0 0 0,5 4-1 0 0,26 31 276 0 0,-10-10 36 0 0,21 38 0 0 0,-35-51-194 0 0,0 1 0 0 0,19 25 0 0 0,-20-31-112 0 0,11 16 124 0 0,-1 9-13 0 0,42 93 415 0 0,-59-125-541 0 0,1 0 0 0 0,0 1 0 0 0,0-1 0 0 0,0 0 0 0 0,0 0 0 0 0,0 0 0 0 0,0 0 0 0 0,0 0 0 0 0,1 0 0 0 0,-1 0 0 0 0,3 1 0 0 0,14 25 124 0 0,5 15 55 0 0,35 56 328 0 0,-52-91-424 0 0,-4-6-83 0 0,-1-1 0 0 0,0 1 0 0 0,1 0 0 0 0,-1 0 0 0 0,0-1 0 0 0,0 1 0 0 0,0 0 0 0 0,0 0 0 0 0,-1 0 0 0 0,2 3 0 0 0,3 12 178 0 0,22 42 350 0 0,-10-36-269 0 0,0-1 0 0 0,21 47 248 0 0,29 45-74 0 0,-59-102-414 0 0,3 3 36 0 0,-1 0 0 0 0,-1 0 1 0 0,0 1-1 0 0,0 1 0 0 0,6 21 1 0 0,3 11 137 0 0,-11-29-39 0 0,0-1 0 0 0,-1 1 0 0 0,5 39 0 0 0,6 35 468 0 0,-11-70-464 0 0,-1 0 1 0 0,-2 0-1 0 0,1 27 0 0 0,11 298 1159 0 0,-13-246-1112 0 0,-3-64-79 0 0,6 58 1 0 0,9 27 106 0 0,-8-57-20 0 0,22 101 1 0 0,-19-121-107 0 0,-2 0 0 0 0,1 49-1 0 0,-2-21-12 0 0,-1 115 126 0 0,-1-23-68 0 0,1-115-112 0 0,-1-22-13 0 0,-2 1-1 0 0,-1-1 0 0 0,-5 44 0 0 0,0-27 31 0 0,2 61 0 0 0,-2 31 44 0 0,-5-21-4 0 0,4-48-36 0 0,-15 75 0 0 0,-5-11 10 0 0,12-51 14 0 0,-48 154 0 0 0,-104 193 216 0 0,21-136-110 0 0,46-104-52 0 0,-18 35 69 0 0,-198 288 0 0 0,251-415-177 0 0,17-25-6 0 0,-62 74 0 0 0,13-32-30 0 0,-121 137 4 0 0,134-159-15 0 0,-31 31-5 0 0,78-90 4 0 0,-204 211-44 0 0,202-204 38 0 0,-2-2 0 0 0,-46 34 0 0 0,-92 59 22 0 0,86-66 16 0 0,-46 50 77 0 0,0-15 2 0 0,-175 142 415 0 0,79-44 136 0 0,120-118-445 0 0,58-44-141 0 0,-28 17 1 0 0,-133 64-1 0 0,34-13-230 0 0,46-45-153 0 0,20-11 169 0 0,74-28 51 0 0,2 1 0 0 0,-55 40-1 0 0,-91 80-136 0 0,152-118 231 0 0,16-12 102 0 0,1 1 1 0 0,0 0-1 0 0,1 2 1 0 0,-15 16-1 0 0,22-25-167 0 0,8-9-154 0 0,5-8 22 0 0,-4 11 226 0 0,47-76-196 0 0,30-54-9 0 0,-17 25 14 0 0,-37 63 141 0 0,31-41 1 0 0,16-28-6 0 0,-32 60 17 0 0,-17 21 0 0 0,10-13 0 0 0,-27 38 8 0 0,0 0 0 0 0,-3-1 0 0 0,-1 2-3 0 0,0 5-8 0 0,0 4 11 0 0,0 0 0 0 0,-1 1-1 0 0,0-1 1 0 0,0 0 0 0 0,0 0 0 0 0,-1 0-1 0 0,1 0 1 0 0,-1 0 0 0 0,-5 8 0 0 0,-2 7-2 0 0,-32 79-32 0 0,-4-3-1 0 0,-86 133 0 0 0,-32 44-197 0 0,130-230 128 0 0,32-43 104 0 0,1 0-1 0 0,0 0 0 0 0,0 0 1 0 0,0 0-1 0 0,0 0 1 0 0,0 0-1 0 0,0-1 1 0 0,0 1-1 0 0,0 0 0 0 0,0 0 1 0 0,0 0-1 0 0,0 0 1 0 0,0 0-1 0 0,-1 0 1 0 0,1 0-1 0 0,0 0 0 0 0,0 0 1 0 0,0 0-1 0 0,0 0 1 0 0,0 0-1 0 0,0 0 0 0 0,0 0 1 0 0,0 0-1 0 0,0 0 1 0 0,0 0-1 0 0,0 0 1 0 0,0 1-1 0 0,-1-1 0 0 0,1 0 1 0 0,0 0-1 0 0,0 0 1 0 0,0 0-1 0 0,0 0 1 0 0,0 0-1 0 0,0 0 0 0 0,0 0 1 0 0,0 0-1 0 0,0 0 1 0 0,0 0-1 0 0,0 0 1 0 0,0 0-1 0 0,0 0 0 0 0,0 0 1 0 0,0 0-1 0 0,0 1 1 0 0,0-1-1 0 0,0 0 0 0 0,0 0 1 0 0,5-15-26 0 0,0 6 26 0 0,4-2 0 0 0,-2 3 0 0 0,0 0 0 0 0,1 0 0 0 0,-1 0 0 0 0,2 1 0 0 0,-1 1 0 0 0,1-1 0 0 0,0 1 0 0 0,0 1 0 0 0,1-1 0 0 0,10-3 0 0 0,11-6 0 0 0,54-30 37 0 0,1 4 1 0 0,174-56 0 0 0,-215 85 118 0 0,0 3-1 0 0,1 1 1 0 0,0 3 0 0 0,91 0 0 0 0,-34 5 22 0 0,-93 0-175 0 0,0 0 2 0 0,-3 0-4 0 0,1 1-5 0 0,7 7 1 0 0,-4-3-27 0 0,16 5-76 0 0,-26-10 82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7T04:50:01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7 96 0 0,'-2'1'0'0'0,"0"0"0"0"0,-1 2 0 0 0,-2 0 0 0 0,-3 3 0 0 0,4-1 0 0 0,4-4 2 0 0,0-1-1 0 0,0 0 1 0 0,0 0 0 0 0,0 0-1 0 0,0 1 1 0 0,0-1 0 0 0,0 0-1 0 0,0 0 1 0 0,1 1 0 0 0,-1-1-1 0 0,0 0 1 0 0,0 0 0 0 0,0 0-1 0 0,0 1 1 0 0,0-1-1 0 0,0 0 1 0 0,1 0 0 0 0,-1 0-1 0 0,0 1 1 0 0,0-1 0 0 0,0 0-1 0 0,1 0 1 0 0,-1 0 0 0 0,0 0-1 0 0,0 0 1 0 0,0 0 0 0 0,1 1-1 0 0,-1-1 1 0 0,0 0 0 0 0,0 0-1 0 0,0 0 1 0 0,1 0 0 0 0,-1 0-1 0 0,0 0 1 0 0,0 0 0 0 0,1 0-1 0 0,-1 0 1 0 0,0 0 0 0 0,0 0-1 0 0,1 0 1 0 0,-1 0 0 0 0,7 2 65 0 0,-4 3 7 0 0,1-1-1 0 0,0-1 0 0 0,0 1 0 0 0,0-1 0 0 0,0 1 1 0 0,0-1-1 0 0,1 0 0 0 0,0 0 0 0 0,-1-1 1 0 0,10 4-1 0 0,55 20 948 0 0,-60-23-930 0 0,7 1 131 0 0,1-1 1 0 0,28 3-1 0 0,-9-2 73 0 0,181 28 1824 0 0,-175-27-1584 0 0,54 3 715 0 0,234-1 893 0 0,-276-6-1746 0 0,36 0-77 0 0,0-3 1 0 0,162-26-1 0 0,-186 15-161 0 0,-9 2 134 0 0,60-20 1 0 0,-18 6 29 0 0,-18 6-53 0 0,-54 13-131 0 0,0 1-1 0 0,31-2 1 0 0,23-4 178 0 0,-28 3-31 0 0,0 3 1 0 0,91 2-1 0 0,-99 4-137 0 0,-6 6 8 0 0,-34-5-123 0 0,1-1 0 0 0,0 1-1 0 0,0-1 1 0 0,0 0 0 0 0,9 0 0 0 0,35-1 133 0 0,-44 2-142 0 0,-6-1-23 0 0,0-1-1 0 0,0 1 1 0 0,1-1-1 0 0,-1 1 0 0 0,0-1 1 0 0,0 1-1 0 0,1-1 0 0 0,-1 0 1 0 0,0 1-1 0 0,1-1 0 0 0,-1 1 1 0 0,1-1-1 0 0,-1 0 1 0 0,0 1-1 0 0,1-1 0 0 0,-1 0 1 0 0,1 0-1 0 0,-1 1 0 0 0,1-1 1 0 0,-1 0-1 0 0,1 0 1 0 0,-1 0-1 0 0,1 0 0 0 0,-1 0 1 0 0,1 1-1 0 0,-1-1 0 0 0,1 0 1 0 0,-1 0-1 0 0,1 0 0 0 0,0 0 1 0 0,-1-1-1 0 0,1 1 1 0 0,0 0-1 0 0,6 1 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7T04:50:06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1580 1 96 0 0,'-5'0'0'0'0,"-9"0"0"0"0,2 0 0 0 0,12 0 0 0 0,-21 1 212 0 0,18 10 82 0 0,3-7-272 0 0,-16 16 563 0 0,13-15-453 0 0,-1 0-1 0 0,0 0 1 0 0,-1-1 0 0 0,1 1-1 0 0,-10 6 1 0 0,9-8-52 0 0,0 1 1 0 0,1 1-1 0 0,-1-1 0 0 0,1 0 1 0 0,0 1-1 0 0,1 0 1 0 0,-5 7-1 0 0,-20 22 487 0 0,14-21-115 0 0,-24 28 0 0 0,21-21-34 0 0,-1 0 0 0 0,-26 21 0 0 0,7-9-9 0 0,16-10-57 0 0,2 1-1 0 0,-18 26 1 0 0,-16 22 353 0 0,47-63-677 0 0,-78 112 1046 0 0,77-109-983 0 0,-47 92 764 0 0,42-72-599 0 0,-1-7-23 0 0,-8 16 79 0 0,-147 288 1175 0 0,133-259-1293 0 0,22-44-92 0 0,-18 45 0 0 0,-38 101 208 0 0,43-112-242 0 0,-23 71-6 0 0,-7 16-52 0 0,8-24-6 0 0,-18 37 17 0 0,66-159-21 0 0,-113 252 87 0 0,51-61 34 0 0,39-123-53 0 0,3 0 1 0 0,-16 106-1 0 0,29-145-38 0 0,-13 39 1 0 0,13-46-14 0 0,0 1 1 0 0,1 1-1 0 0,-4 33 1 0 0,7 37 64 0 0,-3 25 52 0 0,-9-35-56 0 0,-2 27 52 0 0,17-87-75 0 0,4 48-1 0 0,-1-50-27 0 0,-2 0-1 0 0,0-1 0 0 0,-3 25 1 0 0,-2 60 71 0 0,5-47-34 0 0,12 87-1 0 0,-1-23 25 0 0,-6-63-52 0 0,-3-39-19 0 0,0 1-1 0 0,-2-1 0 0 0,-2 24 0 0 0,0-26 15 0 0,2 0 0 0 0,0 0-1 0 0,4 22 1 0 0,-3-26-3 0 0,0-1 1 0 0,0 1-1 0 0,-2-1 0 0 0,0 1 1 0 0,0 0-1 0 0,-5 22 1 0 0,1-10 56 0 0,1 1 0 0 0,1-1 1 0 0,1 1-1 0 0,1-1 0 0 0,5 29 0 0 0,-1 18 85 0 0,10 154 67 0 0,-13-221-235 0 0,-1 6-1 0 0,1-1 0 0 0,1 0 1 0 0,0 1-1 0 0,1-1 0 0 0,0 0 0 0 0,0 0 0 0 0,2-1 0 0 0,-1 1 1 0 0,2-1-1 0 0,-1 0 0 0 0,11 15 0 0 0,9 26-25 0 0,-19-42 12 0 0,0 1-1 0 0,-1 0 0 0 0,4 14 1 0 0,11 23-23 0 0,85 165 56 0 0,-89-172-17 0 0,20 37 2 0 0,-16-44-6 0 0,-9-17 0 0 0,-2-1 0 0 0,0 2 0 0 0,13 34 0 0 0,-14-30 0 0 0,1-1 0 0 0,22 38 0 0 0,0 0 0 0 0,-21-37 0 0 0,42 71 8 0 0,-48-84-3 0 0,0-1 10 0 0,0 1 0 0 0,1-1 0 0 0,0 1 0 0 0,8 7 0 0 0,-9-11-9 0 0,2 0-3 0 0,-1 1 2 0 0,5 5 63 0 0,0-1-1 0 0,1 0 1 0 0,0-1-1 0 0,1 0 1 0 0,0-1 0 0 0,1 0-1 0 0,-1-1 1 0 0,18 7-1 0 0,-25-11-51 0 0,41 17 231 0 0,77 24 0 0 0,-19-9 102 0 0,37 17-239 0 0,-116-43-113 0 0,2-2 0 0 0,-1-1 1 0 0,40 4-1 0 0,2 2-2 0 0,-37-8 9 0 0,0 0 0 0 0,38-2-1 0 0,17 2 0 0 0,55 6-57 0 0,-97-7 17 0 0,0-2-1 0 0,58-6 1 0 0,17-1 36 0 0,-71 4-2 0 0,-1-3 0 0 0,56-12 0 0 0,54-6-3 0 0,-112 18-5 0 0,62-16-1 0 0,12-1-5 0 0,-79 17 50 0 0,0 2-1 0 0,-1 2 0 0 0,45 4 1 0 0,-24 1 16 0 0,63-5-1 0 0,7 0 200 0 0,-94 2-144 0 0,-10-1 34 0 0,0 2 1 0 0,37 6-1 0 0,-42-5-29 0 0,0-1 0 0 0,37-1 0 0 0,-37-1-110 0 0,-1 0 1 0 0,0 2 0 0 0,24 4-1 0 0,62 7-676 0 0,-96-11 589 0 0,55-4 22 0 0,-54 2 68 0 0,-1 0 6 0 0,0 0 4 0 0,0 0-8 0 0,0 0 1 0 0,-1 0-4 0 0,2 0-1 0 0,-1 0 0 0 0,4 0 0 0 0,1 0 0 0 0,-3 0 0 0 0,-2 0 0 0 0,0 0 0 0 0,0 0 0 0 0,0 0 0 0 0,29 0-30 0 0,-20-3-8 0 0,-18 3 35 0 0,-1 0 1 0 0,0 0 0 0 0,1 0-1 0 0,-1-1 1 0 0,0 1-1 0 0,0 0 1 0 0,0 0 0 0 0,1 0-1 0 0,-1-1 1 0 0,0 1 0 0 0,0 0-1 0 0,0 0 1 0 0,1-1 0 0 0,-1 1-1 0 0,0 0 1 0 0,0 0 0 0 0,0-1-1 0 0,0 1 1 0 0,0 0-1 0 0,0-1 1 0 0,0 1 0 0 0,0 0-1 0 0,0 0 1 0 0,0-1 0 0 0,0 1-1 0 0,0 0 1 0 0,0-1 0 0 0,0 1-1 0 0,0 0 1 0 0,0-1-1 0 0,-18-23-113 0 0,13 17 117 0 0,-3 1-11 0 0,1-1 0 0 0,-1 1 1 0 0,-1 0-1 0 0,1 0 0 0 0,-1 1 0 0 0,-17-7 0 0 0,4 1 0 0 0,-75-31 71 0 0,68 31-28 0 0,1-1 0 0 0,-32-18 0 0 0,-2-18 329 0 0,22 16-2 0 0,29 23-284 0 0,5 3-37 0 0,10 8-26 0 0,52 41-80 0 0,49 33-266 0 0,123 77-78 0 0,-199-127 270 0 0,-27-24 133 0 0,2 4 6 0 0,0-1 2 0 0,9 6 52 0 0,-12-10-34 0 0,0 0 0 0 0,0-1-1 0 0,1 1 1 0 0,-1 0 0 0 0,-1 0-1 0 0,1 0 1 0 0,0 0 0 0 0,0 0-1 0 0,0 1 1 0 0,0-1 0 0 0,-1 0 0 0 0,1 0-1 0 0,-1 0 1 0 0,1 2 0 0 0,2 45 152 0 0,-3-39-170 0 0,-2 2 0 0 0,1-8 0 0 0,1-1 0 0 0,-1 0 0 0 0,0 1 0 0 0,0-1 0 0 0,0 0 0 0 0,0 0 0 0 0,0 0 0 0 0,-1 0 0 0 0,1 0 0 0 0,-1 0 0 0 0,1 0 0 0 0,-1 0 0 0 0,0 0 0 0 0,1 0 0 0 0,-1-1 0 0 0,0 1 0 0 0,-4 1 0 0 0,-2 2 0 0 0,-17 15 0 0 0,-1-2 0 0 0,-57 29 0 0 0,12-7 0 0 0,-44 16-73 0 0,99-42-80 0 0,15-14 144 0 0,1 1 0 0 0,-1 0-1 0 0,1 0 1 0 0,-1-1 0 0 0,1 1 0 0 0,-1 0 0 0 0,0-1-1 0 0,0 1 1 0 0,1 0 0 0 0,-1-1 0 0 0,0 1-1 0 0,0-1 1 0 0,1 1 0 0 0,-1-1 0 0 0,0 0-1 0 0,0 1 1 0 0,0-1 0 0 0,0 0 0 0 0,0 0 0 0 0,0 0-1 0 0,0 1 1 0 0,-1-1 0 0 0,1 0-17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כ"ג/טבת/תשפ"ד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guide/topics/media/camera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ustomXml" Target="../ink/ink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דברים שימושיים ביותר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במיוחד בתקופת רשתות חברתיות.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בכלים האלה מתאים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להרבה סוגים של אפליקציות.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5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מבחינת תכנות הוא דורש שימוש בהרבה קוד,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ביחד עם הוא משאיר די הרבה מקום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ליצירתיות של תלמיד.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קיימות גם לא מעט ספריות חיצוניות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שימוש במצלמה וגלריה,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עדיף שחלק מרכזי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ייכתב על ידי תלמיד עצמו.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119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חלק חשוב התחום זה הוא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בחירת צורה ומיקום לשמירת תמונות ווידאו.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"מוצרים" האלה הם בנפח של כמה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כל אחד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וחשוב לבחור נכון גם דרך שמירה/הצגה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איפה לשמור.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04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הכי פשוט גם מבחינת הקוד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מ"חופש שימוש" – לשמור אותם 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DB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הבעיה היא שקובץ של בסיס נתונים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ברוב המקרים נמצא בזיכרון פנימי ותמונות בו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מיד גורמות להגדלת נפח הקובץ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(עד גודל לא סביר)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63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2093811"/>
            <a:ext cx="10855236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מקום מתאים הרבה יותר: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זיכרון חיצוני (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extended storage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הבעיה: שם כל קובץ עקרוני פתוח לשימוש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כל אפליקציות המותקנות במכשיר.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982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1720185"/>
            <a:ext cx="10855236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בהרבה פרויקטים יש מקום לשקול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אפשרות שמירת נתונים במקום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מחוץ למכשיר (אינטרנט).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הבעיה: לא רק קוד נוסף (לא קטן ולא פשוט),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אלא גם תלות בחיבור יציב לאינטרנט.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64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A0689E0C-F171-10FE-7DF7-F472ECCD0DEA}"/>
              </a:ext>
            </a:extLst>
          </p:cNvPr>
          <p:cNvSpPr/>
          <p:nvPr/>
        </p:nvSpPr>
        <p:spPr>
          <a:xfrm>
            <a:off x="966651" y="1765553"/>
            <a:ext cx="10855236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לקבל תמונה עושים שימוש באפליקציות צילום הקיימות במכשיר (יש תמיד לפחות אחת!).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לכן חובה להשתמש ב-</a:t>
            </a:r>
            <a:r>
              <a:rPr lang="en-US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לא מכוון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הכולל קבלת תוצאה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מאפליקציית צילום חיצונית</a:t>
            </a:r>
          </a:p>
        </p:txBody>
      </p:sp>
    </p:spTree>
    <p:extLst>
      <p:ext uri="{BB962C8B-B14F-4D97-AF65-F5344CB8AC3E}">
        <p14:creationId xmlns:p14="http://schemas.microsoft.com/office/powerpoint/2010/main" val="1128300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4627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בגלל ששימוש במצלמה מבחינה המשפטית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קשור ללא מעט נושאים בעייתיים,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לזה גם השפעה על תכנות: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שימוש במצלמה דורש שימוש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ב"אישורים" (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permission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בקובץ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בקבצים בהן מתבצע שימוש במצלמה.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611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א: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קובץ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91BBA-B817-A325-5D49-8A63FD09B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520" y="2075124"/>
            <a:ext cx="9986724" cy="1149857"/>
          </a:xfrm>
          <a:prstGeom prst="rect">
            <a:avLst/>
          </a:prstGeom>
        </p:spPr>
      </p:pic>
      <p:sp>
        <p:nvSpPr>
          <p:cNvPr id="6" name="מלבן 8">
            <a:extLst>
              <a:ext uri="{FF2B5EF4-FFF2-40B4-BE49-F238E27FC236}">
                <a16:creationId xmlns:a16="http://schemas.microsoft.com/office/drawing/2014/main" id="{D5E66309-C232-7027-12CB-915F50691F25}"/>
              </a:ext>
            </a:extLst>
          </p:cNvPr>
          <p:cNvSpPr/>
          <p:nvPr/>
        </p:nvSpPr>
        <p:spPr>
          <a:xfrm>
            <a:off x="961590" y="4233840"/>
            <a:ext cx="10855236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קחו בחשבון: בגרסאות אחרונות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הרבה, המון, "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הרבמון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</a:p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שינויים...</a:t>
            </a:r>
            <a:endParaRPr lang="en-US" sz="4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C7F7B7-EF5B-0838-CC3B-5A26181BC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4" y="74385"/>
            <a:ext cx="1905266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אני ממש, אבל ממש ממליץ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תמיד לקרוא הסברים "רשמיים"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באתר מפתחי מערכת אנדרואיד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FC19F980-0929-FBFC-ECD4-C9C2E9F53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961" y="4214702"/>
            <a:ext cx="2778077" cy="79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53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ב: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בקובץ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 אקטיביטי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D5E66309-C232-7027-12CB-915F50691F25}"/>
              </a:ext>
            </a:extLst>
          </p:cNvPr>
          <p:cNvSpPr/>
          <p:nvPr/>
        </p:nvSpPr>
        <p:spPr>
          <a:xfrm>
            <a:off x="961590" y="4233840"/>
            <a:ext cx="1085523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החלטה סופית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היא של משתמש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C7F7B7-EF5B-0838-CC3B-5A26181BC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4" y="74385"/>
            <a:ext cx="1905266" cy="126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3166EB-6311-6203-35C5-F378C38D2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7082" y="2842954"/>
            <a:ext cx="9358117" cy="130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05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ג: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בקובץ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בתיקיה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xml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אותה יש להוסיף!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C7F7B7-EF5B-0838-CC3B-5A26181BC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4" y="74385"/>
            <a:ext cx="1905266" cy="1267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0C50F6-ED53-5635-CEE8-6A46379FC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28" y="1943832"/>
            <a:ext cx="3029201" cy="2702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4C12DFA-5D29-0F5F-C499-5B942CDB35C7}"/>
                  </a:ext>
                </a:extLst>
              </p14:cNvPr>
              <p14:cNvContentPartPr/>
              <p14:nvPr/>
            </p14:nvContentPartPr>
            <p14:xfrm>
              <a:off x="331657" y="3538293"/>
              <a:ext cx="1134360" cy="384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4C12DFA-5D29-0F5F-C499-5B942CDB35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2657" y="3529301"/>
                <a:ext cx="1152000" cy="4021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0FC8B7D-9E6C-9F61-5E3C-F08E4251D3CE}"/>
                  </a:ext>
                </a:extLst>
              </p14:cNvPr>
              <p14:cNvContentPartPr/>
              <p14:nvPr/>
            </p14:nvContentPartPr>
            <p14:xfrm>
              <a:off x="625084" y="4333846"/>
              <a:ext cx="1450440" cy="465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0FC8B7D-9E6C-9F61-5E3C-F08E4251D3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6084" y="4324846"/>
                <a:ext cx="1468080" cy="48276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3D4B0C3A-AE51-7784-F0E3-AC6602CB0D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59" y="3462990"/>
            <a:ext cx="8383587" cy="1580957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980699A9-4BB2-36A7-95E2-568E85C1D22B}"/>
              </a:ext>
            </a:extLst>
          </p:cNvPr>
          <p:cNvSpPr/>
          <p:nvPr/>
        </p:nvSpPr>
        <p:spPr>
          <a:xfrm>
            <a:off x="1985020" y="4404852"/>
            <a:ext cx="1879057" cy="2409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50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251587" y="1248236"/>
            <a:ext cx="950248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ד: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חוזרים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לבקובץ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ורושמים שם הגדרות של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fileprovider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C7F7B7-EF5B-0838-CC3B-5A26181BC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4" y="74385"/>
            <a:ext cx="1905266" cy="1267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FEB12-6156-2F67-A0BA-1BCF750EB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143" y="3012021"/>
            <a:ext cx="8446715" cy="271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3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A85A9EC4-6DE8-C2A2-2B0F-E165F9021BEC}"/>
              </a:ext>
            </a:extLst>
          </p:cNvPr>
          <p:cNvSpPr/>
          <p:nvPr/>
        </p:nvSpPr>
        <p:spPr>
          <a:xfrm>
            <a:off x="961590" y="1016317"/>
            <a:ext cx="10855236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מנת לקבל תמונה עושים שימוש באפליקציות צילום הקיימות במכשיר (יש תמיד לפחות אחת!).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עושים שימוש ולא בונים אותן!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לכן חובה להשתמש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לא מכוון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הכולל קבלת תוצאה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מאפליקציית צילום חיצונית</a:t>
            </a:r>
            <a:endParaRPr lang="he-IL" sz="7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5474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כאן שוב אנחנו רואים שינויים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בשפת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אשר קשורים לפיתוח מערכת עצמה: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פעולה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startActivityForResult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מחשבת למיושנת...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2D5FD-B27F-3BA3-14E0-1B5E0BD3A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933" y="3739263"/>
            <a:ext cx="6729043" cy="1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59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6380C0DD-CC4F-40A2-B986-CD85B701CCC6}"/>
              </a:ext>
            </a:extLst>
          </p:cNvPr>
          <p:cNvSpPr/>
          <p:nvPr/>
        </p:nvSpPr>
        <p:spPr>
          <a:xfrm>
            <a:off x="966651" y="1765553"/>
            <a:ext cx="1085523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חובה להוסיף פעולה מיוחדת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לקבלת תוצאת ההפעלה מאפליקציה חיצונית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המפעילה את המצלמה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תמונה 5">
            <a:extLst>
              <a:ext uri="{FF2B5EF4-FFF2-40B4-BE49-F238E27FC236}">
                <a16:creationId xmlns:a16="http://schemas.microsoft.com/office/drawing/2014/main" id="{2BBDC785-E402-DBE2-A473-5DB671AC6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5" y="4453121"/>
            <a:ext cx="96202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70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6380C0DD-CC4F-40A2-B986-CD85B701CCC6}"/>
              </a:ext>
            </a:extLst>
          </p:cNvPr>
          <p:cNvSpPr/>
          <p:nvPr/>
        </p:nvSpPr>
        <p:spPr>
          <a:xfrm>
            <a:off x="961590" y="1016317"/>
            <a:ext cx="10855236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לשמור תמונה בזיכרון חיצוני,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להכין מידע על מיקום קובץ התמונה שם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על שם הקובץ.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בגלל שזה דורש מספר שורות קוד,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מומלץ לבצע זאת בפעולה נפרדת</a:t>
            </a:r>
          </a:p>
        </p:txBody>
      </p:sp>
    </p:spTree>
    <p:extLst>
      <p:ext uri="{BB962C8B-B14F-4D97-AF65-F5344CB8AC3E}">
        <p14:creationId xmlns:p14="http://schemas.microsoft.com/office/powerpoint/2010/main" val="3404107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6380C0DD-CC4F-40A2-B986-CD85B701CCC6}"/>
              </a:ext>
            </a:extLst>
          </p:cNvPr>
          <p:cNvSpPr/>
          <p:nvPr/>
        </p:nvSpPr>
        <p:spPr>
          <a:xfrm>
            <a:off x="5515896" y="502530"/>
            <a:ext cx="583881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זימון לפעולה ופעולה עצמה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94605-1171-3131-1C64-7A0E0D68F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987" y="1016317"/>
            <a:ext cx="7818484" cy="13335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BF9B2B-AD7B-79A2-5517-D51F33D6D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165" y="2658274"/>
            <a:ext cx="7475868" cy="4153260"/>
          </a:xfrm>
          <a:prstGeom prst="rect">
            <a:avLst/>
          </a:prstGeom>
        </p:spPr>
      </p:pic>
      <p:sp>
        <p:nvSpPr>
          <p:cNvPr id="9" name="Arrow: Bent 8">
            <a:extLst>
              <a:ext uri="{FF2B5EF4-FFF2-40B4-BE49-F238E27FC236}">
                <a16:creationId xmlns:a16="http://schemas.microsoft.com/office/drawing/2014/main" id="{292AEA2C-7529-84F8-DD41-368EF467F5F3}"/>
              </a:ext>
            </a:extLst>
          </p:cNvPr>
          <p:cNvSpPr/>
          <p:nvPr/>
        </p:nvSpPr>
        <p:spPr>
          <a:xfrm rot="5400000">
            <a:off x="5314769" y="-1076250"/>
            <a:ext cx="1333528" cy="6029971"/>
          </a:xfrm>
          <a:prstGeom prst="bentArrow">
            <a:avLst>
              <a:gd name="adj1" fmla="val 11069"/>
              <a:gd name="adj2" fmla="val 29527"/>
              <a:gd name="adj3" fmla="val 2430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395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6380C0DD-CC4F-40A2-B986-CD85B701CCC6}"/>
              </a:ext>
            </a:extLst>
          </p:cNvPr>
          <p:cNvSpPr/>
          <p:nvPr/>
        </p:nvSpPr>
        <p:spPr>
          <a:xfrm>
            <a:off x="961590" y="1016317"/>
            <a:ext cx="10855236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מידע על מיקום ושם של קובץ התמונה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מכניסים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"מרומז", אותו שולחים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לאפליקציית צילום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(אפליקציה המפעילה בפועל את המצלמה)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6E9321-C42E-1E30-3A79-5BEA98C16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591" y="3429000"/>
            <a:ext cx="7445385" cy="33607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7FF832-6A47-AE39-969A-7855C536B51C}"/>
                  </a:ext>
                </a:extLst>
              </p14:cNvPr>
              <p14:cNvContentPartPr/>
              <p14:nvPr/>
            </p14:nvContentPartPr>
            <p14:xfrm>
              <a:off x="3391177" y="5221061"/>
              <a:ext cx="6019200" cy="1390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7FF832-6A47-AE39-969A-7855C536B5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2177" y="5212061"/>
                <a:ext cx="6036840" cy="14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4861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6">
            <a:extLst>
              <a:ext uri="{FF2B5EF4-FFF2-40B4-BE49-F238E27FC236}">
                <a16:creationId xmlns:a16="http://schemas.microsoft.com/office/drawing/2014/main" id="{6380C0DD-CC4F-40A2-B986-CD85B701CCC6}"/>
              </a:ext>
            </a:extLst>
          </p:cNvPr>
          <p:cNvSpPr/>
          <p:nvPr/>
        </p:nvSpPr>
        <p:spPr>
          <a:xfrm>
            <a:off x="961590" y="1016317"/>
            <a:ext cx="1085523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צילום בוצע בהצלחה,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בפעולה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onActivityResult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מבצעים שמירת תמונה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בקובץ (בדוגמה: גם בזיכרון חיצוני וגם בזיכרון פנימי)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0B381A-8CBC-ED19-5CE7-07E81A87B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614" y="2859823"/>
            <a:ext cx="7790749" cy="36884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4225E59-56B3-11DB-B85B-847CEF611E6B}"/>
                  </a:ext>
                </a:extLst>
              </p14:cNvPr>
              <p14:cNvContentPartPr/>
              <p14:nvPr/>
            </p14:nvContentPartPr>
            <p14:xfrm>
              <a:off x="5075977" y="2649941"/>
              <a:ext cx="1096200" cy="37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4225E59-56B3-11DB-B85B-847CEF611E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7337" y="2641301"/>
                <a:ext cx="11138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F6165E-6B9E-B713-019E-221B099E2E7E}"/>
                  </a:ext>
                </a:extLst>
              </p14:cNvPr>
              <p14:cNvContentPartPr/>
              <p14:nvPr/>
            </p14:nvContentPartPr>
            <p14:xfrm>
              <a:off x="4826857" y="2785661"/>
              <a:ext cx="1671840" cy="3530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F6165E-6B9E-B713-019E-221B099E2E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18217" y="2777021"/>
                <a:ext cx="1689480" cy="35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B10955-0671-3450-4119-6707CED679DC}"/>
                  </a:ext>
                </a:extLst>
              </p14:cNvPr>
              <p14:cNvContentPartPr/>
              <p14:nvPr/>
            </p14:nvContentPartPr>
            <p14:xfrm>
              <a:off x="2287417" y="2690981"/>
              <a:ext cx="900720" cy="63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B10955-0671-3450-4119-6707CED679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78417" y="2681981"/>
                <a:ext cx="9183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5F4914-BB07-4759-773C-5157BB1C555A}"/>
                  </a:ext>
                </a:extLst>
              </p14:cNvPr>
              <p14:cNvContentPartPr/>
              <p14:nvPr/>
            </p14:nvContentPartPr>
            <p14:xfrm>
              <a:off x="1955497" y="2879261"/>
              <a:ext cx="1416240" cy="2432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5F4914-BB07-4759-773C-5157BB1C55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46857" y="2870621"/>
                <a:ext cx="1433880" cy="244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8678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261610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עבור גישה לאוסף תמונות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בזיכרון חיצוני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"מרומז" (לא מעבר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לאקטיביטי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יגרום להחזרת מידע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BABE01-A1D9-5601-9F46-11A8D3DA4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801" y="3864337"/>
            <a:ext cx="7655233" cy="261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01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016824" y="1602179"/>
            <a:ext cx="10855236" cy="2000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קבלת תמונה מגלריה לא דורש ממש הרבה קוד...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מידע על מיקום קובץ תמונה שבחרנו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נמצא 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40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המוחזר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6085724" y="0"/>
            <a:ext cx="394819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Camera+Gallery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A92D3-FC53-1C54-7FFB-3A250D352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971" y="4294559"/>
            <a:ext cx="6150964" cy="161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77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5692</TotalTime>
  <Words>585</Words>
  <Application>Microsoft Office PowerPoint</Application>
  <PresentationFormat>Widescreen</PresentationFormat>
  <Paragraphs>122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Assistant</vt:lpstr>
      <vt:lpstr>Gisha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499</cp:revision>
  <dcterms:created xsi:type="dcterms:W3CDTF">2019-01-05T16:01:25Z</dcterms:created>
  <dcterms:modified xsi:type="dcterms:W3CDTF">2024-01-04T13:13:35Z</dcterms:modified>
</cp:coreProperties>
</file>