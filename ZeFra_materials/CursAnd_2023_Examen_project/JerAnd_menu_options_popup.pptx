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68" r:id="rId3"/>
    <p:sldId id="365" r:id="rId4"/>
    <p:sldId id="366" r:id="rId5"/>
    <p:sldId id="367" r:id="rId6"/>
    <p:sldId id="385" r:id="rId7"/>
    <p:sldId id="386" r:id="rId8"/>
    <p:sldId id="387" r:id="rId9"/>
    <p:sldId id="368" r:id="rId10"/>
    <p:sldId id="369" r:id="rId11"/>
    <p:sldId id="370" r:id="rId12"/>
    <p:sldId id="371" r:id="rId13"/>
    <p:sldId id="372" r:id="rId14"/>
    <p:sldId id="373" r:id="rId15"/>
    <p:sldId id="388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90" r:id="rId25"/>
    <p:sldId id="38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2" name="מלבן 1"/>
          <p:cNvSpPr/>
          <p:nvPr/>
        </p:nvSpPr>
        <p:spPr>
          <a:xfrm>
            <a:off x="3715269" y="1418878"/>
            <a:ext cx="4381328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תפריטים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OptionsMenu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5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4023360" y="14684"/>
            <a:ext cx="423086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הערות כלליות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5159829" y="1765553"/>
            <a:ext cx="666205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היתרון הגדול של התפריטים:</a:t>
            </a:r>
          </a:p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הם לא צריכים מקום על המסך.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619794" y="3359222"/>
            <a:ext cx="756339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תפריט אפשר לצור בעזרת קובץ </a:t>
            </a:r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ובאופן פשוט להוסיפו לכל אקטיביטי.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4023360" y="5174958"/>
            <a:ext cx="7216007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סעיפים לתפריט ניתן להוסיף גם בעזרת פעולות דרך קובץ </a:t>
            </a:r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4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984171" y="125718"/>
            <a:ext cx="423086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2717074" y="1765553"/>
            <a:ext cx="9104813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 השימושי ביותר של התפריט הוא </a:t>
            </a:r>
          </a:p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"תפריט נשלף" ("תפריט המבורגר")</a:t>
            </a:r>
          </a:p>
          <a:p>
            <a:pPr rtl="1"/>
            <a:r>
              <a:rPr lang="en-US" sz="4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OptionsMenu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2155371" y="4759605"/>
            <a:ext cx="8672237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מופיע אחרי לחיצה על שלוש נקודות המופיעות בפינה עליונה ימינית של מכשיר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0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4188213" y="6885"/>
            <a:ext cx="423086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748" y="1135817"/>
            <a:ext cx="3148012" cy="5596465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89" y="1135817"/>
            <a:ext cx="3148012" cy="5596465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9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2974725" y="114684"/>
            <a:ext cx="55379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2405320" y="1374467"/>
            <a:ext cx="966651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(בתיקיית </a:t>
            </a:r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res</a:t>
            </a:r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תיקיית המערכת </a:t>
            </a:r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ובתוכה יוצרים קבצי תפריט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53" y="1972250"/>
            <a:ext cx="5313076" cy="4586024"/>
          </a:xfrm>
          <a:prstGeom prst="rect">
            <a:avLst/>
          </a:prstGeom>
        </p:spPr>
      </p:pic>
      <p:pic>
        <p:nvPicPr>
          <p:cNvPr id="10" name="תמונה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23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2974725" y="114684"/>
            <a:ext cx="55379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4" y="1138060"/>
            <a:ext cx="9824402" cy="2197396"/>
          </a:xfrm>
          <a:prstGeom prst="rect">
            <a:avLst/>
          </a:prstGeom>
        </p:spPr>
      </p:pic>
      <p:pic>
        <p:nvPicPr>
          <p:cNvPr id="10" name="תמונה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057" y="2841549"/>
            <a:ext cx="5132710" cy="3794382"/>
          </a:xfrm>
          <a:prstGeom prst="rect">
            <a:avLst/>
          </a:prstGeom>
        </p:spPr>
      </p:pic>
      <p:pic>
        <p:nvPicPr>
          <p:cNvPr id="11" name="תמונה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2974725" y="114684"/>
            <a:ext cx="55379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667" y="2269669"/>
            <a:ext cx="9273882" cy="2929347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49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2974725" y="114684"/>
            <a:ext cx="55379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03" y="1285466"/>
            <a:ext cx="9058820" cy="5297107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8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295" y="1989090"/>
            <a:ext cx="3787689" cy="4796176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2873048" y="61262"/>
            <a:ext cx="55379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xml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0" y="1273873"/>
            <a:ext cx="966651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בקובץ סעיפי התפריט (כותרת+</a:t>
            </a:r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id</a:t>
            </a:r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הסבר קווי 1 2"/>
          <p:cNvSpPr/>
          <p:nvPr/>
        </p:nvSpPr>
        <p:spPr>
          <a:xfrm flipH="1">
            <a:off x="1923945" y="2391046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80470"/>
              <a:gd name="adj4" fmla="val -149583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סעיף התפריט</a:t>
            </a:r>
          </a:p>
        </p:txBody>
      </p:sp>
      <p:sp>
        <p:nvSpPr>
          <p:cNvPr id="8" name="הסבר קווי 1 7"/>
          <p:cNvSpPr/>
          <p:nvPr/>
        </p:nvSpPr>
        <p:spPr>
          <a:xfrm flipH="1">
            <a:off x="1379009" y="3962759"/>
            <a:ext cx="2728578" cy="766950"/>
          </a:xfrm>
          <a:prstGeom prst="borderCallout1">
            <a:avLst>
              <a:gd name="adj1" fmla="val 52560"/>
              <a:gd name="adj2" fmla="val -833"/>
              <a:gd name="adj3" fmla="val 23526"/>
              <a:gd name="adj4" fmla="val -133958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מזהה הסעיף</a:t>
            </a:r>
          </a:p>
        </p:txBody>
      </p:sp>
      <p:sp>
        <p:nvSpPr>
          <p:cNvPr id="9" name="הסבר קווי 1 8"/>
          <p:cNvSpPr/>
          <p:nvPr/>
        </p:nvSpPr>
        <p:spPr>
          <a:xfrm flipH="1">
            <a:off x="3154194" y="5372449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-15623"/>
              <a:gd name="adj4" fmla="val -112083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כותרת הסעיף</a:t>
            </a:r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9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306210" y="191032"/>
            <a:ext cx="55379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java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2217760" y="1805693"/>
            <a:ext cx="7331775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לקובץ </a:t>
            </a:r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מוסיפים שתי פעולות:</a:t>
            </a:r>
          </a:p>
          <a:p>
            <a:pPr algn="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לתצוגה ("ניפוח") של קובץ התפריט הנבנה בקובץ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לתגובה על בחירת הסעיף</a:t>
            </a: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14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7" name="מלבן 6"/>
          <p:cNvSpPr/>
          <p:nvPr/>
        </p:nvSpPr>
        <p:spPr>
          <a:xfrm>
            <a:off x="2478642" y="1713437"/>
            <a:ext cx="733177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לתצוגה ("ניפוח") של קובץ התפריט הנבנה בקובץ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443" y="4026091"/>
            <a:ext cx="9687685" cy="1787856"/>
          </a:xfrm>
          <a:prstGeom prst="rect">
            <a:avLst/>
          </a:prstGeom>
        </p:spPr>
      </p:pic>
      <p:sp>
        <p:nvSpPr>
          <p:cNvPr id="6" name="מלבן 5"/>
          <p:cNvSpPr/>
          <p:nvPr/>
        </p:nvSpPr>
        <p:spPr>
          <a:xfrm>
            <a:off x="3306210" y="191032"/>
            <a:ext cx="55379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java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23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7" name="מלבן 6"/>
          <p:cNvSpPr/>
          <p:nvPr/>
        </p:nvSpPr>
        <p:spPr>
          <a:xfrm>
            <a:off x="1736969" y="1459936"/>
            <a:ext cx="733177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לתגובה על בחירת הסעיף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328" y="2728840"/>
            <a:ext cx="8982698" cy="2743911"/>
          </a:xfrm>
          <a:prstGeom prst="rect">
            <a:avLst/>
          </a:prstGeom>
        </p:spPr>
      </p:pic>
      <p:sp>
        <p:nvSpPr>
          <p:cNvPr id="6" name="מלבן 5"/>
          <p:cNvSpPr/>
          <p:nvPr/>
        </p:nvSpPr>
        <p:spPr>
          <a:xfrm>
            <a:off x="3306210" y="191032"/>
            <a:ext cx="55379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java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62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7" name="מלבן 6"/>
          <p:cNvSpPr/>
          <p:nvPr/>
        </p:nvSpPr>
        <p:spPr>
          <a:xfrm>
            <a:off x="900946" y="1055683"/>
            <a:ext cx="733177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לתגובה על בחירת הסעיף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390" y="2304410"/>
            <a:ext cx="3786620" cy="3755196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904" y="1920335"/>
            <a:ext cx="3787689" cy="4796176"/>
          </a:xfrm>
          <a:prstGeom prst="rect">
            <a:avLst/>
          </a:prstGeom>
        </p:spPr>
      </p:pic>
      <p:sp>
        <p:nvSpPr>
          <p:cNvPr id="6" name="הסבר חץ שמאלה-ימינה 5"/>
          <p:cNvSpPr/>
          <p:nvPr/>
        </p:nvSpPr>
        <p:spPr>
          <a:xfrm>
            <a:off x="5349922" y="3835022"/>
            <a:ext cx="1801505" cy="1255594"/>
          </a:xfrm>
          <a:prstGeom prst="left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/>
          <p:cNvSpPr/>
          <p:nvPr/>
        </p:nvSpPr>
        <p:spPr>
          <a:xfrm>
            <a:off x="4741817" y="191032"/>
            <a:ext cx="410232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01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7" name="מלבן 6"/>
          <p:cNvSpPr/>
          <p:nvPr/>
        </p:nvSpPr>
        <p:spPr>
          <a:xfrm>
            <a:off x="1524261" y="1462244"/>
            <a:ext cx="968367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להוסיף סעיפים לתפריט רק דרך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4741817" y="191032"/>
            <a:ext cx="410232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378" y="2284032"/>
            <a:ext cx="7829591" cy="2457785"/>
          </a:xfrm>
          <a:prstGeom prst="rect">
            <a:avLst/>
          </a:prstGeom>
        </p:spPr>
      </p:pic>
      <p:sp>
        <p:nvSpPr>
          <p:cNvPr id="13" name="הסבר קווי 1 12"/>
          <p:cNvSpPr/>
          <p:nvPr/>
        </p:nvSpPr>
        <p:spPr>
          <a:xfrm flipH="1">
            <a:off x="432440" y="5460818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-123917"/>
              <a:gd name="adj4" fmla="val -96940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של קבוצת הסעיפים</a:t>
            </a:r>
          </a:p>
        </p:txBody>
      </p:sp>
      <p:sp>
        <p:nvSpPr>
          <p:cNvPr id="14" name="הסבר קווי 1 13"/>
          <p:cNvSpPr/>
          <p:nvPr/>
        </p:nvSpPr>
        <p:spPr>
          <a:xfrm flipH="1">
            <a:off x="3554463" y="5844293"/>
            <a:ext cx="2183642" cy="766950"/>
          </a:xfrm>
          <a:prstGeom prst="borderCallout1">
            <a:avLst>
              <a:gd name="adj1" fmla="val -240"/>
              <a:gd name="adj2" fmla="val 50015"/>
              <a:gd name="adj3" fmla="val -164794"/>
              <a:gd name="adj4" fmla="val 1492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של סעיף</a:t>
            </a:r>
          </a:p>
        </p:txBody>
      </p:sp>
      <p:sp>
        <p:nvSpPr>
          <p:cNvPr id="15" name="הסבר קווי 1 14"/>
          <p:cNvSpPr/>
          <p:nvPr/>
        </p:nvSpPr>
        <p:spPr>
          <a:xfrm flipH="1">
            <a:off x="6366096" y="5844293"/>
            <a:ext cx="2183642" cy="766950"/>
          </a:xfrm>
          <a:prstGeom prst="borderCallout1">
            <a:avLst>
              <a:gd name="adj1" fmla="val -240"/>
              <a:gd name="adj2" fmla="val 50015"/>
              <a:gd name="adj3" fmla="val -166497"/>
              <a:gd name="adj4" fmla="val 112435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סדר מיקום של סעיף בתפריט</a:t>
            </a:r>
          </a:p>
        </p:txBody>
      </p:sp>
      <p:sp>
        <p:nvSpPr>
          <p:cNvPr id="16" name="הסבר קווי 1 15"/>
          <p:cNvSpPr/>
          <p:nvPr/>
        </p:nvSpPr>
        <p:spPr>
          <a:xfrm flipH="1">
            <a:off x="9334101" y="5622224"/>
            <a:ext cx="1455819" cy="713262"/>
          </a:xfrm>
          <a:prstGeom prst="borderCallout1">
            <a:avLst>
              <a:gd name="adj1" fmla="val -240"/>
              <a:gd name="adj2" fmla="val 50015"/>
              <a:gd name="adj3" fmla="val -144520"/>
              <a:gd name="adj4" fmla="val 11871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כותרת</a:t>
            </a:r>
          </a:p>
        </p:txBody>
      </p:sp>
    </p:spTree>
    <p:extLst>
      <p:ext uri="{BB962C8B-B14F-4D97-AF65-F5344CB8AC3E}">
        <p14:creationId xmlns:p14="http://schemas.microsoft.com/office/powerpoint/2010/main" val="1565012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21" y="3864847"/>
            <a:ext cx="7077287" cy="972330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7" name="מלבן 6"/>
          <p:cNvSpPr/>
          <p:nvPr/>
        </p:nvSpPr>
        <p:spPr>
          <a:xfrm>
            <a:off x="1524261" y="1462244"/>
            <a:ext cx="968367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להסתיר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סעיפים לתפריט רק דרך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4741817" y="191032"/>
            <a:ext cx="410232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נשלף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  <p:sp>
        <p:nvSpPr>
          <p:cNvPr id="13" name="הסבר קווי 1 12"/>
          <p:cNvSpPr/>
          <p:nvPr/>
        </p:nvSpPr>
        <p:spPr>
          <a:xfrm flipH="1">
            <a:off x="628382" y="2733456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158818"/>
              <a:gd name="adj4" fmla="val -129244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של סעיף להסתרה</a:t>
            </a:r>
          </a:p>
        </p:txBody>
      </p:sp>
      <p:sp>
        <p:nvSpPr>
          <p:cNvPr id="14" name="הסבר קווי 1 13"/>
          <p:cNvSpPr/>
          <p:nvPr/>
        </p:nvSpPr>
        <p:spPr>
          <a:xfrm flipH="1">
            <a:off x="6792979" y="5844293"/>
            <a:ext cx="2183642" cy="766950"/>
          </a:xfrm>
          <a:prstGeom prst="borderCallout1">
            <a:avLst>
              <a:gd name="adj1" fmla="val -240"/>
              <a:gd name="adj2" fmla="val 50015"/>
              <a:gd name="adj3" fmla="val -144355"/>
              <a:gd name="adj4" fmla="val 13875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הסתרת הסעיף</a:t>
            </a:r>
          </a:p>
        </p:txBody>
      </p:sp>
    </p:spTree>
    <p:extLst>
      <p:ext uri="{BB962C8B-B14F-4D97-AF65-F5344CB8AC3E}">
        <p14:creationId xmlns:p14="http://schemas.microsoft.com/office/powerpoint/2010/main" val="1585249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045029" y="2392840"/>
            <a:ext cx="10985862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אותו הכי פשוט לצור דרך הגדרת הסעיפים בקובץ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בתוך תיקיית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– בדיוק כמו שיוצרים קובץ עם סעיפים עבור "תפריט נשלף"</a:t>
            </a: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85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7" name="מלבן 6"/>
          <p:cNvSpPr/>
          <p:nvPr/>
        </p:nvSpPr>
        <p:spPr>
          <a:xfrm>
            <a:off x="937452" y="1586017"/>
            <a:ext cx="10985862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תפריט מסוג </a:t>
            </a:r>
            <a:r>
              <a:rPr lang="en-US" sz="4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PopupMenu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("צף", "קופץ", "עולה") </a:t>
            </a:r>
          </a:p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נוח לשימוש במקרה, </a:t>
            </a:r>
          </a:p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צריך לצור תפריט מיוחד הקשור ("מצורף") </a:t>
            </a:r>
            <a:r>
              <a:rPr lang="he-IL" sz="4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מסוימת בלבד</a:t>
            </a:r>
          </a:p>
          <a:p>
            <a:pPr lvl="1"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(כתוספת לתפריט "ראשי")</a:t>
            </a:r>
          </a:p>
        </p:txBody>
      </p:sp>
      <p:sp>
        <p:nvSpPr>
          <p:cNvPr id="6" name="מלבן 5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8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6" name="מלבן 5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9955" y="1223962"/>
            <a:ext cx="5832701" cy="520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8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6" name="מלבן 5"/>
          <p:cNvSpPr/>
          <p:nvPr/>
        </p:nvSpPr>
        <p:spPr>
          <a:xfrm>
            <a:off x="1045029" y="2392840"/>
            <a:ext cx="10985862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לבחור:</a:t>
            </a:r>
          </a:p>
          <a:p>
            <a:pPr marL="1200150" lvl="1" indent="-742950" algn="r" rtl="1">
              <a:buFont typeface="+mj-lt"/>
              <a:buAutoNum type="arabicPeriod"/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רכיב, שפעילות כלשהי עליו תגרום להופעתו של תפריט</a:t>
            </a:r>
          </a:p>
          <a:p>
            <a:pPr marL="1200150" lvl="1" indent="-742950" algn="r" rtl="1">
              <a:buFont typeface="+mj-lt"/>
              <a:buAutoNum type="arabicPeriod"/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שלידו צריך להופיע תפריט (ברוב המקרים זה אותו רכיב מסעיף 1)</a:t>
            </a:r>
          </a:p>
          <a:p>
            <a:pPr lvl="1" algn="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85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6" name="מלבן 5"/>
          <p:cNvSpPr/>
          <p:nvPr/>
        </p:nvSpPr>
        <p:spPr>
          <a:xfrm>
            <a:off x="1592931" y="1337223"/>
            <a:ext cx="10599069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להצגה משתמשים ב"מאזין",</a:t>
            </a:r>
          </a:p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אותו אפשר לצרף לכל אחד ממרכיבי אקטיביטי</a:t>
            </a:r>
          </a:p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 רק לרכיבים מסוימים.</a:t>
            </a:r>
          </a:p>
          <a:p>
            <a:pPr lvl="1"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lvl="1" algn="ctr" rtl="1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תהיה זהה</a:t>
            </a:r>
          </a:p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כל רכיבים אליהם יצרפו אותו</a:t>
            </a:r>
          </a:p>
        </p:txBody>
      </p:sp>
      <p:sp>
        <p:nvSpPr>
          <p:cNvPr id="7" name="מלבן 6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12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7" name="הסבר קווי 1 6"/>
          <p:cNvSpPr/>
          <p:nvPr/>
        </p:nvSpPr>
        <p:spPr>
          <a:xfrm flipH="1">
            <a:off x="1426453" y="1409897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255902"/>
              <a:gd name="adj4" fmla="val -33529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יוצרים עצם מסוג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PopupMenu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הסבר קווי 1 7"/>
          <p:cNvSpPr/>
          <p:nvPr/>
        </p:nvSpPr>
        <p:spPr>
          <a:xfrm flipH="1">
            <a:off x="7787439" y="5064996"/>
            <a:ext cx="2284023" cy="1124878"/>
          </a:xfrm>
          <a:prstGeom prst="borderCallout1">
            <a:avLst>
              <a:gd name="adj1" fmla="val 55966"/>
              <a:gd name="adj2" fmla="val 100265"/>
              <a:gd name="adj3" fmla="val -85439"/>
              <a:gd name="adj4" fmla="val 164250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"ממלאים" את העצם בסעיפים בעזרת קובץ</a:t>
            </a:r>
          </a:p>
        </p:txBody>
      </p:sp>
      <p:sp>
        <p:nvSpPr>
          <p:cNvPr id="9" name="הסבר קווי 1 8"/>
          <p:cNvSpPr/>
          <p:nvPr/>
        </p:nvSpPr>
        <p:spPr>
          <a:xfrm flipH="1">
            <a:off x="334632" y="5243960"/>
            <a:ext cx="2183642" cy="766950"/>
          </a:xfrm>
          <a:prstGeom prst="borderCallout1">
            <a:avLst>
              <a:gd name="adj1" fmla="val -1943"/>
              <a:gd name="adj2" fmla="val 48819"/>
              <a:gd name="adj3" fmla="val -103478"/>
              <a:gd name="adj4" fmla="val 13132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מציגים תפריט</a:t>
            </a:r>
          </a:p>
        </p:txBody>
      </p:sp>
      <p:sp>
        <p:nvSpPr>
          <p:cNvPr id="10" name="מלבן 9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1" name="תמונה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79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524" y="3127557"/>
            <a:ext cx="9487036" cy="1387656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7" name="הסבר קווי 1 6"/>
          <p:cNvSpPr/>
          <p:nvPr/>
        </p:nvSpPr>
        <p:spPr>
          <a:xfrm flipH="1">
            <a:off x="627017" y="1409897"/>
            <a:ext cx="3683726" cy="1202922"/>
          </a:xfrm>
          <a:prstGeom prst="borderCallout1">
            <a:avLst>
              <a:gd name="adj1" fmla="val 46713"/>
              <a:gd name="adj2" fmla="val -69"/>
              <a:gd name="adj3" fmla="val 172286"/>
              <a:gd name="adj4" fmla="val -18635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פעולת התגובה 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 method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הנוצרת אוטומטי ל"מאזין"</a:t>
            </a:r>
          </a:p>
        </p:txBody>
      </p:sp>
      <p:sp>
        <p:nvSpPr>
          <p:cNvPr id="8" name="הסבר קווי 1 7"/>
          <p:cNvSpPr/>
          <p:nvPr/>
        </p:nvSpPr>
        <p:spPr>
          <a:xfrm flipH="1">
            <a:off x="5052470" y="5134454"/>
            <a:ext cx="3211486" cy="1436163"/>
          </a:xfrm>
          <a:prstGeom prst="borderCallout1">
            <a:avLst>
              <a:gd name="adj1" fmla="val 55966"/>
              <a:gd name="adj2" fmla="val 100265"/>
              <a:gd name="adj3" fmla="val -60881"/>
              <a:gd name="adj4" fmla="val 11584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יוצרים ("מנפחים") תפריט על בסיס הסעיפים המוגדרים בקובץ מתאים מתיקיית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menu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הסבר קווי 1 8"/>
          <p:cNvSpPr/>
          <p:nvPr/>
        </p:nvSpPr>
        <p:spPr>
          <a:xfrm flipH="1">
            <a:off x="113459" y="4472945"/>
            <a:ext cx="2183642" cy="766950"/>
          </a:xfrm>
          <a:prstGeom prst="borderCallout1">
            <a:avLst>
              <a:gd name="adj1" fmla="val 59373"/>
              <a:gd name="adj2" fmla="val -833"/>
              <a:gd name="adj3" fmla="val -76226"/>
              <a:gd name="adj4" fmla="val -40109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יוצרים משתנה מסוג "תפריט צף"</a:t>
            </a:r>
          </a:p>
        </p:txBody>
      </p:sp>
      <p:cxnSp>
        <p:nvCxnSpPr>
          <p:cNvPr id="10" name="מחבר ישר 9"/>
          <p:cNvCxnSpPr>
            <a:stCxn id="8" idx="2"/>
          </p:cNvCxnSpPr>
          <p:nvPr/>
        </p:nvCxnSpPr>
        <p:spPr>
          <a:xfrm flipV="1">
            <a:off x="8263956" y="4297680"/>
            <a:ext cx="749415" cy="155485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הסבר קווי 1 10"/>
          <p:cNvSpPr/>
          <p:nvPr/>
        </p:nvSpPr>
        <p:spPr>
          <a:xfrm flipH="1">
            <a:off x="6921305" y="1426919"/>
            <a:ext cx="2335124" cy="1185899"/>
          </a:xfrm>
          <a:prstGeom prst="borderCallout1">
            <a:avLst>
              <a:gd name="adj1" fmla="val 47511"/>
              <a:gd name="adj2" fmla="val 372"/>
              <a:gd name="adj3" fmla="val 195942"/>
              <a:gd name="adj4" fmla="val -25978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מגדירים התפריט צריך להופיע ליד רכיב הזה</a:t>
            </a:r>
          </a:p>
        </p:txBody>
      </p:sp>
      <p:sp>
        <p:nvSpPr>
          <p:cNvPr id="12" name="מלבן 11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3" name="תמונה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17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11" name="מלבן 10"/>
          <p:cNvSpPr/>
          <p:nvPr/>
        </p:nvSpPr>
        <p:spPr>
          <a:xfrm>
            <a:off x="1592931" y="1337223"/>
            <a:ext cx="105990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לתפריט "מאזין" עבור בחירות הסעיפים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931" y="2724360"/>
            <a:ext cx="9694688" cy="2213399"/>
          </a:xfrm>
          <a:prstGeom prst="rect">
            <a:avLst/>
          </a:prstGeom>
        </p:spPr>
      </p:pic>
      <p:sp>
        <p:nvSpPr>
          <p:cNvPr id="12" name="מלבן 11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3" name="תמונה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56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11" name="מלבן 10"/>
          <p:cNvSpPr/>
          <p:nvPr/>
        </p:nvSpPr>
        <p:spPr>
          <a:xfrm>
            <a:off x="1592931" y="1337223"/>
            <a:ext cx="105990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רושמים פקודות עבור תגובות לבחירת הסעיפים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857" y="2407110"/>
            <a:ext cx="9694247" cy="3771622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04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6" name="מלבן 5"/>
          <p:cNvSpPr/>
          <p:nvPr/>
        </p:nvSpPr>
        <p:spPr>
          <a:xfrm>
            <a:off x="1672046" y="2040143"/>
            <a:ext cx="9744890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תפריט "צף" 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חייב</a:t>
            </a:r>
          </a:p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להיות קשור 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לרכיב</a:t>
            </a:r>
          </a:p>
          <a:p>
            <a:pPr lvl="1"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שעליו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מתבצעות</a:t>
            </a:r>
          </a:p>
          <a:p>
            <a:pPr lvl="1"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פעילויות ושינויים</a:t>
            </a:r>
          </a:p>
        </p:txBody>
      </p:sp>
      <p:sp>
        <p:nvSpPr>
          <p:cNvPr id="7" name="מלבן 6"/>
          <p:cNvSpPr/>
          <p:nvPr/>
        </p:nvSpPr>
        <p:spPr>
          <a:xfrm>
            <a:off x="2699670" y="13063"/>
            <a:ext cx="663443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תפריט מסוג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PopupMenu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01" y="13063"/>
            <a:ext cx="952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871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2988</TotalTime>
  <Words>434</Words>
  <Application>Microsoft Office PowerPoint</Application>
  <PresentationFormat>Widescreen</PresentationFormat>
  <Paragraphs>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Assistant</vt:lpstr>
      <vt:lpstr>Consolas</vt:lpstr>
      <vt:lpstr>Shmulik CLM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227</cp:revision>
  <dcterms:created xsi:type="dcterms:W3CDTF">2019-01-05T16:01:25Z</dcterms:created>
  <dcterms:modified xsi:type="dcterms:W3CDTF">2023-01-22T21:01:22Z</dcterms:modified>
</cp:coreProperties>
</file>