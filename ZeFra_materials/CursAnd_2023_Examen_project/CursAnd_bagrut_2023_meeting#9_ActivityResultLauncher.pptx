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98" r:id="rId3"/>
    <p:sldId id="499" r:id="rId4"/>
    <p:sldId id="500" r:id="rId5"/>
    <p:sldId id="501" r:id="rId6"/>
    <p:sldId id="510" r:id="rId7"/>
    <p:sldId id="511" r:id="rId8"/>
    <p:sldId id="512" r:id="rId9"/>
    <p:sldId id="513" r:id="rId10"/>
    <p:sldId id="51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2-19T18:21:22.1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513 230 1600 0 0,'0'0'32'0'0,"-4"-5"-24"0"0,-30-40 17 0 0,32 43 2 0 0,-4-10 1117 0 0,4 3 4490 0 0,2 8-5471 0 0,0 1-1 0 0,0-1 1 0 0,0 1-1 0 0,0-1 1 0 0,1 1-1 0 0,-1-1 1 0 0,0 0-1 0 0,0 1 1 0 0,0-1-1 0 0,1 1 1 0 0,-1 0-1 0 0,0-1 1 0 0,1 1-1 0 0,-1-1 1 0 0,0 1-1 0 0,1-1 1 0 0,-1 1-1 0 0,0 0 1 0 0,1-1-1 0 0,-1 1 1 0 0,1 0-1 0 0,-1-1 1 0 0,1 1-1 0 0,-1 0 1 0 0,1 0-1 0 0,-1-1 1 0 0,1 1-1 0 0,-1 0 1 0 0,1 0-1 0 0,-1 0 1 0 0,1 0-1 0 0,-1 0 1 0 0,1 0-1 0 0,-1 0 1 0 0,1 0-1 0 0,0 0 1 0 0,-1 0-1 0 0,1 0 1 0 0,-1 0-1 0 0,1 0 1 0 0,-1 0-1 0 0,1 0 1 0 0,-1 1-1 0 0,1-1 1 0 0,0 0-1 0 0,11 3 3003 0 0,-10-3-2268 0 0,33 1 1247 0 0,85 23-409 0 0,-8-12-842 0 0,-59-4-672 0 0,-1-1-1 0 0,1-3 1 0 0,1-3-1 0 0,-1-1 0 0 0,100-15 1 0 0,44-6 52 0 0,-58 7 25 0 0,-75 10-133 0 0,66 3 1 0 0,-66 3-74 0 0,71-9 1 0 0,89-30 51 0 0,-165 29-97 0 0,0 3 0 0 0,114 4 1 0 0,-122 2-36 0 0,225 11 27 0 0,-229-12-36 0 0,-1 2 0 0 0,51 8 0 0 0,44 4-3 0 0,-82-9 0 0 0,-3-2 0 0 0,85-7 0 0 0,-24 0 0 0 0,-113 4 0 0 0,472-19 25 0 0,-408 11-18 0 0,186-30 0 0 0,-46-7-2 0 0,-163 39-3 0 0,-1 1-1 0 0,80 2 0 0 0,-50 8-1 0 0,-1 4 0 0 0,122 30 0 0 0,-141-27-10 0 0,0-2-1 0 0,78 4 0 0 0,108-12-22 0 0,140 5 2 0 0,-291-5 31 0 0,57 5 16 0 0,-71-1 2 0 0,1-3 1 0 0,0-4-1 0 0,92-13 0 0 0,84-1 61 0 0,-193 15-55 0 0,1 3 0 0 0,69 12 0 0 0,-14 4 14 0 0,188 5 0 0 0,-219-24-20 0 0,0-3-1 0 0,0-5 0 0 0,83-17 0 0 0,26-20 101 0 0,100-17 39 0 0,-232 55-139 0 0,1 3-1 0 0,0 2 1 0 0,-1 3-1 0 0,1 2 1 0 0,0 4-1 0 0,118 27 1 0 0,-118-18-3 0 0,175 41-4 0 0,-182-47 2 0 0,0-3 0 0 0,78 2 0 0 0,-72-12 63 0 0,74-13-1 0 0,-75 8 50 0 0,76-2-1 0 0,121 24 10 0 0,4 1-99 0 0,108-32-1 0 0,-18-22-13 0 0,-254 26-24 0 0,0 5 1 0 0,131 4-1 0 0,271 6 3 0 0,-141-7-14 0 0,-252 5 12 0 0,203 7 31 0 0,-240-1-17 0 0,0 2 0 0 0,96 26 0 0 0,-146-29-8 0 0,-1 1-1 0 0,0 1 0 0 0,0 0 1 0 0,-1 2-1 0 0,0 0 0 0 0,0 1 1 0 0,-1 0-1 0 0,-1 2 0 0 0,1 0 1 0 0,-2 0-1 0 0,0 1 0 0 0,0 1 0 0 0,-2 1 1 0 0,1 0-1 0 0,-2 0 0 0 0,0 1 1 0 0,-1 0-1 0 0,-1 1 0 0 0,0 0 1 0 0,-1 1-1 0 0,-1 0 0 0 0,-1 0 1 0 0,0 0-1 0 0,-1 1 0 0 0,-2 0 1 0 0,1 0-1 0 0,-2 0 0 0 0,0 37 0 0 0,-4-30 5 0 0,0 1 0 0 0,-1-1 0 0 0,-2 0 0 0 0,-1 0 0 0 0,-1 0 0 0 0,-1-1 0 0 0,-1 0-1 0 0,-1 0 1 0 0,-1-1 0 0 0,-28 43 0 0 0,29-53-4 0 0,-1-2 0 0 0,-1 1 0 0 0,0-1 0 0 0,-1-1 0 0 0,0 0 0 0 0,-1-1 0 0 0,0-1 0 0 0,0 0 0 0 0,-24 10 0 0 0,-13 3 5 0 0,-84 23-1 0 0,97-33-1 0 0,-195 47-7 0 0,146-38 0 0 0,-391 65 0 0 0,302-58 0 0 0,-307 17 1 0 0,-2-40 18 0 0,361-5-8 0 0,101 0-9 0 0,-564 20 13 0 0,134 47-15 0 0,228-30 0 0 0,58-10 0 0 0,-279 34 0 0 0,251-44 7 0 0,-179 8 25 0 0,-258-35 50 0 0,-13-22 53 0 0,60-25-45 0 0,404 36-37 0 0,-240 1 62 0 0,-1 32-22 0 0,208-4-33 0 0,92-4-34 0 0,6 2-14 0 0,0-5 0 0 0,-120-15 0 0 0,-361-84 60 0 0,456 71-28 0 0,-286-16 0 0 0,319 42-25 0 0,1 6 0 0 0,0 4 0 0 0,0 5 0 0 0,-129 34 0 0 0,-235 66 28 0 0,384-92-40 0 0,0-5 0 0 0,-1-3 0 0 0,-1-4 0 0 0,1-4 0 0 0,-1-4 0 0 0,-108-10 0 0 0,-218-24 0 0 0,150 14 19 0 0,179 12-8 0 0,0-4 0 0 0,1-4-1 0 0,-102-30 1 0 0,135 28-15 0 0,1-3-1 0 0,2-1 1 0 0,0-3 0 0 0,-64-40-1 0 0,102 54 0 0 0,0 0-1 0 0,0 0 0 0 0,1-1 1 0 0,0 0-1 0 0,1-1 0 0 0,0 0 1 0 0,1 0-1 0 0,0-1 0 0 0,1 0 1 0 0,-10-22-1 0 0,0-8 7 0 0,-22-87 1 0 0,31 98-5 0 0,-6-33 0 0 0,-9-89-1 0 0,20 121 8 0 0,0 0 0 0 0,2 0 0 0 0,2 0 0 0 0,1 0 0 0 0,7-40-1 0 0,-6 61-6 0 0,0 0-1 0 0,1 1 1 0 0,0 0-1 0 0,1 0 1 0 0,0 0-1 0 0,0 0 1 0 0,1 1-1 0 0,1 0 1 0 0,0 0-1 0 0,0 0 0 0 0,16-14 1 0 0,4 0-2 0 0,2 2 0 0 0,42-26 0 0 0,-63 42-3 0 0,6-3 1 0 0,0 0 0 0 0,0 1 0 0 0,1 0 0 0 0,0 1 0 0 0,0 1 0 0 0,0 0 0 0 0,1 1 0 0 0,0 1 0 0 0,0 0 0 0 0,0 1 0 0 0,0 1 0 0 0,32 2 0 0 0,-13 9-9 0 0,-29-8-3 0 0,0 0 0 0 0,0 0 0 0 0,0 0 0 0 0,-1 1 0 0 0,1 0 0 0 0,-1 0 0 0 0,8 6 0 0 0,-12-8-2 0 0,12 3 296 0 0,-6-2-4443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כ"ח/שבט/תשפ"ג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כ"ח/שבט/תשפ"ג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כ"ח/שבט/תשפ"ג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כ"ח/שבט/תשפ"ג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כ"ח/שבט/תשפ"ג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כ"ח/שבט/תשפ"ג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כ"ח/שבט/תשפ"ג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204660" y="1520526"/>
            <a:ext cx="8432117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השתלמות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"אנדרואיד – פרויקט לבגרות"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מנחה: זאב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פריימן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קיימת אפשרות להשתמש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באקטיביטי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בתוצאות המתקבלות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או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באקטיביטי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אחרת,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או בפעילות "חיצונית",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ניתן להשתמש בהפעלה מיוחדת,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אשר "מחזירה תוצאות".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978869" y="-68826"/>
            <a:ext cx="546906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ActivityResultLauncher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956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2005781" y="760792"/>
            <a:ext cx="914400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עבור שיטה "צא לפעילות ותביא תוצאה"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היה נוח להשתמש בזימון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978869" y="-68826"/>
            <a:ext cx="546906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ActivityResultLauncher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EA2CCA-3FE1-AEBA-9FCE-18F89E5EBA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663"/>
          <a:stretch/>
        </p:blipFill>
        <p:spPr>
          <a:xfrm>
            <a:off x="2005781" y="1980796"/>
            <a:ext cx="9241062" cy="412954"/>
          </a:xfrm>
          <a:prstGeom prst="rect">
            <a:avLst/>
          </a:prstGeom>
        </p:spPr>
      </p:pic>
      <p:sp>
        <p:nvSpPr>
          <p:cNvPr id="6" name="מלבן 8">
            <a:extLst>
              <a:ext uri="{FF2B5EF4-FFF2-40B4-BE49-F238E27FC236}">
                <a16:creationId xmlns:a16="http://schemas.microsoft.com/office/drawing/2014/main" id="{7B3054EF-18C8-6F61-9B77-D65F71E16144}"/>
              </a:ext>
            </a:extLst>
          </p:cNvPr>
          <p:cNvSpPr/>
          <p:nvPr/>
        </p:nvSpPr>
        <p:spPr>
          <a:xfrm>
            <a:off x="2054312" y="2369140"/>
            <a:ext cx="914400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זימון הזה מחייב מערכת לצור תוצאה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(לפחות תוצאה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null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A41F44-1FA1-F5D7-D46A-A453276EE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7612" y="3637400"/>
            <a:ext cx="5277400" cy="320413"/>
          </a:xfrm>
          <a:prstGeom prst="rect">
            <a:avLst/>
          </a:prstGeom>
        </p:spPr>
      </p:pic>
      <p:sp>
        <p:nvSpPr>
          <p:cNvPr id="10" name="מלבן 8">
            <a:extLst>
              <a:ext uri="{FF2B5EF4-FFF2-40B4-BE49-F238E27FC236}">
                <a16:creationId xmlns:a16="http://schemas.microsoft.com/office/drawing/2014/main" id="{945F9952-76AC-88CA-33DB-DB5F756A9010}"/>
              </a:ext>
            </a:extLst>
          </p:cNvPr>
          <p:cNvSpPr/>
          <p:nvPr/>
        </p:nvSpPr>
        <p:spPr>
          <a:xfrm>
            <a:off x="2102843" y="4084202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אותה מקבלת פעולה נוספת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52BFEA-CB3C-508B-0CC7-BF2856CD02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747" y="5006620"/>
            <a:ext cx="11052253" cy="23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830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828801" y="5024534"/>
            <a:ext cx="914400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הוא, במובן מסוים, מאחד בתוכו</a:t>
            </a:r>
          </a:p>
          <a:p>
            <a:pPr algn="ctr" rtl="1"/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גם זימון וגם קבלת תוצאה.</a:t>
            </a:r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978869" y="-68826"/>
            <a:ext cx="546906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ActivityResultLauncher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מלבן 8">
            <a:extLst>
              <a:ext uri="{FF2B5EF4-FFF2-40B4-BE49-F238E27FC236}">
                <a16:creationId xmlns:a16="http://schemas.microsoft.com/office/drawing/2014/main" id="{D7519D0E-E95E-DB8B-3D1D-EA4847590849}"/>
              </a:ext>
            </a:extLst>
          </p:cNvPr>
          <p:cNvSpPr/>
          <p:nvPr/>
        </p:nvSpPr>
        <p:spPr>
          <a:xfrm>
            <a:off x="2158181" y="1400636"/>
            <a:ext cx="9144000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אבל בגרסאות אחרונות של מערכת אנדרואיד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שיטה זאת מוגדרת כ"מיושנת".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במקומה נכנס לשימוש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סוג חדש:</a:t>
            </a:r>
          </a:p>
          <a:p>
            <a:pPr algn="ctr" rtl="1"/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ActivityResultLauncher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265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918903" y="2103643"/>
            <a:ext cx="951762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 מכריזים על משתנה עם סוג הנשלח לקבלת התוצאה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978869" y="-68826"/>
            <a:ext cx="546906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ActivityResultLauncher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4318B-3041-E209-6852-8D8D5C4E8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923" y="3168130"/>
            <a:ext cx="7803587" cy="179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926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761587" y="639060"/>
            <a:ext cx="951762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 יוצרים המשתנה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978869" y="-68826"/>
            <a:ext cx="546906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ActivityResultLauncher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66B298-0E0F-F4A4-0C67-762BEAE9B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492" y="3625081"/>
            <a:ext cx="8068754" cy="3170294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3B502A1E-C008-88AC-1442-89F352E75BDE}"/>
              </a:ext>
            </a:extLst>
          </p:cNvPr>
          <p:cNvSpPr/>
          <p:nvPr/>
        </p:nvSpPr>
        <p:spPr>
          <a:xfrm>
            <a:off x="1761587" y="1670111"/>
            <a:ext cx="3736258" cy="646332"/>
          </a:xfrm>
          <a:prstGeom prst="wedgeRoundRectCallout">
            <a:avLst>
              <a:gd name="adj1" fmla="val 35220"/>
              <a:gd name="adj2" fmla="val 27091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 dirty="0"/>
              <a:t>יצירה על ידי "רישום להפעלה"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40516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761587" y="639060"/>
            <a:ext cx="951762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 יוצרים המשתנה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978869" y="-68826"/>
            <a:ext cx="546906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ActivityResultLauncher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66B298-0E0F-F4A4-0C67-762BEAE9B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492" y="3625081"/>
            <a:ext cx="8068754" cy="3170294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3B502A1E-C008-88AC-1442-89F352E75BDE}"/>
              </a:ext>
            </a:extLst>
          </p:cNvPr>
          <p:cNvSpPr/>
          <p:nvPr/>
        </p:nvSpPr>
        <p:spPr>
          <a:xfrm>
            <a:off x="1761587" y="1670111"/>
            <a:ext cx="3736258" cy="646332"/>
          </a:xfrm>
          <a:prstGeom prst="wedgeRoundRectCallout">
            <a:avLst>
              <a:gd name="adj1" fmla="val 35220"/>
              <a:gd name="adj2" fmla="val 27091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 dirty="0"/>
              <a:t>יצירה על ידי "רישום להפעלה"</a:t>
            </a:r>
            <a:endParaRPr lang="en-US" sz="2400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0AB8A665-0660-959E-1B24-9F62C144D4D6}"/>
              </a:ext>
            </a:extLst>
          </p:cNvPr>
          <p:cNvSpPr/>
          <p:nvPr/>
        </p:nvSpPr>
        <p:spPr>
          <a:xfrm>
            <a:off x="6095999" y="1670111"/>
            <a:ext cx="4090219" cy="646332"/>
          </a:xfrm>
          <a:prstGeom prst="wedgeRoundRectCallout">
            <a:avLst>
              <a:gd name="adj1" fmla="val -45043"/>
              <a:gd name="adj2" fmla="val 32871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 dirty="0"/>
              <a:t>"חוזה" לשימוש בפעולה הדרושה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53525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761587" y="639060"/>
            <a:ext cx="951762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 יוצרים המשתנה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978869" y="-68826"/>
            <a:ext cx="546906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ActivityResultLauncher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66B298-0E0F-F4A4-0C67-762BEAE9B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492" y="3625081"/>
            <a:ext cx="8068754" cy="3170294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3B502A1E-C008-88AC-1442-89F352E75BDE}"/>
              </a:ext>
            </a:extLst>
          </p:cNvPr>
          <p:cNvSpPr/>
          <p:nvPr/>
        </p:nvSpPr>
        <p:spPr>
          <a:xfrm>
            <a:off x="1761587" y="1670111"/>
            <a:ext cx="3736258" cy="646332"/>
          </a:xfrm>
          <a:prstGeom prst="wedgeRoundRectCallout">
            <a:avLst>
              <a:gd name="adj1" fmla="val 35220"/>
              <a:gd name="adj2" fmla="val 27091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 dirty="0"/>
              <a:t>יצירה על ידי "רישום להפעלה"</a:t>
            </a:r>
            <a:endParaRPr lang="en-US" sz="2400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0AB8A665-0660-959E-1B24-9F62C144D4D6}"/>
              </a:ext>
            </a:extLst>
          </p:cNvPr>
          <p:cNvSpPr/>
          <p:nvPr/>
        </p:nvSpPr>
        <p:spPr>
          <a:xfrm>
            <a:off x="6096000" y="1670111"/>
            <a:ext cx="4257368" cy="646332"/>
          </a:xfrm>
          <a:prstGeom prst="wedgeRoundRectCallout">
            <a:avLst>
              <a:gd name="adj1" fmla="val -45043"/>
              <a:gd name="adj2" fmla="val 32871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 dirty="0"/>
              <a:t>"חוזה" לשימוש בפעולה הדרושה</a:t>
            </a:r>
            <a:endParaRPr lang="en-US" sz="2400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245BEF35-16A4-FA05-214E-F85332C03CC7}"/>
              </a:ext>
            </a:extLst>
          </p:cNvPr>
          <p:cNvSpPr/>
          <p:nvPr/>
        </p:nvSpPr>
        <p:spPr>
          <a:xfrm>
            <a:off x="9655528" y="3429000"/>
            <a:ext cx="2472813" cy="1149290"/>
          </a:xfrm>
          <a:prstGeom prst="wedgeRoundRectCallout">
            <a:avLst>
              <a:gd name="adj1" fmla="val -115023"/>
              <a:gd name="adj2" fmla="val 4982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 dirty="0"/>
              <a:t>שימוש</a:t>
            </a:r>
          </a:p>
          <a:p>
            <a:pPr algn="ctr"/>
            <a:r>
              <a:rPr lang="he-IL" sz="2400" dirty="0"/>
              <a:t>ב"זימון מחזיר"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89480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761587" y="639060"/>
            <a:ext cx="951762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 יוצרים המשתנה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978869" y="-68826"/>
            <a:ext cx="546906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ActivityResultLauncher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66B298-0E0F-F4A4-0C67-762BEAE9B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492" y="3625081"/>
            <a:ext cx="8068754" cy="3170294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3B502A1E-C008-88AC-1442-89F352E75BDE}"/>
              </a:ext>
            </a:extLst>
          </p:cNvPr>
          <p:cNvSpPr/>
          <p:nvPr/>
        </p:nvSpPr>
        <p:spPr>
          <a:xfrm>
            <a:off x="1761587" y="1670111"/>
            <a:ext cx="3736258" cy="646332"/>
          </a:xfrm>
          <a:prstGeom prst="wedgeRoundRectCallout">
            <a:avLst>
              <a:gd name="adj1" fmla="val 35220"/>
              <a:gd name="adj2" fmla="val 27091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 dirty="0"/>
              <a:t>יצירה על ידי "רישום להפעלה"</a:t>
            </a:r>
            <a:endParaRPr lang="en-US" sz="2400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0AB8A665-0660-959E-1B24-9F62C144D4D6}"/>
              </a:ext>
            </a:extLst>
          </p:cNvPr>
          <p:cNvSpPr/>
          <p:nvPr/>
        </p:nvSpPr>
        <p:spPr>
          <a:xfrm>
            <a:off x="6096000" y="1670111"/>
            <a:ext cx="4257368" cy="646332"/>
          </a:xfrm>
          <a:prstGeom prst="wedgeRoundRectCallout">
            <a:avLst>
              <a:gd name="adj1" fmla="val -45043"/>
              <a:gd name="adj2" fmla="val 32871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 dirty="0"/>
              <a:t>"חוזה" לשימוש בפעולה הדרושה</a:t>
            </a:r>
            <a:endParaRPr lang="en-US" sz="2400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245BEF35-16A4-FA05-214E-F85332C03CC7}"/>
              </a:ext>
            </a:extLst>
          </p:cNvPr>
          <p:cNvSpPr/>
          <p:nvPr/>
        </p:nvSpPr>
        <p:spPr>
          <a:xfrm>
            <a:off x="9655528" y="3429000"/>
            <a:ext cx="2472813" cy="1149290"/>
          </a:xfrm>
          <a:prstGeom prst="wedgeRoundRectCallout">
            <a:avLst>
              <a:gd name="adj1" fmla="val -115023"/>
              <a:gd name="adj2" fmla="val 4982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 dirty="0"/>
              <a:t>שימוש</a:t>
            </a:r>
          </a:p>
          <a:p>
            <a:pPr algn="ctr"/>
            <a:r>
              <a:rPr lang="he-IL" sz="2400" dirty="0"/>
              <a:t>ב"זימון מחזיר"</a:t>
            </a:r>
            <a:endParaRPr lang="en-US" sz="2400" dirty="0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5716902A-A081-9E14-EF65-B3AFA7F00366}"/>
              </a:ext>
            </a:extLst>
          </p:cNvPr>
          <p:cNvSpPr/>
          <p:nvPr/>
        </p:nvSpPr>
        <p:spPr>
          <a:xfrm>
            <a:off x="8806399" y="5498690"/>
            <a:ext cx="2472813" cy="1149290"/>
          </a:xfrm>
          <a:prstGeom prst="wedgeRoundRectCallout">
            <a:avLst>
              <a:gd name="adj1" fmla="val -136892"/>
              <a:gd name="adj2" fmla="val -6139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 dirty="0"/>
              <a:t>עיבוד תוצאה שהתקבלה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46364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437123" y="1678521"/>
            <a:ext cx="951762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 זימון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5978869" y="-68826"/>
            <a:ext cx="546906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ActivityResultLauncher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F49A9A-E008-D5E1-EFC7-279376674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660" y="2889768"/>
            <a:ext cx="9375029" cy="22082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7F4556C-31CE-F9B8-E6AB-E77E433F8BA6}"/>
                  </a:ext>
                </a:extLst>
              </p14:cNvPr>
              <p14:cNvContentPartPr/>
              <p14:nvPr/>
            </p14:nvContentPartPr>
            <p14:xfrm>
              <a:off x="2896537" y="4097884"/>
              <a:ext cx="4818960" cy="564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7F4556C-31CE-F9B8-E6AB-E77E433F8B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87537" y="4089244"/>
                <a:ext cx="4836600" cy="58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84194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5649</TotalTime>
  <Words>189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Assistant</vt:lpstr>
      <vt:lpstr>Segoe UI Semibold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492</cp:revision>
  <dcterms:created xsi:type="dcterms:W3CDTF">2019-01-05T16:01:25Z</dcterms:created>
  <dcterms:modified xsi:type="dcterms:W3CDTF">2023-02-19T18:22:21Z</dcterms:modified>
</cp:coreProperties>
</file>