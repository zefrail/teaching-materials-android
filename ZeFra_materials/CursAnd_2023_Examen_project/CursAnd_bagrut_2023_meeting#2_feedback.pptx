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85" r:id="rId3"/>
    <p:sldId id="466" r:id="rId4"/>
    <p:sldId id="486" r:id="rId5"/>
    <p:sldId id="487" r:id="rId6"/>
    <p:sldId id="488" r:id="rId7"/>
    <p:sldId id="489" r:id="rId8"/>
    <p:sldId id="490" r:id="rId9"/>
    <p:sldId id="494" r:id="rId10"/>
    <p:sldId id="491" r:id="rId11"/>
    <p:sldId id="492" r:id="rId12"/>
    <p:sldId id="493" r:id="rId13"/>
    <p:sldId id="495" r:id="rId14"/>
    <p:sldId id="49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07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96 0 0,'5'7'0'0'0,"3"-1"0"0"0,4-3 0 0 0,5 0 0 0 0,1-2 0 0 0,0-1 0 0 0,0 0 0 0 0,-6-1 41 0 0,0 1 0 0 0,1 1-1 0 0,-1 0 1 0 0,0 1 0 0 0,13 3 0 0 0,8 2 71 0 0,-15-4 69 0 0,-1-2 0 0 0,27-1 0 0 0,-33-1-104 0 0,1 1 0 0 0,0 1 0 0 0,0 0 0 0 0,-1 0-1 0 0,13 4 1 0 0,-11-2 43 0 0,1-1 1 0 0,-1 1-1 0 0,1-2 0 0 0,0 0 0 0 0,19-2 0 0 0,9 1 166 0 0,-18 4-121 0 0,-1 3-2 0 0,41 6 148 0 0,-40-10-111 0 0,0-1 0 0 0,48-2 0 0 0,-37-1-127 0 0,240-7 862 0 0,-1 0 363 0 0,73 22-101 0 0,-248-9-1071 0 0,-63-5-100 0 0,50 8 0 0 0,-35 1-16 0 0,43 8 55 0 0,132 6 0 0 0,264-49 919 0 0,-218 5-931 0 0,31-8-38 0 0,-120 9-30 0 0,371-31-44 0 0,-447 42 53 0 0,217-11 46 0 0,77 20 278 0 0,80-10 116 0 0,-409 7-420 0 0,-25 0-16 0 0,56 5-1 0 0,231 34-30 0 0,-113-22 218 0 0,-122-10-112 0 0,102 5 253 0 0,-20-3-270 0 0,42 4 0 0 0,-104-5 84 0 0,-76-4-44 0 0,-1 1 1 0 0,49 9 0 0 0,-52-3 331 0 0,0 1-1 0 0,68 25 1 0 0,-81-17-317 0 0,-24-15-103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11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96 0 0,'-3'0'0'0'0,"2"1"0"0"0,7 4 0 0 0,2 1 0 0 0,-3 0 0 0 0,-1-5 0 0 0,-2 0 0 0 0,-4 0 0 0 0,3 5 0 0 0,1 0 0 0 0,-1 2 0 0 0,2 4 0 0 0,1-1 0 0 0,-3 0 0 0 0,3 3 0 0 0,-2 4 0 0 0,1 0 0 0 0,1 0 0 0 0,1 0 0 0 0,0 1 0 0 0,-1 4 0 0 0,8 83 63 0 0,-8-64-21 0 0,-1 10 219 0 0,-1 0 0 0 0,-3 0 0 0 0,-11 73 0 0 0,4-70 84 0 0,3-29-164 0 0,2 0-1 0 0,1 0 1 0 0,1 39-1 0 0,3 11 233 0 0,-3 0 1 0 0,-18 133-1 0 0,-29 208 335 0 0,43-378-695 0 0,-25 345 473 0 0,9-217-371 0 0,9-83-66 0 0,3 1 0 0 0,3 127 0 0 0,12-69 10 0 0,6 92 91 0 0,-8-175-97 0 0,-4 70-1 0 0,1 33 91 0 0,7 105 121 0 0,-2-109-103 0 0,-2 18 0 0 0,-6-8-28 0 0,1-19-49 0 0,15 300 133 0 0,-11-404-243 0 0,4 53 9 0 0,16 320 32 0 0,11 126 6 0 0,-25-430-40 0 0,12 385 68 0 0,-3-142-36 0 0,-5 35-13 0 0,-13-315-28 0 0,-7 227 288 0 0,3-128 79 0 0,-1 6 133 0 0,-9-18-8 0 0,-3 21 152 0 0,8 196 0 0 0,12-296-551 0 0,37 499 566 0 0,-27-454-521 0 0,10 73 59 0 0,23 149 33 0 0,-40-272-234 0 0,-5 0-1 0 0,-12 112 1 0 0,5-13-21 0 0,-1 6-15 0 0,-17-20 15 0 0,-11 120-6 0 0,6 152 179 0 0,32-318-16 0 0,-1-82-41 0 0,-5 76-1 0 0,2-89-32 0 0,0 1 1 0 0,6 47-1 0 0,-1 5 186 0 0,-3-75-244 0 0,0-1 1 0 0,-1 1 0 0 0,1-1 0 0 0,0 1 0 0 0,1-1-1 0 0,-1 0 1 0 0,0 1 0 0 0,0-1 0 0 0,1 0-1 0 0,0 0 1 0 0,-1 0 0 0 0,1 0 0 0 0,0 0 0 0 0,0-1-1 0 0,0 1 1 0 0,3 1 0 0 0,4 2-5 0 0,1-1 0 0 0,-1-1 0 0 0,1 0-1 0 0,0 0 1 0 0,0-1 0 0 0,0 0 0 0 0,17 0 0 0 0,2-2-15 0 0,38-5 0 0 0,-4 1-25 0 0,477 14-625 0 0,-451-6 594 0 0,390 25-187 0 0,-341-18 214 0 0,143 15-34 0 0,-128-6-2 0 0,2-7-1 0 0,-1-7 0 0 0,201-17 1 0 0,-208 5-61 0 0,0 7 0 0 0,1 6 1 0 0,234 42-1 0 0,-199-20 87 0 0,1-8 0 0 0,219-4 1 0 0,-274-16 50 0 0,184-4 23 0 0,-14-7 156 0 0,402-29 601 0 0,-695 38-776 0 0,378-48 285 0 0,-243 30-218 0 0,33-7-80 0 0,11-6-97 0 0,273-13 1 0 0,17 31-196 0 0,-396 21 233 0 0,97 22 0 0 0,-152-25 61 0 0,14 1 33 0 0,0-1 1 0 0,70-4 0 0 0,20 1 31 0 0,-120 0-41 0 0,-1-1 0 0 0,0 2-1 0 0,0-1 1 0 0,0 1-1 0 0,0 0 1 0 0,0 0 0 0 0,0 1-1 0 0,0 0 1 0 0,-1 0-1 0 0,1 0 1 0 0,-1 1 0 0 0,0 0-1 0 0,9 9 1 0 0,-5-8 11 0 0,-8-5-15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19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639 11931 96 0 0,'2'-3'0'0'0,"6"-2"0"0"0,7-5 0 0 0,-5-3 0 0 0,-6 3 0 0 0,-4 5 0 0 0,0-3 0 0 0,0-2 0 0 0,-16-86 0 0 0,11 40 0 0 0,-2-11 0 0 0,3-95 0 0 0,11-181 61 0 0,-3 176 158 0 0,-5 101 13 0 0,3 0 1 0 0,19-112-1 0 0,-11 112-51 0 0,-3 0 0 0 0,-1-74 0 0 0,5-57 227 0 0,0 9-38 0 0,-4 27-60 0 0,-5 117-166 0 0,-5-65 0 0 0,-1-2 57 0 0,10-90 185 0 0,-2-219 371 0 0,-9 353-647 0 0,1 39-56 0 0,2-1 1 0 0,2-32-1 0 0,1 15 13 0 0,-3 0 0 0 0,-1 0 0 0 0,-15-71-1 0 0,-5-51 73 0 0,10 35-35 0 0,5 67 0 0 0,2-108 0 0 0,5 130-33 0 0,-1 0 1 0 0,-14-71-1 0 0,8 65-14 0 0,-21-354 267 0 0,26 323-270 0 0,-3-22 2 0 0,-1-63 32 0 0,6 67-27 0 0,-16-109 1 0 0,3 51-16 0 0,-17-109 35 0 0,27 191-36 0 0,-21-210 340 0 0,10 114 24 0 0,11 112-191 0 0,-1 0-1 0 0,-24-99 1 0 0,9 67 78 0 0,-15-170-1 0 0,29 200-234 0 0,3 12-10 0 0,3-57 0 0 0,2 58-24 0 0,-6-65 0 0 0,-17-315 104 0 0,18 377-75 0 0,-2 1 0 0 0,-18-78 0 0 0,-5-46 72 0 0,0-3 0 0 0,7 63-57 0 0,-17-76 12 0 0,-5-46 4 0 0,16 40-42 0 0,-9-83 28 0 0,23 198-50 0 0,8 59-8 0 0,1-1-1 0 0,2 1 1 0 0,-1-39-1 0 0,9-20 59 0 0,-2 43 33 0 0,-1 0-1 0 0,-3-1 1 0 0,-4-41 0 0 0,1 29 83 0 0,3 0-1 0 0,1-1 1 0 0,13-75-1 0 0,-8 75-153 0 0,4-180-137 0 0,-4 47-17 0 0,23-107 89 0 0,-5 68 84 0 0,-22 185 27 0 0,-4-40 1 0 0,0 11 66 0 0,3 28-52 0 0,0 18-82 0 0,-1 1 0 0 0,0 0 0 0 0,-8-38 0 0 0,6 46-14 0 0,-3-1 0 0 0,2 5-1 0 0,0-1-2 0 0,2-11-1 0 0,-8-28-175 0 0,1-5-340 0 0,8-156-543 0 0,0 197 1062 0 0,0-1 0 0 0,0 1 0 0 0,0-6-4 0 0,1 17 3 0 0,-1 1 0 0 0,0-1 1 0 0,0 1-1 0 0,0-1 0 0 0,0 1 0 0 0,0-1 1 0 0,0 1-1 0 0,-1-1 0 0 0,1 1 0 0 0,0-1 1 0 0,-1 1-1 0 0,1-1 0 0 0,-1 1 0 0 0,0 0 0 0 0,-1-3 1 0 0,-4-11-16 0 0,0 6-18 0 0,-25-23 11 0 0,16 17 22 0 0,12 12 10 0 0,-21-18-124 0 0,22 20 92 0 0,1 0 1 0 0,-1 0 0 0 0,1 1-1 0 0,-1-1 1 0 0,0 1 0 0 0,1 0-1 0 0,-1-1 1 0 0,0 1 0 0 0,0 0-1 0 0,1 0 1 0 0,-3 0 0 0 0,2-1 4 0 0,1 0 0 0 0,0 1 0 0 0,0-1 0 0 0,0 0 0 0 0,0 0 0 0 0,0 0 0 0 0,0 0 0 0 0,0-1 0 0 0,1 1 0 0 0,-1 0 0 0 0,0 0 0 0 0,1 0 0 0 0,-1-1 0 0 0,0 1 0 0 0,1 0 0 0 0,-1-2 0 0 0,1 2-20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23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96 0 0,'2'7'0'0'0,"0"-3"0"0"0,-2 0 0 0 0,1-1 0 0 0,1-3 0 0 0,0 0 47 0 0,1 0 1 0 0,0 0-1 0 0,-1 0 1 0 0,1 1-1 0 0,0-1 1 0 0,-1 1-1 0 0,1-1 0 0 0,-1 1 1 0 0,1 0-1 0 0,0 0 1 0 0,-1 0-1 0 0,4 3 1 0 0,4 1 62 0 0,-6-4-35 0 0,1 0 1 0 0,-1 0 0 0 0,0-1 0 0 0,1 1 0 0 0,-1-1-1 0 0,1 0 1 0 0,-1 0 0 0 0,5-1 0 0 0,11 0 196 0 0,22 1 274 0 0,209-4 1401 0 0,-178-1-1486 0 0,106-21 1 0 0,-126 15-273 0 0,0 2 0 0 0,89-3 0 0 0,108-1 261 0 0,35 0 644 0 0,-133 29-388 0 0,-31-1-164 0 0,-50-14-121 0 0,0-3 1 0 0,90-15-1 0 0,-37 4-23 0 0,-56 4-251 0 0,-41 5-83 0 0,0 1-1 0 0,52 1 1 0 0,-57 1-52 0 0,1 0 1 0 0,0-1 0 0 0,-1-1 0 0 0,25-7-1 0 0,40-5-11 0 0,145-11-49 0 0,-214 25 72 0 0,1 0 1 0 0,18 2 0 0 0,-3 0 5 0 0,-30-1-14 0 0,8 4-3 0 0,7 4-110 0 0,-1 0-1 0 0,1 1 1 0 0,28 20 0 0 0,-39-22 55 0 0,0 0 1 0 0,-1 0-1 0 0,0 1 1 0 0,0 0-1 0 0,-1 1 1 0 0,0-1 0 0 0,0 1-1 0 0,-1 0 1 0 0,-1 0-1 0 0,6 15 1 0 0,0 2 19 0 0,8 40 0 0 0,2 3 2 0 0,10 50 73 0 0,-9-30-10 0 0,-14-64 32 0 0,-1-1 1 0 0,-1 2 0 0 0,-2-1 0 0 0,1 37-1 0 0,6 44 499 0 0,-11-99-554 0 0,-1-3-21 0 0,-1 1 0 0 0,0 0 1 0 0,0-1-1 0 0,0 0 1 0 0,-1 1-1 0 0,1-1 1 0 0,-1-1-1 0 0,-6 6 0 0 0,5-6-1 0 0,0-1 1 0 0,0 1-1 0 0,-1-1 0 0 0,1 0 0 0 0,0-1 0 0 0,-1 1 0 0 0,1-1 0 0 0,-1 0 0 0 0,-5 0 0 0 0,-57 0-19 0 0,51-1 13 0 0,-282-11-253 0 0,-35 29 108 0 0,73-10 16 0 0,225-8 94 0 0,-79-2-152 0 0,32 0-146 0 0,-91 9-1 0 0,-46 4-111 0 0,-1 1 327 0 0,-39 5 337 0 0,218-11-91 0 0,-330 55 827 0 0,106-10-726 0 0,248-47-227 0 0,0-2-1 0 0,0 0 1 0 0,0-1 0 0 0,-1-1-1 0 0,-31-4 1 0 0,34 1 87 0 0,1-1 0 0 0,-1-1 1 0 0,-24-11-1 0 0,37 14-72 0 0,-1-1 1 0 0,0 0-1 0 0,1 0 1 0 0,0 0-1 0 0,0 0 1 0 0,0-1-1 0 0,0 0 0 0 0,0 1 1 0 0,1-1-1 0 0,-1 0 1 0 0,1 0-1 0 0,-3-8 1 0 0,1-1 19 0 0,0 1 0 0 0,1-1 1 0 0,0 0-1 0 0,1-1 0 0 0,0-21 0 0 0,6-71 223 0 0,0 25-38 0 0,8-30 130 0 0,-12-76 239 0 0,0 186-575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35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4120 0 0,'-4'0'529'0'0,"-4"4"1447"0"0,9-1-2026 0 0,-1-1-1 0 0,1 0 1 0 0,-1 0-1 0 0,1 1 1 0 0,0-1 0 0 0,0 0-1 0 0,0 0 1 0 0,1 0-1 0 0,-1 0 1 0 0,0 0 0 0 0,1 0-1 0 0,-1-1 1 0 0,1 1-1 0 0,0 0 1 0 0,-1-1-1 0 0,4 3 1 0 0,-1-1 14 0 0,1-1 0 0 0,0 1 1 0 0,0 0-1 0 0,0-1 0 0 0,1 0 0 0 0,-1 0 1 0 0,0-1-1 0 0,1 0 0 0 0,8 2 1 0 0,-4-2 41 0 0,0 0 0 0 0,0-1 0 0 0,17-1 0 0 0,-4 0 56 0 0,22 9 193 0 0,-34-6-65 0 0,-1 1 0 0 0,0-2 1 0 0,19 2-1 0 0,11-3 254 0 0,-7 1-85 0 0,-1-1-1 0 0,60-9 1 0 0,-84 8-315 0 0,6-2 19 0 0,1 1 0 0 0,-1 0-1 0 0,26 1 1 0 0,-39 1-47 0 0,21 1 392 0 0,-22 2-402 0 0,-1 0 1 0 0,0-1-1 0 0,0 1 1 0 0,0-1-1 0 0,-1 1 0 0 0,1-1 1 0 0,-1 0-1 0 0,1 1 1 0 0,-1-1-1 0 0,0 0 1 0 0,0 0-1 0 0,0 0 1 0 0,0 0-1 0 0,0-1 0 0 0,-4 4 1 0 0,2-3 9 0 0,1 1 0 0 0,-1 1 0 0 0,1-1 0 0 0,0 0 0 0 0,0 1 0 0 0,0 0-1 0 0,-3 5 1 0 0,0 2 75 0 0,0 0 0 0 0,-1 0-1 0 0,-14 15 1 0 0,-70 88 773 0 0,89-112-853 0 0,-1 1-1 0 0,0-1 1 0 0,0 0 0 0 0,0 0-1 0 0,0 0 1 0 0,0 0-1 0 0,-6 2 1 0 0,-6 3 23 0 0,7-2-28 0 0,-4-1-4 0 0,-5 0-2 0 0,3 1 1 0 0,3-1 4 0 0,2 1-3 0 0,1-4-2 0 0,3 0 0 0 0,0-1 2 0 0,4-1 3 0 0,1 1 0 0 0,-1 0-1 0 0,0 0 1 0 0,0 0 0 0 0,0 0 0 0 0,0 0-1 0 0,0 1 1 0 0,0-1 0 0 0,0 0-1 0 0,0 0 1 0 0,0 0 0 0 0,1 1-1 0 0,-1-1 1 0 0,0 1 0 0 0,0-1 0 0 0,0 0-1 0 0,1 1 1 0 0,-1 0 0 0 0,0-1-1 0 0,0 1 1 0 0,1-1 0 0 0,-1 1-1 0 0,0 0 1 0 0,1-1 0 0 0,-1 1 0 0 0,1 0-1 0 0,-1 0 1 0 0,1-1 0 0 0,-1 1-1 0 0,1 0 1 0 0,0 0 0 0 0,-1 0 0 0 0,1 0-1 0 0,0 0 1 0 0,0 0 0 0 0,-1 2 1664 0 0,-3-3-1639 0 0,0-1-1 0 0,0 0 1 0 0,0 0 0 0 0,0 0-1 0 0,0 0 1 0 0,1-1 0 0 0,-1 1-1 0 0,0-1 1 0 0,-6-5 0 0 0,-37-26 131 0 0,35 23-75 0 0,-26-18-31 0 0,5 3 92 0 0,-41-38 0 0 0,64 43-60 0 0,9 18-81 0 0,1 1 1 0 0,0 0-1 0 0,-1 0 1 0 0,1 0-1 0 0,0-1 1 0 0,-1 1-1 0 0,0 0 1 0 0,1 0-1 0 0,-1 0 1 0 0,0 0-1 0 0,1 0 1 0 0,-1 0-1 0 0,0 0 1 0 0,0 0-1 0 0,0 0 0 0 0,0 0 1 0 0,0 1-1 0 0,0-1 1 0 0,0 0-1 0 0,-2 0 1 0 0,3-1 13 0 0,0 1 0 0 0,-1 0 0 0 0,1 0 0 0 0,0 0 1 0 0,0-1-1 0 0,0 1 0 0 0,0 0 0 0 0,0 0 0 0 0,0-1 0 0 0,0 1 0 0 0,0 0 0 0 0,0 0 0 0 0,0-1 1 0 0,1 1-1 0 0,-1 0 0 0 0,1 0 0 0 0,-1 0 0 0 0,1 0 0 0 0,-1-1 0 0 0,1 1 0 0 0,1-1 1 0 0,3 0 11 0 0,-1 1 10 0 0,31 0-20 0 0,-28 1-45 0 0,0 0 1 0 0,1 1 0 0 0,-1 0-1 0 0,0 0 1 0 0,1 1-1 0 0,-1 0 1 0 0,9 4 0 0 0,27 6-79 0 0,-30-10 64 0 0,0-1 1 0 0,0 0 0 0 0,15-1-1 0 0,-57 16 15 0 0,-1 1-10 0 0,24-15 32 0 0,2-1 0 0 0,0-1 0 0 0,1-1 2 0 0,6-3 9 0 0,2-3-8 0 0,4-1-3 0 0,-7 6-2 0 0,0 0 0 0 0,0 0-1 0 0,1 0 1 0 0,-1 0 0 0 0,1 1 0 0 0,-1-1 0 0 0,1 1 0 0 0,-1-1 0 0 0,1 1 0 0 0,0 0 0 0 0,0 0 0 0 0,0 0 0 0 0,4 0 0 0 0,7-2-1 0 0,-6 2 3 0 0,1 1 0 0 0,-1 0 0 0 0,-3 0 0 0 0,0 0 0 0 0,0 0 0 0 0,-1 0 0 0 0,0 0 0 0 0,1 0 0 0 0,0 0 0 0 0,-1 0 1 0 0,-3 1 6 0 0,0 2 2 0 0,1 2 4 0 0,-2 5 15 0 0,0-10-27 0 0,0 1 0 0 0,0-1 0 0 0,0 0 0 0 0,0 1 0 0 0,0-1 0 0 0,0 0 0 0 0,0 1 0 0 0,0-1 0 0 0,0 0 0 0 0,0 1 0 0 0,0-1 0 0 0,0 1 0 0 0,0-1 0 0 0,0 0 0 0 0,0 1 0 0 0,0-1 0 0 0,0 0 0 0 0,1 1 0 0 0,-1-1 1 0 0,0 0-1 0 0,0 1 0 0 0,0-1 0 0 0,1 0 0 0 0,-1 0 0 0 0,0 1 0 0 0,0-1 0 0 0,1 0 0 0 0,-1 0 0 0 0,0 1 0 0 0,4 1 12 0 0,1-2-5 0 0,-1 0-5 0 0,1 0 2 0 0,0 0-2 0 0,2 0 2 0 0,5 0-3 0 0,-8 0-2 0 0,15-9 0 0 0,-14 7-11 0 0,-2 2-10 0 0,0-1 0 0 0,-1 0 1 0 0,1 0-1 0 0,-1 0 0 0 0,1 0 1 0 0,-1 0-1 0 0,1-1 1 0 0,-1 1-1 0 0,0-1 0 0 0,1 0 1 0 0,2-2-1 0 0,4 0-255 0 0,-9 5 273 0 0,0-1-1 0 0,0 0 1 0 0,-1 0 0 0 0,1 0-1 0 0,0 0 1 0 0,0 0 0 0 0,0 0-1 0 0,0 0 1 0 0,0 0 0 0 0,0 0-1 0 0,0 0 1 0 0,-1 1 0 0 0,1-1-1 0 0,0 0 1 0 0,0 0 0 0 0,0 0-1 0 0,0 0 1 0 0,0 0 0 0 0,0 0-1 0 0,0 1 1 0 0,0-1 0 0 0,0 0-1 0 0,0 0 1 0 0,0 0 0 0 0,0 0-1 0 0,0 0 1 0 0,0 1 0 0 0,0-1-1 0 0,0 0 1 0 0,0 0 0 0 0,0 0-1 0 0,0 0 1 0 0,0 0 0 0 0,0 1-1 0 0,0-1 1 0 0,0 0 0 0 0,0 0-1 0 0,0 0 1 0 0,0 0 0 0 0,0 0-1 0 0,0 0 1 0 0,0 1 0 0 0,1-1-1 0 0,-1 0 1 0 0,0 0 0 0 0,0 0-1 0 0,0 0 1 0 0,0 0 0 0 0,0 0-1 0 0,0 0 1 0 0,0 0 0 0 0,1 0-1 0 0,-1 1 1 0 0,0-1 0 0 0,0 0-1 0 0,0 0 1 0 0,0 0 0 0 0,0 0-1 0 0,1 0 1 0 0,-73 72-62 0 0,67-68 66 0 0,0 1 4 0 0,2-4-3 0 0,13-5-9 0 0,-9 3 7 0 0,-1 0-1 0 0,1 1 0 0 0,0-1 1 0 0,0 1-1 0 0,0-1 1 0 0,0 1-1 0 0,0-1 0 0 0,0 1 1 0 0,0 0-1 0 0,1-1 1 0 0,-1 1-1 0 0,0 0 0 0 0,0 0 1 0 0,0 0-1 0 0,1 0 1 0 0,3-1 0 0 0,0-2 0 0 0,0 3 0 0 0,-1 0 0 0 0,0 0 0 0 0,1 0 1 0 0,-4 0 62 0 0,-2 0-55 0 0,-4 4-2 0 0,-1 2-3 0 0,-6 6 2 0 0,0 2-3 0 0,2-1-2 0 0,-16 15-117 0 0,25-27 109 0 0,0 0 0 0 0,1-1 0 0 0,-1 1 0 0 0,0 0 0 0 0,0-1-1 0 0,0 1 1 0 0,1 0 0 0 0,-1 0 0 0 0,0 0 0 0 0,1 0 0 0 0,-1 0 0 0 0,1 0 0 0 0,-1-1 0 0 0,1 1 0 0 0,0 0-1 0 0,-1 0 1 0 0,1 1 0 0 0,0-1 0 0 0,0 0 0 0 0,-1 2 0 0 0,1-3-35 0 0,1 0-135 0 0,0-1 167 0 0,1 0 0 0 0,-1 0-1 0 0,0 1 1 0 0,0-1-1 0 0,-1 0 1 0 0,1 0 0 0 0,0 0-1 0 0,0 0 1 0 0,0 0 0 0 0,0 0-1 0 0,-1 0 1 0 0,1 0-1 0 0,0-2 1 0 0,8-10-40 0 0,42-48-29 0 0,3 5 38 0 0,-50 51 42 0 0,1 1 0 0 0,-9 7-25 0 0,1 0 1 0 0,0 0 0 0 0,1 0 0 0 0,-1 1-1 0 0,0-1 1 0 0,1 1 0 0 0,0-1 0 0 0,0 1 0 0 0,0 0-1 0 0,0 0 1 0 0,0 0 0 0 0,1 0 0 0 0,0 0-1 0 0,0 0 1 0 0,0 0 0 0 0,0 6 0 0 0,-1 6-31 0 0,0-10 46 0 0,1 1 1 0 0,0 0-1 0 0,1-1 0 0 0,-1 1 1 0 0,2 11-1 0 0,-1-17 65 0 0,1-3-33 0 0,0-1-1 0 0,0 1 1 0 0,0-1-1 0 0,0 1 1 0 0,0-1-1 0 0,-1 1 1 0 0,0-1 0 0 0,1 0-1 0 0,-1 1 1 0 0,0-1-1 0 0,0 1 1 0 0,0-1-1 0 0,-1-4 1 0 0,-1 7-16 0 0,0 1-1 0 0,0-1 1 0 0,1 1-1 0 0,-1-1 1 0 0,0 1 0 0 0,1 0-1 0 0,-1-1 1 0 0,0 1-1 0 0,1 0 1 0 0,-1 0 0 0 0,1 0-1 0 0,-2 2 1 0 0,-22 11 50 0 0,17-10-53 0 0,3 0-4 0 0,-4 5-17 0 0,8-8 11 0 0,0 0 0 0 0,1 0 0 0 0,-1 0 0 0 0,0 0 0 0 0,0 0 0 0 0,0 0 0 0 0,1-1 0 0 0,-1 1 0 0 0,0 0 0 0 0,0-1 0 0 0,0 1 0 0 0,-1 0 0 0 0,1-1 0 0 0,0 1 0 0 0,0-1 0 0 0,0 0 0 0 0,0 1 0 0 0,0-1 0 0 0,0 0 0 0 0,-1 0 0 0 0,1 0 0 0 0,-2 0 0 0 0,3 0-13 0 0,4-1-70 0 0,11-6 77 0 0,-1-1 1 0 0,21-14-1 0 0,55-52-205 0 0,-84 69 184 0 0,7-4-66 0 0,-11 8 58 0 0,-5 6 25 0 0,-19 18-13 0 0,-30 31-94 0 0,24-24 27 0 0,24-26 96 0 0,0-4 0 0 0,1 0 1 0 0,0 0 6 0 0,5-8 1 0 0,11-19-2 0 0,5-2-3 0 0,-5 9 2 0 0,-1 7-2 0 0,-3 3 2 0 0,-4 1-2 0 0,0 1 2 0 0,-2 0-94 0 0,-4 7 10 0 0,-12 10-53 0 0,-15 19-32 0 0,27-28 148 0 0,-9 11-111 0 0,-1 0 0 0 0,0-1-1 0 0,-16 12 1 0 0,-10 9-332 0 0,35-30 447 0 0,0 0 0 0 0,-1 0-1 0 0,1 0 1 0 0,0-1 0 0 0,0 1-1 0 0,-1-1 1 0 0,1 1-1 0 0,0-1 1 0 0,-1 0 0 0 0,1 1-1 0 0,-1-1 1 0 0,1 0 0 0 0,0-1-1 0 0,-1 1 1 0 0,1 0-1 0 0,-1-1 1 0 0,-2 0 0 0 0,-4-3 12 0 0,-2-3 0 0 0,-2-1 0 0 0,-2-3 0 0 0,0 1 0 0 0,3 2 0 0 0,1-2 0 0 0,1 2 0 0 0,1-1 0 0 0,0 0 0 0 0,0 2 0 0 0,0 0 0 0 0,0 3 0 0 0,0 0 1 0 0,0-1 4 0 0,0-1-3 0 0,0 1-2 0 0,0 1 0 0 0,4-1 0 0 0,5 5-2 0 0,0-1 1 0 0,0 1 0 0 0,0 0 0 0 0,0 0-1 0 0,0-1 1 0 0,0 1 0 0 0,0 0 0 0 0,0-1-1 0 0,-1 1 1 0 0,1 0 0 0 0,0 0 0 0 0,0-1-1 0 0,0 1 1 0 0,0 0 0 0 0,-1 0 0 0 0,1 0-1 0 0,0-1 1 0 0,0 1 0 0 0,0 0 0 0 0,-1 0-1 0 0,1 0 1 0 0,0-1 0 0 0,0 1 0 0 0,-1 0-1 0 0,1 0 1 0 0,0 0 0 0 0,-1 0 0 0 0,1 0-1 0 0,0 0 1 0 0,0 0 0 0 0,-1 0-1 0 0,1 0 1 0 0,0 0 0 0 0,-1 0 0 0 0,1 0-1 0 0,0 0 1 0 0,0 0 0 0 0,-1 0 0 0 0,1 0-1 0 0,0 0 1 0 0,-1 0 0 0 0,1 0 0 0 0,0 0-1 0 0,0 0 1 0 0,-1 0 0 0 0,1 1 0 0 0,0-1-1 0 0,5 12-64 0 0,70 58-31 0 0,-72-68 89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45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94 96 0 0,'-1'0'0'0'0,"-1"0"0"0"0,0 0 0 0 0,-3 0 0 0 0,0 0 0 0 0,1 0 0 0 0,2 0 0 0 0,3 0 0 0 0,1 1 0 0 0,1 5 0 0 0,1 1 0 0 0,-2-3 0 0 0,-1 0 0 0 0,2-1 0 0 0,0-3 0 0 0,0 0 0 0 0,1 0 0 0 0,75-6 8266 0 0,-80 4-7364 0 0,1 2-848 0 0,0 0-1 0 0,0 0 1 0 0,0-1-1 0 0,0 1 1 0 0,1 0 0 0 0,-1 0-1 0 0,0 0 1 0 0,0 0-1 0 0,0-1 1 0 0,0 1-1 0 0,1 0 1 0 0,-1 0-1 0 0,0 0 1 0 0,0 0-1 0 0,0 0 1 0 0,1 0 0 0 0,-1 0-1 0 0,0 0 1 0 0,0 0-1 0 0,0 0 1 0 0,1 0-1 0 0,-1 0 1 0 0,0 0-1 0 0,0 0 1 0 0,0 0 0 0 0,1 0-1 0 0,-1 0 1 0 0,0 0-1 0 0,0 0 1 0 0,1 0-1 0 0,-1 0 1 0 0,0 0-1 0 0,0 0 1 0 0,0 0 0 0 0,0 0-1 0 0,1 0 1 0 0,-1 0-1 0 0,0 0 1 0 0,1 1-1 0 0,3 2-50 0 0,2 4 2 0 0,2-2-2 0 0,4 0 2 0 0,5-1-3 0 0,4 1-2 0 0,1-2 0 0 0,3-2 0 0 0,68-1-8 0 0,-15 3 6 0 0,-45-1 0 0 0,0-2 0 0 0,54-5 0 0 0,-52 2-1 0 0,59 1 0 0 0,-26 2-1 0 0,-2-5-1 0 0,-1-3 0 0 0,71-19-1 0 0,-85 17 17 0 0,97-13 12 0 0,55 5-31 0 0,-58 10 75 0 0,0 0 2 0 0,-134 7-69 0 0,48-7 19 0 0,64 0 0 0 0,-35 11 32 0 0,97 18-1 0 0,-136-15 12 0 0,0-2-50 0 0,-1-2 0 0 0,0-3 0 0 0,55-7 0 0 0,-15 1-5 0 0,81-13-92 0 0,-150 17 78 0 0,8-1-118 0 0,0 0 1 0 0,0 2-1 0 0,0 1 1 0 0,0 2-1 0 0,0 0 1 0 0,0 2-1 0 0,48 10 1 0 0,85 19 42 0 0,-55-13 228 0 0,-94-16-133 0 0,12 4 22 0 0,36 15-3 0 0,-47-18-26 0 0,0 0-2 0 0,-3 1 7 0 0,1 0-8 0 0,-2-1-3 0 0,-3 0 0 0 0,3 2 0 0 0,-2 3 0 0 0,0 2 17 0 0,-1 1 1 0 0,0 0-1 0 0,0 0 1 0 0,-2 1-1 0 0,1-1 1 0 0,-2 1-1 0 0,0 0 1 0 0,0-1-1 0 0,-1 1 1 0 0,0 0-1 0 0,-2 0 1 0 0,-2 25-1 0 0,2-21-3 0 0,-2 40 277 0 0,6 87 1 0 0,-2-73-195 0 0,-1-51-76 0 0,0-1 0 0 0,5 39 0 0 0,-2-48-21 0 0,-2-3 23 0 0,1-1 0 0 0,-1 1 0 0 0,0 0 1 0 0,0-1-1 0 0,-1 1 0 0 0,0 0 1 0 0,-1 8-1 0 0,0 2 232 0 0,1-16-249 0 0,-1-1 0 0 0,1 1 0 0 0,-1-1 0 0 0,1 1 0 0 0,-1-1 0 0 0,1 1 0 0 0,0-1 0 0 0,-1 0 1 0 0,1 1-1 0 0,-1-1 0 0 0,0 0 0 0 0,1 0 0 0 0,-1 1 0 0 0,1-1 0 0 0,-1 0 0 0 0,1 0 0 0 0,-1 0 0 0 0,0 1 0 0 0,1-1 0 0 0,-1 0 0 0 0,1 0 0 0 0,-1 0 0 0 0,0 0 1 0 0,1 0-1 0 0,-1 0 0 0 0,1-1 0 0 0,-1 1 0 0 0,0 0 0 0 0,1 0 0 0 0,-2 0 0 0 0,-22-4 49 0 0,21 3-35 0 0,-18-2 20 0 0,-1 1 0 0 0,1 0 0 0 0,-1 2 1 0 0,-32 3-1 0 0,-88 20 138 0 0,-4 0-37 0 0,108-21-104 0 0,0-2 1 0 0,0-1 0 0 0,-39-7 0 0 0,-111-27 93 0 0,142 26-101 0 0,-420-62 194 0 0,82 66-107 0 0,290 11-88 0 0,-167 33 1 0 0,-20 15-8 0 0,200-43-10 0 0,-123 2 0 0 0,87-12-1 0 0,-216-9 36 0 0,197-7 15 0 0,90 11-44 0 0,34 3-12 0 0,1 1-3 0 0,1 0 2 0 0,1 0-2 0 0,0 0 2 0 0,1 0-2 0 0,2 0 2 0 0,2 0-2 0 0,-1 0 2 0 0,1 0-1 0 0,-1 0 7 0 0,0 0-8 0 0,1 0-3 0 0,0 0 1 0 0,-1 0 6 0 0,4 0 1 0 0,-3 0-2 0 0,0-1-3 0 0,0-3 2 0 0,-3-6-2 0 0,0 0 0 0 0,1 0 0 0 0,0-1-1 0 0,1 1 1 0 0,0-1 0 0 0,1-1 0 0 0,0 1-1 0 0,0-1 1 0 0,1 1 0 0 0,1-1 0 0 0,0 0-1 0 0,1 0 1 0 0,0-24 0 0 0,8-199 40 0 0,-4 215-43 0 0,-1 13-1 0 0,0 0 0 0 0,-1 0 0 0 0,0 0 0 0 0,0 0 0 0 0,0 0 0 0 0,-1 0 0 0 0,-1-10 0 0 0,1 14-15 0 0,0 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4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 0 0,'1'7'0'0'0,"4"-1"0"0"0,0-2 50 0 0,0-1 1 0 0,0 0-1 0 0,0 0 1 0 0,1-1-1 0 0,-1 0 1 0 0,1 1-1 0 0,0-2 1 0 0,0 1-1 0 0,-1-1 1 0 0,1 0-1 0 0,10 0 1 0 0,-7 1 24 0 0,90 21 574 0 0,-57-12-305 0 0,86 10 1 0 0,-35-15 229 0 0,101-5 1 0 0,-77-2-163 0 0,34-1 17 0 0,474-39 2474 0 0,-412 29-1781 0 0,-156 9-872 0 0,114-10 408 0 0,-119 9-532 0 0,1 1-1 0 0,53 6 0 0 0,-72 1-115 0 0,40 9 0 0 0,6 1 4 0 0,218 11 148 0 0,-71-14 54 0 0,9 2-209 0 0,-212-13-16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49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3312 0 0,'-1'2'-1'0'0,"0"0"9"0"0,0 0 8 0 0,0-1 17 0 0,0 1 25 0 0,1 0-64 0 0,1 0-13 0 0,1 10 10 0 0,6 6 2 0 0,6 3 6 0 0,10 7 1 0 0,-13-17 8 0 0,1-1 0 0 0,24 16 0 0 0,11 4 81 0 0,1-1 107 0 0,24 10 224 0 0,-17-6 35 0 0,-37-24-373 0 0,-7-4 125 0 0,1 1 0 0 0,-1 0 0 0 0,0 0 0 0 0,0 1 0 0 0,-1 1-1 0 0,0 0 1 0 0,16 15 0 0 0,-12-3 318 0 0,-54-15 1261 0 0,-47-7-1352 0 0,53-1-187 0 0,-1 3 1 0 0,1 0-1 0 0,-59 10 1 0 0,43-1 14 0 0,33-7-216 0 0,0 1 1 0 0,0 1 0 0 0,0 0 0 0 0,-26 12 0 0 0,35-13-34 0 0,-12 10 30 0 0,15-8-35 0 0,4-2-3 0 0,1-2-10 0 0,0-17-43 0 0,8-39 32 0 0,-4 37 24 0 0,-4 26 64 0 0,1 0 1 0 0,0 0-1 0 0,0 0 1 0 0,1 0-1 0 0,4 12 1 0 0,0 2 10 0 0,-4-5-28 0 0,8 25 72 0 0,-9-40-117 0 0,-1 0 1 0 0,1 0 0 0 0,0 0-1 0 0,0-1 1 0 0,0 1-1 0 0,0 0 1 0 0,0 0-1 0 0,0 0 1 0 0,1-1 0 0 0,-1 1-1 0 0,0 0 1 0 0,1-1-1 0 0,0 0 1 0 0,-1 1-1 0 0,1-1 1 0 0,2 2 0 0 0,5 0 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1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666 574 96 0 0,'2'-2'0'0'0,"4"-1"0"0"0,-5 1 3 0 0,1 1 1 0 0,0 0-1 0 0,0-1 1 0 0,-1 1-1 0 0,1-1 0 0 0,-1 0 1 0 0,1 0-1 0 0,-1 1 1 0 0,0-1-1 0 0,0 0 0 0 0,0 0 1 0 0,0 0-1 0 0,0 0 1 0 0,0 0-1 0 0,0 0 0 0 0,-1-1 1 0 0,1 1-1 0 0,-1 0 1 0 0,1-3-1 0 0,5-8 50 0 0,-1-1 1 0 0,0 0-1 0 0,-1-1 1 0 0,0 1-1 0 0,-2-1 0 0 0,1 0 1 0 0,-2 1-1 0 0,0-1 1 0 0,0 0-1 0 0,-2 0 1 0 0,0 0-1 0 0,0 0 0 0 0,-2 1 1 0 0,0-1-1 0 0,-8-24 1 0 0,5 23 8 0 0,-1 0 0 0 0,-1 0 0 0 0,0 1 1 0 0,-1 0-1 0 0,-1 0 0 0 0,0 1 0 0 0,-1 0 1 0 0,0 1-1 0 0,-21-18 0 0 0,22 21 25 0 0,-1 1 0 0 0,0 1 0 0 0,0 0 0 0 0,-1 1 0 0 0,0 0 0 0 0,0 0 0 0 0,0 2 1 0 0,-1-1-1 0 0,0 2 0 0 0,-19-5 0 0 0,2 1 300 0 0,-2 1 0 0 0,-39-3 1 0 0,60 9-197 0 0,0 1 0 0 0,1 0 1 0 0,-1 1-1 0 0,0 0 0 0 0,1 0 1 0 0,-1 1-1 0 0,1 1 0 0 0,-1 0 1 0 0,1 0-1 0 0,-16 9 0 0 0,17-7-92 0 0,2 1 1 0 0,-1-1-1 0 0,1 2 0 0 0,0-1 0 0 0,0 1 0 0 0,1 0 1 0 0,-1 0-1 0 0,2 1 0 0 0,-1 0 0 0 0,1 0 0 0 0,0 0 1 0 0,1 0-1 0 0,-6 16 0 0 0,-2 8 155 0 0,2 0 0 0 0,-10 52 0 0 0,2 16 247 0 0,4 1 0 0 0,-1 180-1 0 0,28-52 311 0 0,-8-167-380 0 0,3-1 0 0 0,22 87 1 0 0,-10-59-55 0 0,-18-79-327 0 0,-1-1 1 0 0,1 1 0 0 0,-1-1-1 0 0,-1 1 1 0 0,0-1 0 0 0,0 1-1 0 0,-1 0 1 0 0,0-1 0 0 0,-1 1-1 0 0,0-1 1 0 0,-6 16 0 0 0,-1-11 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2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25 96 0 0,'-1'-5'153'0'0,"-1"-1"502"0"0,1 1 707 0 0,13 9-635 0 0,-9 0-674 0 0,0 0-1 0 0,0 0 1 0 0,0 0 0 0 0,0 0-1 0 0,-1 0 1 0 0,3 8-1 0 0,7 5 185 0 0,-1 7 133 0 0,4 32 478 0 0,-5 9 310 0 0,-8-45-777 0 0,-1 1-1 0 0,-2 35 1 0 0,0-20-87 0 0,-1-15-84 0 0,2-12 128 0 0,2-18 185 0 0,10-33-431 0 0,2 1-1 0 0,1 0 1 0 0,39-73 0 0 0,-42 92-87 0 0,-6 9-5 0 0,0 0 0 0 0,2 1-1 0 0,-1-1 1 0 0,12-12 0 0 0,-17 23 0 0 0,0-1-1 0 0,1 1 1 0 0,-1 0-1 0 0,1 0 1 0 0,-1 0-1 0 0,1 0 1 0 0,0 0-1 0 0,0 0 1 0 0,0 1-1 0 0,0-1 1 0 0,0 1 0 0 0,0 0-1 0 0,0 0 1 0 0,0 0-1 0 0,0 0 1 0 0,1 0-1 0 0,-1 1 1 0 0,0 0-1 0 0,1-1 1 0 0,-1 1-1 0 0,0 1 1 0 0,1-1 0 0 0,4 1-1 0 0,-6 0 1 0 0,1 0-1 0 0,-1 0 1 0 0,1 0-1 0 0,-1 0 1 0 0,1 0 0 0 0,-1 0-1 0 0,0 1 1 0 0,0-1-1 0 0,0 1 1 0 0,0 0-1 0 0,0-1 1 0 0,0 1 0 0 0,0 0-1 0 0,0 0 1 0 0,0 0-1 0 0,-1 1 1 0 0,2 2-1 0 0,15 40-1 0 0,-14-33 1 0 0,4 15 21 0 0,-2 0 0 0 0,0 1-1 0 0,-2-1 1 0 0,-1 1-1 0 0,-2 0 1 0 0,0 0-1 0 0,-2 0 1 0 0,-1 0-1 0 0,-1 0 1 0 0,-1 0 0 0 0,-9 28-1 0 0,10-46 75 0 0,-1 0 0 0 0,0-1 0 0 0,0 1 1 0 0,-7 10-1 0 0,10-19 26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3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1 255 3408 0 0,'3'-14'173'0'0,"-2"-1"156"0"0,-1 12-265 0 0,1 0 1 0 0,-1 1-1 0 0,0-1 0 0 0,1 0 1 0 0,-1 1-1 0 0,1-1 1 0 0,0 0-1 0 0,0 1 0 0 0,0-1 1 0 0,0 1-1 0 0,3-5 1 0 0,26-43 328 0 0,-26 43-366 0 0,1 1 0 0 0,0 1 0 0 0,0-1-1 0 0,1 1 1 0 0,-1 0 0 0 0,1 0 0 0 0,0 0 0 0 0,0 1 0 0 0,1 0 0 0 0,6-4 0 0 0,2 0-31 0 0,6-5-14 0 0,0 0 0 0 0,1 2 0 0 0,32-12 0 0 0,-46 21-10 0 0,1-1 0 0 0,0 1 1 0 0,-1 0-1 0 0,1 1 1 0 0,0 0-1 0 0,0 1 1 0 0,0-1-1 0 0,0 2 0 0 0,0-1 1 0 0,-1 1-1 0 0,1 1 1 0 0,15 4-1 0 0,-12-3-28 0 0,1 2 1 0 0,-1-1-1 0 0,15 9 0 0 0,-23-10 41 0 0,0 0 0 0 0,1 0-1 0 0,-2 1 1 0 0,1-1 0 0 0,0 1-1 0 0,-1 0 1 0 0,1 0 0 0 0,-1 0-1 0 0,0 0 1 0 0,-1 0 0 0 0,4 7 0 0 0,3 8-3 0 0,-2 1 1 0 0,0-1 0 0 0,-1 1 0 0 0,-1 0-1 0 0,-1 1 1 0 0,-1-1 0 0 0,0 1 0 0 0,-2 37-1 0 0,-4 2 95 0 0,-18 104-1 0 0,17-143 2 0 0,-2 0 1 0 0,0 0-1 0 0,-1 0 1 0 0,-1-1 0 0 0,-13 25-1 0 0,14-32 4 0 0,-1 0-1 0 0,0-1 1 0 0,-1 0-1 0 0,0 0 1 0 0,-1-1-1 0 0,0 0 1 0 0,-1 0 0 0 0,-18 13-1 0 0,26-21-43 0 0,-1-1-1 0 0,0 1 1 0 0,0-1-1 0 0,0 0 0 0 0,0 0 1 0 0,0-1-1 0 0,-1 1 1 0 0,1-1-1 0 0,0 0 1 0 0,-1 0-1 0 0,1 0 1 0 0,-1-1-1 0 0,1 1 0 0 0,-1-1 1 0 0,1 0-1 0 0,-1-1 1 0 0,1 1-1 0 0,-1-1 1 0 0,1 0-1 0 0,-1 0 1 0 0,1 0-1 0 0,0 0 0 0 0,0-1 1 0 0,-1 0-1 0 0,1 0 1 0 0,0 0-1 0 0,0 0 1 0 0,1-1-1 0 0,-1 1 1 0 0,0-1-1 0 0,1 0 0 0 0,0 0 1 0 0,0 0-1 0 0,0-1 1 0 0,0 1-1 0 0,0-1 1 0 0,1 0-1 0 0,-1 0 1 0 0,1 0-1 0 0,0 0 1 0 0,0 0-1 0 0,0 0 0 0 0,1 0 1 0 0,0-1-1 0 0,-2-7 1 0 0,2 4-28 0 0,0 1 0 0 0,0-1-1 0 0,1 1 1 0 0,0 0 0 0 0,1-1 0 0 0,-1 1 0 0 0,1-1 0 0 0,1 1 0 0 0,0 0 0 0 0,0 0-1 0 0,0 0 1 0 0,0 0 0 0 0,1 0 0 0 0,1 0 0 0 0,-1 1 0 0 0,1-1 0 0 0,0 1 0 0 0,0 0-1 0 0,1 0 1 0 0,0 0 0 0 0,0 1 0 0 0,0 0 0 0 0,1 0 0 0 0,0 0 0 0 0,-1 1 0 0 0,2 0 0 0 0,-1 0-1 0 0,0 0 1 0 0,1 1 0 0 0,0 0 0 0 0,0 0 0 0 0,0 0 0 0 0,0 1 0 0 0,0 0 0 0 0,0 1-1 0 0,1 0 1 0 0,-1 0 0 0 0,15 0 0 0 0,-16 2-9 0 0,0-1-1 0 0,0 1 1 0 0,-1 0-1 0 0,1 1 1 0 0,0 0-1 0 0,0 0 1 0 0,-1 0-1 0 0,1 0 1 0 0,-1 1-1 0 0,0 0 1 0 0,0 0-1 0 0,0 0 1 0 0,7 7-1 0 0,6 6 0 0 0,-1 1 0 0 0,16 19-1 0 0,-19-20 2 0 0,-2 0 7 0 0,-1 1 0 0 0,0 0-1 0 0,-1 0 1 0 0,-1 1 0 0 0,0 0 0 0 0,-2 1 0 0 0,0 0 0 0 0,-1 0 0 0 0,-1 0 0 0 0,0 1 0 0 0,2 35-1 0 0,-6-38 14 0 0,-1 0-1 0 0,0 0 0 0 0,-1 0 1 0 0,-1 0-1 0 0,-7 30 0 0 0,6-37 3 0 0,0-1 0 0 0,0 1-1 0 0,-1-1 1 0 0,0 0 0 0 0,-1 0 0 0 0,1 0-1 0 0,-2 0 1 0 0,1-1 0 0 0,-2 0 0 0 0,1 0-1 0 0,-9 8 1 0 0,11-13-1 0 0,-1 0 0 0 0,1 0-1 0 0,-1 0 1 0 0,0-1 0 0 0,1 0 0 0 0,-1 1 0 0 0,0-2-1 0 0,-1 1 1 0 0,1-1 0 0 0,0 1 0 0 0,0-1 0 0 0,-1-1-1 0 0,1 1 1 0 0,0-1 0 0 0,-1 0 0 0 0,1 0 0 0 0,-9-2-1 0 0,-9-2 75 0 0,0-1 0 0 0,-40-14 0 0 0,25 6-32 0 0,-153-55 54 0 0,128 44-101 0 0,29 19-51 0 0,32 5 12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3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2704 0 0,'5'2'205'0'0,"4"9"5"0"0,3 4-90 0 0,4 9-33 0 0,-7-11-28 0 0,-4-6-24 0 0,-1 1 0 0 0,1 0 0 0 0,-1 1 0 0 0,0-1 0 0 0,-1 1 0 0 0,0-1 0 0 0,0 1 0 0 0,1 13 0 0 0,0 1 228 0 0,2 45 1 0 0,-6 20 1066 0 0,-3 1 0 0 0,-29 173 0 0 0,-15-47 198 0 0,42-178-1263 0 0,1 1-1 0 0,1 0 0 0 0,3 40 1 0 0,0 5 52 0 0,-9 99 356 0 0,10-149-439 0 0,5 46 0 0 0,1 12 374 0 0,-7-89-557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4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165 128 4416 0 0,'-6'4'1355'0'0,"-5"5"-440"0"0,10-7-867 0 0,1 0 0 0 0,-1 0 0 0 0,1 1 0 0 0,0-1 0 0 0,0 0 0 0 0,0 0 0 0 0,0 0 0 0 0,0 0 0 0 0,0 0 0 0 0,0 0 0 0 0,1 0 0 0 0,-1 0 0 0 0,1 0 0 0 0,0 0 0 0 0,-1 0 0 0 0,1 0 0 0 0,0-1 0 0 0,2 4-1 0 0,5 15 14 0 0,-1-3-55 0 0,3-2-6 0 0,-1-1 0 0 0,1-2 0 0 0,-8-9 4 0 0,0-1 0 0 0,0 0 0 0 0,0 0 0 0 0,1 0 0 0 0,-1 0 0 0 0,0-1 0 0 0,1 1 0 0 0,0 0 0 0 0,-1-1 0 0 0,1 0 0 0 0,0 0 0 0 0,0 0 0 0 0,0 0 0 0 0,0 0 0 0 0,0-1 0 0 0,0 1 0 0 0,3 0 0 0 0,2-1 50 0 0,-1 1 8 0 0,0-1 0 0 0,-1 1 0 0 0,1-2 0 0 0,0 1 0 0 0,-1-1 0 0 0,1 0-1 0 0,0 0 1 0 0,-1-1 0 0 0,1 0 0 0 0,-1 0 0 0 0,8-4 0 0 0,-14 6-50 0 0,4-2 45 0 0,0 1-1 0 0,-1-1 1 0 0,0 0 0 0 0,1 0-1 0 0,-1-1 1 0 0,0 1-1 0 0,0-1 1 0 0,0 1 0 0 0,-1-1-1 0 0,1 0 1 0 0,-1 0-1 0 0,1-1 1 0 0,-1 1 0 0 0,0 0-1 0 0,3-6 1 0 0,-1-1 104 0 0,0-1 0 0 0,-1 1 1 0 0,4-18-1 0 0,-6 22-115 0 0,0 0-1 0 0,-1 1 1 0 0,0-1 0 0 0,0 0 0 0 0,0 1 0 0 0,-1-1 0 0 0,0 0 0 0 0,0 1 0 0 0,0-1 0 0 0,-1 1-1 0 0,0 0 1 0 0,0-1 0 0 0,0 1 0 0 0,-1 0 0 0 0,1 0 0 0 0,-1 0 0 0 0,-1 1 0 0 0,1-1 0 0 0,0 1-1 0 0,-1-1 1 0 0,0 1 0 0 0,0 0 0 0 0,-5-3 0 0 0,3 3-20 0 0,0-1 0 0 0,0 1-1 0 0,-1 1 1 0 0,1-1 0 0 0,-1 1 0 0 0,0 1-1 0 0,0-1 1 0 0,0 1 0 0 0,0 0 0 0 0,-14-2-1 0 0,0 2 22 0 0,0 0-1 0 0,-27 3 1 0 0,39-1-39 0 0,1 2 1 0 0,0-1 0 0 0,0 1-1 0 0,0 0 1 0 0,0 1 0 0 0,0 0-1 0 0,0 0 1 0 0,0 1 0 0 0,1 0-1 0 0,0 0 1 0 0,0 1 0 0 0,0 0 0 0 0,1 0-1 0 0,-1 1 1 0 0,1-1 0 0 0,0 1-1 0 0,1 1 1 0 0,-1-1 0 0 0,1 1-1 0 0,-7 13 1 0 0,8-13-3 0 0,0 0 0 0 0,0 0-1 0 0,1 1 1 0 0,0-1 0 0 0,0 1 0 0 0,1 0-1 0 0,0 0 1 0 0,1 0 0 0 0,-1 0 0 0 0,1 0-1 0 0,1 0 1 0 0,0 0 0 0 0,0 0 0 0 0,0 1 0 0 0,1-1-1 0 0,0 0 1 0 0,1 0 0 0 0,0 0 0 0 0,0 0-1 0 0,1-1 1 0 0,5 12 0 0 0,-4-13 2 0 0,0 0 0 0 0,0 0 0 0 0,0 0 0 0 0,1 0 0 0 0,0-1 0 0 0,1 0 0 0 0,-1 0 0 0 0,1 0 0 0 0,0-1 0 0 0,9 6 0 0 0,6 1 54 0 0,42 16 1 0 0,-45-21-9 0 0,-1 1 0 0 0,-1 1 0 0 0,26 15 0 0 0,-7 3 61 0 0,-26-20-92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5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0 6128 0 0,'-1'1'14'0'0,"-1"-1"0"0"0,0 0 0 0 0,0 1 1 0 0,0-1-1 0 0,1 1 0 0 0,-1 0 0 0 0,0-1 1 0 0,1 1-1 0 0,-1 0 0 0 0,1 0 0 0 0,-1 0 0 0 0,1 0 1 0 0,-1 0-1 0 0,1 1 0 0 0,0-1 0 0 0,-1 0 0 0 0,1 1 1 0 0,0-1-1 0 0,0 1 0 0 0,0-1 0 0 0,0 1 1 0 0,0-1-1 0 0,-1 4 0 0 0,-18 52 583 0 0,7-17-366 0 0,0-8-212 0 0,2 0 0 0 0,1 0-1 0 0,-9 51 1 0 0,1-1 33 0 0,3-37 2 0 0,11-34 50 0 0,0-1 1 0 0,1 0-1 0 0,0 1 0 0 0,0-1 0 0 0,-1 19 1 0 0,4-29-98 0 0,0 1 1 0 0,0-1-1 0 0,0 0 1 0 0,0 1-1 0 0,0-1 1 0 0,0 0-1 0 0,0 1 1 0 0,0-1-1 0 0,0 0 1 0 0,-1 1-1 0 0,1-1 1 0 0,0 0-1 0 0,0 1 1 0 0,0-1-1 0 0,-1 0 1 0 0,1 1-1 0 0,0-1 1 0 0,0 0-1 0 0,-1 0 1 0 0,1 1-1 0 0,0-1 1 0 0,-1 0-1 0 0,1 0 1 0 0,0 0-1 0 0,-1 1 1 0 0,1-1-1 0 0,0 0 1 0 0,-1 0-1 0 0,1 0 1 0 0,0 0-1 0 0,-1 0 1 0 0,1 0-1 0 0,0 0 1 0 0,-1 0-1 0 0,1 0 1 0 0,-1 0-1 0 0,1 0 1 0 0,0 0-1 0 0,-1 0 1 0 0,1 0-1 0 0,0 0 1 0 0,-1 0-1 0 0,1 0 1 0 0,0 0-1 0 0,-1-1 1 0 0,1 1-1 0 0,0 0 1 0 0,-1 0-1 0 0,-15-8 215 0 0,14 6-207 0 0,-1-1 1 0 0,1 0-1 0 0,0 1 1 0 0,0-1-1 0 0,0 0 1 0 0,0-1-1 0 0,0 1 1 0 0,1 0-1 0 0,0 0 0 0 0,-1-1 1 0 0,1 1-1 0 0,0-1 1 0 0,0-5-1 0 0,-6-53 99 0 0,6 38-65 0 0,-19-107 186 0 0,7 50-6 0 0,13 80-208 0 0,0 1 0 0 0,0-1 1 0 0,0 0-1 0 0,0 0 1 0 0,0 1-1 0 0,0-1 0 0 0,0 0 1 0 0,-1 0-1 0 0,1 1 0 0 0,0-1 1 0 0,0 0-1 0 0,-1 1 1 0 0,1-1-1 0 0,0 0 0 0 0,-1 1 1 0 0,1-1-1 0 0,-1 0 0 0 0,1 1 1 0 0,-1-1-1 0 0,1 1 1 0 0,-1-1-1 0 0,1 1 0 0 0,-1-1 1 0 0,0 1-1 0 0,0-1 0 0 0,0 1-7 0 0,0 0-1 0 0,1 0 1 0 0,-1 1-1 0 0,0-1 0 0 0,0 0 1 0 0,0 0-1 0 0,1 1 1 0 0,-1-1-1 0 0,0 0 0 0 0,0 1 1 0 0,1-1-1 0 0,-1 1 1 0 0,0-1-1 0 0,1 1 0 0 0,-1-1 1 0 0,0 1-1 0 0,1-1 1 0 0,-2 2-1 0 0,-26 40 180 0 0,25-37-126 0 0,-42 79 258 0 0,25-46 61 0 0,-36 55 1 0 0,48-83-333 0 0,1-1 32 0 0,0 0 0 0 0,1 0 0 0 0,-7 14 0 0 0,13-21-20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6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0 7936 0 0,'-11'31'279'0'0,"2"19"190"0"0,4-23-201 0 0,-44 212 948 0 0,45-226-1216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4008 0 0,'4'-3'0'0'0,"66"-27"39"0"0,-40 15-21 0 0,58-24 1 0 0,-75 35-44 0 0,1-1 0 0 0,0 2-1 0 0,0 0 1 0 0,0 0-1 0 0,0 2 1 0 0,0-1 0 0 0,23 2-1 0 0,-33 1-13 0 0,1 0 0 0 0,-1 0-1 0 0,1 1 1 0 0,-1-1 0 0 0,0 1-1 0 0,0 0 1 0 0,1 0 0 0 0,-1 1-1 0 0,-1-1 1 0 0,1 1 0 0 0,0 0-1 0 0,-1-1 1 0 0,7 8 0 0 0,0 1 35 0 0,0 1 0 0 0,14 24 1 0 0,-20-31 7 0 0,-2 0 0 0 0,1 0 0 0 0,-1 0 0 0 0,1 0 0 0 0,-2 1 0 0 0,1-1 0 0 0,0 1 0 0 0,-1 0 0 0 0,0-1 0 0 0,0 8 0 0 0,-1 1 140 0 0,-1-1-1 0 0,0 1 0 0 0,-4 13 0 0 0,1-4 177 0 0,3-10 27 0 0,-1 1-1 0 0,-1-1 0 0 0,0 0 1 0 0,-1 1-1 0 0,0-1 0 0 0,-1-1 1 0 0,-1 1-1 0 0,-10 18 0 0 0,2-13-56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7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12 165 5320 0 0,'-6'-3'56'0'0,"0"1"20"0"0,15-10 29 0 0,11-13-77 0 0,-16 19-36 0 0,1 0-1 0 0,-1 0 1 0 0,1 0 0 0 0,1 1 0 0 0,7-7 0 0 0,-3 4-16 0 0,40-25-62 0 0,-22 22 74 0 0,36-12 1 0 0,-55 21 78 0 0,1 0 1 0 0,-1 1 0 0 0,1 0 0 0 0,-1 1 0 0 0,1-1 0 0 0,-1 2-1 0 0,1-1 1 0 0,9 3 0 0 0,-16-2 0 0 0,0 0 0 0 0,0 0 0 0 0,1 1 0 0 0,-1-1 0 0 0,0 1 1 0 0,0 0-1 0 0,0 0 0 0 0,-1 0 0 0 0,1 0 0 0 0,0 0 0 0 0,-1 0 0 0 0,1 1 0 0 0,1 2 0 0 0,-2-3-42 0 0,4 6 70 0 0,1 0 0 0 0,-2 0 0 0 0,1 0 0 0 0,-1 1 0 0 0,-1-1 0 0 0,1 1 1 0 0,-1 0-1 0 0,-1 1 0 0 0,0-1 0 0 0,0 1 0 0 0,1 11 0 0 0,-2-11-21 0 0,-1 0 1 0 0,0 1-1 0 0,-1-1 0 0 0,0 0 0 0 0,0 0 1 0 0,-4 16-1 0 0,-16 62 285 0 0,10-51-240 0 0,3-15 12 0 0,0-1 0 0 0,-21 41 1 0 0,24-54-105 0 0,-14 51 132 0 0,12-41-121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2:5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4512 0 0,'0'0'559'0'0,"-8"9"-294"0"0,-38 87 296 0 0,7-12 503 0 0,38-80-865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26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276 283 96 0 0,'-3'0'0'0'0,"-4"0"0"0"0,3 0 0 0 0,8 1 0 0 0,6 5 0 0 0,12 0 0 0 0,11-3 0 0 0,5-2 0 0 0,3-1 0 0 0,-4 0 0 0 0,-9 0 0 0 0,70-3 0 0 0,-71 1 59 0 0,0 0 0 0 0,38-10 0 0 0,17-1 77 0 0,109-9 833 0 0,119-10 1133 0 0,-130 28-1350 0 0,14-1-207 0 0,240-27 657 0 0,-128 11 115 0 0,167-13 307 0 0,-179 19-1393 0 0,-229 12-224 0 0,388-17 19 0 0,-122-2-20 0 0,-58 2 44 0 0,-187 20-29 0 0,-52 1 41 0 0,61-7 0 0 0,-60 1 11 0 0,-1 0 298 0 0,54-3 0 0 0,7 0 316 0 0,-30 1-392 0 0,-19 7-199 0 0,-39 3-93 0 0,-6-1-2 0 0,1-1-1 0 0,-1 1 1 0 0,1 0-1 0 0,-1-1 1 0 0,1 1-1 0 0,-1 0 1 0 0,0 0-1 0 0,0 0 1 0 0,0 0-1 0 0,0 0 1 0 0,-1 0 0 0 0,1 0-1 0 0,0 1 1 0 0,-1-1-1 0 0,1 3 1 0 0,1 5 3 0 0,7 27-3 0 0,-2 0-1 0 0,-1 1 0 0 0,1 50 0 0 0,-2-23-6 0 0,-4-41 6 0 0,-1-1 0 0 0,-2 1-1 0 0,-6 35 1 0 0,-1 18 18 0 0,-1 52 162 0 0,-29 141-1 0 0,28-194-84 0 0,4 0 1 0 0,3 0-1 0 0,6 79 0 0 0,-3 72 83 0 0,1-198-142 0 0,1-1 0 0 0,1 1 1 0 0,11 48-1 0 0,11 90 189 0 0,2 178 0 0 0,-22-273-166 0 0,-1 5 7 0 0,-1-17 22 0 0,11 64 0 0 0,5 69 96 0 0,-14-129-114 0 0,-3-59-67 0 0,1 39 49 0 0,2-1 1 0 0,2 1-1 0 0,18 62 0 0 0,-2-17 14 0 0,4 16-6 0 0,-20-82-45 0 0,-1 1 0 0 0,-1 0 1 0 0,-1 0-1 0 0,-2 0 0 0 0,0 0 1 0 0,-4 41-1 0 0,0 9 14 0 0,14 49 27 0 0,-1 43 54 0 0,-4-61 92 0 0,-5-97-168 0 0,0-5-31 0 0,0-1 1 0 0,0 0 0 0 0,0 1 0 0 0,-1-1-1 0 0,0 0 1 0 0,1 1 0 0 0,-1-1 0 0 0,0 1-1 0 0,0-1 1 0 0,0 0 0 0 0,0 1 0 0 0,-1-1-1 0 0,1 1 1 0 0,-1-1 0 0 0,1 0 0 0 0,-1 1-1 0 0,0-1 1 0 0,0 0 0 0 0,0 0 0 0 0,0 1-1 0 0,0-1 1 0 0,0 0 0 0 0,-1 0 0 0 0,1 0-1 0 0,-1 0 1 0 0,0-1 0 0 0,1 1-1 0 0,-4 2 1 0 0,-3 1-3 0 0,1-1 0 0 0,-1 0 0 0 0,1-1 0 0 0,-1 0 0 0 0,0 0 0 0 0,-1 0 0 0 0,1-1 0 0 0,-16 2-1 0 0,-5-2 6 0 0,-38-1 0 0 0,-15 1 0 0 0,-298 12-1 0 0,157-10-2 0 0,-83-8-16 0 0,90-2 2 0 0,-346 16-197 0 0,-180-2 62 0 0,672-11 140 0 0,-69 2-44 0 0,-76 9-59 0 0,21-2-59 0 0,83 1-20 0 0,-331 28-515 0 0,17 10-79 0 0,282-25 699 0 0,58-7 102 0 0,82-12-15 0 0,-40 5 219 0 0,-55 0 0 0 0,96-6-207 0 0,1-1 0 0 0,-1 1 0 0 0,0-1 0 0 0,1 0 0 0 0,-1 1 0 0 0,0-1 0 0 0,1 0 0 0 0,-1 0 0 0 0,1 0 0 0 0,-1 0 0 0 0,1 0 0 0 0,0-1 0 0 0,0 1 0 0 0,-1 0 0 0 0,1-1 0 0 0,0 1 0 0 0,0 0 0 0 0,0-1 0 0 0,0 1 0 0 0,1-1 0 0 0,-1 0 0 0 0,0 1 0 0 0,1-1 0 0 0,-1 0 0 0 0,1 1 0 0 0,-1-1 0 0 0,1 0 0 0 0,0-2 0 0 0,-9-62 52 0 0,8 50-25 0 0,-16-451 436 0 0,11 138-298 0 0,0 234-120 0 0,-28-139 1 0 0,-55-129 42 0 0,29 105 17 0 0,14 47 55 0 0,18 88-30 0 0,5-1 0 0 0,-6-133 1 0 0,25 180-58 0 0,3 0 1 0 0,3 1 0 0 0,3-1 0 0 0,25-119 0 0 0,40-177 245 0 0,-56 318-333 0 0,1 1 1 0 0,36-81 0 0 0,-40 114-168 0 0,0 1 0 0 0,1-1 1 0 0,1 2-1 0 0,1 0 1 0 0,1 0-1 0 0,0 2 0 0 0,1 0 1 0 0,21-17-1 0 0,-21 20-81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2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54 96 0 0,'1'0'0'0'0,"-1"0"0"0"0,0 0 0 0 0,-2 0 0 0 0,-4 0 0 0 0,3 1 0 0 0,6 1 0 0 0,1 6 0 0 0,1-3 0 0 0,-3-1 0 0 0,-1-4 6 0 0,0 1 0 0 0,1 0 1 0 0,-1-1-1 0 0,0 1 0 0 0,0-1 0 0 0,1 1 0 0 0,-1-1 1 0 0,0 0-1 0 0,0 1 0 0 0,1-1 0 0 0,-1 0 1 0 0,0 0-1 0 0,1 0 0 0 0,-1 0 0 0 0,0 0 0 0 0,1 0 1 0 0,-1 0-1 0 0,3-1 0 0 0,5 0 44 0 0,29 9 408 0 0,-30-5-306 0 0,0-1 0 0 0,-1 0 0 0 0,1 0 0 0 0,0-1 0 0 0,0 0 0 0 0,0-1-1 0 0,9 0 1 0 0,-7-1 33 0 0,40-2 521 0 0,-1 2 0 0 0,72 9 0 0 0,-104-7-546 0 0,0 0 1 0 0,28-3-1 0 0,27 2 271 0 0,-19 3 245 0 0,78-6 0 0 0,-27 0-66 0 0,-75 3-485 0 0,117 1 617 0 0,263-32-1 0 0,-362 24-647 0 0,-1 3 0 0 0,1 2-1 0 0,47 3 1 0 0,-50-1 82 0 0,-1-3 0 0 0,0-1 0 0 0,45-10-1 0 0,-39 5 184 0 0,95-3-1 0 0,-18 5 24 0 0,-78 3-75 0 0,94 3 0 0 0,-10 6-111 0 0,19 2-113 0 0,34 4-90 0 0,-177-10 6 0 0,1 2 119 0 0,-1 0 1 0 0,1-1-1 0 0,0 0 1 0 0,-1 0-1 0 0,1 0 1 0 0,0-1-1 0 0,0-1 1 0 0,15 0-1 0 0,8-1 89 0 0,-32 30-12 0 0,-1 12-125 0 0,0 25 36 0 0,3 0 0 0 0,15 96 0 0 0,-13-134-80 0 0,-3-1 0 0 0,0 0 1 0 0,-1 0-1 0 0,-7 47 1 0 0,-1 34 34 0 0,1-29-16 0 0,0-26-18 0 0,7-48-19 0 0,0 0 0 0 0,0 0 0 0 0,0 0-1 0 0,0 0 1 0 0,1-1 0 0 0,0 1 0 0 0,0 0 0 0 0,0 0 0 0 0,1 0 0 0 0,0-1 0 0 0,3 9 0 0 0,-4-11 0 0 0,0 4 3 0 0,0-6-9 0 0,-1 0-1 0 0,0 1 1 0 0,0-1-1 0 0,0 0 1 0 0,1 0 0 0 0,-1 0-1 0 0,0 1 1 0 0,0-1-1 0 0,0 0 1 0 0,0 1-1 0 0,0-1 1 0 0,0 0-1 0 0,1 0 1 0 0,-1 1 0 0 0,0-1-1 0 0,0 0 1 0 0,0 0-1 0 0,0 1 1 0 0,0-1-1 0 0,0 0 1 0 0,0 1 0 0 0,0-1-1 0 0,0 0 1 0 0,0 1-1 0 0,0-1 1 0 0,-1 0-1 0 0,1 0 1 0 0,0 1 0 0 0,0-1-1 0 0,0 0 1 0 0,0 0-1 0 0,0 1 1 0 0,0-1-1 0 0,-1 0 1 0 0,1 0 0 0 0,0 1-1 0 0,0-1 1 0 0,0 0-1 0 0,-1 0 1 0 0,1 0-1 0 0,0 1 1 0 0,0-1 0 0 0,-1 0-1 0 0,1 0 1 0 0,0 0-1 0 0,0 0 1 0 0,-1 0-1 0 0,1 0 1 0 0,0 1 0 0 0,0-1-1 0 0,-1 0 1 0 0,1 0-1 0 0,0 0 1 0 0,-1 0-1 0 0,1 0 1 0 0,0 0 0 0 0,0 0-1 0 0,-1 0 1 0 0,1 0-1 0 0,0 0 1 0 0,-1 0-1 0 0,1-1 1 0 0,0 1 0 0 0,-27-4 22 0 0,7 1-13 0 0,0 1 1 0 0,1 1-1 0 0,-1 1 1 0 0,0 1 0 0 0,-36 6-1 0 0,0-1 8 0 0,-68 5 24 0 0,32-1-18 0 0,-185-6 0 0 0,93-24-14 0 0,-21-2-3 0 0,-95 15-8 0 0,54 7 77 0 0,63-21 97 0 0,91 9-87 0 0,-97 0 0 0 0,115 9-79 0 0,42 1-2 0 0,0 2-1 0 0,1 1 1 0 0,-39 5 0 0 0,-103 26 56 0 0,128-25-50 0 0,19-3-4 0 0,0 1-1 0 0,-28 10 1 0 0,41-12 0 0 0,2-2 5 0 0,2-1-5 0 0,0 0-6 0 0,4 0-2 0 0,1 0 0 0 0,-1 0 0 0 0,0 0 0 0 0,1 0 0 0 0,0 0 0 0 0,-1-1 0 0 0,0-3 0 0 0,-4-2 0 0 0,0-3 0 0 0,-3-6-5 0 0,1-1 1 0 0,0 0 0 0 0,1-1 0 0 0,-11-24 0 0 0,6 10 1 0 0,9 20 2 0 0,1-2 1 0 0,0 1-1 0 0,1-1 1 0 0,1 1-1 0 0,0-1 1 0 0,1 0 0 0 0,0 0-1 0 0,0-25 1 0 0,4-4-2 0 0,9-60 0 0 0,-10 96 2 0 0,4-33 0 0 0,2 3 1 0 0,-3 0 0 0 0,0 1 1 0 0,-3-1-1 0 0,-1 0 0 0 0,-5-47 1 0 0,-2 56-2 0 0,4 17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30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96 0 0,'0'0'2208'0'0,"-3"0"-1099"0"0,-3 1 519 0 0,9 10-1292 0 0,1 0 0 0 0,0-1 0 0 0,1 0 0 0 0,7 13 0 0 0,-10-20-299 0 0,3 8 3 0 0,1 1 0 0 0,-2 0 0 0 0,4 14-1 0 0,-6-21-31 0 0,1 6 17 0 0,-1 1 0 0 0,0-1 0 0 0,-1 0 0 0 0,0 19 0 0 0,3 17 93 0 0,2 11 296 0 0,-1 1 1 0 0,-5 78 0 0 0,-1-25 101 0 0,2-74-316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0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1 233 96 0 0,'9'-1'0'0'0,"48"12"0"0"0,-50-9 0 0 0,0 0 0 0 0,0-1 0 0 0,0 0 0 0 0,0 0 0 0 0,0-1 0 0 0,0 0 0 0 0,1 0 0 0 0,7-2 0 0 0,307-24 0 0 0,-85 10 0 0 0,82-2 216 0 0,83-10 177 0 0,147-36 1333 0 0,-55 11-485 0 0,-170 21-528 0 0,-254 26-356 0 0,1 2-1 0 0,0 3 0 0 0,81 10 0 0 0,-139-7-251 0 0,-10-2-41 0 0,-1 0 1 0 0,1 0-1 0 0,0 0 0 0 0,-1 1 1 0 0,1-1-1 0 0,-1 1 1 0 0,0 0-1 0 0,1 0 1 0 0,-1 0-1 0 0,0 0 0 0 0,1 0 1 0 0,-1 0-1 0 0,0 1 1 0 0,4 2 430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 0 0,'1'13'135'0'0,"3"3"421"0"0,-3-15-480 0 0,0 1 1 0 0,0-1-1 0 0,0 1 0 0 0,0-1 0 0 0,0 1 1 0 0,0-1-1 0 0,0 0 0 0 0,0 0 0 0 0,1 0 1 0 0,-1 1-1 0 0,1-1 0 0 0,1 1 0 0 0,17 5 217 0 0,332 94-179 0 0,-323-93-27 0 0,55 7 0 0 0,-53-11 69 0 0,49 14 1 0 0,-30-7 16 0 0,-40-9-108 0 0,1 0-1 0 0,-1 0 1 0 0,0 1-1 0 0,0 0 0 0 0,0 1 1 0 0,-1 0-1 0 0,1 0 1 0 0,12 9-1 0 0,-21-12-34 0 0,0-1 0 0 0,0 1-1 0 0,0 0 1 0 0,0-1 0 0 0,0 1-1 0 0,0 0 1 0 0,0-1 0 0 0,0 1-1 0 0,0 0 1 0 0,-1 0 0 0 0,1 0 0 0 0,0 0-1 0 0,-1 0 1 0 0,1 0 0 0 0,-1 0-1 0 0,1 0 1 0 0,-1 0 0 0 0,1 0-1 0 0,-1 0 1 0 0,0 0 0 0 0,0 0-1 0 0,1 1 1 0 0,-1-1 0 0 0,0 0-1 0 0,0 0 1 0 0,0 0 0 0 0,0 0 0 0 0,0 0-1 0 0,0 1 1 0 0,-1-1 0 0 0,1 0-1 0 0,0 0 1 0 0,-1 0 0 0 0,1 0-1 0 0,0 0 1 0 0,-1 0 0 0 0,0 0-1 0 0,1 0 1 0 0,-1 0 0 0 0,1 0 0 0 0,-1 0-1 0 0,0 0 1 0 0,0 0 0 0 0,1-1-1 0 0,-1 1 1 0 0,0 0 0 0 0,0 0-1 0 0,0-1 1 0 0,0 1 0 0 0,0-1-1 0 0,0 1 1 0 0,0-1 0 0 0,-1 1 0 0 0,-10 5 6 0 0,1 0 1 0 0,0-1 0 0 0,-24 6-1 0 0,24-8 37 0 0,-276 67 391 0 0,259-65-427 0 0,-6 1 53 0 0,0 1 0 0 0,1 2 1 0 0,0 2-1 0 0,-32 14 0 0 0,65-25-74 0 0,0 0 1 0 0,0 0-1 0 0,0 0 1 0 0,0-1-1 0 0,0 1 1 0 0,0 0-1 0 0,0 0 1 0 0,0 0 0 0 0,0 0-1 0 0,0 0 1 0 0,0 0-1 0 0,0 0 1 0 0,0 0-1 0 0,0 0 1 0 0,0 0-1 0 0,0 0 1 0 0,0-1-1 0 0,0 1 1 0 0,0 0-1 0 0,0 0 1 0 0,0 0-1 0 0,0 0 1 0 0,0 0-1 0 0,0 0 1 0 0,0 0-1 0 0,0 0 1 0 0,0 0 0 0 0,0 0-1 0 0,-1 0 1 0 0,1 0-1 0 0,0 0 1 0 0,0 0-1 0 0,0 0 1 0 0,0 0-1 0 0,0 0 1 0 0,0 0-1 0 0,0 0 1 0 0,0 0-1 0 0,0-1 1 0 0,0 1-1 0 0,0 0 1 0 0,0 0-1 0 0,-1 0 1 0 0,1 0-1 0 0,0 0 1 0 0,0 0 0 0 0,0 1-1 0 0,0-1 1 0 0,0 0-1 0 0,0 0 1 0 0,0 0-1 0 0,0 0 1 0 0,0 0-1 0 0,0 0 1 0 0,0 0-1 0 0,-1 0 1 0 0,1 0-1 0 0,0 0 1 0 0,0 0-1 0 0,0 0 1 0 0,6-11 242 0 0,13-12-180 0 0,-16 19-67 0 0,29-32 183 0 0,35-50 1 0 0,-58 73-119 0 0,-1 0 1 0 0,-1-1 0 0 0,0 0 0 0 0,-1 0 0 0 0,0 0 0 0 0,-1-1 0 0 0,-1 0 0 0 0,3-19 0 0 0,3-25 830 0 0,-5 81-652 0 0,1-1 0 0 0,1 1 0 0 0,11 23 0 0 0,-3-17-222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7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0 230 96 0 0,'5'3'0'0'0,"-1"0"0"0"0,-2-2 16 0 0,-1 0 0 0 0,1-1-1 0 0,0 1 1 0 0,0-1 0 0 0,-1 0 0 0 0,1 1 0 0 0,0-1-1 0 0,0 0 1 0 0,0 0 0 0 0,0 0 0 0 0,-1 0 0 0 0,1 0-1 0 0,0-1 1 0 0,0 1 0 0 0,0 0 0 0 0,2-2 0 0 0,17-1 187 0 0,45-2 442 0 0,-38 0-333 0 0,-4-1-18 0 0,70-4 760 0 0,234-12 1631 0 0,-8-19-1066 0 0,129-10-406 0 0,-31 24-341 0 0,-113 4-278 0 0,-71 4-122 0 0,-128 9-261 0 0,81-1 83 0 0,-104 9-212 0 0,30 2-21 0 0,-10 0-36 0 0,-71-2-15 0 0,62 6 0 0 0,39 5 15 0 0,-23-2 1 0 0,-58-4 11 0 0,99-8 0 0 0,-92 0 3 0 0,64 5 0 0 0,-88-4-13 0 0,-31 3-23 0 0,1 0-1 0 0,-1 0 1 0 0,1 0-1 0 0,-1 1 1 0 0,1 0-1 0 0,0 0 0 0 0,-1 0 1 0 0,1 0-1 0 0,6 2 1 0 0,-2 2-4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8 1800 0 0,'-5'-5'47'0'0,"-4"3"69"0"0,8 2-101 0 0,1 0-1 0 0,-1 0 1 0 0,1 0 0 0 0,-1 1-1 0 0,1-1 1 0 0,-1 0-1 0 0,1 0 1 0 0,-1 0 0 0 0,1 1-1 0 0,-1-1 1 0 0,1 0 0 0 0,-1 1-1 0 0,1-1 1 0 0,-1 0-1 0 0,1 1 1 0 0,0-1 0 0 0,-1 1-1 0 0,1-1 1 0 0,0 0 0 0 0,-1 1-1 0 0,1-1 1 0 0,0 1-1 0 0,0-1 1 0 0,-1 1 0 0 0,1-1-1 0 0,0 1 1 0 0,0-1 0 0 0,0 1-1 0 0,0 0 1 0 0,0-1-1 0 0,0 1 1 0 0,0-1 0 0 0,0 1-1 0 0,0-1 1 0 0,0 1-1 0 0,0-1 1 0 0,0 1 0 0 0,0-1-1 0 0,0 1 1 0 0,0 0 0 0 0,8 11 71 0 0,0 0 0 0 0,0 0 0 0 0,1-1 0 0 0,1-1 1 0 0,0 1-1 0 0,0-2 0 0 0,1 1 0 0 0,0-1 1 0 0,0-1-1 0 0,1 0 0 0 0,24 12 0 0 0,-10-5 106 0 0,141 76 554 0 0,-118-61-486 0 0,-27-17-90 0 0,0 0-1 0 0,-1 2 1 0 0,-1 1-1 0 0,23 22 0 0 0,-41-37-158 0 0,-1 0 0 0 0,0 1-1 0 0,0-1 1 0 0,0 0-1 0 0,0 1 1 0 0,0 0-1 0 0,0-1 1 0 0,-1 1-1 0 0,1 0 1 0 0,0-1-1 0 0,-1 1 1 0 0,0 0-1 0 0,1-1 1 0 0,-1 1-1 0 0,0 0 1 0 0,0 0-1 0 0,0 0 1 0 0,0-1-1 0 0,0 1 1 0 0,0 0-1 0 0,0 0 1 0 0,-1-1-1 0 0,1 1 1 0 0,-1 0-1 0 0,1 0 1 0 0,-1-1-1 0 0,0 1 1 0 0,1-1-1 0 0,-1 1 1 0 0,0 0-1 0 0,0-1 1 0 0,0 0-1 0 0,-2 3 1 0 0,-5 4 30 0 0,0 1 1 0 0,0-1 0 0 0,0-1-1 0 0,-13 9 1 0 0,5-3-17 0 0,5-6 13 0 0,0 0-1 0 0,0 0 1 0 0,0-1-1 0 0,-1 0 1 0 0,1-1-1 0 0,-2-1 1 0 0,1 0-1 0 0,0 0 1 0 0,-1-1 0 0 0,1-1-1 0 0,-1 0 1 0 0,-14 0-1 0 0,2-1 104 0 0,-1-1-1 0 0,1-1 1 0 0,0-1 0 0 0,0-1-1 0 0,-31-9 1 0 0,49 11-99 0 0,0-1 0 0 0,0-1-1 0 0,0 0 1 0 0,0 1 0 0 0,0-2 0 0 0,1 1 0 0 0,0-1-1 0 0,-1 0 1 0 0,2-1 0 0 0,-1 1 0 0 0,0-1-1 0 0,1 0 1 0 0,0 0 0 0 0,-7-10 0 0 0,-18-14 49 0 0,-3-3-28 0 0,31 30-59 0 0,1 1 1 0 0,0-1 0 0 0,0 1-1 0 0,0-1 1 0 0,0 0-1 0 0,0 0 1 0 0,0 1-1 0 0,0-1 1 0 0,0 0 0 0 0,1 0-1 0 0,-1 0 1 0 0,1 0-1 0 0,-1 0 1 0 0,1 0 0 0 0,0 0-1 0 0,0-4 1 0 0,0 5-2 0 0,0 0 1 0 0,0 0 0 0 0,0 0-1 0 0,0 0 1 0 0,0 0 0 0 0,0 0-1 0 0,0 0 1 0 0,0 0-1 0 0,1 0 1 0 0,-1 0 0 0 0,0 1-1 0 0,1-1 1 0 0,-1 0 0 0 0,1 0-1 0 0,-1 0 1 0 0,1 0 0 0 0,-1 1-1 0 0,1-1 1 0 0,0 0 0 0 0,-1 1-1 0 0,1-1 1 0 0,0 0-1 0 0,-1 1 1 0 0,1-1 0 0 0,0 1-1 0 0,0-1 1 0 0,0 1 0 0 0,0-1-1 0 0,1 0 1 0 0,0 2-1 0 0,0-1 1 0 0,-1 0-1 0 0,1 1 1 0 0,0-1 0 0 0,0 1-1 0 0,-1-1 1 0 0,1 1-1 0 0,-1 0 1 0 0,1 0-1 0 0,0 0 1 0 0,-1 0-1 0 0,0 0 1 0 0,1 0-1 0 0,1 2 1 0 0,7 7 5 0 0,0 0 0 0 0,-1 0 0 0 0,9 14 0 0 0,1 5-9 0 0,-8-12 28 0 0,0-1-1 0 0,23 25 1 0 0,-19-28 11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3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74 96 0 0,'-5'0'2372'0'0,"18"-7"-1119"0"0,5-3-1080 0 0,1 0-1 0 0,0 2 1 0 0,1 0 0 0 0,-1 1-1 0 0,2 1 1 0 0,-1 1-1 0 0,0 1 1 0 0,29-2 0 0 0,-18 4 65 0 0,1 1 0 0 0,-1 2 0 0 0,1 1 0 0 0,-1 1 1 0 0,33 8-1 0 0,-44-4-90 0 0,1 0 0 0 0,-2 2 0 0 0,1 0 0 0 0,-1 1 1 0 0,-1 1-1 0 0,0 1 0 0 0,32 27 0 0 0,-46-35-114 0 0,0 0 0 0 0,-1 0 0 0 0,1 0 0 0 0,-1 0 0 0 0,1 1 0 0 0,-1-1 0 0 0,-1 1-1 0 0,1 0 1 0 0,-1 0 0 0 0,1 0 0 0 0,-1 0 0 0 0,-1 1 0 0 0,1-1 0 0 0,-1 0 0 0 0,0 1 0 0 0,0-1 0 0 0,-1 1 0 0 0,0-1 0 0 0,0 1 0 0 0,0 0 0 0 0,0-1-1 0 0,-1 1 1 0 0,0-1 0 0 0,0 0 0 0 0,0 1 0 0 0,-1-1 0 0 0,0 0 0 0 0,0 1 0 0 0,0-1 0 0 0,-1-1 0 0 0,0 1 0 0 0,0 0 0 0 0,0 0 0 0 0,0-1-1 0 0,-7 7 1 0 0,-10 8 96 0 0,-1 0-1 0 0,-1-2 0 0 0,0 0 1 0 0,-1-1-1 0 0,-1-2 0 0 0,-1 0 1 0 0,0-2-1 0 0,0-1 0 0 0,-2 0 1 0 0,1-2-1 0 0,-55 11 0 0 0,24-6 98 0 0,42-9-134 0 0,0-1 1 0 0,0 0-1 0 0,0-1 1 0 0,0-1 0 0 0,0 0-1 0 0,-1-1 1 0 0,1-1-1 0 0,0-1 1 0 0,-1 0 0 0 0,-17-3-1 0 0,27 2-26 0 0,-1 0 0 0 0,1 0-1 0 0,-1 0 1 0 0,1-1 0 0 0,0 0-1 0 0,0 0 1 0 0,0 0 0 0 0,-9-8-1 0 0,6 2 40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3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 6520 0 0,'0'1'165'0'0,"1"4"-25"0"0,1 7 395 0 0,-2-9-435 0 0,-1-2-104 0 0,1 0 0 0 0,0 1 1 0 0,0-1-1 0 0,-1 0 0 0 0,1 0 1 0 0,-1 0-1 0 0,1 1 0 0 0,-1-1 0 0 0,0 0 1 0 0,1 0-1 0 0,-1 0 0 0 0,0 0 1 0 0,0 0-1 0 0,0 0 0 0 0,-1 1 0 0 0,-5 7-107 0 0,-1 10-56 0 0,1 0 0 0 0,2 0 0 0 0,0 0 0 0 0,0 0 0 0 0,2 1 1 0 0,-2 32-1 0 0,-1 0 12 0 0,-27 101 313 0 0,40-116 1039 0 0,-7-35-942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4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1353 513 5624 0 0,'-1'-2'15'0'0,"-1"1"0"0"0,-1 1 0 0 0,-1 3 37 0 0,-2 0 222 0 0,2-6 123 0 0,-4-15-55 0 0,2-1 1 0 0,-8-27-1 0 0,10 27-298 0 0,-2 0-1 0 0,0 0 1 0 0,-13-25-1 0 0,-6-6 35 0 0,16 31-32 0 0,-1 0 1 0 0,-1 0-1 0 0,0 1 1 0 0,-15-18 0 0 0,-10-9 149 0 0,21 25-91 0 0,0 1-1 0 0,-22-20 0 0 0,32 34-92 0 0,0 1 0 0 0,-1-1 1 0 0,0 1-1 0 0,0 0 0 0 0,0 1 0 0 0,0-1 1 0 0,0 1-1 0 0,-1 1 0 0 0,0-1 0 0 0,1 1 1 0 0,-15-3-1 0 0,19 5-6 0 0,1 0 0 0 0,-1-1 0 0 0,0 1 0 0 0,0 0 0 0 0,0 0 0 0 0,0 0 0 0 0,1 1-1 0 0,-1-1 1 0 0,0 0 0 0 0,0 1 0 0 0,0-1 0 0 0,1 1 0 0 0,-1 0 0 0 0,0-1 0 0 0,1 1 0 0 0,-1 0 0 0 0,0 0 0 0 0,1 0 0 0 0,-1 0 0 0 0,1 0 0 0 0,0 1 0 0 0,-1-1 0 0 0,1 0 0 0 0,0 1 0 0 0,0-1 0 0 0,-1 1 0 0 0,1-1 0 0 0,1 1 0 0 0,-3 3 0 0 0,0 4 21 0 0,0 0 0 0 0,0 0 0 0 0,1 0 1 0 0,-2 18-1 0 0,-2 5 8 0 0,-29 142 176 0 0,-16 58 36 0 0,13-62-86 0 0,-8 25-16 0 0,14-102-79 0 0,-58 120 0 0 0,75-181-71 0 0,-2-1 0 0 0,-1 0 0 0 0,-1-1-1 0 0,-38 46 1 0 0,49-68 4 0 0,1 0-1 0 0,-1-1 1 0 0,0 0-1 0 0,-1 0 1 0 0,0-1 0 0 0,0 0-1 0 0,0-1 1 0 0,-1 1-1 0 0,1-2 1 0 0,-1 0-1 0 0,-1 0 1 0 0,1 0 0 0 0,0-1-1 0 0,-1-1 1 0 0,1 0-1 0 0,-1 0 1 0 0,0-1 0 0 0,0-1-1 0 0,-17-1 1 0 0,12 0 9 0 0,1-1 1 0 0,0-1 0 0 0,0 0-1 0 0,0-1 1 0 0,1-1 0 0 0,-1 0-1 0 0,1-1 1 0 0,0 0 0 0 0,0-1-1 0 0,1-1 1 0 0,-18-14 0 0 0,22 15-3 0 0,1 0 1 0 0,0-1-1 0 0,0 0 1 0 0,1-1 0 0 0,0 0-1 0 0,0 0 1 0 0,1 0-1 0 0,1-1 1 0 0,-1 0 0 0 0,2 0-1 0 0,-1 0 1 0 0,1-1-1 0 0,1 1 1 0 0,0-1 0 0 0,0 0-1 0 0,-1-16 1 0 0,2 11 9 0 0,1 1 0 0 0,0-1 1 0 0,2 1-1 0 0,-1-1 0 0 0,2 0 0 0 0,0 1 1 0 0,1-1-1 0 0,6-19 0 0 0,-5 26-2 0 0,-1 1 0 0 0,1 0 0 0 0,1 0 0 0 0,-1 0 0 0 0,2 0 0 0 0,-1 1 0 0 0,1 0 0 0 0,0 0 0 0 0,0 1 0 0 0,1-1-1 0 0,0 1 1 0 0,0 1 0 0 0,0-1 0 0 0,1 1 0 0 0,14-7 0 0 0,15-7 126 0 0,0 1-1 0 0,2 2 1 0 0,58-16 0 0 0,-37 15 61 0 0,-35 9-44 0 0,1 1 1 0 0,39-5-1 0 0,46 5 495 0 0,-104 13-505 0 0,-6-5-75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5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7432 0 0,'5'-1'7'0'0,"1"1"14"0"0,-3 1 13 0 0,0 1 36 0 0,1 2 36 0 0,1-2-23 0 0,24 1 543 0 0,54 0-1 0 0,-38-2-469 0 0,-37 0-161 0 0,0 1 0 0 0,-1 0 0 0 0,1 0 0 0 0,-1 0 1 0 0,1 1-1 0 0,-1 0 0 0 0,0 1 0 0 0,0-1 0 0 0,0 1 1 0 0,-1 1-1 0 0,0-1 0 0 0,1 1 0 0 0,-2 1 0 0 0,1-1 1 0 0,0 1-1 0 0,-1 0 0 0 0,5 7 0 0 0,-3-2-4 0 0,0 1 8 0 0,-3-1-5 0 0,4 15 5 0 0,-2 11 1 0 0,0-4 0 0 0,-3-7 1 0 0,-4-3 4 0 0,-5-2-2 0 0,-2-3 4 0 0,-8 0 1 0 0,-9-1-2 0 0,-7 1-4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45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1207 366 3912 0 0,'0'0'439'0'0,"-17"-21"117"0"0,-56-79-306 0 0,39 57-184 0 0,27 36-47 0 0,1-1 0 0 0,0 1 0 0 0,1-1 0 0 0,0 0 0 0 0,-7-14 0 0 0,8 12 54 0 0,-1-1 0 0 0,1 2 0 0 0,-2-1 0 0 0,1 0 0 0 0,-2 1 0 0 0,1 0 0 0 0,-1 0 0 0 0,0 1 0 0 0,-1 0 0 0 0,0 0 0 0 0,0 1 0 0 0,-1 0 0 0 0,-18-11-1 0 0,25 17-54 0 0,0-1-1 0 0,0 1 1 0 0,0 1-1 0 0,0-1 0 0 0,0 0 1 0 0,-1 0-1 0 0,1 1 0 0 0,0 0 1 0 0,0-1-1 0 0,0 1 0 0 0,-1 0 1 0 0,1 0-1 0 0,0 0 1 0 0,0 0-1 0 0,-4 1 0 0 0,4 0-12 0 0,1 0-1 0 0,-1 0 0 0 0,1 0 1 0 0,-1 0-1 0 0,1 1 0 0 0,0-1 1 0 0,0 1-1 0 0,-1-1 0 0 0,1 1 1 0 0,0-1-1 0 0,0 1 1 0 0,1-1-1 0 0,-1 1 0 0 0,0 0 1 0 0,0 0-1 0 0,1-1 0 0 0,-1 1 1 0 0,1 0-1 0 0,0 0 0 0 0,-1 2 1 0 0,-43 252 274 0 0,7-32 446 0 0,-42 69 733 0 0,56-231-1135 0 0,-2 0-1 0 0,-2-2 0 0 0,-4 0 0 0 0,-1-3 0 0 0,-56 75 1 0 0,74-115-250 0 0,0 0 0 0 0,0-1 0 0 0,-2 0 1 0 0,0-2-1 0 0,-1 1 0 0 0,0-2 0 0 0,-1 0 1 0 0,-30 15-1 0 0,38-23-39 0 0,0-1 0 0 0,0 0 0 0 0,0-1 0 0 0,0 0 1 0 0,-1 0-1 0 0,1-1 0 0 0,-1-1 0 0 0,-15 1 0 0 0,18-2-9 0 0,1-1 1 0 0,-1 1-1 0 0,0-2 0 0 0,1 1 1 0 0,-1-1-1 0 0,1 0 0 0 0,-1-1 1 0 0,1 0-1 0 0,0 0 1 0 0,0 0-1 0 0,0-1 0 0 0,-11-8 1 0 0,11 5 0 0 0,0 0 1 0 0,0-1 0 0 0,1 0 0 0 0,0 0-1 0 0,0 0 1 0 0,-6-14 0 0 0,-1 1 14 0 0,8 13-24 0 0,1 1 0 0 0,0-1 0 0 0,0 0 0 0 0,0 0 0 0 0,1-1 0 0 0,-3-12 0 0 0,5 17-8 0 0,1 0-1 0 0,-1-1 1 0 0,1 1-1 0 0,0-1 0 0 0,0 1 1 0 0,0-1-1 0 0,1 1 0 0 0,-1 0 1 0 0,1-1-1 0 0,0 1 0 0 0,0 0 1 0 0,1-1-1 0 0,0 1 1 0 0,2-6-1 0 0,-2 8-6 0 0,0 0 1 0 0,-1 0-1 0 0,1 0 1 0 0,0 0 0 0 0,0 0-1 0 0,0 1 1 0 0,0-1-1 0 0,0 0 1 0 0,0 1-1 0 0,0 0 1 0 0,1 0-1 0 0,-1-1 1 0 0,0 1-1 0 0,1 1 1 0 0,-1-1-1 0 0,1 0 1 0 0,-1 1-1 0 0,1-1 1 0 0,0 1-1 0 0,-1-1 1 0 0,6 1-1 0 0,3 1 9 0 0,0-1 0 0 0,0 1 0 0 0,17 4 0 0 0,-1 2-11 0 0,2 1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1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96 0 0,'0'1'92'0'0,"0"2"-12"0"0,0 1 86 0 0,0 12 910 0 0,0-14-650 0 0,0 15 958 0 0,2-1 0 0 0,4 21 0 0 0,-3-24-1188 0 0,-1 0 0 0 0,-1 0 0 0 0,0 0-1 0 0,0 0 1 0 0,-1 1 0 0 0,-1-1 0 0 0,-2 15-1 0 0,-1 20 271 0 0,8-36-188 0 0,5-13-217 0 0,6-14 74 0 0,-3-3-129 0 0,0-1-1 0 0,-2 0 0 0 0,11-28 0 0 0,-11 24-2 0 0,0 1 0 0 0,24-36 0 0 0,-31 54-3 0 0,-1 0 0 0 0,1 0 0 0 0,-1 0 0 0 0,1 0-1 0 0,1 1 1 0 0,-1-1 0 0 0,0 1 0 0 0,1 0 0 0 0,0 0 0 0 0,-1 0 0 0 0,1 0 0 0 0,0 1 0 0 0,1 0 0 0 0,-1 0 0 0 0,0 0 0 0 0,1 0 0 0 0,-1 0 0 0 0,1 1 0 0 0,-1 0 0 0 0,1 0 0 0 0,0 0 0 0 0,-1 1 0 0 0,1 0-1 0 0,5 0 1 0 0,-2 0 0 0 0,-1 1-1 0 0,0 0 1 0 0,0 1-1 0 0,0 0 1 0 0,0 0-1 0 0,0 0 1 0 0,0 1-1 0 0,-1 0 0 0 0,1 0 1 0 0,-1 1-1 0 0,0 0 1 0 0,0 0-1 0 0,0 0 1 0 0,8 9-1 0 0,9 9 12 0 0,-2 1 0 0 0,22 28 0 0 0,-9-9 46 0 0,-30-35 9 0 0,1 0-1 0 0,-1 0 1 0 0,0 0 0 0 0,-1 0 0 0 0,0 1 0 0 0,0 0 0 0 0,0-1 0 0 0,-1 1 0 0 0,-1 0 0 0 0,1 0-1 0 0,-1 0 1 0 0,0 0 0 0 0,-1 1 0 0 0,0-1 0 0 0,0 0 0 0 0,-3 13 0 0 0,2-18-19 0 0,1 0 0 0 0,-2-1 1 0 0,1 1-1 0 0,0 0 0 0 0,-1 0 1 0 0,1-1-1 0 0,-1 1 0 0 0,0-1 1 0 0,0 0-1 0 0,0 1 0 0 0,-2 1 1 0 0,-4 1 88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653 355 4816 0 0,'3'-10'35'0'0,"-7"-8"133"0"0,1 2 117 0 0,3 6-140 0 0,0-3 43 0 0,0 0 1 0 0,0 0-1 0 0,-1-1 0 0 0,-1 1 1 0 0,0 0-1 0 0,-1 0 0 0 0,-8-22 1 0 0,3 13-175 0 0,5 14-10 0 0,1 0 0 0 0,-1 1 0 0 0,0-1 0 0 0,-1 0-1 0 0,0 1 1 0 0,0 0 0 0 0,0 0 0 0 0,-1 0 0 0 0,0 0-1 0 0,0 1 1 0 0,-1 0 0 0 0,0 0 0 0 0,-12-9 0 0 0,7 8-6 0 0,0 0 0 0 0,0 1 0 0 0,-1 0 0 0 0,-22-7 0 0 0,29 12 1 0 0,0-1 1 0 0,0 1 0 0 0,0 1-1 0 0,0-1 1 0 0,0 1 0 0 0,0 0-1 0 0,0 0 1 0 0,0 0-1 0 0,0 1 1 0 0,0-1 0 0 0,0 1-1 0 0,0 1 1 0 0,0-1 0 0 0,0 1-1 0 0,-6 2 1 0 0,-10 7 39 0 0,0 1-1 0 0,0 1 1 0 0,2 1 0 0 0,0 1 0 0 0,0 0 0 0 0,1 2-1 0 0,1 0 1 0 0,1 0 0 0 0,0 2 0 0 0,2 0 0 0 0,0 1 0 0 0,1 0-1 0 0,1 1 1 0 0,1 0 0 0 0,0 1 0 0 0,2 0 0 0 0,-8 29-1 0 0,-9 38 366 0 0,4 0 0 0 0,4 2-1 0 0,4 1 1 0 0,4 0-1 0 0,3 0 1 0 0,8 105 0 0 0,20-9 331 0 0,-11-110-438 0 0,-5-40-140 0 0,-4-19-58 0 0,1 0-1 0 0,1 0 0 0 0,0 0 0 0 0,2 0 1 0 0,0-1-1 0 0,9 20 0 0 0,-9-30 138 0 0,-5-7-193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2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0 7632 0 0,'-4'5'25'0'0,"0"1"87"0"0,3 1 53 0 0,1 3 96 0 0,1 2-111 0 0,-3 14-82 0 0,-1-1 1 0 0,-1 0-1 0 0,-1 0 1 0 0,-2 0-1 0 0,0-1 0 0 0,-19 41 1 0 0,17-39-100 0 0,-12 53 1 0 0,15-53 4 0 0,-1 0 1 0 0,-11 27-1 0 0,11-31-8 0 0,6-18 22 0 0,0 0 0 0 0,0 0 0 0 0,0 0 0 0 0,-1 0 0 0 0,0 0 0 0 0,-3 5 0 0 0,4-8 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2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0 2400 0 0,'-1'3'1'0'0,"-2"1"2"0"0,1-2 2 0 0,-1 1 8 0 0,-4 3 36 0 0,4 5 0 0 0,-6 29 45 0 0,-25 143 675 0 0,0 0 344 0 0,9-64-386 0 0,-92 373 1579 0 0,83-362-1810 0 0,14-52-215 0 0,-95 343 1197 0 0,106-393-1339 0 0,0 0 1 0 0,-2 0-1 0 0,-1-1 0 0 0,-1 0 1 0 0,-2-1-1 0 0,-22 31 1 0 0,26-45-60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4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840 278 4416 0 0,'13'-27'1274'0'0,"-7"14"-681"0"0,0-7-55 0 0,-6 6-421 0 0,0-1 0 0 0,-4-24 0 0 0,-4 4-104 0 0,6 27-19 0 0,-1 1-1 0 0,0-1 1 0 0,0 1-1 0 0,0 0 1 0 0,-1 0-1 0 0,0 0 1 0 0,-1 1-1 0 0,0 0 1 0 0,-8-10-1 0 0,8 12-9 0 0,0 0-1 0 0,0 1 1 0 0,0-1 0 0 0,0 1-1 0 0,-1 1 1 0 0,1-1-1 0 0,-1 1 1 0 0,0-1 0 0 0,0 2-1 0 0,1-1 1 0 0,-1 1-1 0 0,0 0 1 0 0,-10-1-1 0 0,4 2-9 0 0,1 0 0 0 0,-1 1 0 0 0,1 0 0 0 0,-1 1 0 0 0,1 0 0 0 0,0 1-1 0 0,0 0 1 0 0,0 0 0 0 0,0 2 0 0 0,1-1 0 0 0,-1 1 0 0 0,1 1 0 0 0,-11 7-1 0 0,-14 12 51 0 0,1 2 1 0 0,-34 34-1 0 0,53-48-27 0 0,2 0 29 0 0,0 1-1 0 0,1 0 0 0 0,1 1 0 0 0,0 0 0 0 0,1 1 0 0 0,1 0 0 0 0,-8 17 0 0 0,-40 125 304 0 0,23-59-83 0 0,7-22 242 0 0,3 1-1 0 0,4 0 0 0 0,-20 158 1 0 0,-20 88 1156 0 0,42-245-1232 0 0,0-4-187 0 0,9-41-114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5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22 96 0 0,'3'0'0'0'0,"8"-3"0"0"0,25-3 0 0 0,49-4 0 0 0,-54 8 0 0 0,-21 2 3 0 0,0 1 0 0 0,0 0 0 0 0,-1 1 0 0 0,1 0 0 0 0,0 1 0 0 0,-1 0 0 0 0,1 0 0 0 0,-1 1 0 0 0,0 0 0 0 0,13 8 0 0 0,3 1 8 0 0,-21-11 22 0 0,0 0 0 0 0,0 0 1 0 0,-1 1-1 0 0,1 0 0 0 0,-1-1 0 0 0,0 1 1 0 0,1 0-1 0 0,-2 1 0 0 0,1-1 0 0 0,0 0 1 0 0,-1 1-1 0 0,1 0 0 0 0,2 6 0 0 0,1 0 191 0 0,-5-9-198 0 0,0 0 1 0 0,-1 0 0 0 0,1 0 0 0 0,-1 0-1 0 0,1 0 1 0 0,-1 0 0 0 0,1 0-1 0 0,-1 0 1 0 0,1 1 0 0 0,-1-1-1 0 0,0 0 1 0 0,0 0 0 0 0,0 0-1 0 0,1 0 1 0 0,-1 1 0 0 0,0-1-1 0 0,0 0 1 0 0,-1 0 0 0 0,1 0 0 0 0,0 0-1 0 0,0 0 1 0 0,-1 1 0 0 0,1-1-1 0 0,-1 1 1 0 0,-2 4 48 0 0,0 1 1 0 0,-1-2-1 0 0,0 1 1 0 0,0 0-1 0 0,0-1 1 0 0,0 0-1 0 0,-1 0 1 0 0,0 0-1 0 0,0 0 1 0 0,-1-1-1 0 0,1 0 1 0 0,-1 0-1 0 0,0 0 1 0 0,-8 3-1 0 0,-13 6 328 0 0,-58 18 0 0 0,48-18-62 0 0,22-8-128 0 0,-92 29 1047 0 0,94-31-1140 0 0,0 0 0 0 0,1-1 0 0 0,-1-1 0 0 0,0 0 0 0 0,0-1 0 0 0,-21-2 0 0 0,15-1 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1318 271 4120 0 0,'0'1'110'0'0,"0"0"-81"0"0,0 0-17 0 0,-2 4 72 0 0,1-5 28 0 0,-10-3-4 0 0,4 1-77 0 0,0 0 0 0 0,-1-1 0 0 0,1 0-1 0 0,0 0 1 0 0,-8-5 0 0 0,8 6-26 0 0,-20-19 22 0 0,20 16 11 0 0,0-1 1 0 0,1-1-1 0 0,-1 1 1 0 0,1-1-1 0 0,1 0 1 0 0,-1-1-1 0 0,1 1 1 0 0,0-1-1 0 0,1 0 1 0 0,0 0-1 0 0,0-1 1 0 0,1 1-1 0 0,0-1 1 0 0,0 1-1 0 0,-1-13 1 0 0,2 10 94 0 0,0-3 394 0 0,-1 0 1 0 0,-7-22 0 0 0,10 35-444 0 0,0 0 0 0 0,0 0 0 0 0,0 0 0 0 0,0 0 0 0 0,0 0 0 0 0,0 0 0 0 0,0 0 0 0 0,0 0 0 0 0,0 0 0 0 0,0 1 0 0 0,0-1 0 0 0,1 0 0 0 0,-1 0 0 0 0,0 0 0 0 0,1 0 0 0 0,-1 0 0 0 0,1-1 0 0 0,1-5 1471 0 0,-12 9-885 0 0,9-1-644 0 0,-1 1 0 0 0,1 0 0 0 0,-1 0 0 0 0,1-1 1 0 0,0 1-1 0 0,0 0 0 0 0,0 0 0 0 0,0 0 0 0 0,0 0 0 0 0,1 1 0 0 0,-1-1 0 0 0,0 0 0 0 0,1 0 0 0 0,0 0 1 0 0,-1 3-1 0 0,1-3-9 0 0,-86 455 815 0 0,70-352-667 0 0,-5-1 1 0 0,-55 165 0 0 0,47-189-33 0 0,-43 84 0 0 0,57-135-61 0 0,-2-1 1 0 0,0 0-1 0 0,-2-2 1 0 0,-1 0-1 0 0,-1-1 1 0 0,-28 26-1 0 0,38-42-25 0 0,0-1-1 0 0,-1 0 1 0 0,0 0 0 0 0,0-1-1 0 0,-1-1 1 0 0,1 0 0 0 0,-2-1-1 0 0,1 0 1 0 0,0-1-1 0 0,-1-1 1 0 0,0 0 0 0 0,0 0-1 0 0,0-2 1 0 0,0 0-1 0 0,0 0 1 0 0,-26-3 0 0 0,22 0-14 0 0,1 0 0 0 0,0-2 0 0 0,0 0 0 0 0,1 0 1 0 0,-1-2-1 0 0,1 0 0 0 0,0-1 0 0 0,0 0 0 0 0,1-1 1 0 0,0-1-1 0 0,1-1 0 0 0,0 0 0 0 0,-19-17 1 0 0,16 10 5 0 0,0-2 0 0 0,2 1-1 0 0,0-2 1 0 0,1 0 0 0 0,0-1 0 0 0,-18-40 0 0 0,26 47-13 0 0,1-1-1 0 0,0 1 0 0 0,0-1 0 0 0,2 0 1 0 0,0 0-1 0 0,1 0 0 0 0,0-1 1 0 0,1 1-1 0 0,1 0 0 0 0,0-1 0 0 0,1 1 1 0 0,4-19-1 0 0,-2 21 17 0 0,1 0-1 0 0,1 1 1 0 0,0-1 0 0 0,0 1 0 0 0,1 0 0 0 0,1 0 0 0 0,0 1-1 0 0,1-1 1 0 0,0 2 0 0 0,0-1 0 0 0,1 1 0 0 0,1 1-1 0 0,0-1 1 0 0,0 2 0 0 0,0-1 0 0 0,1 1 0 0 0,1 1-1 0 0,13-7 1 0 0,10-3 18 0 0,1 1 0 0 0,0 2 0 0 0,1 2 0 0 0,76-16 1 0 0,119-23-116 0 0,-224 49 30 0 0,-7 1 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6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8840 0 0,'0'1'138'0'0,"0"6"-13"0"0,-1 17 14 0 0,-11 36-48 0 0,3-11-70 0 0,-18 58-1 0 0,24-98-18 0 0,2-2-2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0 4816 0 0,'1'0'7'0'0,"4"1"42"0"0,0 0 1 0 0,0 0 0 0 0,0 0-1 0 0,-1 1 1 0 0,1 0 0 0 0,0 0 0 0 0,-1 0-1 0 0,0 0 1 0 0,8 6 0 0 0,45 33 200 0 0,78 76-116 0 0,-119-100-120 0 0,-14-14-10 0 0,1 1 0 0 0,-1-1 0 0 0,1 0-1 0 0,0-1 1 0 0,0 1 0 0 0,0 0 0 0 0,0-1 0 0 0,1 0-1 0 0,-1 0 1 0 0,7 3 0 0 0,4 3 4 0 0,-1-2 15 0 0,-13-4-8 0 0,0-1 19 0 0,-5-2-9 0 0,-230-31 114 0 0,213 29-57 0 0,-1 1 1 0 0,0 1 0 0 0,-35 3-1 0 0,55-2-71 0 0,0 1 0 0 0,0 0-1 0 0,0 0 1 0 0,0 1-1 0 0,0-1 1 0 0,0 1-1 0 0,0-1 1 0 0,0 1-1 0 0,0 0 1 0 0,1 0 0 0 0,-5 4-1 0 0,-10 7 33 0 0,15-12-35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39:57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1225 209 2808 0 0,'-4'-1'0'0'0,"-4"-1"1"0"0,-4 1 9 0 0,6-2-9 0 0,-9-10-5 0 0,11 9-14 0 0,0 0-1 0 0,0 0 1 0 0,1-1 0 0 0,-1 1 0 0 0,1-1 0 0 0,1 0-1 0 0,-1 0 1 0 0,-2-5 0 0 0,-12-21-161 0 0,11 20 143 0 0,-1 1 1 0 0,0 0-1 0 0,0 1 0 0 0,-1-1 0 0 0,0 1 0 0 0,-1 1 0 0 0,0 0 0 0 0,-1 0 0 0 0,-10-7 1 0 0,13 9 20 0 0,-7-1-2 0 0,13 7 30 0 0,-1 0 0 0 0,1-1 0 0 0,-1 1 0 0 0,1 1 0 0 0,-1-1 0 0 0,0 0 0 0 0,1 0 0 0 0,-1 1 0 0 0,1-1 0 0 0,-1 0 0 0 0,1 1 0 0 0,-1 0 0 0 0,1-1 0 0 0,-1 1 0 0 0,1 0 0 0 0,0 0 0 0 0,-1 0 0 0 0,1 0 0 0 0,0 0 0 0 0,0 0 0 0 0,0 0 0 0 0,0 0 0 0 0,0 0 0 0 0,0 1 0 0 0,0-1 0 0 0,0 0 0 0 0,0 1 0 0 0,0-1 0 0 0,1 0 0 0 0,-2 4 0 0 0,-21 51 341 0 0,21-50-306 0 0,-21 73 1702 0 0,-19 121 0 0 0,37-172-1370 0 0,-3 5 104 0 0,-1 1 0 0 0,-2-2 1 0 0,-19 45-1 0 0,-54 90 712 0 0,80-160-1161 0 0,-44 79 644 0 0,-113 154 0 0 0,124-193-452 0 0,-3-2-1 0 0,-2-1 0 0 0,-1-2 1 0 0,-69 50-1 0 0,103-85-176 0 0,0 0 0 0 0,-1-1 0 0 0,0-1 0 0 0,0 0-1 0 0,0 0 1 0 0,0-1 0 0 0,-1 0 0 0 0,0-1 0 0 0,0 0-1 0 0,-11 1 1 0 0,16-3-6 0 0,0-1 0 0 0,1 0 1 0 0,-1-1-1 0 0,0 1 0 0 0,1-1 0 0 0,-1 0 0 0 0,0 0 0 0 0,1-1 0 0 0,-1 0 0 0 0,1 0 1 0 0,0 0-1 0 0,-1-1 0 0 0,1 1 0 0 0,1-1 0 0 0,-1 0 0 0 0,0-1 0 0 0,1 1 0 0 0,-1-1 1 0 0,1 0-1 0 0,0 0 0 0 0,-5-7 0 0 0,-5-5 67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00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9 111 1200 0 0,'-3'-1'95'0'0,"-3"-2"538"0"0,10-1-359 0 0,1 1-1 0 0,-1-1 1 0 0,1 0 0 0 0,0 1 0 0 0,0 0-1 0 0,7-3 1 0 0,-1 0-54 0 0,12-6 528 0 0,1 1-1 0 0,0 2 1 0 0,48-13-1 0 0,-51 16-491 0 0,1 2 0 0 0,0 0-1 0 0,-1 1 1 0 0,1 1 0 0 0,0 2-1 0 0,1 0 1 0 0,33 5 0 0 0,-40-2-112 0 0,0 0 0 0 0,-1 2 0 0 0,0 0 0 0 0,0 0 0 0 0,0 2 0 0 0,0 0 0 0 0,-1 0 1 0 0,0 1-1 0 0,-1 1 0 0 0,0 1 0 0 0,22 19 0 0 0,-10-7 179 0 0,-18-9-179 0 0,-6-12-120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00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5224 0 0,'0'1'14'0'0,"1"2"8"0"0,2 2 25 0 0,4 14 184 0 0,-6-17-169 0 0,7 13 111 0 0,0-1 0 0 0,18 21 0 0 0,-6-8-6 0 0,-17-21-115 0 0,0-1 0 0 0,-1 1-1 0 0,0 0 1 0 0,0-1-1 0 0,1 9 1 0 0,-1-8-26 0 0,-2-4 16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01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54 2104 0 0,'-5'1'148'0'0,"3"5"82"0"0,8 8 134 0 0,7 1-58 0 0,-10-11-245 0 0,2 1 14 0 0,1-1 0 0 0,-1 1 0 0 0,1-1 0 0 0,0-1 1 0 0,0 1-1 0 0,1-1 0 0 0,10 4 0 0 0,-12-4-48 0 0,48 28 331 0 0,19 2 268 0 0,-65-29-483 0 0,-1 0-1 0 0,-1 1 1 0 0,1 0-1 0 0,9 11 1 0 0,-6-7 7 0 0,-6-6-97 0 0,-1-1 1 0 0,0 1 0 0 0,0 0-1 0 0,0 0 1 0 0,0 0-1 0 0,0 0 1 0 0,-1 0 0 0 0,1 0-1 0 0,-1 0 1 0 0,0 0-1 0 0,0 1 1 0 0,0-1-1 0 0,0 0 1 0 0,-1 1 0 0 0,1-1-1 0 0,-1 1 1 0 0,0-1-1 0 0,0 1 1 0 0,0-1 0 0 0,-1 5-1 0 0,0-4-31 0 0,1-1 1 0 0,-1 1-1 0 0,0-1 1 0 0,-1 0-1 0 0,1 0 0 0 0,0 0 1 0 0,-1 1-1 0 0,0-1 0 0 0,0-1 1 0 0,0 1-1 0 0,0 0 0 0 0,0 0 1 0 0,0-1-1 0 0,-1 1 0 0 0,1-1 1 0 0,-5 3-1 0 0,-12 11 44 0 0,-1-2-1 0 0,0 0 1 0 0,-1-2 0 0 0,0 0-1 0 0,-1-1 1 0 0,0-1-1 0 0,-1-1 1 0 0,0-1-1 0 0,-41 8 1 0 0,59-15-50 0 0,-1-1 0 0 0,1 0-1 0 0,0 0 1 0 0,-1 0 0 0 0,1-1-1 0 0,0 0 1 0 0,0 0 0 0 0,-1 0-1 0 0,1 0 1 0 0,0-1 0 0 0,0 0 0 0 0,0 0-1 0 0,0 0 1 0 0,1-1 0 0 0,-1 0-1 0 0,-6-4 1 0 0,9 5-4 0 0,0 0 1 0 0,0 0-1 0 0,0-1 0 0 0,0 1 1 0 0,0 0-1 0 0,1 0 0 0 0,-1-1 0 0 0,1 0 1 0 0,-1 1-1 0 0,1-1 0 0 0,0 1 1 0 0,0-1-1 0 0,0 0 0 0 0,0 0 0 0 0,1 0 1 0 0,-1 0-1 0 0,1 0 0 0 0,-1 1 1 0 0,1-1-1 0 0,0 0 0 0 0,1 0 0 0 0,-1 0 1 0 0,0 0-1 0 0,1 0 0 0 0,-1 0 1 0 0,1 0-1 0 0,0 1 0 0 0,0-1 1 0 0,0 0-1 0 0,3-4 0 0 0,3-6 10 0 0,1 1-1 0 0,0 1 1 0 0,1-1 0 0 0,0 2 0 0 0,0-1-1 0 0,1 1 1 0 0,1 1 0 0 0,0-1-1 0 0,0 2 1 0 0,0 0 0 0 0,1 0-1 0 0,1 1 1 0 0,-1 0 0 0 0,26-8-1 0 0,-12 2 59 0 0,-2 0 0 0 0,37-27 0 0 0,24-13 290 0 0,-54 37 46 0 0,-2 0 1 0 0,39-29-1 0 0,-60 39-101 0 0,-7 5-225 0 0,1 0 1 0 0,0 0-1 0 0,-1 0 0 0 0,1-1 1 0 0,0 1-1 0 0,-1 0 0 0 0,0-1 0 0 0,1 1 1 0 0,-1-1-1 0 0,0 1 0 0 0,2-4 1 0 0,-3 4-19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02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6632 0 0,'12'-1'75'0'0,"-6"-1"24"0"0,2 0 79 0 0,17-6 87 0 0,65-12 51 0 0,33 2-475 0 0,-117 18 121 0 0,0 1-1 0 0,-1-1 0 0 0,1 1 0 0 0,-1 0 0 0 0,1 1 0 0 0,-1-1 0 0 0,0 1 1 0 0,1 0-1 0 0,-1 0 0 0 0,0 1 0 0 0,0-1 0 0 0,0 1 0 0 0,6 5 0 0 0,-7-3 28 0 0,-1 1-1 0 0,1-1 0 0 0,-1 1 0 0 0,-1-1 0 0 0,1 1 1 0 0,-1 0-1 0 0,1 0 0 0 0,-2 1 0 0 0,1-1 0 0 0,1 11 1 0 0,1 63-56 0 0,-4-78 65 0 0,0 2-6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0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96 0 0,'0'0'760'0'0,"11"-17"-319"0"0,-7 11-358 0 0,1-1-1 0 0,0 1 0 0 0,0 1 1 0 0,0-1-1 0 0,0 1 0 0 0,1 0 1 0 0,0 0-1 0 0,0 0 1 0 0,0 1-1 0 0,1 0 0 0 0,0 0 1 0 0,8-3-1 0 0,60-25 503 0 0,-10 4 303 0 0,-53 25-637 0 0,1 0 1 0 0,0 1-1 0 0,0 0 0 0 0,0 1 0 0 0,0 0 1 0 0,0 1-1 0 0,0 1 0 0 0,17 2 0 0 0,-27-1-153 0 0,0 0 0 0 0,-1 0 0 0 0,1 0-1 0 0,-1 0 1 0 0,1 0 0 0 0,-1 0 0 0 0,0 1-1 0 0,1-1 1 0 0,-1 1 0 0 0,-1-1 0 0 0,1 1-1 0 0,0 0 1 0 0,-1 0 0 0 0,1 0 0 0 0,-1 0 0 0 0,0 0-1 0 0,0 0 1 0 0,1 6 0 0 0,2 4 120 0 0,-2 0 0 0 0,1 1 1 0 0,-2-1-1 0 0,0 1 1 0 0,0-1-1 0 0,-1 1 0 0 0,-1 0 1 0 0,-4 19-1 0 0,2-23-14 0 0,-1 0-1 0 0,0-1 1 0 0,0 1-1 0 0,-11 16 1 0 0,6-10-93 0 0,7-12-13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03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6224 0 0,'-5'4'40'0'0,"1"2"152"0"0,3-3 113 0 0,1 3 261 0 0,-1 10 233 0 0,-4 5-591 0 0,0-5-206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06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96 0 0,'4'1'0'0'0,"4"1"0"0"0,3 2 0 0 0,4-4 0 0 0,3-5 0 0 0,11-2 0 0 0,47-4 0 0 0,-10 1 0 0 0,-8-1 133 0 0,-1 3-1 0 0,89 0 1 0 0,36-5 157 0 0,382-33 3063 0 0,-418 40-2613 0 0,83-4 173 0 0,239 19 1 0 0,808 32 478 0 0,-943-49-1000 0 0,-92-2 158 0 0,325-3 710 0 0,-421 14-1216 0 0,-143-1-50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07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5016 0 0,'-4'1'64'0'0,"4"1"-35"0"0,0 4 6 0 0,1 5 10 0 0,0-11-48 0 0,-1 0-1 0 0,1 0 1 0 0,0 0-1 0 0,-1 0 1 0 0,1 0-1 0 0,0 1 1 0 0,-1-1 0 0 0,1 0-1 0 0,-1 0 1 0 0,1 0-1 0 0,0 1 1 0 0,-1-1-1 0 0,1 0 1 0 0,-1 0-1 0 0,1 1 1 0 0,-1-1-1 0 0,1 1 1 0 0,-1-1 0 0 0,1 0-1 0 0,-1 1 1 0 0,1-1-1 0 0,-1 1 1 0 0,0-1-1 0 0,1 1 1 0 0,-1-1-1 0 0,1 2 1 0 0,21 36-196 0 0,-19-29 288 0 0,2-1 0 0 0,0 1-1 0 0,0-1 1 0 0,0 0 0 0 0,1-1 0 0 0,0 1-1 0 0,0-1 1 0 0,11 8 0 0 0,95 58 2121 0 0,-105-67-2101 0 0,-4-3-39 0 0,0-1-1 0 0,0 1 0 0 0,1-1 0 0 0,-1 1 0 0 0,1-1 1 0 0,-1 0-1 0 0,6 1 0 0 0,21 10 625 0 0,1-1 0 0 0,59 14 0 0 0,78 7 741 0 0,-138-28-1251 0 0,-25-4-128 0 0,-1 0 0 0 0,1 0 0 0 0,0 1 0 0 0,-1-1 0 0 0,1 1 0 0 0,-1 0 0 0 0,7 5 0 0 0,-7-5 61 0 0,-3-2-114 0 0,-1 0 0 0 0,1 0 0 0 0,-1 0-1 0 0,1 0 1 0 0,-1 0 0 0 0,0 0 0 0 0,1 0 0 0 0,-1 1 0 0 0,1-1 0 0 0,-1 0 0 0 0,1 0 0 0 0,-1 0 0 0 0,0 0 0 0 0,1 1 0 0 0,-1-1 0 0 0,0 0 0 0 0,1 1 0 0 0,-1-1-1 0 0,0 0 1 0 0,1 1 0 0 0,-1-1 0 0 0,0 0 0 0 0,0 1 0 0 0,1-1 0 0 0,-1 0 0 0 0,0 1 0 0 0,0-1 0 0 0,1 1 0 0 0,-1-1 0 0 0,0 0 0 0 0,0 1 0 0 0,0-1 0 0 0,0 1 0 0 0,0-1-1 0 0,0 1 1 0 0,0-1 0 0 0,0 1 0 0 0,0-1 0 0 0,0 0 0 0 0,0 1 0 0 0,0-1 0 0 0,0 1 0 0 0,0-1 0 0 0,0 1 0 0 0,-1-1 0 0 0,1 0 0 0 0,0 1 0 0 0,0-1 0 0 0,0 1-1 0 0,-1-1 1 0 0,1 0 0 0 0,0 1 0 0 0,0-1 0 0 0,-1 0 0 0 0,1 1 0 0 0,0-1 0 0 0,-1 1 0 0 0,-81 60-7 0 0,-2-3 0 0 0,-156 79 0 0 0,204-119-25 0 0,22-10-11 0 0,1-1 1 0 0,-1 0-1 0 0,0-1 1 0 0,0-1-1 0 0,-1 0 0 0 0,0-1 1 0 0,0-1-1 0 0,-21 3 1 0 0,34-6 36 0 0,1 0 0 0 0,-1 0 0 0 0,0 0 1 0 0,1 0-1 0 0,-1 0 0 0 0,0 0 0 0 0,1-1 1 0 0,-1 1-1 0 0,0-1 0 0 0,1 1 0 0 0,-1-1 0 0 0,1 1 1 0 0,-1-1-1 0 0,1 0 0 0 0,-1 0 0 0 0,1 0 1 0 0,-1 0-1 0 0,1 0 0 0 0,0 0 0 0 0,0 0 1 0 0,0 0-1 0 0,-1-1 0 0 0,1 1 0 0 0,0 0 1 0 0,0-1-1 0 0,-1-1 0 0 0,2 0-1 0 0,-1 0 1 0 0,0 0-1 0 0,1 0 0 0 0,-1 0 0 0 0,1 0 1 0 0,0 0-1 0 0,0 0 0 0 0,0 0 1 0 0,0 0-1 0 0,1 1 0 0 0,-1-1 0 0 0,1 0 1 0 0,2-5-1 0 0,45-116-97 0 0,-27 75-32 0 0,15-57 0 0 0,-29 79 82 0 0,-3 9-58 0 0,1 0-1 0 0,13-29 0 0 0,-18 47 104 0 0,0 0-1 0 0,-1 0 0 0 0,1 0 0 0 0,0 0 0 0 0,0 0 1 0 0,0 0-1 0 0,0 0 0 0 0,0 0 0 0 0,-1 0 1 0 0,1 0-1 0 0,0 0 0 0 0,0 0 0 0 0,0 0 1 0 0,0-1-1 0 0,0 1 0 0 0,-1 0 0 0 0,1 0 0 0 0,0 0 1 0 0,0 0-1 0 0,0 0 0 0 0,0 0 0 0 0,0 0 1 0 0,0 0-1 0 0,0-1 0 0 0,-1 1 0 0 0,1 0 1 0 0,0 0-1 0 0,0 0 0 0 0,0 0 0 0 0,0 0 1 0 0,0 0-1 0 0,0-1 0 0 0,0 1 0 0 0,0 0 0 0 0,0 0 1 0 0,0 0-1 0 0,0 0 0 0 0,0 0 0 0 0,0-1 1 0 0,0 1-1 0 0,0 0 0 0 0,0 0 0 0 0,0 0 1 0 0,0 0-1 0 0,0-1 0 0 0,0 1 0 0 0,0 0 0 0 0,0 0 1 0 0,-11 8-93 0 0,4 5 68 0 0,-1 1 1 0 0,2 0-1 0 0,0 0 1 0 0,1 0-1 0 0,-5 16 1 0 0,2-4 3 0 0,-3 9-2 0 0,0-1 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1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96 0 0,'19'0'10'0'0,"9"-3"34"0"0,38-10 87 0 0,4-2 1081 0 0,139-10-1 0 0,-200 25-1068 0 0,-1 0 1 0 0,1 0-1 0 0,-1 1 0 0 0,0 0 1 0 0,1 1-1 0 0,-1 0 1 0 0,0 0-1 0 0,0 1 0 0 0,0 0 1 0 0,0 0-1 0 0,-1 1 0 0 0,1 0 1 0 0,-1 0-1 0 0,0 1 1 0 0,0 0-1 0 0,0 0 0 0 0,-1 0 1 0 0,0 1-1 0 0,0 0 0 0 0,0 1 1 0 0,5 8-1 0 0,-4-6-8 0 0,0 2 0 0 0,-1-1-1 0 0,-1 1 1 0 0,1 0 0 0 0,-2 0 0 0 0,0 0 0 0 0,0 1-1 0 0,-1-1 1 0 0,0 1 0 0 0,-1 0 0 0 0,0 0-1 0 0,-1 0 1 0 0,-1 0 0 0 0,0 16 0 0 0,-2 41 501 0 0,-3 20-32 0 0,3-79-546 0 0,-1 0 1 0 0,0 0-1 0 0,-1 0 1 0 0,0-1-1 0 0,0 1 1 0 0,-7 10-1 0 0,-4 4 61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2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5624 0 0,'1'0'130'0'0,"3"3"27"0"0,5 3 74 0 0,-8-6-180 0 0,33 0 42 0 0,8-1-91 0 0,-34 2-3 0 0,7 3-5 0 0,24 5 1 0 0,-5 3 1 0 0,-26-10 4 0 0,1 0-1 0 0,-6-1 0 0 0,-1-1 1 0 0,1 1-1 0 0,-1 0 1 0 0,1 0-1 0 0,-1 0 0 0 0,1 0 1 0 0,-1 1-1 0 0,0-1 1 0 0,3 2-1 0 0,23 15 0 0 0,9 3 1 0 0,2 0 0 0 0,1 2 0 0 0,-5 2 1 0 0,-20-14 75 0 0,0 1 0 0 0,18 19 0 0 0,-27-24 48 0 0,-1 0 0 0 0,1 1 1 0 0,-1-1-1 0 0,-1 1 0 0 0,7 14 0 0 0,-10-19-49 0 0,0 1 0 0 0,0-1 0 0 0,0 1-1 0 0,-1-1 1 0 0,1 1 0 0 0,-1 0-1 0 0,0-1 1 0 0,0 1 0 0 0,0 0 0 0 0,-1 5-1 0 0,0-5-34 0 0,1 0 19 0 0,-1 1 1 0 0,0 0 0 0 0,0-1 0 0 0,0 1-1 0 0,0-1 1 0 0,-1 1 0 0 0,0-1-1 0 0,0 0 1 0 0,0 1 0 0 0,0-1-1 0 0,-1 0 1 0 0,-4 6 0 0 0,4-7-40 0 0,-3 5 86 0 0,0 1 0 0 0,-1-2 0 0 0,0 1 0 0 0,0-1 1 0 0,-13 10-1 0 0,15-14-83 0 0,-10 10 127 0 0,-6 0-43 0 0,10-9-15 0 0,-53 20 116 0 0,42-15-145 0 0,19-8-59 0 0,1 0-1 0 0,-1 0 1 0 0,1-1-1 0 0,-1 1 1 0 0,1-1-1 0 0,-1 1 0 0 0,0-1 1 0 0,1 0-1 0 0,-1 0 1 0 0,-3 0-1 0 0,-34 1 16 0 0,8-3-6 0 0,-4-2-3 0 0,4 1-4 0 0,5-1-3 0 0,0-2 2 0 0,0 1-3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3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4616 0 0,'-1'6'4'0'0,"-2"0"27"0"0,2-5-20 0 0,1 0 0 0 0,0 0-1 0 0,-1 0 1 0 0,1 0 0 0 0,0 0 0 0 0,-1 0 0 0 0,1 0 0 0 0,0 0-1 0 0,0 0 1 0 0,0 0 0 0 0,0 0 0 0 0,0 0 0 0 0,0 0 0 0 0,0 0-1 0 0,0 0 1 0 0,0 0 0 0 0,0 0 0 0 0,1 0 0 0 0,-1 0 0 0 0,1 1 0 0 0,20 62 127 0 0,-7-24 62 0 0,-2 2-1 0 0,15 83 1 0 0,-27-113-144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4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7 96 0 0,'5'-4'176'0'0,"15"2"502"0"0,7 2 18 0 0,-10 0-486 0 0,47 10 69 0 0,-53-7-202 0 0,-1 1 1 0 0,1 1 0 0 0,-1 0 0 0 0,0 0 0 0 0,0 1-1 0 0,0 0 1 0 0,-1 1 0 0 0,0 0 0 0 0,0 1-1 0 0,13 13 1 0 0,-12-11-5 0 0,62 59 647 0 0,-51-45-407 0 0,-10-4-14 0 0,-6-13-143 0 0,-1-1 1 0 0,0 1 0 0 0,-1 0 0 0 0,1 0 0 0 0,-1 0 0 0 0,-1 0-1 0 0,3 12 1 0 0,-3-11-31 0 0,-1-5-70 0 0,0 0 0 0 0,0 0 0 0 0,0 0 1 0 0,-1 0-1 0 0,1 0 0 0 0,-1 0 1 0 0,0 0-1 0 0,0 1 0 0 0,0-1 1 0 0,0 0-1 0 0,0 0 0 0 0,-1 0 0 0 0,1 0 1 0 0,-1 0-1 0 0,0 0 0 0 0,0 0 1 0 0,0 0-1 0 0,-1 0 0 0 0,1 0 0 0 0,0-1 1 0 0,-1 1-1 0 0,0 0 0 0 0,0-1 1 0 0,0 1-1 0 0,0-1 0 0 0,-4 4 0 0 0,1-3-20 0 0,1 0 1 0 0,-1-1-1 0 0,0 0 0 0 0,1 0 0 0 0,-1 0 0 0 0,0 0 0 0 0,0-1 0 0 0,0 0 0 0 0,-6 1 0 0 0,2 0-19 0 0,-18 4 102 0 0,0-1 1 0 0,0-1 0 0 0,-50 0-1 0 0,14-1 227 0 0,15-1 167 0 0,33-2-225 0 0,-1 1-1 0 0,1 0 1 0 0,-1 1-1 0 0,1 1 1 0 0,-28 8-1 0 0,18-3 18 0 0,16-5-125 0 0,-1 0 0 0 0,1 1 0 0 0,-13 7 1 0 0,10 7 113 0 0,11-18-260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5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353 500 7136 0 0,'13'-9'66'0'0,"-1"-6"180"0"0,7-7-5 0 0,33-25 71 0 0,-35 31-245 0 0,23-30 0 0 0,-34 39-65 0 0,0-1-4 0 0,1-1-1 0 0,-1 0 1 0 0,-1 0-1 0 0,7-15 1 0 0,6-10-23 0 0,-11 23-41 0 0,-1 0 0 0 0,-1 0 0 0 0,0-1 0 0 0,-1 1 0 0 0,0-1 0 0 0,3-19 1 0 0,-5 23 2 0 0,-1 0 0 0 0,0 0 0 0 0,-1 0 0 0 0,0 0 0 0 0,0 0 0 0 0,-1 0 0 0 0,0 0 0 0 0,0 0 0 0 0,-1 0 1 0 0,0 0-1 0 0,-4-10 0 0 0,4 15 55 0 0,0 0 0 0 0,0 0 0 0 0,0 0 0 0 0,-1 1 0 0 0,0-1 1 0 0,1 1-1 0 0,-1-1 0 0 0,0 1 0 0 0,0 0 0 0 0,0 0 0 0 0,0 1 0 0 0,0-1 0 0 0,-1 1 1 0 0,1-1-1 0 0,0 1 0 0 0,-1 0 0 0 0,1 0 0 0 0,-1 0 0 0 0,0 1 0 0 0,1-1 1 0 0,-1 1-1 0 0,-4 0 0 0 0,-2-1-13 0 0,0 1 1 0 0,0 1 0 0 0,0-1-1 0 0,0 2 1 0 0,0-1-1 0 0,-19 6 1 0 0,17-1 42 0 0,0-1 1 0 0,0 2 0 0 0,1-1-1 0 0,-1 2 1 0 0,2-1 0 0 0,-1 1-1 0 0,1 1 1 0 0,-16 17 0 0 0,-5 10 135 0 0,-29 44 0 0 0,37-48-110 0 0,5-4 118 0 0,1 1 0 0 0,1 0 0 0 0,1 1-1 0 0,-11 34 1 0 0,-34 132 815 0 0,44-132-636 0 0,3 1-1 0 0,3 0 1 0 0,3 1-1 0 0,3 0 1 0 0,6 103-1 0 0,-1-117-119 0 0,-2-40-104 0 0,1-1 0 0 0,1 1 1 0 0,-1 0-1 0 0,2 0 1 0 0,0-1-1 0 0,5 19 1 0 0,-7-29-119 0 0,1 0 1 0 0,-1 0-1 0 0,1 0 0 0 0,-1 0 1 0 0,1 0-1 0 0,0 0 1 0 0,-1-1-1 0 0,1 1 1 0 0,0 0-1 0 0,0-1 1 0 0,-1 1-1 0 0,1 0 1 0 0,0-1-1 0 0,0 1 0 0 0,0-1 1 0 0,1 1-1 0 0,1 1 8 0 0,7 6 16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5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7528 0 0,'0'-2'13'0'0,"0"1"134"0"0,33-3 526 0 0,0 4-689 0 0,0 2 0 0 0,-1 2 0 0 0,1 0 0 0 0,58 17 0 0 0,-68-14-26 0 0,-11-4-11 0 0,1 1-1 0 0,-1 0 1 0 0,1 1-1 0 0,-1 0 1 0 0,0 1 0 0 0,-1 0-1 0 0,0 1 1 0 0,0 0-1 0 0,17 15 1 0 0,1 2-77 0 0,-23-20 101 0 0,0 1 1 0 0,0 0-1 0 0,0 0 1 0 0,-1 1-1 0 0,0-1 1 0 0,0 1-1 0 0,0 0 1 0 0,-1 0 0 0 0,1 1-1 0 0,-2 0 1 0 0,7 13-1 0 0,-8-18 28 0 0,0 20-7 0 0,-2-20 11 0 0,0-1-1 0 0,0 1 1 0 0,-1 0 0 0 0,1-1 0 0 0,0 1-1 0 0,0 0 1 0 0,-1-1 0 0 0,1 1 0 0 0,-1-1 0 0 0,0 1-1 0 0,1-1 1 0 0,-1 1 0 0 0,0-1 0 0 0,0 1-1 0 0,0-1 1 0 0,0 0 0 0 0,0 0 0 0 0,0 1 0 0 0,0-1-1 0 0,0 0 1 0 0,-1 0 0 0 0,1 0 0 0 0,0 0-1 0 0,-1 0 1 0 0,1 0 0 0 0,0-1 0 0 0,-3 2-1 0 0,-2 1 35 0 0,1 0-16 0 0,1-1-1 0 0,-1 1 1 0 0,0-1-1 0 0,1-1 0 0 0,-1 1 1 0 0,0-1-1 0 0,0 0 0 0 0,0 0 1 0 0,-9 1-1 0 0,-53-2 70 0 0,40-1-44 0 0,9 2 23 0 0,-1 0 1 0 0,1 0-1 0 0,0 2 0 0 0,-23 6 0 0 0,-1 1 114 0 0,30-8-74 0 0,-1 0 0 0 0,1 1 0 0 0,0 1 0 0 0,0 0 0 0 0,-19 10 0 0 0,16-6 28 0 0,14-7-112 0 0,0-1 0 0 0,0 0-1 0 0,0 1 1 0 0,0-1 0 0 0,-1 1 0 0 0,1 0-1 0 0,0-1 1 0 0,1 1 0 0 0,-1 0 0 0 0,0 0-1 0 0,0-1 1 0 0,0 1 0 0 0,0 0 0 0 0,0 0-1 0 0,1 0 1 0 0,-1 0 0 0 0,0 0 0 0 0,1 0-1 0 0,-1 0 1 0 0,1 0 0 0 0,-1 0 0 0 0,1 0-1 0 0,0 1 1 0 0,-1-1 0 0 0,1 0 0 0 0,0 0-1 0 0,0 0 1 0 0,0 0 0 0 0,0 1 0 0 0,0-1-1 0 0,0 0 1 0 0,0 0 0 0 0,0 2 0 0 0,1-1-1 0 0,0 0 0 0 0,0 1 0 0 0,-1-1 1 0 0,2 0-1 0 0,-1 0 0 0 0,0 0 0 0 0,0 0 0 0 0,1 0 1 0 0,1 3-1 0 0,2 1-10 0 0,2 4-10 0 0,0-2 1 0 0,1 1 0 0 0,0-1 0 0 0,1 0-1 0 0,0-1 1 0 0,0 0 0 0 0,19 11 0 0 0,-15-10-35 0 0,-4-1 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6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23 4216 0 0,'1'-2'1'0'0,"2"-2"6"0"0,1 3 0 0 0,-4 6-6 0 0,1 3-1 0 0,1 9 2 0 0,0 1 0 0 0,-1-1 0 0 0,-1 1 0 0 0,-2 24-1 0 0,1-22 5 0 0,-3 16 5 0 0,3-22 8 0 0,-1-1 0 0 0,2 1 0 0 0,2 26 1 0 0,-2-29 26 0 0,0-1 0 0 0,0 1 1 0 0,-1 0-1 0 0,0-1 1 0 0,-1 1-1 0 0,-3 10 1 0 0,2-8 511 0 0,0 0 0 0 0,-1 24 0 0 0,5-43-493 0 0,0 0 0 0 0,0 0-1 0 0,1 0 1 0 0,4-11 0 0 0,1-6-18 0 0,5-17-17 0 0,1 0 1 0 0,25-49-1 0 0,0-1-2 0 0,-36 83-27 0 0,1 0 0 0 0,1 0 0 0 0,-1 0 0 0 0,1 0 0 0 0,0 1 0 0 0,1-1 0 0 0,0 1 0 0 0,0 0 0 0 0,0 0 0 0 0,0 1 1 0 0,1-1-1 0 0,0 1 0 0 0,0 1 0 0 0,8-5 0 0 0,-3 3-1 0 0,1 5 0 0 0,0 1 0 0 0,-9 0 1 0 0,0 0 0 0 0,0 1-1 0 0,0-1 1 0 0,0 1 0 0 0,-1 0 0 0 0,1 0 0 0 0,0 0 0 0 0,0 0 0 0 0,-1 0-1 0 0,1 0 1 0 0,-1 1 0 0 0,1 0 0 0 0,-1-1 0 0 0,0 1 0 0 0,0 0 0 0 0,1 0-1 0 0,-1 0 1 0 0,0 0 0 0 0,-1 1 0 0 0,1-1 0 0 0,0 0 0 0 0,-1 1 0 0 0,1-1 0 0 0,1 6-1 0 0,-1-4 1 0 0,5 9 24 0 0,-1 1-1 0 0,-1-1 0 0 0,0 1 0 0 0,-1-1 1 0 0,-1 1-1 0 0,0 1 0 0 0,-1-1 0 0 0,0 0 0 0 0,-1 0 1 0 0,-1 1-1 0 0,-2 20 0 0 0,1-27 33 0 0,-2-1-1 0 0,1 1 1 0 0,-1-1-1 0 0,0 1 0 0 0,-1-1 1 0 0,0 0-1 0 0,0 0 1 0 0,0-1-1 0 0,-1 1 1 0 0,0-1-1 0 0,0 0 1 0 0,0 0-1 0 0,-12 8 1 0 0,1 0 15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7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4720 0 0,'0'0'0'0'0,"0"1"16"0"0,0 9 24 0 0,0 10-24 0 0,-6 24-8 0 0,1-16-8 0 0,5-3 8 0 0,0-3-16 0 0,0 0 0 0 0,2-3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1 296 0 0,'3'0'0'0'0,"1"0"0"0"0,4 0 0 0 0,8 1 0 0 0,12 5 0 0 0,7 2 0 0 0,2 2 0 0 0,2 3 0 0 0,-1 0 0 0 0,-4-2 0 0 0,-8 1 0 0 0,-5 3 0 0 0,-18-14 3 0 0,0 1 1 0 0,0 0-1 0 0,-1-1 0 0 0,1 1 1 0 0,-1 1-1 0 0,1-1 0 0 0,-1 0 1 0 0,0 1-1 0 0,0-1 0 0 0,0 1 1 0 0,0-1-1 0 0,0 1 0 0 0,-1 0 1 0 0,1 0-1 0 0,-1 0 0 0 0,0 0 1 0 0,2 5-1 0 0,-3-4 6 0 0,0-1-1 0 0,0 0 1 0 0,0 0-1 0 0,0 1 1 0 0,0-1-1 0 0,-1 0 1 0 0,0 0-1 0 0,0 0 1 0 0,0 1-1 0 0,-1 2 1 0 0,-1 2 5 0 0,-3 3 29 0 0,-13 14 9 0 0,14-19-3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8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 0 0,'0'4'0'0'0,"0"3"2"0"0,0 0 0 0 0,1 1-1 0 0,1-1 1 0 0,-1 0 0 0 0,1 0 0 0 0,4 9-1 0 0,-3-7 3 0 0,9 26 94 0 0,3-1 1 0 0,19 36-1 0 0,-19-44 300 0 0,-2 2 1 0 0,0 0-1 0 0,11 43 0 0 0,1-22 1065 0 0,-25-47-1334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18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1096 0 1800 0 0,'-4'10'-3'0'0,"0"1"2"0"0,0-4 5 0 0,-1 0 13 0 0,-2 5 30 0 0,0 2 1 0 0,-38 114 181 0 0,-28 73-3 0 0,21-72-104 0 0,-52 113 165 0 0,-74 69 531 0 0,149-269-415 0 0,-3 0 1 0 0,-1-2 0 0 0,-2-1-1 0 0,-74 63 1 0 0,90-87-161 0 0,0-1 0 0 0,-2-1 1 0 0,0-1-1 0 0,-23 10 0 0 0,36-18-141 0 0,0 0 0 0 0,-1-1-1 0 0,1 0 1 0 0,-1-1-1 0 0,0 0 1 0 0,0-1-1 0 0,1 1 1 0 0,-1-2-1 0 0,0 1 1 0 0,0-1 0 0 0,0-1-1 0 0,0 1 1 0 0,0-1-1 0 0,-10-3 1 0 0,13 2-40 0 0,0-1 0 0 0,0 0-1 0 0,0 0 1 0 0,0 0 0 0 0,0-1 0 0 0,0 0 0 0 0,1 0 0 0 0,0 0 0 0 0,0 0 0 0 0,0-1 0 0 0,0 0 0 0 0,1 0 0 0 0,0-1-1 0 0,0 1 1 0 0,0-1 0 0 0,1 0 0 0 0,0 0 0 0 0,0 0 0 0 0,0 0 0 0 0,-2-11 0 0 0,2 8-32 0 0,1-1 0 0 0,0 1-1 0 0,1-1 1 0 0,0 1 0 0 0,0-1 0 0 0,1 0 0 0 0,1 1 0 0 0,-1-1 0 0 0,2 0 0 0 0,-1 1 0 0 0,1-1 0 0 0,1 1-1 0 0,6-17 1 0 0,3 2 17 0 0,1 0 0 0 0,1 1 0 0 0,1 1 0 0 0,0 0 0 0 0,2 1 0 0 0,1 0 0 0 0,22-18 0 0 0,-33 32-31 0 0,1 1-1 0 0,0 0 1 0 0,0 0 0 0 0,0 1-1 0 0,1 0 1 0 0,0 1-1 0 0,0 0 1 0 0,0 0-1 0 0,0 1 1 0 0,1 0-1 0 0,0 1 1 0 0,-1 0-1 0 0,1 1 1 0 0,0-1-1 0 0,14 2 1 0 0,-6 0-14 0 0,-1 1 0 0 0,0 1 0 0 0,0 1 0 0 0,0 0 0 0 0,0 1 1 0 0,-1 1-1 0 0,31 13 0 0 0,14 8-52 0 0,-45-16 20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0 96 0 0,'0'29'53'0'0,"-2"12"174"0"0,1-25-94 0 0,-1-1-1 0 0,-1 1 1 0 0,-1-1-1 0 0,-6 19 1 0 0,-14 45 2059 0 0,-20 120 1 0 0,28-119-841 0 0,-36 114 0 0 0,44-170-1210 0 0,1 0 0 0 0,1 1 0 0 0,1 0 0 0 0,1 0 0 0 0,2 0 0 0 0,0 0 0 0 0,2 29 0 0 0,0-52-132 0 0,0 0 1 0 0,0 0 0 0 0,0-1 0 0 0,0 1 0 0 0,0 0-1 0 0,-1 0 1 0 0,1-1 0 0 0,-1 1 0 0 0,1 0-1 0 0,-1-1 1 0 0,-1 4 0 0 0,1-3 28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2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 6016 0 0,'-7'1'68'0'0,"4"0"24"0"0,-2 2 88 0 0,-6 2 195 0 0,-2-4-268 0 0,10 0-97 0 0,-9 2-4 0 0,2-1-11 0 0,0 1 0 0 0,0 0 0 0 0,0 1 0 0 0,0 0 0 0 0,1 1 0 0 0,-1 0 0 0 0,1 1 0 0 0,-16 12-1 0 0,24-18 6 0 0,-5 5-9 0 0,0 0 0 0 0,1 1 0 0 0,-1-1 0 0 0,1 1 0 0 0,0 0 0 0 0,1 0 1 0 0,0 1-1 0 0,-6 9 0 0 0,6-10 3 0 0,-5 10-6 0 0,1 31 6 0 0,10-25 6 0 0,-1-19 8 0 0,-1 0 0 0 0,1-1 0 0 0,0 1 0 0 0,1 0 0 0 0,-1-1 0 0 0,0 1 0 0 0,1-1 0 0 0,-1 1 1 0 0,1-1-1 0 0,0 0 0 0 0,0 0 0 0 0,0 0 0 0 0,0 0 0 0 0,0 0 0 0 0,1 0 0 0 0,-1 0 0 0 0,3 1 0 0 0,1 0 39 0 0,1 0-1 0 0,-1 0 1 0 0,1 0-1 0 0,0-1 1 0 0,0 0-1 0 0,13 2 0 0 0,-5-3 29 0 0,0 1-1 0 0,0-2 0 0 0,0 0 0 0 0,0-1 0 0 0,1 0 0 0 0,16-4 0 0 0,20-15 73 0 0,-27 7-75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12 4008 0 0,'1'0'69'0'0,"3"0"63"0"0,6 0 60 0 0,-8-1-192 0 0,7 0 26 0 0,15-8-17 0 0,-18 8-9 0 0,28 2-4 0 0,-28-2 0 0 0,-1 1 1 0 0,1 0 0 0 0,-1 1-1 0 0,1-1 1 0 0,-1 1-1 0 0,1 0 1 0 0,-1 1 0 0 0,0-1-1 0 0,1 1 1 0 0,-1 0-1 0 0,0 0 1 0 0,0 1-1 0 0,0-1 1 0 0,-1 1 0 0 0,7 5-1 0 0,2 6 3 0 0,5 7 1 0 0,-15-17 0 0 0,0 0 1 0 0,1 0-1 0 0,-1-1 1 0 0,1 1-1 0 0,-1-1 1 0 0,1 0-1 0 0,7 5 1 0 0,-1 8 11 0 0,-10-16-12 0 0,6 11 36 0 0,-2 0 0 0 0,1 0-1 0 0,-2 0 1 0 0,1 1 0 0 0,-2-1 0 0 0,4 24 0 0 0,-5-27 24 0 0,-1 2 14 0 0,0 0 0 0 0,-1 0 0 0 0,0 0 0 0 0,-1 0 0 0 0,0 0 0 0 0,0 0 0 0 0,-1 0 0 0 0,0 0 0 0 0,-1-1 0 0 0,-7 15 0 0 0,-8 8 287 0 0,-2-1-1 0 0,-1-1 1 0 0,-1-1 0 0 0,-1-1-1 0 0,-56 50 1 0 0,68-68-246 0 0,0 0 1 0 0,-1 0-1 0 0,0-1 0 0 0,-1-1 1 0 0,0-1-1 0 0,0 1 0 0 0,-1-2 1 0 0,0 0-1 0 0,-18 4 0 0 0,31-9-104 0 0,0-1-1 0 0,0 0 0 0 0,0 0 0 0 0,1 0 0 0 0,-1-1 0 0 0,0 1 0 0 0,0 0 1 0 0,1-1-1 0 0,-1 1 0 0 0,0-1 0 0 0,0 1 0 0 0,1-1 0 0 0,-1 0 0 0 0,1 0 1 0 0,-1 1-1 0 0,1-1 0 0 0,-1 0 0 0 0,1-1 0 0 0,-1 1 0 0 0,1 0 0 0 0,0 0 1 0 0,0-1-1 0 0,0 1 0 0 0,-1 0 0 0 0,1-1 0 0 0,0 1 0 0 0,1-1 0 0 0,-1 0 1 0 0,0 1-1 0 0,0-1 0 0 0,1 0 0 0 0,-1 1 0 0 0,1-1 0 0 0,0 0 0 0 0,-1-3 1 0 0,-1-4 4 0 0,1-1-1 0 0,0 0 1 0 0,0 1 0 0 0,1-1 0 0 0,1-11 0 0 0,1 2 25 0 0,2-1 0 0 0,0 1-1 0 0,1 0 1 0 0,1 0 0 0 0,0 0 0 0 0,2 1-1 0 0,0 0 1 0 0,1 0 0 0 0,0 1 0 0 0,2 0-1 0 0,0 1 1 0 0,1 0 0 0 0,1 1 0 0 0,0 0-1 0 0,1 1 1 0 0,22-18 0 0 0,-32 29-3 0 0,7 0-14 0 0,2 3 28 0 0,0 2-39 0 0,-1 4-6 0 0,-11-6-6 0 0,0 0 0 0 0,0 1 1 0 0,0-1-1 0 0,0 0 0 0 0,-1 1 0 0 0,1-1 0 0 0,0 1 0 0 0,0 0 0 0 0,0-1 0 0 0,-1 1 0 0 0,1-1 0 0 0,0 1 0 0 0,-1 0 0 0 0,1 0 0 0 0,0-1 0 0 0,-1 1 0 0 0,1 0 0 0 0,-1 0 0 0 0,1 0 0 0 0,-1 0 0 0 0,0 0 0 0 0,1 0 1 0 0,-1 0-1 0 0,0-1 0 0 0,0 1 0 0 0,1 0 0 0 0,-1 0 0 0 0,0 2 0 0 0,0 0 0 0 0,2 4-2 0 0,0 0 1 0 0,-1 0 0 0 0,0 0 0 0 0,0 0-1 0 0,0 0 1 0 0,-1 0 0 0 0,0 0 0 0 0,0 1-1 0 0,-1-1 1 0 0,0 0 0 0 0,0 0-1 0 0,-1 0 1 0 0,1 0 0 0 0,-2 0 0 0 0,1-1-1 0 0,-1 1 1 0 0,0-1 0 0 0,0 1 0 0 0,-6 7-1 0 0,1-3-12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4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3912 0 0,'1'1'61'0'0,"5"-1"2"0"0,3-2-25 0 0,7-1-10 0 0,4-2 7 0 0,-1 4-23 0 0,9 1-8 0 0,3 3 2 0 0,-2 4-5 0 0,-5 1-1 0 0,0 0 0 0 0,-16-6 7 0 0,0 0 1 0 0,-1 1-1 0 0,1 0 0 0 0,0 0 1 0 0,-1 1-1 0 0,0 0 0 0 0,0 1 1 0 0,10 7-1 0 0,-11-8 39 0 0,0 1 0 0 0,0-1 0 0 0,0 0 0 0 0,13 5 0 0 0,-18-9-18 0 0,-1 1 0 0 0,1-1 0 0 0,-1 0 0 0 0,1 1 1 0 0,-1-1-1 0 0,1 0 0 0 0,-1 1 0 0 0,1-1 0 0 0,-1 0 0 0 0,1 1 1 0 0,-1-1-1 0 0,1 1 0 0 0,-1-1 0 0 0,0 1 0 0 0,1-1 0 0 0,-1 1 1 0 0,0-1-1 0 0,1 1 0 0 0,-1 0 0 0 0,0-1 0 0 0,0 1 0 0 0,1-1 0 0 0,-1 1 1 0 0,0 0-1 0 0,0-1 0 0 0,0 1 0 0 0,0-1 0 0 0,0 1 0 0 0,0 0 1 0 0,0-1-1 0 0,0 1 0 0 0,0 0 0 0 0,0-1 0 0 0,-1 1 0 0 0,1-1 0 0 0,0 1 1 0 0,0 0-1 0 0,0-1 0 0 0,-1 1 0 0 0,-19 30 1124 0 0,3-7-950 0 0,-69 129 900 0 0,83-148-1035 0 0,0-1-1 0 0,-1-1 1 0 0,1 1-1 0 0,-1 0 1 0 0,1-1-1 0 0,-1 0 1 0 0,0 1-1 0 0,0-2 1 0 0,-1 1-1 0 0,-8 4 1 0 0,2-1 156 0 0,9-5-174 0 0,0 0 1 0 0,-1 0-1 0 0,1-1 0 0 0,0 1 0 0 0,-1-1 1 0 0,1 0-1 0 0,-1 1 0 0 0,1-1 0 0 0,-1 0 1 0 0,1-1-1 0 0,-1 1 0 0 0,1 0 0 0 0,0-1 1 0 0,-1 1-1 0 0,1-1 0 0 0,-1 0 1 0 0,1 0-1 0 0,-4-2 0 0 0,4 2-9 0 0,0 0 0 0 0,0-1-1 0 0,0 1 1 0 0,0 0 0 0 0,0 0 0 0 0,0 0-1 0 0,0 0 1 0 0,-1 1 0 0 0,1-1 0 0 0,0 1-1 0 0,0-1 1 0 0,-1 1 0 0 0,1 0 0 0 0,0-1-1 0 0,-5 2 1 0 0,6-1-52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4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0 4008 0 0,'0'1'97'0'0,"0"1"-65"0"0,1 1-7 0 0,-2 7 76 0 0,0-9-19 0 0,-28 0-112 0 0,28-1 16 0 0,-1 0 0 0 0,1 0 0 0 0,0 0-1 0 0,-1 1 1 0 0,1-1 0 0 0,0 0 0 0 0,-1 0 0 0 0,1 1 0 0 0,0-1 0 0 0,0 1 0 0 0,-1-1 0 0 0,1 1 0 0 0,0-1 0 0 0,0 1 0 0 0,0 0 0 0 0,0-1-1 0 0,-1 1 1 0 0,1 0 0 0 0,-1 1 0 0 0,-7 2-103 0 0,-1-2 55 0 0,-13 24 19 0 0,21-23 52 0 0,-1-1 1 0 0,1 1 0 0 0,0 0 0 0 0,1 0 0 0 0,-1 0 0 0 0,0 0 0 0 0,1 0 0 0 0,0 0 0 0 0,0 1 0 0 0,-1 4 0 0 0,-2 5 62 0 0,-1 6 158 0 0,1 1 0 0 0,0-1 1 0 0,-1 33-1 0 0,2-11 355 0 0,-5 7 26 0 0,7-44-525 0 0,1 0 0 0 0,0 0 0 0 0,0 0 0 0 0,0 0 0 0 0,0 1 0 0 0,1-1 0 0 0,0 0 0 0 0,-1 0 0 0 0,1 0 0 0 0,1 0 0 0 0,-1-1 0 0 0,1 1 0 0 0,-1 0 0 0 0,1 0 0 0 0,0-1 1 0 0,1 1-1 0 0,-1-1 0 0 0,0 0 0 0 0,1 0 0 0 0,0 0 0 0 0,0 0 0 0 0,0 0 0 0 0,0 0 0 0 0,0-1 0 0 0,1 0 0 0 0,3 3 0 0 0,3 0 52 0 0,1 1 1 0 0,0-2-1 0 0,0 1 0 0 0,0-2 1 0 0,1 1-1 0 0,-1-2 1 0 0,1 1-1 0 0,23 0 0 0 0,-26-2-74 0 0,21 1 148 0 0,-6-3-13 0 0,76 1 599 0 0,-96 0-692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6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96 0 0,'29'-1'405'0'0,"17"-2"1190"0"0,7-1 407 0 0,-23 4-1444 0 0,-9 5-488 0 0,-1 1-41 0 0,62 11 51 0 0,-80-17-71 0 0,-1 1 0 0 0,1-1 1 0 0,-1 1-1 0 0,0 0 1 0 0,1-1-1 0 0,-1 1 1 0 0,0 0-1 0 0,1 0 1 0 0,-1 0-1 0 0,0 0 1 0 0,0 0-1 0 0,1 0 1 0 0,-1 0-1 0 0,0 1 1 0 0,0-1-1 0 0,-1 0 1 0 0,1 1-1 0 0,0-1 1 0 0,0 0-1 0 0,-1 1 1 0 0,1-1-1 0 0,-1 1 0 0 0,1-1 1 0 0,-1 1-1 0 0,1-1 1 0 0,-1 1-1 0 0,0 0 1 0 0,0 1-1 0 0,0 6 62 0 0,0-1 0 0 0,-1 0 0 0 0,0 0 0 0 0,-2 11 0 0 0,0-1 63 0 0,-25 99 636 0 0,26-111-713 0 0,0 0 1 0 0,-1 0-1 0 0,0-1 0 0 0,-1 1 1 0 0,1-1-1 0 0,-5 6 0 0 0,3-4-13 0 0,-4 12 148 0 0,8-17-170 0 0,0 0-1 0 0,-1 0 1 0 0,1 1-1 0 0,0-1 1 0 0,-1 0-1 0 0,0 0 0 0 0,1 0 1 0 0,-1 0-1 0 0,0-1 1 0 0,-4 4-1 0 0,-46 38 418 0 0,43-37-322 0 0,-9 5 7 0 0,0-2 92 0 0,-42 14 439 0 0,58-22-567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6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5224 0 0,'-2'1'-15'0'0,"1"3"33"0"0,0 0 39 0 0,0 4 78 0 0,0 1 62 0 0,-1-4-77 0 0,0-1-72 0 0,1 1-1 0 0,-1 0 1 0 0,1-1 0 0 0,0 1-1 0 0,0 0 1 0 0,1 0 0 0 0,0 0-1 0 0,-1-1 1 0 0,2 8 0 0 0,5 53 556 0 0,-2-31 411 0 0,0 58 1 0 0,-5-83-804 0 0,0 1 0 0 0,-1 0 1 0 0,1-1-1 0 0,-6 16 0 0 0,-2 7 317 0 0,8-26-500 0 0,-1 7 248 0 0,0-1 1 0 0,-1 0 0 0 0,-1 0 0 0 0,-6 14 0 0 0,10-25-150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7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7136 0 0,'0'0'1246'0'0,"-1"30"-546"0"0,-12 15-633 0 0,-9 59 46 0 0,22-101-95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8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4312 0 0,'0'0'7'0'0,"0"1"0"0"0,1-1 0 0 0,-1 1 0 0 0,0-1 0 0 0,0 1 0 0 0,0 0 1 0 0,1-1-1 0 0,-1 1 0 0 0,0-1 0 0 0,0 1 0 0 0,0-1 0 0 0,0 1 0 0 0,0 0 0 0 0,0-1 0 0 0,0 1 0 0 0,0-1 1 0 0,0 1-1 0 0,0-1 0 0 0,-1 1 0 0 0,1 0 0 0 0,0-1 0 0 0,0 1 0 0 0,0 12 577 0 0,1-7-394 0 0,1-1 0 0 0,-1 1 1 0 0,0-1-1 0 0,0 1 0 0 0,0 0 1 0 0,-1-1-1 0 0,0 1 1 0 0,-1 11-1 0 0,0-5-81 0 0,0 1 1 0 0,-1-1-1 0 0,-4 16 0 0 0,-2-5 122 0 0,1-3 85 0 0,0 1 1 0 0,2 0 0 0 0,-4 26-1 0 0,-7 50 832 0 0,15-92-1042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0:28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960 370 6016 0 0,'-2'-1'113'0'0,"0"1"-38"0"0,-2-1 42 0 0,-11-4 204 0 0,14 4-283 0 0,-4-8 15 0 0,4-3-10 0 0,-9-54-12 0 0,8 43-29 0 0,0-9-39 0 0,3-40 0 0 0,0-13-185 0 0,-9 55 45 0 0,6 27 136 0 0,1 0 0 0 0,0-1 0 0 0,-1 1 0 0 0,2-1 0 0 0,-1 1 0 0 0,0-1 0 0 0,0-4 0 0 0,1 8 62 0 0,-4 6 40 0 0,-10 24 69 0 0,-16 54-1 0 0,18-48-61 0 0,-115 286 1095 0 0,99-263-804 0 0,-2-2 1 0 0,-2-2-1 0 0,-3 0 1 0 0,-43 50-1 0 0,45-65 185 0 0,-62 57-1 0 0,81-85-426 0 0,-1 0-1 0 0,0-1 1 0 0,0-1-1 0 0,-1 0 1 0 0,-1-1-1 0 0,0-1 1 0 0,0 0-1 0 0,-18 5 1 0 0,21-10-59 0 0,0-1 1 0 0,0-1-1 0 0,0 0 1 0 0,0 0-1 0 0,0-2 1 0 0,0 0-1 0 0,0 0 0 0 0,0-1 1 0 0,0-1-1 0 0,-16-5 1 0 0,-20-17-41 0 0,49 25-24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03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 96 0 0,'-9'-1'0'0'0,"-4"-2"0"0"0,0 1 0 0 0,7 1 0 0 0,1 1 0 0 0,1 0 0 0 0,2 0 136 0 0,7 6 74 0 0,-4-5-168 0 0,1 1 0 0 0,-1-1 0 0 0,0 1 0 0 0,0-1 0 0 0,1 1 0 0 0,-1-1 0 0 0,1 0 1 0 0,-1 0-1 0 0,1 1 0 0 0,0-1 0 0 0,2 1 0 0 0,42 8 659 0 0,-1-3 0 0 0,1-1 1 0 0,50 0-1 0 0,-87-7-714 0 0,9 1 343 0 0,1 0-1 0 0,-1 1 1 0 0,1 0-1 0 0,26 7 1 0 0,-41-7-264 0 0,0 0 1 0 0,0 0 0 0 0,1 0 0 0 0,-1-1 0 0 0,0 0 0 0 0,0 0 0 0 0,0 0 0 0 0,0 0 0 0 0,6-2 0 0 0,-7 2-42 0 0,20 0 349 0 0,37 7 0 0 0,-38-4-109 0 0,40 0 1 0 0,-37-2-87 0 0,30-1 151 0 0,54-7-1 0 0,-27-1 160 0 0,-55 6-265 0 0,-1 0 1 0 0,50-13-1 0 0,-52 9 139 0 0,35-3 0 0 0,0-1-160 0 0,-39 7-112 0 0,-1 1 0 0 0,1 0 0 0 0,21 2 0 0 0,-25 0-31 0 0,13 11 92 0 0,-27-10-141 0 0,-1-1 0 0 0,1 0-1 0 0,0 0 1 0 0,-1 1 0 0 0,1-1 0 0 0,-1 1-1 0 0,1-1 1 0 0,-1 1 0 0 0,0 0 0 0 0,1-1 0 0 0,-1 1-1 0 0,1 0 1 0 0,-1 0 0 0 0,2 2 0 0 0,9 5 36 0 0,-7-4-28 0 0,-4 0-8 0 0,3 1-5 0 0,1 0-4 0 0,-1-1-1 0 0,0 1 0 0 0,0 0 0 0 0,0 0 1 0 0,-1 0-1 0 0,0 1 0 0 0,0-1 0 0 0,-1 1 1 0 0,0-1-1 0 0,0 1 0 0 0,3 10 0 0 0,1 4 3 0 0,-3-9 2 0 0,-1-1 1 0 0,1 0-1 0 0,-2 1 0 0 0,0 0 0 0 0,0-1 1 0 0,-1 1-1 0 0,0-1 0 0 0,-1 1 0 0 0,-3 20 1 0 0,3-21-4 0 0,0 1-1 0 0,0-1 1 0 0,1 1 0 0 0,1-1 0 0 0,0 1 0 0 0,4 16 0 0 0,-3-18-3 0 0,0 0 0 0 0,-1 1 1 0 0,0-1-1 0 0,-1 1 1 0 0,0-1-1 0 0,0 1 1 0 0,-1-1-1 0 0,-2 12 1 0 0,1-8-3 0 0,0 0 1 0 0,1 1 0 0 0,1 26-1 0 0,-1 8 160 0 0,-6-9 515 0 0,7-38-664 0 0,0 0 0 0 0,-1 0 0 0 0,1-1 0 0 0,0 1 1 0 0,0 0-1 0 0,0-1 0 0 0,-1 1 0 0 0,1 0 0 0 0,0-1 0 0 0,-1 1 0 0 0,1 0 1 0 0,0-1-1 0 0,-1 1 0 0 0,1-1 0 0 0,-1 1 0 0 0,1-1 0 0 0,-1 1 0 0 0,1-1 0 0 0,-1 1 1 0 0,0-1-1 0 0,1 0 0 0 0,-1 1 0 0 0,0-1 0 0 0,1 1 0 0 0,-1-1 0 0 0,0 0 0 0 0,1 0 1 0 0,-1 0-1 0 0,0 1 0 0 0,1-1 0 0 0,-1 0 0 0 0,0 0 0 0 0,0 0 0 0 0,1 0 1 0 0,-1 0-1 0 0,0 0 0 0 0,1 0 0 0 0,-2-1 0 0 0,-37-4 84 0 0,23 2-73 0 0,-21-1 18 0 0,0 2 0 0 0,-1 1 0 0 0,1 2 0 0 0,0 2 0 0 0,-1 1 0 0 0,2 2 0 0 0,-47 14 0 0 0,-77 20-1 0 0,-213 27 0 0 0,302-58-109 0 0,-86 0 0 0 0,155-9 63 0 0,0 0 0 0 0,1-1 1 0 0,-1 1-1 0 0,0 0 1 0 0,1-1-1 0 0,-1 1 0 0 0,0-1 1 0 0,1 1-1 0 0,-1-1 1 0 0,1 0-1 0 0,-1 0 0 0 0,1 1 1 0 0,-1-1-1 0 0,1 0 1 0 0,0 0-1 0 0,-1-1 1 0 0,1 1-1 0 0,-2-2 0 0 0,-24-19-35 0 0,18 15 44 0 0,2-1 0 0 0,-5-7 30 0 0,1 0 0 0 0,1 0-1 0 0,0-1 1 0 0,2-1 0 0 0,-1 0 0 0 0,2 0 0 0 0,0 0 0 0 0,-6-29 0 0 0,-8-20 61 0 0,-4-18-18 0 0,19 58-29 0 0,-2-1 1 0 0,-14-34-1 0 0,16 50-39 0 0,4 7-5 0 0,0 1 1 0 0,1-1-1 0 0,-1 0 0 0 0,1 0 1 0 0,0 0-1 0 0,0 0 1 0 0,1 0-1 0 0,-1 0 0 0 0,1 0 1 0 0,0-1-1 0 0,0-5 1 0 0,0 0-1 0 0,0 9-2 0 0,-1 0 1 0 0,1-1 0 0 0,0 1 0 0 0,0 0-1 0 0,0 0 1 0 0,0-1 0 0 0,0 1 0 0 0,0 0-1 0 0,0-1 1 0 0,0 1 0 0 0,1 0-1 0 0,-1 0 1 0 0,1-1 0 0 0,-1 1 0 0 0,0 0-1 0 0,1 0 1 0 0,0 0 0 0 0,1-2 0 0 0,-2 3 1 0 0,0-1-8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05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 2904 0 0,'-10'1'1230'0'0,"7"-2"-372"0"0,8 1-442 0 0,-5 0-413 0 0,0 0 1 0 0,1 0-1 0 0,-1 0 0 0 0,0 0 1 0 0,0-1-1 0 0,0 1 0 0 0,0 0 1 0 0,0 0-1 0 0,1 0 1 0 0,-1 0-1 0 0,0 0 0 0 0,0 0 1 0 0,0 0-1 0 0,0 0 0 0 0,0 0 1 0 0,1 0-1 0 0,-1 0 0 0 0,0 0 1 0 0,0 0-1 0 0,0 0 1 0 0,0 0-1 0 0,0 0 0 0 0,1 0 1 0 0,-1 1-1 0 0,0-1 0 0 0,0 0 1 0 0,0 0-1 0 0,0 0 1 0 0,0 0-1 0 0,0 0 0 0 0,1 0 1 0 0,-1 0-1 0 0,0 0 0 0 0,0 0 1 0 0,0 1-1 0 0,0-1 1 0 0,0 0-1 0 0,0 0 0 0 0,0 0 1 0 0,0 0-1 0 0,0 0 0 0 0,0 0 1 0 0,0 1-1 0 0,0-1 0 0 0,0 0 1 0 0,1 0-1 0 0,-1 0 1 0 0,0 0-1 0 0,0 0 0 0 0,0 1 1 0 0,0-1-1 0 0,3 7 41 0 0,27 1 21 0 0,35 1-60 0 0,0-2 0 0 0,124-4 0 0 0,-15-2 21 0 0,254 18 415 0 0,-405-19-314 0 0,28-1 666 0 0,95 12 1 0 0,-114-11-15 0 0,-28-1-705 0 0,0 0-1 0 0,0 1 1 0 0,0 0 0 0 0,0 0-1 0 0,0 0 1 0 0,-1 0 0 0 0,1 1-1 0 0,0-1 1 0 0,6 3 0 0 0,-2 31 34 0 0,0 6 48 0 0,-2 1 0 0 0,-2 0 0 0 0,-1 1 0 0 0,-3-1 0 0 0,-1 0 0 0 0,-2 0 0 0 0,-8 41 0 0 0,5-19 350 0 0,2 85 1 0 0,5-107 113 0 0,-28-54-416 0 0,7 4-188 0 0,-1 0 1 0 0,-41-11-1 0 0,50 18-11 0 0,1 0 1 0 0,-1 0-1 0 0,0 1 0 0 0,0 1 0 0 0,0 0 0 0 0,0 0 0 0 0,-15 4 1 0 0,-7 1-6 0 0,1-2 0 0 0,-1-1 0 0 0,0-2 0 0 0,-50-5 0 0 0,13 0 9 0 0,46 4-1 0 0,0 0 0 0 0,0-2 0 0 0,1-1 0 0 0,-1-1 0 0 0,-30-11 0 0 0,-16-10 66 0 0,-1 3 0 0 0,-77-13 1 0 0,61 27-7 0 0,63 8-46 0 0,1-1 1 0 0,-28-6 0 0 0,33 5-17 0 0,0 1 1 0 0,-25-1 0 0 0,11 2-3 0 0,16 0-21 0 0,-37-5-158 0 0,51 5 166 0 0,1 0 0 0 0,-1 0 0 0 0,0 0-1 0 0,0 0 1 0 0,0 0 0 0 0,1-1-1 0 0,-1 1 1 0 0,1-1 0 0 0,-1 0-1 0 0,1 1 1 0 0,0-1 0 0 0,-1 0 0 0 0,1 0-1 0 0,0-1 1 0 0,-2-2 0 0 0,-18-2-722 0 0,26-3 726 0 0,-1 1 0 0 0,0-1 0 0 0,-1 1 0 0 0,2-16 0 0 0,5-18-2 0 0,-3 20 4 0 0,-2-1 0 0 0,0 0-1 0 0,0-30 1 0 0,-2 30-3 0 0,10-47-28 0 0,-8 54-37 0 0,-1 1-1 0 0,2-32 1 0 0,-5 46 17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06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2 192 0 0,'-1'-1'36'0'0,"1"1"1"0"0,-1 0-1 0 0,0 0 1 0 0,1 0-1 0 0,-1 0 0 0 0,0 0 1 0 0,1 0-1 0 0,-1 0 1 0 0,0 0-1 0 0,1 0 0 0 0,-1 0 1 0 0,0 0-1 0 0,1 0 0 0 0,-1 0 1 0 0,0 1-1 0 0,1-1 1 0 0,-1 0-1 0 0,0 0 0 0 0,1 1 1 0 0,-1-1-1 0 0,1 0 1 0 0,-1 1-1 0 0,1-1 0 0 0,-1 1 1 0 0,1-1-1 0 0,-1 1 1 0 0,1-1-1 0 0,-1 1 0 0 0,1-1 1 0 0,0 1-1 0 0,-1-1 1 0 0,1 1-1 0 0,-1 0 0 0 0,2 1 39 0 0,-1-1 1 0 0,1 1-1 0 0,-1-1 0 0 0,1 1 0 0 0,0-1 0 0 0,0 0 0 0 0,0 1 0 0 0,0-1 1 0 0,0 0-1 0 0,0 0 0 0 0,0 0 0 0 0,0 0 0 0 0,0 0 0 0 0,0 0 0 0 0,1 0 0 0 0,1 1 1 0 0,25 18 274 0 0,1-1 1 0 0,0-2-1 0 0,2-1 0 0 0,0-1 1 0 0,1-2-1 0 0,60 17 1 0 0,-62-24 96 0 0,1-1-1 0 0,62 1 1 0 0,-65-5-199 0 0,30-2 543 0 0,0-3 1 0 0,107-20-1 0 0,-82 10-192 0 0,26-11 149 0 0,-20 3-97 0 0,-82 21-618 0 0,93-23 590 0 0,-97 23-615 0 0,1 0-2 0 0,2 0-3 0 0,-2 0 2 0 0,0 1-3 0 0,1 0-2 0 0,0 0 0 0 0,2 0 1 0 0,-5 0 18 0 0,1 0 0 0 0,-1 0 0 0 0,1 0 1 0 0,-1 0-1 0 0,1 0 0 0 0,-1 0 0 0 0,1 1 0 0 0,-1 0 0 0 0,0-1 1 0 0,1 1-1 0 0,-1 0 0 0 0,0 0 0 0 0,1 0 0 0 0,-1 0 0 0 0,3 2 0 0 0,-4 0 5 0 0,1-1-1 0 0,0 1 0 0 0,-1-1 0 0 0,1 1 0 0 0,-1 0 0 0 0,0 0 0 0 0,0-1 0 0 0,0 1 1 0 0,0 0-1 0 0,-1 0 0 0 0,1 4 0 0 0,40 240 650 0 0,-36-216-610 0 0,-1 1 0 0 0,-2-1 0 0 0,0 1 0 0 0,-5 38 0 0 0,3-64-52 0 0,0 2 4 0 0,0 4 24 0 0,-1 0-1 0 0,0 0 1 0 0,-1 0 0 0 0,0 0 0 0 0,0 0-1 0 0,-8 18 1 0 0,7-10 48 0 0,0-11 187 0 0,-15-9-168 0 0,-16-4-32 0 0,-1 1 0 0 0,-67 4 1 0 0,-50 8 45 0 0,119-5-109 0 0,-47 10 0 0 0,58-9-7 0 0,1-1 0 0 0,0-1 1 0 0,-1 0-1 0 0,0-2 0 0 0,-34-2 1 0 0,-293-32 3 0 0,329 32-9 0 0,3-1 0 0 0,0 1 0 0 0,0 0 0 0 0,0 1 0 0 0,0 1 0 0 0,0 1 0 0 0,-30 7 0 0 0,39-7-2 0 0,-1 0 0 0 0,1-1 0 0 0,-1 0 0 0 0,1 0 0 0 0,-13-2 0 0 0,13 1 0 0 0,0 0 0 0 0,1 0 0 0 0,-1 1-1 0 0,1 0 1 0 0,-1 0 0 0 0,-12 5 0 0 0,16-6-2 0 0,0 1 0 0 0,0 0 0 0 0,-1-1 0 0 0,1 0 0 0 0,0 0 0 0 0,0 0 0 0 0,0 0 0 0 0,-1-1 0 0 0,1 0 0 0 0,-7-1 0 0 0,-18-3-11 0 0,-38-2-240 0 0,66 7 240 0 0,2-3-68 0 0,0-1 82 0 0,-1 1-1 0 0,2 0 1 0 0,-1-1-1 0 0,0 1 0 0 0,1 0 1 0 0,-1 0-1 0 0,1 0 1 0 0,0 0-1 0 0,0 0 1 0 0,0 0-1 0 0,3-2 1 0 0,6-11-5 0 0,1-6 6 0 0,-3 7 0 0 0,0 0 0 0 0,-1 0 0 0 0,-1-1 0 0 0,-1 0 0 0 0,0 0-1 0 0,-1-1 1 0 0,4-19 0 0 0,-1-16-57 0 0,16-59 0 0 0,-7 41-98 0 0,-12 41 39 0 0,-3 18-27 0 0,0 0-1 0 0,1 1 1 0 0,0-1 0 0 0,6-15 0 0 0,-8 24 56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08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96 0 0,'2'2'0'0'0,"-1"3"0"0"0,1 2 0 0 0,-1-3 0 0 0,3-1 0 0 0,4 4 72 0 0,1-1 1 0 0,0 0-1 0 0,0-1 0 0 0,1 0 1 0 0,-1-1-1 0 0,1 1 1 0 0,0-2-1 0 0,0 0 0 0 0,1 0 1 0 0,-1-1-1 0 0,1 0 0 0 0,-1 0 1 0 0,1-1-1 0 0,11-1 0 0 0,-6 1-28 0 0,51 2 533 0 0,0-4 0 0 0,66-8 0 0 0,-92 5-260 0 0,2-2 172 0 0,63-16 0 0 0,-18 3-59 0 0,478-99 1410 0 0,-296 89-495 0 0,-124 17-522 0 0,-44 6 56 0 0,156 10-1 0 0,-191-1-609 0 0,118 10 478 0 0,-148-11-578 0 0,0-1-1 0 0,-1-2 0 0 0,1-2 0 0 0,0-1 0 0 0,43-11 1 0 0,79-19 79 0 0,-149 34-242 0 0,1-2-4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0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6224 0 0,'0'-1'8'0'0,"0"2"31"0"0,0 0 25 0 0,0 2 55 0 0,7 4 68 0 0,4-2-132 0 0,52 20-158 0 0,-8-10-63 0 0,105 17 0 0 0,-108-25 155 0 0,-1 3-1 0 0,-1 2 0 0 0,64 23 0 0 0,-100-29 14 0 0,-8-4-1 0 0,0 0 1 0 0,0 1-1 0 0,0 0 0 0 0,0 0 1 0 0,9 8-1 0 0,27 25 93 0 0,-42-35-82 0 0,1 1 0 0 0,-1-1 0 0 0,0 0 0 0 0,1 0 0 0 0,-1 1-1 0 0,0-1 1 0 0,0 0 0 0 0,0 0 0 0 0,1 1 0 0 0,-1-1 0 0 0,-1 0-1 0 0,1 1 1 0 0,0-1 0 0 0,0 0 0 0 0,0 0 0 0 0,-1 1 0 0 0,1-1-1 0 0,-1 0 1 0 0,1 0 0 0 0,-1 0 0 0 0,1 1 0 0 0,-1-1 0 0 0,-1 2-1 0 0,-5 1 12 0 0,0 0 0 0 0,0 0 0 0 0,0 0 0 0 0,-1-1-1 0 0,1 0 1 0 0,-1-1 0 0 0,-12 3 0 0 0,2 0-7 0 0,-242 86 95 0 0,149-57-100 0 0,83-27-6 0 0,0 1 0 0 0,0 1 0 0 0,1 2 0 0 0,0 0 0 0 0,-30 19 0 0 0,13-5 58 0 0,62-69 151 0 0,22-37-170 0 0,70-107-1 0 0,-79 131-268 0 0,-25 49 19 0 0,-2 10 37 0 0,-3 16 36 0 0,-1-16 141 0 0,0 14-48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1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537 481 96 0 0,'3'9'0'0'0,"6"15"350"0"0,-9-24-324 0 0,0 1-1 0 0,0-1 1 0 0,0 0-1 0 0,0 1 1 0 0,0-1 0 0 0,0 1-1 0 0,1-1 1 0 0,-1 0-1 0 0,0 1 1 0 0,0-1-1 0 0,0 1 1 0 0,0-1-1 0 0,0 0 1 0 0,1 1-1 0 0,-1-1 1 0 0,0 0-1 0 0,0 1 1 0 0,0-1 0 0 0,1 0-1 0 0,-1 1 1 0 0,0-1-1 0 0,1 0 1 0 0,-1 0-1 0 0,0 1 1 0 0,1-1-1 0 0,-1 0 1 0 0,0 0-1 0 0,1 0 1 0 0,-1 1 0 0 0,0-1-1 0 0,1 0 1 0 0,-1 0-1 0 0,0 0 1 0 0,1 0-1 0 0,-1 0 1 0 0,1 0-1 0 0,-1 0 1 0 0,0 0-1 0 0,1 0 1 0 0,-1 0-1 0 0,1 0 1 0 0,-1 0 0 0 0,0 0-1 0 0,1 0 1 0 0,-1 0-1 0 0,1 0 1 0 0,-1 0-1 0 0,0-1 1 0 0,1 1-1 0 0,-1 0 1 0 0,0 0-1 0 0,1 0 1 0 0,-1-1-1 0 0,1 1 1 0 0,3-1 51 0 0,3-1 65 0 0,0 0 1 0 0,0 0-1 0 0,-1 0 1 0 0,1-1-1 0 0,-1 0 0 0 0,1 0 1 0 0,-1-1-1 0 0,0 0 1 0 0,0 0-1 0 0,-1 0 0 0 0,1-1 1 0 0,-1 1-1 0 0,7-9 1 0 0,-3 0-18 0 0,-1 1 1 0 0,0-1 0 0 0,0-1 0 0 0,-2 0 0 0 0,6-15 0 0 0,-5 12-19 0 0,-1 0 0 0 0,-1 0 0 0 0,0 0 0 0 0,-2-1 0 0 0,0 1-1 0 0,1-35 1 0 0,-4 44-86 0 0,0 0-1 0 0,-1-1 1 0 0,0 1 0 0 0,0-1-1 0 0,-1 1 1 0 0,0 0 0 0 0,-1 0-1 0 0,1 0 1 0 0,-2 0-1 0 0,1 1 1 0 0,-1-1 0 0 0,0 1-1 0 0,-1 0 1 0 0,1 0 0 0 0,-1 0-1 0 0,-8-7 1 0 0,6 7-11 0 0,-2-3 23 0 0,-1 0-1 0 0,-1 1 1 0 0,-20-15 0 0 0,26 22-25 0 0,0-1 1 0 0,0 1 0 0 0,0 0-1 0 0,0 0 1 0 0,-1 1 0 0 0,1-1 0 0 0,0 1-1 0 0,-1 0 1 0 0,1 1 0 0 0,-1-1-1 0 0,1 1 1 0 0,-1 0 0 0 0,-6 1-1 0 0,-2 2 10 0 0,0 0-1 0 0,1 0 1 0 0,-1 2-1 0 0,1-1 1 0 0,0 2-1 0 0,0 0 1 0 0,0 1-1 0 0,1 0 1 0 0,0 0-1 0 0,0 1 1 0 0,1 1-1 0 0,0 0 1 0 0,0 1-1 0 0,1 0 1 0 0,0 0-1 0 0,1 1 1 0 0,-15 23-1 0 0,-44 63 190 0 0,-19 29 167 0 0,73-103-239 0 0,2 0 0 0 0,0 1-1 0 0,-15 47 1 0 0,-10 103 805 0 0,8-30-289 0 0,19-87-402 0 0,1 0 0 0 0,3 0 0 0 0,3 1 0 0 0,5 69 0 0 0,-2-115-221 0 0,1 33 91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4616 0 0,'12'40'1434'0'0,"-6"28"-757"0"0,-4-47-695 0 0,2 15 27 0 0,-2-24-9 0 0,0 2 0 0 0,0-1 0 0 0,-2 0 1 0 0,0 0-1 0 0,0 0 0 0 0,-1 0 0 0 0,-1 0 0 0 0,0 0 1 0 0,-8 26-1 0 0,7-29 0 0 0,2-3 0 0 0,1-2 0 0 0,0-1 0 0 0,0 0 1 0 0,0-2 4 0 0,0-5-3 0 0,1-13-2 0 0,1 1-1 0 0,0 0 1 0 0,0 0 0 0 0,2 1 0 0 0,0-1 0 0 0,0 1 0 0 0,2 0 0 0 0,12-25-1 0 0,-11 25-19 0 0,1-1 0 0 0,1 1-1 0 0,0 1 1 0 0,1 0 0 0 0,0 0-1 0 0,1 1 1 0 0,18-16 0 0 0,-27 27 11 0 0,-1-1 1 0 0,1 1-1 0 0,-1 0 1 0 0,1 0 0 0 0,-1 1-1 0 0,1-1 1 0 0,-1 0-1 0 0,1 0 1 0 0,0 1-1 0 0,-1-1 1 0 0,1 1-1 0 0,0 0 1 0 0,0-1-1 0 0,-1 1 1 0 0,1 0-1 0 0,0 0 1 0 0,0 0 0 0 0,-1 0-1 0 0,1 0 1 0 0,0 0-1 0 0,0 1 1 0 0,-1-1-1 0 0,1 1 1 0 0,0-1-1 0 0,-1 1 1 0 0,1 0-1 0 0,0-1 1 0 0,-1 1-1 0 0,1 0 1 0 0,-1 0 0 0 0,1 0-1 0 0,-1 0 1 0 0,0 0-1 0 0,1 1 1 0 0,-1-1-1 0 0,0 0 1 0 0,0 1-1 0 0,0-1 1 0 0,0 1-1 0 0,0-1 1 0 0,0 1-1 0 0,0-1 1 0 0,1 4 0 0 0,4 8-2 0 0,-1 0 0 0 0,0 0 0 0 0,0 1 1 0 0,3 17-1 0 0,-6-21 1 0 0,2 5 112 0 0,-1 0 0 0 0,0 0 0 0 0,-1 0 0 0 0,0 0 0 0 0,-1 0 0 0 0,-1 0 0 0 0,-1 1 0 0 0,0-1 0 0 0,-1 0 0 0 0,0 0 0 0 0,-1 0 0 0 0,-7 17 0 0 0,10-30 144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2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3312 0 0,'10'-5'255'0'0,"0"2"19"0"0,17-11 477 0 0,31-29 293 0 0,-39 30-998 0 0,1 0 0 0 0,0 1 0 0 0,1 1 1 0 0,0 1-1 0 0,1 1 0 0 0,0 1 0 0 0,0 1 0 0 0,1 1 0 0 0,0 1 1 0 0,28-3-1 0 0,-40 7-60 0 0,0 0 0 0 0,-1 1 0 0 0,1 0 0 0 0,0 0 0 0 0,0 2 0 0 0,-1-1 0 0 0,1 1 0 0 0,-1 1 1 0 0,0 0-1 0 0,1 0 0 0 0,-1 1 0 0 0,-1 0 0 0 0,1 1 0 0 0,-1 0 0 0 0,11 8 0 0 0,-14-9 5 0 0,0 1-1 0 0,-1-1 0 0 0,0 1 1 0 0,0 1-1 0 0,0-1 0 0 0,-1 0 1 0 0,0 1-1 0 0,0 0 1 0 0,0 0-1 0 0,-1 0 0 0 0,1 1 1 0 0,-2-1-1 0 0,1 1 1 0 0,-1 0-1 0 0,0 0 0 0 0,0 0 1 0 0,-1 0-1 0 0,0 0 1 0 0,0 0-1 0 0,0 0 0 0 0,-1 0 1 0 0,0 0-1 0 0,-2 12 0 0 0,-2-3 5 0 0,1 0-1 0 0,-2 0 0 0 0,0 0 0 0 0,-1 0 0 0 0,-1-1 0 0 0,-11 18 0 0 0,1-3 3 0 0,-2-2 0 0 0,-23 27 0 0 0,19-29 34 0 0,0-1 0 0 0,-2-2 0 0 0,-1 0 0 0 0,-52 34-1 0 0,74-55 30 0 0,0 1 0 0 0,0-1 0 0 0,0 0-1 0 0,-1 0 1 0 0,1 0 0 0 0,0-1 0 0 0,-1 0-1 0 0,1 1 1 0 0,-1-2 0 0 0,0 1 0 0 0,1 0-1 0 0,-1-1 1 0 0,0 0 0 0 0,1 0-1 0 0,-1-1 1 0 0,0 1 0 0 0,1-1 0 0 0,-1 0-1 0 0,-6-2 1 0 0,11 3-51 0 0,-1-1-1 0 0,1 0 1 0 0,-1 1 0 0 0,1-1-1 0 0,0 1 1 0 0,0-1 0 0 0,-1 0-1 0 0,1 1 1 0 0,0-1 0 0 0,0 0-1 0 0,0 1 1 0 0,0-1 0 0 0,0 0-1 0 0,0 1 1 0 0,0-1 0 0 0,0 0-1 0 0,0 1 1 0 0,0-1 0 0 0,0 1-1 0 0,0-1 1 0 0,0 0 0 0 0,0 1-1 0 0,1-1 1 0 0,-1 0 0 0 0,0 1-1 0 0,1-1 1 0 0,-1 1 0 0 0,1-2-1 0 0,10-16 30 0 0,-6 11-34 0 0,1 1-1 0 0,0 0 0 0 0,0 0 0 0 0,0 1 1 0 0,1-1-1 0 0,0 1 0 0 0,0 1 0 0 0,0 0 0 0 0,1 0 1 0 0,-1 0-1 0 0,1 1 0 0 0,0 0 0 0 0,0 0 0 0 0,12-2 1 0 0,-5 2-3 0 0,1 1 0 0 0,0 0 1 0 0,0 1-1 0 0,0 0 0 0 0,0 2 0 0 0,28 3 1 0 0,-41-3-2 0 0,1 0 0 0 0,-1 0 0 0 0,0 1 0 0 0,1-1 0 0 0,-1 1 0 0 0,0-1 0 0 0,0 1 0 0 0,0 0 0 0 0,0 1 0 0 0,0-1 0 0 0,-1 0 0 0 0,1 1 0 0 0,-1-1 0 0 0,1 1 0 0 0,-1 0 0 0 0,0 0 0 0 0,0 0 0 0 0,0 0 0 0 0,0 0 0 0 0,-1 0 0 0 0,2 5 0 0 0,3 8 0 0 0,0 0 0 0 0,-2 1 0 0 0,4 19 0 0 0,-6-24 0 0 0,0 2 6 0 0,0-1 1 0 0,-1 1-1 0 0,-1 0 1 0 0,0 0-1 0 0,-1-1 1 0 0,0 1-1 0 0,-1-1 1 0 0,-1 1-1 0 0,0-1 1 0 0,-1 0-1 0 0,0 0 1 0 0,-1 0-1 0 0,-1 0 1 0 0,0-1-1 0 0,-12 18 1 0 0,13-22 23 0 0,0-1-1 0 0,0 1 1 0 0,-1-2-1 0 0,0 1 1 0 0,0-1 0 0 0,-1 1-1 0 0,0-2 1 0 0,0 1 0 0 0,0-1-1 0 0,-1 0 1 0 0,0-1 0 0 0,0 1-1 0 0,0-2 1 0 0,0 1 0 0 0,0-1-1 0 0,-1 0 1 0 0,0-1 0 0 0,0 0-1 0 0,1 0 1 0 0,-1-1-1 0 0,0 0 1 0 0,0-1 0 0 0,0 0-1 0 0,-14-2 1 0 0,-8-4 128 0 0,1-1 1 0 0,-41-16-1 0 0,55 17-112 0 0,-4-1 12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3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592 1 4120 0 0,'0'0'2'0'0,"-1"0"0"0"0,0 0 0 0 0,0 0 0 0 0,1 0 0 0 0,-1 1 0 0 0,0-1 0 0 0,1 0 0 0 0,-1 1 0 0 0,0-1 0 0 0,1 1 0 0 0,-1-1 0 0 0,0 0 0 0 0,1 1 0 0 0,-1-1 0 0 0,1 1 0 0 0,-1 0 0 0 0,1-1 0 0 0,-1 1 0 0 0,1-1 0 0 0,0 1 0 0 0,-1 0 0 0 0,1-1 0 0 0,-1 2 0 0 0,-8 13 46 0 0,6-9-23 0 0,-4 10-36 0 0,2 0 0 0 0,0 0 0 0 0,0 1 0 0 0,2-1 0 0 0,0 1 0 0 0,1 0 1 0 0,0 0-1 0 0,1 0 0 0 0,2 0 0 0 0,-1 0 0 0 0,2 0 0 0 0,5 27 0 0 0,-3-18-13 0 0,6 25 74 0 0,3 0 1 0 0,1-1 0 0 0,29 65 0 0 0,-19-54 556 0 0,23 91 1 0 0,-41-122-316 0 0,0 1 0 0 0,-3-1-1 0 0,0 1 1 0 0,-3 39 0 0 0,1-47-22 0 0,0 1 0 0 0,6 34 0 0 0,-3-38-70 0 0,-2 1-1 0 0,0 0 0 0 0,-2 30 1 0 0,0-46-158 0 0,-1 0 0 0 0,0 0 0 0 0,0-1 0 0 0,0 1 0 0 0,0 0 1 0 0,-1-1-1 0 0,0 1 0 0 0,0-1 0 0 0,0 0 0 0 0,0 1 0 0 0,-1-1 0 0 0,0 0 0 0 0,0-1 1 0 0,0 1-1 0 0,-4 4 0 0 0,1-4 15 0 0,1 1 1 0 0,-1-1-1 0 0,0 0 1 0 0,-1-1-1 0 0,1 1 0 0 0,0-1 1 0 0,-1-1-1 0 0,0 1 1 0 0,-9 1-1 0 0,-4 0 40 0 0,0-1-1 0 0,0-1 1 0 0,-1 0-1 0 0,0-2 1 0 0,1 0-1 0 0,-24-4 1 0 0,4-3 4 0 0,0-1 1 0 0,1-2 0 0 0,0-1 0 0 0,0-2 0 0 0,-58-29-1 0 0,70 26-67 0 0,1-1-1 0 0,-34-28 1 0 0,22 15-21 0 0,22 19-5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6824 0 0,'-2'3'0'0'0,"0"5"48"0"0,2 2 48 0 0,-3 26-40 0 0,-3-6 56 0 0,-1 6-8 0 0,0 2 8 0 0,3-2 0 0 0,-1-3-80 0 0,-1 0 0 0 0,-1 2 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18 268 96 0 0,'-1'4'0'0'0,"-5"3"0"0"0,0-1 0 0 0,5-5 46 0 0,0 1-1 0 0,1 0 1 0 0,-1-1 0 0 0,1 1-1 0 0,-1 0 1 0 0,1 0-1 0 0,0 0 1 0 0,0-1 0 0 0,-1 1-1 0 0,1 0 1 0 0,1 0 0 0 0,-1 0-1 0 0,0-1 1 0 0,0 1-1 0 0,1 0 1 0 0,-1 0 0 0 0,1-1-1 0 0,-1 1 1 0 0,1 0 0 0 0,0-1-1 0 0,0 1 1 0 0,2 2-1 0 0,-1 3 147 0 0,0-3-96 0 0,-1-1-1 0 0,1 1 1 0 0,-1-1-1 0 0,1 0 1 0 0,0 0-1 0 0,0 0 1 0 0,0 0-1 0 0,1 0 1 0 0,-1 0-1 0 0,1 0 1 0 0,-1-1-1 0 0,1 1 1 0 0,0-1-1 0 0,0 0 0 0 0,0 0 1 0 0,0 0-1 0 0,5 2 1 0 0,6 0 35 0 0,0 0 0 0 0,1-2 1 0 0,-1 0-1 0 0,1 0 0 0 0,0-2 0 0 0,-1 1 0 0 0,1-2 1 0 0,0 0-1 0 0,-1-1 0 0 0,1 0 0 0 0,18-6 1 0 0,-29 7-109 0 0,0 0 0 0 0,-1 0 0 0 0,1 0 0 0 0,-1-1 0 0 0,0 1 0 0 0,1-1 1 0 0,5-3-1 0 0,-2 1 14 0 0,-5 3-26 0 0,0 0 0 0 0,-1 1 0 0 0,1-1 1 0 0,0 0-1 0 0,0 0 0 0 0,0 0 0 0 0,-1 0 0 0 0,1-1 0 0 0,0 1 0 0 0,-1 0 0 0 0,0-1 0 0 0,1 1 1 0 0,-1-1-1 0 0,2-2 0 0 0,17-18 145 0 0,15-10 52 0 0,24-20 116 0 0,-57 50-310 0 0,0 1 0 0 0,-1 0 0 0 0,1-1 0 0 0,-1 0 0 0 0,1 1 0 0 0,-1-1 0 0 0,1 0 0 0 0,-1 0 0 0 0,0 0 0 0 0,0 0 1 0 0,0 0-1 0 0,0 0 0 0 0,0 0 0 0 0,1-4 0 0 0,0-1 25 0 0,2-2 29 0 0,-1-1 0 0 0,0 0-1 0 0,0 0 1 0 0,-1 0-1 0 0,0 0 1 0 0,-1 0-1 0 0,0 0 1 0 0,0 0-1 0 0,-1-1 1 0 0,-1 1 0 0 0,-2-16-1 0 0,2 20-40 0 0,-1 1 0 0 0,0-1 0 0 0,0 0 0 0 0,-1 1 0 0 0,-2-6 0 0 0,3 9-14 0 0,1 0-1 0 0,0 0 1 0 0,0 0-1 0 0,-1 0 1 0 0,1 1 0 0 0,-1-1-1 0 0,0 0 1 0 0,1 1-1 0 0,-1-1 1 0 0,0 1-1 0 0,0 0 1 0 0,0-1 0 0 0,0 1-1 0 0,0 0 1 0 0,0 0-1 0 0,-1 0 1 0 0,1 1 0 0 0,0-1-1 0 0,0 0 1 0 0,-1 1-1 0 0,1-1 1 0 0,0 1 0 0 0,-4 0-1 0 0,-8 0 38 0 0,0 1 1 0 0,-1 0-1 0 0,1 1 1 0 0,0 1-1 0 0,0 0 0 0 0,0 1 1 0 0,0 0-1 0 0,1 1 1 0 0,0 1-1 0 0,0 0 0 0 0,0 1 1 0 0,1 0-1 0 0,0 1 0 0 0,0 1 1 0 0,0-1-1 0 0,2 2 1 0 0,-1 0-1 0 0,-10 12 0 0 0,5-2 25 0 0,1 1 0 0 0,1 1 0 0 0,0 0-1 0 0,2 1 1 0 0,-13 32 0 0 0,21-45-71 0 0,1 1 0 0 0,0-1 1 0 0,0 1-1 0 0,1-1 0 0 0,1 1 1 0 0,0 0-1 0 0,0-1 0 0 0,1 1 1 0 0,0 0-1 0 0,1 0 0 0 0,0 0 0 0 0,1-1 1 0 0,0 1-1 0 0,1-1 0 0 0,6 17 1 0 0,0-5 65 0 0,2 1 1 0 0,18 27-1 0 0,-23-41-24 0 0,1 0 0 0 0,0-1 0 0 0,0 0 0 0 0,0 0 1 0 0,1-1-1 0 0,1 0 0 0 0,17 12 0 0 0,-8-8 34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7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518 76 5720 0 0,'-5'-6'3'0'0,"6"-1"4"0"0,0 6-5 0 0,-1-1 0 0 0,1 1-1 0 0,-1-1 1 0 0,0 0 0 0 0,1 1 0 0 0,-1-1 0 0 0,0 1 0 0 0,0-1 0 0 0,0 0 0 0 0,0 1 0 0 0,0-1 0 0 0,-1 0 0 0 0,1 1 0 0 0,0-1 0 0 0,-1 0 0 0 0,1 1 0 0 0,-1-1 0 0 0,-1-1-1 0 0,2 0 3 0 0,-2-2-3 0 0,-14-5 18 0 0,13 9-23 0 0,0-1 0 0 0,0 0 0 0 0,0 1-1 0 0,0 0 1 0 0,-1 0 0 0 0,1 0-1 0 0,0 0 1 0 0,0 0 0 0 0,-1 1-1 0 0,1-1 1 0 0,0 1 0 0 0,-1 0 0 0 0,1 0-1 0 0,-5 1 1 0 0,0-1-1 0 0,-1 1-25 0 0,0 0-1 0 0,0 0 1 0 0,0 0 0 0 0,0 1-1 0 0,0 1 1 0 0,1 0-1 0 0,-1 0 1 0 0,1 0 0 0 0,-1 1-1 0 0,1 1 1 0 0,1-1-1 0 0,-1 1 1 0 0,1 0 0 0 0,-1 1-1 0 0,-6 6 1 0 0,-9 12-137 0 0,0 0 0 0 0,-33 49-1 0 0,30-38 87 0 0,12-17 70 0 0,0 1 1 0 0,2 1-1 0 0,0 0 0 0 0,1 1 1 0 0,1 0-1 0 0,1 1 0 0 0,0-1 1 0 0,2 2-1 0 0,1-1 0 0 0,1 1 1 0 0,1 0-1 0 0,-2 27 0 0 0,0 16 72 0 0,1-16 132 0 0,3 56 0 0 0,1-67 180 0 0,-7 60 0 0 0,-1 18 489 0 0,1-17-141 0 0,5-73-455 0 0,0 0 0 0 0,3 51-1 0 0,2-54-135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7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0 2208 0 0,'-15'6'522'0'0,"14"-4"-476"0"0,-1 0 0 0 0,1 0 0 0 0,-1 0 0 0 0,1 0 0 0 0,0 0 0 0 0,-1 0 0 0 0,1 0 0 0 0,0 1 0 0 0,-1 3 0 0 0,-9 53 206 0 0,7-33-197 0 0,-6 24 425 0 0,-31 89-1 0 0,37-128-335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8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50 3000 0 0,'-1'2'22'0'0,"-4"-2"180"0"0,5 0-196 0 0,0 0 1 0 0,0 0-1 0 0,0 0 0 0 0,1 0 1 0 0,-1 0-1 0 0,0 1 1 0 0,0-1-1 0 0,0 0 0 0 0,0 0 1 0 0,0 0-1 0 0,0 0 1 0 0,0 1-1 0 0,0-1 0 0 0,0 0 1 0 0,0 0-1 0 0,0 0 0 0 0,0 1 1 0 0,0-1-1 0 0,0 0 1 0 0,0 0-1 0 0,0 0 0 0 0,0 0 1 0 0,0 1-1 0 0,0-1 1 0 0,0 0-1 0 0,0 0 0 0 0,-1 0 1 0 0,1 0-1 0 0,0 0 0 0 0,0 1 1 0 0,0-1-1 0 0,0 0 1 0 0,0 0-1 0 0,0 0 0 0 0,0 0 1 0 0,-1 0-1 0 0,1 0 1 0 0,0 1-1 0 0,0-1 0 0 0,0 0 1 0 0,0 0-1 0 0,0 0 0 0 0,-1 0 1 0 0,1 0-1 0 0,0 0 1 0 0,0 0-1 0 0,0 0 0 0 0,0 0 1 0 0,-1 0-1 0 0,1 0 0 0 0,0 0 1 0 0,0 0-1 0 0,0 0 1 0 0,-1 0-1 0 0,1 0 0 0 0,0 0 1 0 0,0 0-1 0 0,0 0 1 0 0,0 0-1 0 0,-1 0 0 0 0,1 0 1 0 0,0 0-1 0 0,0 0 0 0 0,0 0 1 0 0,-1-1-1 0 0,2 6 27 0 0,-1 0-1 0 0,1 0 0 0 0,-1 0 1 0 0,-1 0-1 0 0,1 0 1 0 0,-1 0-1 0 0,0 0 0 0 0,-2 9 1 0 0,1-8-26 0 0,-3 16 22 0 0,-1 14 36 0 0,-2-1 0 0 0,-2 0 0 0 0,-26 63 0 0 0,35-95-25 0 0,-1 1-1 0 0,0-1 0 0 0,0 1 1 0 0,-1-1-1 0 0,1 0 1 0 0,-1 0-1 0 0,1 0 0 0 0,-1-1 1 0 0,0 1-1 0 0,0-1 0 0 0,0 1 1 0 0,-4 1-1 0 0,7-5-28 0 0,0-1-1 0 0,0 0 1 0 0,-1 1-1 0 0,1-1 1 0 0,0 1-1 0 0,1-1 1 0 0,-1 1-1 0 0,0-1 1 0 0,0 1-1 0 0,1-1 1 0 0,-1 1-1 0 0,1-1 1 0 0,-1 1-1 0 0,1-1 1 0 0,0 1-1 0 0,1-3 1 0 0,-1 2 8 0 0,10-29-3 0 0,2 2 1 0 0,1 0 0 0 0,1 1 0 0 0,2 0 0 0 0,1 1 0 0 0,0 1 0 0 0,2 1 0 0 0,1 0 0 0 0,40-34 0 0 0,-54 53-17 0 0,1 1 0 0 0,0 0 0 0 0,0 0 0 0 0,0 1 0 0 0,0 0 0 0 0,1 1 0 0 0,-1 0 0 0 0,1 0 0 0 0,0 1 0 0 0,0 0 0 0 0,16-2 0 0 0,-14 5 0 0 0,-10-1 0 0 0,1 0 1 0 0,-1 0-1 0 0,1 1 0 0 0,-1-1 1 0 0,0 1-1 0 0,1-1 1 0 0,-1 1-1 0 0,1-1 0 0 0,-1 1 1 0 0,0 0-1 0 0,1-1 0 0 0,-1 1 1 0 0,0 0-1 0 0,0 0 1 0 0,0 0-1 0 0,0 0 0 0 0,0 0 1 0 0,0 1-1 0 0,0-1 0 0 0,0 0 1 0 0,1 2-1 0 0,1 1 9 0 0,2 2 21 0 0,0 0 0 0 0,0 1 0 0 0,-1 0 0 0 0,0 0-1 0 0,0 0 1 0 0,-1 0 0 0 0,0 0 0 0 0,0 1 0 0 0,-1-1 0 0 0,3 16 0 0 0,-2-12 75 0 0,-2 1 0 0 0,0-1 1 0 0,0 1-1 0 0,-1 0 1 0 0,0-1-1 0 0,-1 1 1 0 0,-2 11-1 0 0,-1-8 100 0 0,-3 35 698 0 0,7-49-776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1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1074 383 3808 0 0,'-5'-2'2'0'0,"-5"3"81"0"0,-5-1 121 0 0,10-3-167 0 0,1 0-1 0 0,0 0 0 0 0,0 0 1 0 0,1-1-1 0 0,-1 1 1 0 0,1-1-1 0 0,-1 0 1 0 0,1 0-1 0 0,1-1 0 0 0,-1 1 1 0 0,-2-6-1 0 0,-20-57 49 0 0,12 27-1 0 0,-3-4 3 0 0,13 30-19 0 0,-2 0 0 0 0,0 0 1 0 0,-1 1-1 0 0,0 0 0 0 0,-1 0 0 0 0,0 0 1 0 0,-18-22-1 0 0,-17-16 440 0 0,40 55-344 0 0,1 0 1 0 0,0 1-1 0 0,1-1 1 0 0,-1 1-1 0 0,1-1 1 0 0,0 1-1 0 0,0 4 1 0 0,0 45 30 0 0,-2 0-1 0 0,-3-1 1 0 0,-2 1 0 0 0,-2-1 0 0 0,-2 0 0 0 0,-3-1 0 0 0,-21 51-1 0 0,9-38 74 0 0,17-38-120 0 0,-1-1-1 0 0,-2 0 1 0 0,0-1 0 0 0,-2 0-1 0 0,-25 33 1 0 0,24-38-18 0 0,-2-2 1 0 0,0-1 0 0 0,-1 0-1 0 0,-1-1 1 0 0,0 0 0 0 0,-2-2 0 0 0,1-1-1 0 0,-41 20 1 0 0,48-27-55 0 0,-1-1 1 0 0,0 0-1 0 0,0-1 1 0 0,-1 0-1 0 0,1-2 1 0 0,-1 1-1 0 0,1-2 1 0 0,-1 0-1 0 0,0-1 1 0 0,0 0-1 0 0,1-1 1 0 0,-1 0-1 0 0,0-2 1 0 0,1 0-1 0 0,-28-9 1 0 0,19 4 14 0 0,2 0 30 0 0,-38-18 1 0 0,53 23-89 0 0,0 0-1 0 0,1-1 1 0 0,-1 0-1 0 0,1 0 1 0 0,0-1-1 0 0,0 0 1 0 0,0 1-1 0 0,1-1 1 0 0,0-1-1 0 0,-6-8 1 0 0,10 11-14 0 0,0 1 1 0 0,0 0 0 0 0,0-1 0 0 0,1 1-1 0 0,-1 0 1 0 0,1-1 0 0 0,0 1 0 0 0,-1 0-1 0 0,3-3 1 0 0,-3 4-16 0 0,3-5 12 0 0,-1 1 1 0 0,1 0-1 0 0,1 0 0 0 0,-1 0 1 0 0,1 0-1 0 0,0 0 1 0 0,0 1-1 0 0,0 0 0 0 0,1-1 1 0 0,0 2-1 0 0,-1-1 0 0 0,9-4 1 0 0,8-5 32 0 0,35-16 1 0 0,-35 21-27 0 0,0 2 0 0 0,1-1 0 0 0,0 2 0 0 0,0 1 0 0 0,44-2 0 0 0,-5-1 2 0 0,-35 5-25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2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944 206 96 0 0,'-2'-1'0'0'0,"-4"0"0"0"0,-5-6 198 0 0,0 0 0 0 0,0-1 0 0 0,-15-13 0 0 0,6 5 178 0 0,16 13-287 0 0,1 0 0 0 0,-1 0 0 0 0,1 0-1 0 0,0-1 1 0 0,0 1 0 0 0,0-1 0 0 0,0 0 0 0 0,1 0 0 0 0,-3-5 0 0 0,-8-10 413 0 0,11 15-424 0 0,1 0 0 0 0,-1 0 1 0 0,1 0-1 0 0,0 0 1 0 0,0 0-1 0 0,0 0 1 0 0,1-1-1 0 0,0 1 0 0 0,-1 0 1 0 0,1 0-1 0 0,1-7 1 0 0,-1 4 74 0 0,1 5-88 0 0,-1 1 0 0 0,0 0 0 0 0,1 0 0 0 0,-1 0 0 0 0,0 0 0 0 0,1 0 0 0 0,-1 0 0 0 0,1 0 0 0 0,0 0 0 0 0,-1 0 0 0 0,1 0 1 0 0,0 0-1 0 0,0 0 0 0 0,-1 1 0 0 0,1-1 0 0 0,0 0 0 0 0,0 0 0 0 0,0 1 0 0 0,0-1 0 0 0,0 0 0 0 0,0 1 0 0 0,0-1 0 0 0,0 1 0 0 0,0 0 0 0 0,2-1 0 0 0,-4 14-10 0 0,-1 0 0 0 0,0 0 0 0 0,-1 0 0 0 0,-6 17 0 0 0,-7 29 71 0 0,-54 294 1552 0 0,56-302-1218 0 0,-2-1 0 0 0,-2-1 0 0 0,-3 0 0 0 0,-47 82-1 0 0,61-119-371 0 0,-1-1-1 0 0,0 0 1 0 0,-1-1-1 0 0,0 0 1 0 0,0 0-1 0 0,-1-1 1 0 0,0-1-1 0 0,-1 1 1 0 0,0-1-1 0 0,0-1 1 0 0,-1 0-1 0 0,0-1 1 0 0,0 0-1 0 0,0-1 1 0 0,-1 0-1 0 0,0-1 1 0 0,0-1-1 0 0,0 1 1 0 0,0-2-1 0 0,0 0 1 0 0,-1-1-1 0 0,1 0 1 0 0,-21-2-1 0 0,4-1 73 0 0,1 0 0 0 0,-44-11 0 0 0,64 11-127 0 0,-1-1 1 0 0,1 0-1 0 0,-1 0 0 0 0,1-1 1 0 0,0 0-1 0 0,1-1 0 0 0,-1 0 1 0 0,1 0-1 0 0,0-1 1 0 0,0 0-1 0 0,-10-10 0 0 0,13 10-4 0 0,-1 0 0 0 0,1-1-1 0 0,1 1 1 0 0,-1-1-1 0 0,1 0 1 0 0,0-1 0 0 0,-4-11-1 0 0,7 17-21 0 0,0-1 0 0 0,1 1 0 0 0,-1 0-1 0 0,1-1 1 0 0,-1 1 0 0 0,1-1 0 0 0,0 1-1 0 0,0 0 1 0 0,0-1 0 0 0,0 1 0 0 0,1-1 0 0 0,-1 1-1 0 0,1 0 1 0 0,-1-1 0 0 0,1 1 0 0 0,0 0-1 0 0,0-1 1 0 0,0 1 0 0 0,0 0 0 0 0,0 0-1 0 0,1 0 1 0 0,-1 0 0 0 0,0 0 0 0 0,1 0-1 0 0,0 0 1 0 0,-1 1 0 0 0,1-1 0 0 0,0 0-1 0 0,3-1 1 0 0,14-10 17 0 0,0 2 1 0 0,1 0-1 0 0,0 1 0 0 0,1 1 0 0 0,0 1 0 0 0,0 0 0 0 0,0 2 0 0 0,1 1 0 0 0,37-5 1 0 0,145-15 117 0 0,-185 22-140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21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16 7936 0 0,'-2'-2'26'0'0,"-3"-5"88"0"0,-1 1 137 0 0,5 14-61 0 0,12 24-107 0 0,16 37-115 0 0,-16-45 25 0 0,0-7 6 0 0,7-3 1 0 0,10-3 0 0 0,3-3 0 0 0,-1-3 0 0 0,-7 0 0 0 0,-18-4 14 0 0,0 0 0 0 0,-1-1 0 0 0,1 1-1 0 0,0-1 1 0 0,0 0 0 0 0,7-1 0 0 0,-1 0 230 0 0,-10 1-35 0 0,-1 0-188 0 0,0 0-1 0 0,0 1 0 0 0,1-1 0 0 0,-1 1 0 0 0,0-1 1 0 0,0 1-1 0 0,0-1 0 0 0,0 0 0 0 0,0 1 0 0 0,0-1 1 0 0,0 1-1 0 0,0-1 0 0 0,0 1 0 0 0,0-1 0 0 0,0 1 1 0 0,0-1-1 0 0,0 0 0 0 0,0 1 0 0 0,0-1 0 0 0,-1 1 1 0 0,1-1-1 0 0,0 1 0 0 0,0-1 0 0 0,0 0 0 0 0,-1 1 1 0 0,1-1-1 0 0,-53 19 351 0 0,29-9-232 0 0,-38 9 0 0 0,48-16-126 0 0,-9 2 31 0 0,0-2-1 0 0,-1 0 1 0 0,1-1-1 0 0,-32-3 1 0 0,55 2-42 0 0,-1-1 1 0 0,1 0 0 0 0,-1 0 0 0 0,1 0 0 0 0,-1 0-1 0 0,1 0 1 0 0,-1 1 0 0 0,1-1 0 0 0,-1 0 0 0 0,1 0-1 0 0,-1 1 1 0 0,1-1 0 0 0,0 0 0 0 0,-1 1 0 0 0,1-1-1 0 0,-1 0 1 0 0,1 1 0 0 0,0-1 0 0 0,0 0 0 0 0,-1 1-1 0 0,1-1 1 0 0,0 1 0 0 0,-1-1 0 0 0,1 1-1 0 0,0-1 1 0 0,0 1 0 0 0,0-1 0 0 0,0 1 0 0 0,0-1-1 0 0,-1 1 1 0 0,1-1 0 0 0,0 1 0 0 0,0-1 0 0 0,0 1-1 0 0,0-1 1 0 0,0 1 0 0 0,1-1 0 0 0,-1 1 0 0 0,0-1-1 0 0,0 1 1 0 0,0-1 0 0 0,0 1 0 0 0,0-1 0 0 0,1 1-1 0 0,-1-1 1 0 0,0 1 0 0 0,0-1 0 0 0,1 1 0 0 0,0 0-1 0 0,-1 0 8 0 0,1 1 0 0 0,0 0 0 0 0,0-1-1 0 0,-1 1 1 0 0,1-1 0 0 0,0 1 0 0 0,1-1-1 0 0,-1 0 1 0 0,0 1 0 0 0,0-1 0 0 0,1 0-1 0 0,-1 0 1 0 0,0 0 0 0 0,1 0 0 0 0,-1 0-1 0 0,3 1 1 0 0,47 15 286 0 0,-30-9-65 0 0,43 9 1 0 0,-42-13-100 0 0,0-1 0 0 0,1-2 0 0 0,-1 0 1 0 0,1-1-1 0 0,28-4 0 0 0,-8 1 12 0 0,-42 3-113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22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6016 0 0,'-3'0'129'0'0,"2"2"42"0"0,0 4 150 0 0,1 7 174 0 0,1-4-361 0 0,3 14-8 0 0,-2 0 0 0 0,-1 0 0 0 0,0 1 0 0 0,-2-1 0 0 0,-4 29 0 0 0,3-37 169 0 0,1 1 0 0 0,1 29-1 0 0,0-33-200 0 0,0-7 58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22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5320 0 0,'0'0'0'0'0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22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3 3208 0 0,'-4'0'164'0'0,"-2"0"295"0"0,22-1-104 0 0,-1 0-299 0 0,39 9 34 0 0,-2 2-79 0 0,1-3 1 0 0,63 1 0 0 0,-115-8-10 0 0,1 0 0 0 0,-1 0 1 0 0,1 0-1 0 0,-1 0 0 0 0,1 0 0 0 0,-1 0 1 0 0,1 0-1 0 0,-1 1 0 0 0,1-1 1 0 0,-1 1-1 0 0,1-1 0 0 0,-1 1 1 0 0,0-1-1 0 0,1 1 0 0 0,-1 0 1 0 0,0 0-1 0 0,1 0 0 0 0,-1 0 1 0 0,0 0-1 0 0,0 0 0 0 0,0 0 1 0 0,0 0-1 0 0,0 0 0 0 0,2 3 1 0 0,-1-1 21 0 0,-7-3 6 0 0,1 1-1 0 0,-1 0 0 0 0,1 0 1 0 0,0 0-1 0 0,0 1 1 0 0,-1 0-1 0 0,1 0 0 0 0,-6 3 1 0 0,-7 3-5 0 0,-219 73 619 0 0,221-77-398 0 0,0 0 0 0 0,1 1 1 0 0,0 1-1 0 0,-18 10 0 0 0,26-12-152 0 0,-1 0-1 0 0,2 0 0 0 0,-1 0 1 0 0,0 1-1 0 0,1 0 0 0 0,0 0 1 0 0,0 0-1 0 0,0 1 0 0 0,1-1 1 0 0,0 1-1 0 0,-4 8 0 0 0,1 0-28 0 0,1 1-1 0 0,0 0 0 0 0,1 0 0 0 0,1 1 0 0 0,0 0 0 0 0,1-1 0 0 0,1 1 1 0 0,0 28-1 0 0,2-42-56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23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51 3504 0 0,'0'0'43'0'0,"-4"0"-35"0"0,-2 0 245 0 0,22-1-17 0 0,0 0-1 0 0,0-2 1 0 0,-1 0 0 0 0,1 0 0 0 0,14-7 0 0 0,26-8 183 0 0,-29 12-109 0 0,-2 5 3 0 0,-11-1-15 0 0,0 1-1 0 0,0 0 1 0 0,0 1 0 0 0,1 1-1 0 0,-1 0 1 0 0,0 1-1 0 0,-1 0 1 0 0,1 1-1 0 0,25 9 1 0 0,-35-11-209 0 0,0 1-1 0 0,1 0 0 0 0,-1-1 1 0 0,0 2-1 0 0,0-1 1 0 0,0 0-1 0 0,0 1 1 0 0,-1-1-1 0 0,1 1 1 0 0,-1 0-1 0 0,1 1 1 0 0,-1-1-1 0 0,0 0 1 0 0,0 1-1 0 0,-1 0 1 0 0,4 5-1 0 0,-5 0 96 0 0,-1-8-89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2T07:43:23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6824 0 0,'0'0'40'0'0,"0"3"32"0"0,0 15 48 0 0,-7 22-40 0 0,2-16 0 0 0,1 4 0 0 0,-1-2 24 0 0,1-1 8 0 0,-1-3-8 0 0,-2-4 16 0 0,-1 0-48 0 0,-4-3 0 0 0,0 1 0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י"ב/טבת/תשפ"ג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4.png"/><Relationship Id="rId63" Type="http://schemas.openxmlformats.org/officeDocument/2006/relationships/customXml" Target="../ink/ink31.xml"/><Relationship Id="rId84" Type="http://schemas.openxmlformats.org/officeDocument/2006/relationships/image" Target="../media/image45.png"/><Relationship Id="rId138" Type="http://schemas.openxmlformats.org/officeDocument/2006/relationships/image" Target="../media/image72.png"/><Relationship Id="rId159" Type="http://schemas.openxmlformats.org/officeDocument/2006/relationships/customXml" Target="../ink/ink79.xml"/><Relationship Id="rId170" Type="http://schemas.openxmlformats.org/officeDocument/2006/relationships/image" Target="../media/image88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9.png"/><Relationship Id="rId53" Type="http://schemas.openxmlformats.org/officeDocument/2006/relationships/customXml" Target="../ink/ink26.xml"/><Relationship Id="rId74" Type="http://schemas.openxmlformats.org/officeDocument/2006/relationships/image" Target="../media/image40.png"/><Relationship Id="rId128" Type="http://schemas.openxmlformats.org/officeDocument/2006/relationships/image" Target="../media/image67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3.png"/><Relationship Id="rId181" Type="http://schemas.openxmlformats.org/officeDocument/2006/relationships/customXml" Target="../ink/ink90.xml"/><Relationship Id="rId22" Type="http://schemas.openxmlformats.org/officeDocument/2006/relationships/image" Target="../media/image14.png"/><Relationship Id="rId43" Type="http://schemas.openxmlformats.org/officeDocument/2006/relationships/customXml" Target="../ink/ink21.xml"/><Relationship Id="rId64" Type="http://schemas.openxmlformats.org/officeDocument/2006/relationships/image" Target="../media/image35.png"/><Relationship Id="rId118" Type="http://schemas.openxmlformats.org/officeDocument/2006/relationships/image" Target="../media/image62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8.png"/><Relationship Id="rId171" Type="http://schemas.openxmlformats.org/officeDocument/2006/relationships/customXml" Target="../ink/ink85.xml"/><Relationship Id="rId12" Type="http://schemas.openxmlformats.org/officeDocument/2006/relationships/image" Target="../media/image9.png"/><Relationship Id="rId33" Type="http://schemas.openxmlformats.org/officeDocument/2006/relationships/customXml" Target="../ink/ink16.xml"/><Relationship Id="rId108" Type="http://schemas.openxmlformats.org/officeDocument/2006/relationships/image" Target="../media/image57.png"/><Relationship Id="rId129" Type="http://schemas.openxmlformats.org/officeDocument/2006/relationships/customXml" Target="../ink/ink64.xml"/><Relationship Id="rId54" Type="http://schemas.openxmlformats.org/officeDocument/2006/relationships/image" Target="../media/image30.png"/><Relationship Id="rId75" Type="http://schemas.openxmlformats.org/officeDocument/2006/relationships/customXml" Target="../ink/ink37.xml"/><Relationship Id="rId96" Type="http://schemas.openxmlformats.org/officeDocument/2006/relationships/image" Target="../media/image51.png"/><Relationship Id="rId140" Type="http://schemas.openxmlformats.org/officeDocument/2006/relationships/image" Target="../media/image73.png"/><Relationship Id="rId161" Type="http://schemas.openxmlformats.org/officeDocument/2006/relationships/customXml" Target="../ink/ink80.xml"/><Relationship Id="rId182" Type="http://schemas.openxmlformats.org/officeDocument/2006/relationships/image" Target="../media/image94.png"/><Relationship Id="rId6" Type="http://schemas.openxmlformats.org/officeDocument/2006/relationships/image" Target="../media/image6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5.png"/><Relationship Id="rId60" Type="http://schemas.openxmlformats.org/officeDocument/2006/relationships/image" Target="../media/image33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6.png"/><Relationship Id="rId130" Type="http://schemas.openxmlformats.org/officeDocument/2006/relationships/image" Target="../media/image68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81.png"/><Relationship Id="rId177" Type="http://schemas.openxmlformats.org/officeDocument/2006/relationships/customXml" Target="../ink/ink88.xml"/><Relationship Id="rId172" Type="http://schemas.openxmlformats.org/officeDocument/2006/relationships/image" Target="../media/image89.png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0.png"/><Relationship Id="rId50" Type="http://schemas.openxmlformats.org/officeDocument/2006/relationships/image" Target="../media/image28.png"/><Relationship Id="rId55" Type="http://schemas.openxmlformats.org/officeDocument/2006/relationships/customXml" Target="../ink/ink27.xml"/><Relationship Id="rId76" Type="http://schemas.openxmlformats.org/officeDocument/2006/relationships/image" Target="../media/image41.png"/><Relationship Id="rId97" Type="http://schemas.openxmlformats.org/officeDocument/2006/relationships/customXml" Target="../ink/ink48.xml"/><Relationship Id="rId104" Type="http://schemas.openxmlformats.org/officeDocument/2006/relationships/image" Target="../media/image55.png"/><Relationship Id="rId120" Type="http://schemas.openxmlformats.org/officeDocument/2006/relationships/image" Target="../media/image63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6.png"/><Relationship Id="rId167" Type="http://schemas.openxmlformats.org/officeDocument/2006/relationships/customXml" Target="../ink/ink83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9.png"/><Relationship Id="rId162" Type="http://schemas.openxmlformats.org/officeDocument/2006/relationships/image" Target="../media/image84.png"/><Relationship Id="rId183" Type="http://schemas.openxmlformats.org/officeDocument/2006/relationships/customXml" Target="../ink/ink91.xml"/><Relationship Id="rId2" Type="http://schemas.openxmlformats.org/officeDocument/2006/relationships/image" Target="../media/image3.png"/><Relationship Id="rId29" Type="http://schemas.openxmlformats.org/officeDocument/2006/relationships/customXml" Target="../ink/ink14.xml"/><Relationship Id="rId24" Type="http://schemas.openxmlformats.org/officeDocument/2006/relationships/image" Target="../media/image15.png"/><Relationship Id="rId40" Type="http://schemas.openxmlformats.org/officeDocument/2006/relationships/image" Target="../media/image23.png"/><Relationship Id="rId45" Type="http://schemas.openxmlformats.org/officeDocument/2006/relationships/customXml" Target="../ink/ink22.xml"/><Relationship Id="rId66" Type="http://schemas.openxmlformats.org/officeDocument/2006/relationships/image" Target="../media/image36.png"/><Relationship Id="rId87" Type="http://schemas.openxmlformats.org/officeDocument/2006/relationships/customXml" Target="../ink/ink43.xml"/><Relationship Id="rId110" Type="http://schemas.openxmlformats.org/officeDocument/2006/relationships/image" Target="../media/image58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71.png"/><Relationship Id="rId157" Type="http://schemas.openxmlformats.org/officeDocument/2006/relationships/customXml" Target="../ink/ink78.xml"/><Relationship Id="rId178" Type="http://schemas.openxmlformats.org/officeDocument/2006/relationships/image" Target="../media/image92.png"/><Relationship Id="rId61" Type="http://schemas.openxmlformats.org/officeDocument/2006/relationships/customXml" Target="../ink/ink30.xml"/><Relationship Id="rId82" Type="http://schemas.openxmlformats.org/officeDocument/2006/relationships/image" Target="../media/image44.png"/><Relationship Id="rId152" Type="http://schemas.openxmlformats.org/officeDocument/2006/relationships/image" Target="../media/image79.png"/><Relationship Id="rId173" Type="http://schemas.openxmlformats.org/officeDocument/2006/relationships/customXml" Target="../ink/ink86.xml"/><Relationship Id="rId19" Type="http://schemas.openxmlformats.org/officeDocument/2006/relationships/customXml" Target="../ink/ink9.xml"/><Relationship Id="rId14" Type="http://schemas.openxmlformats.org/officeDocument/2006/relationships/image" Target="../media/image10.png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56" Type="http://schemas.openxmlformats.org/officeDocument/2006/relationships/image" Target="../media/image31.png"/><Relationship Id="rId77" Type="http://schemas.openxmlformats.org/officeDocument/2006/relationships/customXml" Target="../ink/ink38.xml"/><Relationship Id="rId100" Type="http://schemas.openxmlformats.org/officeDocument/2006/relationships/image" Target="../media/image53.png"/><Relationship Id="rId105" Type="http://schemas.openxmlformats.org/officeDocument/2006/relationships/customXml" Target="../ink/ink52.xml"/><Relationship Id="rId126" Type="http://schemas.openxmlformats.org/officeDocument/2006/relationships/image" Target="../media/image66.png"/><Relationship Id="rId147" Type="http://schemas.openxmlformats.org/officeDocument/2006/relationships/customXml" Target="../ink/ink73.xml"/><Relationship Id="rId168" Type="http://schemas.openxmlformats.org/officeDocument/2006/relationships/image" Target="../media/image87.png"/><Relationship Id="rId8" Type="http://schemas.openxmlformats.org/officeDocument/2006/relationships/image" Target="../media/image7.png"/><Relationship Id="rId51" Type="http://schemas.openxmlformats.org/officeDocument/2006/relationships/customXml" Target="../ink/ink25.xml"/><Relationship Id="rId72" Type="http://schemas.openxmlformats.org/officeDocument/2006/relationships/image" Target="../media/image39.png"/><Relationship Id="rId93" Type="http://schemas.openxmlformats.org/officeDocument/2006/relationships/customXml" Target="../ink/ink46.xml"/><Relationship Id="rId98" Type="http://schemas.openxmlformats.org/officeDocument/2006/relationships/image" Target="../media/image52.png"/><Relationship Id="rId121" Type="http://schemas.openxmlformats.org/officeDocument/2006/relationships/customXml" Target="../ink/ink60.xml"/><Relationship Id="rId142" Type="http://schemas.openxmlformats.org/officeDocument/2006/relationships/image" Target="../media/image74.png"/><Relationship Id="rId163" Type="http://schemas.openxmlformats.org/officeDocument/2006/relationships/customXml" Target="../ink/ink81.xml"/><Relationship Id="rId184" Type="http://schemas.openxmlformats.org/officeDocument/2006/relationships/image" Target="../media/image95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6.png"/><Relationship Id="rId67" Type="http://schemas.openxmlformats.org/officeDocument/2006/relationships/customXml" Target="../ink/ink33.xml"/><Relationship Id="rId116" Type="http://schemas.openxmlformats.org/officeDocument/2006/relationships/image" Target="../media/image61.png"/><Relationship Id="rId137" Type="http://schemas.openxmlformats.org/officeDocument/2006/relationships/customXml" Target="../ink/ink68.xml"/><Relationship Id="rId158" Type="http://schemas.openxmlformats.org/officeDocument/2006/relationships/image" Target="../media/image82.png"/><Relationship Id="rId20" Type="http://schemas.openxmlformats.org/officeDocument/2006/relationships/image" Target="../media/image13.png"/><Relationship Id="rId41" Type="http://schemas.openxmlformats.org/officeDocument/2006/relationships/customXml" Target="../ink/ink20.xml"/><Relationship Id="rId62" Type="http://schemas.openxmlformats.org/officeDocument/2006/relationships/image" Target="../media/image34.png"/><Relationship Id="rId83" Type="http://schemas.openxmlformats.org/officeDocument/2006/relationships/customXml" Target="../ink/ink41.xml"/><Relationship Id="rId88" Type="http://schemas.openxmlformats.org/officeDocument/2006/relationships/image" Target="../media/image47.png"/><Relationship Id="rId111" Type="http://schemas.openxmlformats.org/officeDocument/2006/relationships/customXml" Target="../ink/ink55.xml"/><Relationship Id="rId132" Type="http://schemas.openxmlformats.org/officeDocument/2006/relationships/image" Target="../media/image69.png"/><Relationship Id="rId153" Type="http://schemas.openxmlformats.org/officeDocument/2006/relationships/customXml" Target="../ink/ink76.xml"/><Relationship Id="rId174" Type="http://schemas.openxmlformats.org/officeDocument/2006/relationships/image" Target="../media/image90.png"/><Relationship Id="rId179" Type="http://schemas.openxmlformats.org/officeDocument/2006/relationships/customXml" Target="../ink/ink89.xml"/><Relationship Id="rId15" Type="http://schemas.openxmlformats.org/officeDocument/2006/relationships/customXml" Target="../ink/ink7.xml"/><Relationship Id="rId36" Type="http://schemas.openxmlformats.org/officeDocument/2006/relationships/image" Target="../media/image21.png"/><Relationship Id="rId57" Type="http://schemas.openxmlformats.org/officeDocument/2006/relationships/customXml" Target="../ink/ink28.xml"/><Relationship Id="rId106" Type="http://schemas.openxmlformats.org/officeDocument/2006/relationships/image" Target="../media/image56.png"/><Relationship Id="rId127" Type="http://schemas.openxmlformats.org/officeDocument/2006/relationships/customXml" Target="../ink/ink63.xml"/><Relationship Id="rId10" Type="http://schemas.openxmlformats.org/officeDocument/2006/relationships/image" Target="../media/image8.png"/><Relationship Id="rId31" Type="http://schemas.openxmlformats.org/officeDocument/2006/relationships/customXml" Target="../ink/ink15.xml"/><Relationship Id="rId52" Type="http://schemas.openxmlformats.org/officeDocument/2006/relationships/image" Target="../media/image29.png"/><Relationship Id="rId73" Type="http://schemas.openxmlformats.org/officeDocument/2006/relationships/customXml" Target="../ink/ink36.xml"/><Relationship Id="rId78" Type="http://schemas.openxmlformats.org/officeDocument/2006/relationships/image" Target="../media/image42.png"/><Relationship Id="rId94" Type="http://schemas.openxmlformats.org/officeDocument/2006/relationships/image" Target="../media/image50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4.png"/><Relationship Id="rId143" Type="http://schemas.openxmlformats.org/officeDocument/2006/relationships/customXml" Target="../ink/ink71.xml"/><Relationship Id="rId148" Type="http://schemas.openxmlformats.org/officeDocument/2006/relationships/image" Target="../media/image77.png"/><Relationship Id="rId164" Type="http://schemas.openxmlformats.org/officeDocument/2006/relationships/image" Target="../media/image85.png"/><Relationship Id="rId169" Type="http://schemas.openxmlformats.org/officeDocument/2006/relationships/customXml" Target="../ink/ink84.xml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80" Type="http://schemas.openxmlformats.org/officeDocument/2006/relationships/image" Target="../media/image93.png"/><Relationship Id="rId26" Type="http://schemas.openxmlformats.org/officeDocument/2006/relationships/image" Target="../media/image16.png"/><Relationship Id="rId47" Type="http://schemas.openxmlformats.org/officeDocument/2006/relationships/customXml" Target="../ink/ink23.xml"/><Relationship Id="rId68" Type="http://schemas.openxmlformats.org/officeDocument/2006/relationships/image" Target="../media/image37.png"/><Relationship Id="rId89" Type="http://schemas.openxmlformats.org/officeDocument/2006/relationships/customXml" Target="../ink/ink44.xml"/><Relationship Id="rId112" Type="http://schemas.openxmlformats.org/officeDocument/2006/relationships/image" Target="../media/image59.png"/><Relationship Id="rId133" Type="http://schemas.openxmlformats.org/officeDocument/2006/relationships/customXml" Target="../ink/ink66.xml"/><Relationship Id="rId154" Type="http://schemas.openxmlformats.org/officeDocument/2006/relationships/image" Target="../media/image80.png"/><Relationship Id="rId175" Type="http://schemas.openxmlformats.org/officeDocument/2006/relationships/customXml" Target="../ink/ink87.xml"/><Relationship Id="rId16" Type="http://schemas.openxmlformats.org/officeDocument/2006/relationships/image" Target="../media/image11.png"/><Relationship Id="rId37" Type="http://schemas.openxmlformats.org/officeDocument/2006/relationships/customXml" Target="../ink/ink18.xml"/><Relationship Id="rId58" Type="http://schemas.openxmlformats.org/officeDocument/2006/relationships/image" Target="../media/image32.png"/><Relationship Id="rId79" Type="http://schemas.openxmlformats.org/officeDocument/2006/relationships/customXml" Target="../ink/ink39.xml"/><Relationship Id="rId102" Type="http://schemas.openxmlformats.org/officeDocument/2006/relationships/image" Target="../media/image54.png"/><Relationship Id="rId123" Type="http://schemas.openxmlformats.org/officeDocument/2006/relationships/customXml" Target="../ink/ink61.xml"/><Relationship Id="rId144" Type="http://schemas.openxmlformats.org/officeDocument/2006/relationships/image" Target="../media/image75.png"/><Relationship Id="rId90" Type="http://schemas.openxmlformats.org/officeDocument/2006/relationships/image" Target="../media/image48.png"/><Relationship Id="rId165" Type="http://schemas.openxmlformats.org/officeDocument/2006/relationships/customXml" Target="../ink/ink82.xml"/><Relationship Id="rId27" Type="http://schemas.openxmlformats.org/officeDocument/2006/relationships/customXml" Target="../ink/ink13.xml"/><Relationship Id="rId48" Type="http://schemas.openxmlformats.org/officeDocument/2006/relationships/image" Target="../media/image27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70.png"/><Relationship Id="rId80" Type="http://schemas.openxmlformats.org/officeDocument/2006/relationships/image" Target="../media/image43.png"/><Relationship Id="rId155" Type="http://schemas.openxmlformats.org/officeDocument/2006/relationships/customXml" Target="../ink/ink77.xml"/><Relationship Id="rId176" Type="http://schemas.openxmlformats.org/officeDocument/2006/relationships/image" Target="../media/image91.png"/><Relationship Id="rId17" Type="http://schemas.openxmlformats.org/officeDocument/2006/relationships/customXml" Target="../ink/ink8.xml"/><Relationship Id="rId38" Type="http://schemas.openxmlformats.org/officeDocument/2006/relationships/image" Target="../media/image22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5.png"/><Relationship Id="rId70" Type="http://schemas.openxmlformats.org/officeDocument/2006/relationships/image" Target="../media/image38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17.png"/><Relationship Id="rId49" Type="http://schemas.openxmlformats.org/officeDocument/2006/relationships/customXml" Target="../ink/ink24.xml"/><Relationship Id="rId11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Muddz/StyleableToast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Star: 32 Points 4">
            <a:extLst>
              <a:ext uri="{FF2B5EF4-FFF2-40B4-BE49-F238E27FC236}">
                <a16:creationId xmlns:a16="http://schemas.microsoft.com/office/drawing/2014/main" id="{1F3A55FA-3471-422C-5DCB-22C79CA4ADC4}"/>
              </a:ext>
            </a:extLst>
          </p:cNvPr>
          <p:cNvSpPr/>
          <p:nvPr/>
        </p:nvSpPr>
        <p:spPr>
          <a:xfrm>
            <a:off x="4688541" y="3057289"/>
            <a:ext cx="5396753" cy="2142240"/>
          </a:xfrm>
          <a:prstGeom prst="star32">
            <a:avLst>
              <a:gd name="adj" fmla="val 465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אפליקציה שלי</a:t>
            </a:r>
            <a:endParaRPr lang="en-US" sz="3600" dirty="0">
              <a:cs typeface="Guttman Yad-Brush" panose="02010401010101010101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CAF1B-EBD4-EC6E-D7B4-61492D06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585" y="1016317"/>
            <a:ext cx="10303133" cy="118120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E813D-5527-7142-B587-E5C5DBA65631}"/>
              </a:ext>
            </a:extLst>
          </p:cNvPr>
          <p:cNvSpPr/>
          <p:nvPr/>
        </p:nvSpPr>
        <p:spPr>
          <a:xfrm>
            <a:off x="2581835" y="3446929"/>
            <a:ext cx="1255059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 rtl="1"/>
            <a:r>
              <a:rPr lang="he-IL" dirty="0"/>
              <a:t>פתיחה</a:t>
            </a:r>
            <a:endParaRPr lang="en-US" dirty="0"/>
          </a:p>
          <a:p>
            <a:pPr algn="ctr" rtl="1"/>
            <a:r>
              <a:rPr lang="en-US" dirty="0"/>
              <a:t>(start)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A52EB8-1688-E131-79CC-134A19845FC2}"/>
              </a:ext>
            </a:extLst>
          </p:cNvPr>
          <p:cNvSpPr/>
          <p:nvPr/>
        </p:nvSpPr>
        <p:spPr>
          <a:xfrm>
            <a:off x="9466729" y="5059512"/>
            <a:ext cx="1398495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/>
            <a:r>
              <a:rPr lang="he-IL" dirty="0"/>
              <a:t>תגובה</a:t>
            </a:r>
          </a:p>
          <a:p>
            <a:pPr algn="ctr" rtl="1"/>
            <a:r>
              <a:rPr lang="he-IL" dirty="0"/>
              <a:t>()</a:t>
            </a:r>
            <a:r>
              <a:rPr lang="en-US" dirty="0"/>
              <a:t>feedback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B08E29-A972-E275-ABCC-302FF05425BD}"/>
              </a:ext>
            </a:extLst>
          </p:cNvPr>
          <p:cNvSpPr/>
          <p:nvPr/>
        </p:nvSpPr>
        <p:spPr>
          <a:xfrm>
            <a:off x="3908611" y="4069976"/>
            <a:ext cx="770965" cy="2330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03DE7F46-BDA6-4988-B544-872E5B10CAB0}"/>
              </a:ext>
            </a:extLst>
          </p:cNvPr>
          <p:cNvSpPr/>
          <p:nvPr/>
        </p:nvSpPr>
        <p:spPr>
          <a:xfrm rot="1628268">
            <a:off x="8086167" y="5364333"/>
            <a:ext cx="1398495" cy="25667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29A467-A9F1-629E-D542-6051EC449068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25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63023" y="1774686"/>
            <a:ext cx="10855236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תגובה,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למרות מקום יחסית צנוע באפליקציה,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יכולה לצבור בתוכה הרבה תכנות ברמה די גבוהה.</a:t>
            </a: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חוץ מזה, לפי דעתי (</a:t>
            </a:r>
            <a:r>
              <a:rPr lang="he-IL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סז"מ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), חשוב ללמד תלמידים,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שאינו קיימת אפליקציה מושלמת ולכן כדאי לשמור קשר עם משתמשים.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1138192"/>
            <a:ext cx="10855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אז מה אפשר להכניס </a:t>
            </a:r>
            <a:r>
              <a:rPr lang="he-IL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feedback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מלבן 8">
            <a:extLst>
              <a:ext uri="{FF2B5EF4-FFF2-40B4-BE49-F238E27FC236}">
                <a16:creationId xmlns:a16="http://schemas.microsoft.com/office/drawing/2014/main" id="{DF8B6C9C-90E8-486B-140C-BC2E93339634}"/>
              </a:ext>
            </a:extLst>
          </p:cNvPr>
          <p:cNvSpPr/>
          <p:nvPr/>
        </p:nvSpPr>
        <p:spPr>
          <a:xfrm>
            <a:off x="3245223" y="2091718"/>
            <a:ext cx="7485530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שמירת מידע בקובץ טקסט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בערוצי תקשורת (שיחת טלפון,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דוא"ל)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במיקרופון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בבסיס נתונים כולל שימוש בתהליך רקע ו-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service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במנגנוני דו-שיח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86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00517" y="887180"/>
            <a:ext cx="9152965" cy="538609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תיאור </a:t>
            </a:r>
            <a:r>
              <a:rPr lang="he-IL" sz="28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feedback</a:t>
            </a:r>
            <a:endParaRPr lang="he-IL" sz="28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תהיה אפשרות למשתמש לרשום הערה (טקסט), לשמור אותה במכשיר (בקובץ טקסט או בטבלה של בסיס הנתונים) – כדי להציג את כל הערות בעת הצורך.</a:t>
            </a:r>
          </a:p>
          <a:p>
            <a:pPr algn="r" rtl="1"/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תהיה אפשרות לשמור הערה קולית (לקלוט הערה בעזרת מיקרופון), לשמורה בקובץ אודיו ולשמור מידע על הקובץ בבסיס הנתונים – כולל הצגת רשימת ההערות בעת הצורך.</a:t>
            </a:r>
          </a:p>
          <a:p>
            <a:pPr algn="r" rtl="1"/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תהיה אפשרות לשלוח הערות דרך </a:t>
            </a:r>
            <a:r>
              <a:rPr 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דוא"ל או/ו דרך אפליקציות נוספות (כגון </a:t>
            </a:r>
            <a:r>
              <a:rPr 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WhatsApp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).</a:t>
            </a:r>
          </a:p>
          <a:p>
            <a:pPr algn="r" rtl="1"/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תהיה שימוש נרחב ברכיבי דו-שיח על מנת להבטיח שמירת הערות בדיוק בהתאם לרצון המשתמש.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02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1138192"/>
            <a:ext cx="10855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סקיצה </a:t>
            </a:r>
            <a:r>
              <a:rPr lang="he-IL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feedback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E8E9810-243D-2F23-566F-6FEA1ADB2C32}"/>
                  </a:ext>
                </a:extLst>
              </p14:cNvPr>
              <p14:cNvContentPartPr/>
              <p14:nvPr/>
            </p14:nvContentPartPr>
            <p14:xfrm>
              <a:off x="2642421" y="1985788"/>
              <a:ext cx="2656080" cy="69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E8E9810-243D-2F23-566F-6FEA1ADB2C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4781" y="1967788"/>
                <a:ext cx="269172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30D5A18-ACDC-8D65-7587-2A84B1203A8A}"/>
                  </a:ext>
                </a:extLst>
              </p14:cNvPr>
              <p14:cNvContentPartPr/>
              <p14:nvPr/>
            </p14:nvContentPartPr>
            <p14:xfrm>
              <a:off x="2599581" y="2022868"/>
              <a:ext cx="3003840" cy="44492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30D5A18-ACDC-8D65-7587-2A84B1203A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1581" y="2004868"/>
                <a:ext cx="3039480" cy="448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B79694D-AD2E-72A8-21E7-0BD53DA4F7FA}"/>
                  </a:ext>
                </a:extLst>
              </p14:cNvPr>
              <p14:cNvContentPartPr/>
              <p14:nvPr/>
            </p14:nvContentPartPr>
            <p14:xfrm>
              <a:off x="5353581" y="2079748"/>
              <a:ext cx="265320" cy="4295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B79694D-AD2E-72A8-21E7-0BD53DA4F7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35581" y="2061748"/>
                <a:ext cx="300960" cy="43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8A99391-1313-7D6C-A2FE-8DD4625D11AF}"/>
                  </a:ext>
                </a:extLst>
              </p14:cNvPr>
              <p14:cNvContentPartPr/>
              <p14:nvPr/>
            </p14:nvContentPartPr>
            <p14:xfrm>
              <a:off x="3492021" y="2131228"/>
              <a:ext cx="1166040" cy="380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8A99391-1313-7D6C-A2FE-8DD4625D11A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74381" y="2113588"/>
                <a:ext cx="120168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8FCEF9A-7CF2-2A3F-E332-4F0CF71B42EE}"/>
                  </a:ext>
                </a:extLst>
              </p14:cNvPr>
              <p14:cNvContentPartPr/>
              <p14:nvPr/>
            </p14:nvContentPartPr>
            <p14:xfrm>
              <a:off x="4414341" y="4680028"/>
              <a:ext cx="225000" cy="138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8FCEF9A-7CF2-2A3F-E332-4F0CF71B42E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96701" y="4662388"/>
                <a:ext cx="2606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738F919-79CF-9075-8127-9FE51E4CA76B}"/>
                  </a:ext>
                </a:extLst>
              </p14:cNvPr>
              <p14:cNvContentPartPr/>
              <p14:nvPr/>
            </p14:nvContentPartPr>
            <p14:xfrm>
              <a:off x="3480861" y="5844628"/>
              <a:ext cx="1254600" cy="3060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738F919-79CF-9075-8127-9FE51E4CA7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63221" y="5826628"/>
                <a:ext cx="1290240" cy="34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2AC34C0-A7B5-4938-4E96-F49DD5E4E863}"/>
              </a:ext>
            </a:extLst>
          </p:cNvPr>
          <p:cNvGrpSpPr/>
          <p:nvPr/>
        </p:nvGrpSpPr>
        <p:grpSpPr>
          <a:xfrm>
            <a:off x="4843101" y="5873428"/>
            <a:ext cx="1292400" cy="189360"/>
            <a:chOff x="4843101" y="5873428"/>
            <a:chExt cx="129240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49B47FB-21AA-F27D-D680-9FCAA11F9048}"/>
                    </a:ext>
                  </a:extLst>
                </p14:cNvPr>
                <p14:cNvContentPartPr/>
                <p14:nvPr/>
              </p14:nvContentPartPr>
              <p14:xfrm>
                <a:off x="4843101" y="5942548"/>
                <a:ext cx="1139760" cy="38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49B47FB-21AA-F27D-D680-9FCAA11F904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25101" y="5924908"/>
                  <a:ext cx="1175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2B2649E-2A32-D618-FBA7-4955488D72F8}"/>
                    </a:ext>
                  </a:extLst>
                </p14:cNvPr>
                <p14:cNvContentPartPr/>
                <p14:nvPr/>
              </p14:nvContentPartPr>
              <p14:xfrm>
                <a:off x="5948301" y="5873428"/>
                <a:ext cx="187200" cy="189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2B2649E-2A32-D618-FBA7-4955488D72F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30661" y="5855428"/>
                  <a:ext cx="22284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0E773C0-3963-2C48-8C68-EA50CD97E48B}"/>
              </a:ext>
            </a:extLst>
          </p:cNvPr>
          <p:cNvGrpSpPr/>
          <p:nvPr/>
        </p:nvGrpSpPr>
        <p:grpSpPr>
          <a:xfrm>
            <a:off x="8011461" y="5679028"/>
            <a:ext cx="992160" cy="893880"/>
            <a:chOff x="8011461" y="5679028"/>
            <a:chExt cx="992160" cy="89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623F5A2-4CD7-7244-C2CD-0ED78869DAD6}"/>
                    </a:ext>
                  </a:extLst>
                </p14:cNvPr>
                <p14:cNvContentPartPr/>
                <p14:nvPr/>
              </p14:nvContentPartPr>
              <p14:xfrm>
                <a:off x="8741181" y="5679028"/>
                <a:ext cx="262440" cy="541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623F5A2-4CD7-7244-C2CD-0ED78869DAD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23541" y="5661388"/>
                  <a:ext cx="29808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EFA115D-23BA-CEE6-64EA-C3018E1ABFD5}"/>
                    </a:ext>
                  </a:extLst>
                </p14:cNvPr>
                <p14:cNvContentPartPr/>
                <p14:nvPr/>
              </p14:nvContentPartPr>
              <p14:xfrm>
                <a:off x="8449941" y="6058828"/>
                <a:ext cx="145080" cy="184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EFA115D-23BA-CEE6-64EA-C3018E1ABFD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31941" y="6040828"/>
                  <a:ext cx="180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FD884D3-7707-23AF-8F03-678A2C07F6C0}"/>
                    </a:ext>
                  </a:extLst>
                </p14:cNvPr>
                <p14:cNvContentPartPr/>
                <p14:nvPr/>
              </p14:nvContentPartPr>
              <p14:xfrm>
                <a:off x="8137821" y="5743828"/>
                <a:ext cx="225720" cy="423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FD884D3-7707-23AF-8F03-678A2C07F6C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20181" y="5725828"/>
                  <a:ext cx="2613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C0F6D77-3840-140C-84B3-33D8211BEFD3}"/>
                    </a:ext>
                  </a:extLst>
                </p14:cNvPr>
                <p14:cNvContentPartPr/>
                <p14:nvPr/>
              </p14:nvContentPartPr>
              <p14:xfrm>
                <a:off x="8011461" y="6010948"/>
                <a:ext cx="37440" cy="561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C0F6D77-3840-140C-84B3-33D8211BEFD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93461" y="5993308"/>
                  <a:ext cx="73080" cy="59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0ACAC1B-9EB6-B805-2BFD-2B2F5B1604E8}"/>
              </a:ext>
            </a:extLst>
          </p:cNvPr>
          <p:cNvGrpSpPr/>
          <p:nvPr/>
        </p:nvGrpSpPr>
        <p:grpSpPr>
          <a:xfrm>
            <a:off x="6514221" y="6053068"/>
            <a:ext cx="1124280" cy="253800"/>
            <a:chOff x="6514221" y="6053068"/>
            <a:chExt cx="112428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93FF997-1C43-1F81-C216-8B1B83372FDF}"/>
                    </a:ext>
                  </a:extLst>
                </p14:cNvPr>
                <p14:cNvContentPartPr/>
                <p14:nvPr/>
              </p14:nvContentPartPr>
              <p14:xfrm>
                <a:off x="7490181" y="6053068"/>
                <a:ext cx="148320" cy="166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93FF997-1C43-1F81-C216-8B1B83372FD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72541" y="6035068"/>
                  <a:ext cx="183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6DD99FB-E5BE-BC0B-445C-A2216BED7142}"/>
                    </a:ext>
                  </a:extLst>
                </p14:cNvPr>
                <p14:cNvContentPartPr/>
                <p14:nvPr/>
              </p14:nvContentPartPr>
              <p14:xfrm>
                <a:off x="7209021" y="6059548"/>
                <a:ext cx="175320" cy="187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6DD99FB-E5BE-BC0B-445C-A2216BED714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191381" y="6041548"/>
                  <a:ext cx="210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3561734-0725-3201-2C78-16B139FF4486}"/>
                    </a:ext>
                  </a:extLst>
                </p14:cNvPr>
                <p14:cNvContentPartPr/>
                <p14:nvPr/>
              </p14:nvContentPartPr>
              <p14:xfrm>
                <a:off x="7062141" y="6085108"/>
                <a:ext cx="28440" cy="129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3561734-0725-3201-2C78-16B139FF448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44141" y="6067108"/>
                  <a:ext cx="64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5B4F629-02AA-837C-3FF7-27C675CAC72A}"/>
                    </a:ext>
                  </a:extLst>
                </p14:cNvPr>
                <p14:cNvContentPartPr/>
                <p14:nvPr/>
              </p14:nvContentPartPr>
              <p14:xfrm>
                <a:off x="6823101" y="6070708"/>
                <a:ext cx="164160" cy="145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5B4F629-02AA-837C-3FF7-27C675CAC7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05101" y="6052708"/>
                  <a:ext cx="1998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9276BB5-F484-0E7B-2AD9-A69716203EC0}"/>
                    </a:ext>
                  </a:extLst>
                </p14:cNvPr>
                <p14:cNvContentPartPr/>
                <p14:nvPr/>
              </p14:nvContentPartPr>
              <p14:xfrm>
                <a:off x="6531141" y="6075028"/>
                <a:ext cx="150120" cy="199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9276BB5-F484-0E7B-2AD9-A69716203EC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13141" y="6057028"/>
                  <a:ext cx="185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EE72711-C24D-88F5-0AC0-9B46EA1F6A2B}"/>
                    </a:ext>
                  </a:extLst>
                </p14:cNvPr>
                <p14:cNvContentPartPr/>
                <p14:nvPr/>
              </p14:nvContentPartPr>
              <p14:xfrm>
                <a:off x="6514221" y="6237028"/>
                <a:ext cx="34560" cy="69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EE72711-C24D-88F5-0AC0-9B46EA1F6A2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496581" y="6219388"/>
                  <a:ext cx="7020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AD7D184-3C98-9BAD-A664-7FE4CD7EC311}"/>
              </a:ext>
            </a:extLst>
          </p:cNvPr>
          <p:cNvGrpSpPr/>
          <p:nvPr/>
        </p:nvGrpSpPr>
        <p:grpSpPr>
          <a:xfrm>
            <a:off x="2835741" y="2052748"/>
            <a:ext cx="8331840" cy="3529080"/>
            <a:chOff x="2835741" y="2052748"/>
            <a:chExt cx="8331840" cy="352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B95EA63-6971-51E6-8206-BB061255F5B1}"/>
                    </a:ext>
                  </a:extLst>
                </p14:cNvPr>
                <p14:cNvContentPartPr/>
                <p14:nvPr/>
              </p14:nvContentPartPr>
              <p14:xfrm>
                <a:off x="3164421" y="2724508"/>
                <a:ext cx="1825560" cy="1506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B95EA63-6971-51E6-8206-BB061255F5B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46781" y="2706508"/>
                  <a:ext cx="1861200" cy="15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D58FC5-593D-022E-3AA8-9248FF9BC3FD}"/>
                    </a:ext>
                  </a:extLst>
                </p14:cNvPr>
                <p14:cNvContentPartPr/>
                <p14:nvPr/>
              </p14:nvContentPartPr>
              <p14:xfrm>
                <a:off x="3669141" y="4578868"/>
                <a:ext cx="1080000" cy="338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D58FC5-593D-022E-3AA8-9248FF9BC3F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51501" y="4560868"/>
                  <a:ext cx="11156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454488-3367-BBFB-569A-AB0D5E5BC94E}"/>
                    </a:ext>
                  </a:extLst>
                </p14:cNvPr>
                <p14:cNvContentPartPr/>
                <p14:nvPr/>
              </p14:nvContentPartPr>
              <p14:xfrm>
                <a:off x="4313181" y="4628548"/>
                <a:ext cx="28800" cy="238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454488-3367-BBFB-569A-AB0D5E5BC9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95541" y="4610908"/>
                  <a:ext cx="644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D4CD1F-D53B-6EBC-25F1-59A1A71FA98A}"/>
                    </a:ext>
                  </a:extLst>
                </p14:cNvPr>
                <p14:cNvContentPartPr/>
                <p14:nvPr/>
              </p14:nvContentPartPr>
              <p14:xfrm>
                <a:off x="4956501" y="2220508"/>
                <a:ext cx="1153080" cy="90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D4CD1F-D53B-6EBC-25F1-59A1A71FA9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38861" y="2202508"/>
                  <a:ext cx="1188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2C3B653-50CD-3950-14F4-4EEA2EC7F51F}"/>
                    </a:ext>
                  </a:extLst>
                </p14:cNvPr>
                <p14:cNvContentPartPr/>
                <p14:nvPr/>
              </p14:nvContentPartPr>
              <p14:xfrm>
                <a:off x="5969181" y="2139148"/>
                <a:ext cx="283320" cy="166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2C3B653-50CD-3950-14F4-4EEA2EC7F51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951541" y="2121148"/>
                  <a:ext cx="318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0D6CD67-0747-7A4D-71E9-5624E9049E32}"/>
                    </a:ext>
                  </a:extLst>
                </p14:cNvPr>
                <p14:cNvContentPartPr/>
                <p14:nvPr/>
              </p14:nvContentPartPr>
              <p14:xfrm>
                <a:off x="4999701" y="3290068"/>
                <a:ext cx="1357920" cy="86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0D6CD67-0747-7A4D-71E9-5624E9049E3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81701" y="3272068"/>
                  <a:ext cx="1393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E682CF-5C2C-D647-B70E-D6C2FBA8EAB9}"/>
                    </a:ext>
                  </a:extLst>
                </p14:cNvPr>
                <p14:cNvContentPartPr/>
                <p14:nvPr/>
              </p14:nvContentPartPr>
              <p14:xfrm>
                <a:off x="6275901" y="3176308"/>
                <a:ext cx="219240" cy="201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E682CF-5C2C-D647-B70E-D6C2FBA8EAB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58261" y="3158668"/>
                  <a:ext cx="254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258EE70-448B-35DB-59AD-C095F34389B5}"/>
                    </a:ext>
                  </a:extLst>
                </p14:cNvPr>
                <p14:cNvContentPartPr/>
                <p14:nvPr/>
              </p14:nvContentPartPr>
              <p14:xfrm>
                <a:off x="8181381" y="2102068"/>
                <a:ext cx="250200" cy="18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258EE70-448B-35DB-59AD-C095F34389B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63381" y="2084068"/>
                  <a:ext cx="285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3E94BD9-1087-C61A-1457-61906F7172ED}"/>
                    </a:ext>
                  </a:extLst>
                </p14:cNvPr>
                <p14:cNvContentPartPr/>
                <p14:nvPr/>
              </p14:nvContentPartPr>
              <p14:xfrm>
                <a:off x="8039901" y="2125468"/>
                <a:ext cx="34200" cy="165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3E94BD9-1087-C61A-1457-61906F7172E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021901" y="2107828"/>
                  <a:ext cx="69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1376058-F238-0F18-2690-C2BADD4E3A7D}"/>
                    </a:ext>
                  </a:extLst>
                </p14:cNvPr>
                <p14:cNvContentPartPr/>
                <p14:nvPr/>
              </p14:nvContentPartPr>
              <p14:xfrm>
                <a:off x="7485141" y="2080468"/>
                <a:ext cx="487440" cy="534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1376058-F238-0F18-2690-C2BADD4E3A7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467141" y="2062468"/>
                  <a:ext cx="52308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DFEAE2-904A-B446-F510-C736DC821AAB}"/>
                    </a:ext>
                  </a:extLst>
                </p14:cNvPr>
                <p14:cNvContentPartPr/>
                <p14:nvPr/>
              </p14:nvContentPartPr>
              <p14:xfrm>
                <a:off x="7506021" y="2054188"/>
                <a:ext cx="126000" cy="131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DFEAE2-904A-B446-F510-C736DC821AA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488021" y="2036548"/>
                  <a:ext cx="161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18D5E8-567E-4C56-4FC3-33B9749EB4D6}"/>
                    </a:ext>
                  </a:extLst>
                </p14:cNvPr>
                <p14:cNvContentPartPr/>
                <p14:nvPr/>
              </p14:nvContentPartPr>
              <p14:xfrm>
                <a:off x="6976461" y="2052748"/>
                <a:ext cx="434520" cy="510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18D5E8-567E-4C56-4FC3-33B9749EB4D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958821" y="2035108"/>
                  <a:ext cx="4701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C818FB7-8114-8F99-452B-69CE379A5CD1}"/>
                    </a:ext>
                  </a:extLst>
                </p14:cNvPr>
                <p14:cNvContentPartPr/>
                <p14:nvPr/>
              </p14:nvContentPartPr>
              <p14:xfrm>
                <a:off x="10480341" y="3058228"/>
                <a:ext cx="184680" cy="13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C818FB7-8114-8F99-452B-69CE379A5CD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62701" y="3040588"/>
                  <a:ext cx="22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6F134DE-0ADD-6C9C-0ACC-B33EC83BBD5B}"/>
                    </a:ext>
                  </a:extLst>
                </p14:cNvPr>
                <p14:cNvContentPartPr/>
                <p14:nvPr/>
              </p14:nvContentPartPr>
              <p14:xfrm>
                <a:off x="10288101" y="2676988"/>
                <a:ext cx="236160" cy="563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6F134DE-0ADD-6C9C-0ACC-B33EC83BBD5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70101" y="2659348"/>
                  <a:ext cx="27180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E8A8C6-8C25-A6B9-80D4-578263F82B6D}"/>
                    </a:ext>
                  </a:extLst>
                </p14:cNvPr>
                <p14:cNvContentPartPr/>
                <p14:nvPr/>
              </p14:nvContentPartPr>
              <p14:xfrm>
                <a:off x="10186581" y="3062908"/>
                <a:ext cx="52560" cy="187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E8A8C6-8C25-A6B9-80D4-578263F82B6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68941" y="3044908"/>
                  <a:ext cx="88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F4BF8A-FB23-CA1C-750F-1814EF5D7998}"/>
                    </a:ext>
                  </a:extLst>
                </p14:cNvPr>
                <p14:cNvContentPartPr/>
                <p14:nvPr/>
              </p14:nvContentPartPr>
              <p14:xfrm>
                <a:off x="9907581" y="3094228"/>
                <a:ext cx="189000" cy="68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F4BF8A-FB23-CA1C-750F-1814EF5D799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89581" y="3076228"/>
                  <a:ext cx="22464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5C4911-EB80-6B3D-F6F6-D7AAC166890C}"/>
                    </a:ext>
                  </a:extLst>
                </p14:cNvPr>
                <p14:cNvContentPartPr/>
                <p14:nvPr/>
              </p14:nvContentPartPr>
              <p14:xfrm>
                <a:off x="9511221" y="2804788"/>
                <a:ext cx="311400" cy="557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5C4911-EB80-6B3D-F6F6-D7AAC166890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93581" y="2787148"/>
                  <a:ext cx="34704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D6E4194-936C-61AF-CF27-9BC2F0A9A273}"/>
                    </a:ext>
                  </a:extLst>
                </p14:cNvPr>
                <p14:cNvContentPartPr/>
                <p14:nvPr/>
              </p14:nvContentPartPr>
              <p14:xfrm>
                <a:off x="9236181" y="3167668"/>
                <a:ext cx="173520" cy="115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D6E4194-936C-61AF-CF27-9BC2F0A9A27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18181" y="3150028"/>
                  <a:ext cx="209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574C5B2-9D3B-4DB6-73B6-B0C723AA7899}"/>
                    </a:ext>
                  </a:extLst>
                </p14:cNvPr>
                <p14:cNvContentPartPr/>
                <p14:nvPr/>
              </p14:nvContentPartPr>
              <p14:xfrm>
                <a:off x="8686101" y="3160468"/>
                <a:ext cx="474840" cy="542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574C5B2-9D3B-4DB6-73B6-B0C723AA789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68461" y="3142468"/>
                  <a:ext cx="51048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C97192-5992-3BDC-55D7-F1E54D92B5C0}"/>
                    </a:ext>
                  </a:extLst>
                </p14:cNvPr>
                <p14:cNvContentPartPr/>
                <p14:nvPr/>
              </p14:nvContentPartPr>
              <p14:xfrm>
                <a:off x="8945301" y="3174508"/>
                <a:ext cx="19440" cy="95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C97192-5992-3BDC-55D7-F1E54D92B5C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27661" y="3156868"/>
                  <a:ext cx="55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4B2AB8C-0A9B-27D5-E951-8B9F7BB5E800}"/>
                    </a:ext>
                  </a:extLst>
                </p14:cNvPr>
                <p14:cNvContentPartPr/>
                <p14:nvPr/>
              </p14:nvContentPartPr>
              <p14:xfrm>
                <a:off x="8726781" y="3165148"/>
                <a:ext cx="153000" cy="88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4B2AB8C-0A9B-27D5-E951-8B9F7BB5E80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708781" y="3147148"/>
                  <a:ext cx="188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310680D-7302-7C0D-17CE-E56C04766570}"/>
                    </a:ext>
                  </a:extLst>
                </p14:cNvPr>
                <p14:cNvContentPartPr/>
                <p14:nvPr/>
              </p14:nvContentPartPr>
              <p14:xfrm>
                <a:off x="8170941" y="3176668"/>
                <a:ext cx="441000" cy="502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310680D-7302-7C0D-17CE-E56C0476657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52941" y="3158668"/>
                  <a:ext cx="4766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9E2A801-7E31-839E-7CE0-F10910CC7A26}"/>
                    </a:ext>
                  </a:extLst>
                </p14:cNvPr>
                <p14:cNvContentPartPr/>
                <p14:nvPr/>
              </p14:nvContentPartPr>
              <p14:xfrm>
                <a:off x="7715901" y="3201148"/>
                <a:ext cx="227880" cy="50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9E2A801-7E31-839E-7CE0-F10910CC7A2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97901" y="3183508"/>
                  <a:ext cx="2635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410A3DA-C7A8-592B-9C90-A960645FA31E}"/>
                    </a:ext>
                  </a:extLst>
                </p14:cNvPr>
                <p14:cNvContentPartPr/>
                <p14:nvPr/>
              </p14:nvContentPartPr>
              <p14:xfrm>
                <a:off x="7821021" y="3277828"/>
                <a:ext cx="33480" cy="62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410A3DA-C7A8-592B-9C90-A960645FA31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03381" y="3260188"/>
                  <a:ext cx="69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408C6C0-E8C8-151A-ECEF-513033B51B86}"/>
                    </a:ext>
                  </a:extLst>
                </p14:cNvPr>
                <p14:cNvContentPartPr/>
                <p14:nvPr/>
              </p14:nvContentPartPr>
              <p14:xfrm>
                <a:off x="7501701" y="3233548"/>
                <a:ext cx="194760" cy="175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408C6C0-E8C8-151A-ECEF-513033B51B8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483701" y="3215548"/>
                  <a:ext cx="230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1B4470-9AAC-5542-67CD-4A2B88F03B86}"/>
                    </a:ext>
                  </a:extLst>
                </p14:cNvPr>
                <p14:cNvContentPartPr/>
                <p14:nvPr/>
              </p14:nvContentPartPr>
              <p14:xfrm>
                <a:off x="7276701" y="3245788"/>
                <a:ext cx="136800" cy="68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1B4470-9AAC-5542-67CD-4A2B88F03B8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59061" y="3227788"/>
                  <a:ext cx="172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97EB574-13EE-8536-4965-B99E3F256119}"/>
                    </a:ext>
                  </a:extLst>
                </p14:cNvPr>
                <p14:cNvContentPartPr/>
                <p14:nvPr/>
              </p14:nvContentPartPr>
              <p14:xfrm>
                <a:off x="6987981" y="3236788"/>
                <a:ext cx="150120" cy="102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97EB574-13EE-8536-4965-B99E3F25611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70341" y="3218788"/>
                  <a:ext cx="1857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5DDFEB3-61CA-2233-D2B2-FC73BD25F359}"/>
                    </a:ext>
                  </a:extLst>
                </p14:cNvPr>
                <p14:cNvContentPartPr/>
                <p14:nvPr/>
              </p14:nvContentPartPr>
              <p14:xfrm>
                <a:off x="7020741" y="3368548"/>
                <a:ext cx="7920" cy="26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5DDFEB3-61CA-2233-D2B2-FC73BD25F35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002741" y="3350908"/>
                  <a:ext cx="43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1FB95D-90B9-1165-F728-3FE92BCE084C}"/>
                    </a:ext>
                  </a:extLst>
                </p14:cNvPr>
                <p14:cNvContentPartPr/>
                <p14:nvPr/>
              </p14:nvContentPartPr>
              <p14:xfrm>
                <a:off x="4912221" y="4617748"/>
                <a:ext cx="1670400" cy="49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1FB95D-90B9-1165-F728-3FE92BCE084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894221" y="4600108"/>
                  <a:ext cx="1706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653323-EBD5-F032-79C8-C21C82B29565}"/>
                    </a:ext>
                  </a:extLst>
                </p14:cNvPr>
                <p14:cNvContentPartPr/>
                <p14:nvPr/>
              </p14:nvContentPartPr>
              <p14:xfrm>
                <a:off x="6481101" y="4488508"/>
                <a:ext cx="235800" cy="251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653323-EBD5-F032-79C8-C21C82B2956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63461" y="4470868"/>
                  <a:ext cx="2714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E38BD93-6857-FC20-C8BA-79985CEA9CEE}"/>
                    </a:ext>
                  </a:extLst>
                </p14:cNvPr>
                <p14:cNvContentPartPr/>
                <p14:nvPr/>
              </p14:nvContentPartPr>
              <p14:xfrm>
                <a:off x="10945821" y="4322908"/>
                <a:ext cx="221760" cy="190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E38BD93-6857-FC20-C8BA-79985CEA9CE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27821" y="4305268"/>
                  <a:ext cx="257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EF8F72C-E42F-BEDC-6F90-49394F3AB65E}"/>
                    </a:ext>
                  </a:extLst>
                </p14:cNvPr>
                <p14:cNvContentPartPr/>
                <p14:nvPr/>
              </p14:nvContentPartPr>
              <p14:xfrm>
                <a:off x="10766181" y="4334788"/>
                <a:ext cx="185760" cy="185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EF8F72C-E42F-BEDC-6F90-49394F3AB65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748181" y="4317148"/>
                  <a:ext cx="2214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B69BBC5-FB91-2EC5-BD90-756A2622555C}"/>
                    </a:ext>
                  </a:extLst>
                </p14:cNvPr>
                <p14:cNvContentPartPr/>
                <p14:nvPr/>
              </p14:nvContentPartPr>
              <p14:xfrm>
                <a:off x="10656021" y="4341268"/>
                <a:ext cx="27720" cy="114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B69BBC5-FB91-2EC5-BD90-756A2622555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638381" y="4323628"/>
                  <a:ext cx="63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B75CEC2-976D-A886-8018-DAA67B91817B}"/>
                    </a:ext>
                  </a:extLst>
                </p14:cNvPr>
                <p14:cNvContentPartPr/>
                <p14:nvPr/>
              </p14:nvContentPartPr>
              <p14:xfrm>
                <a:off x="10450461" y="4376548"/>
                <a:ext cx="203760" cy="172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B75CEC2-976D-A886-8018-DAA67B91817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32461" y="4358908"/>
                  <a:ext cx="2394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4E1CB0-C5EF-8840-E751-88745246E927}"/>
                    </a:ext>
                  </a:extLst>
                </p14:cNvPr>
                <p14:cNvContentPartPr/>
                <p14:nvPr/>
              </p14:nvContentPartPr>
              <p14:xfrm>
                <a:off x="10058421" y="4056148"/>
                <a:ext cx="219240" cy="463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4E1CB0-C5EF-8840-E751-88745246E92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40421" y="4038148"/>
                  <a:ext cx="25488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DFD80B-DF3E-6825-7360-F82E7B2CFBE3}"/>
                    </a:ext>
                  </a:extLst>
                </p14:cNvPr>
                <p14:cNvContentPartPr/>
                <p14:nvPr/>
              </p14:nvContentPartPr>
              <p14:xfrm>
                <a:off x="9802101" y="4396348"/>
                <a:ext cx="184680" cy="183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DFD80B-DF3E-6825-7360-F82E7B2CFBE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84101" y="4378348"/>
                  <a:ext cx="220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7A0AB9E-E3F4-590E-BA6E-A462AF4AC778}"/>
                    </a:ext>
                  </a:extLst>
                </p14:cNvPr>
                <p14:cNvContentPartPr/>
                <p14:nvPr/>
              </p14:nvContentPartPr>
              <p14:xfrm>
                <a:off x="9559821" y="4426588"/>
                <a:ext cx="119520" cy="153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7A0AB9E-E3F4-590E-BA6E-A462AF4AC77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541821" y="4408948"/>
                  <a:ext cx="155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104CD1-CA3F-B9D5-B799-4C2827049E43}"/>
                    </a:ext>
                  </a:extLst>
                </p14:cNvPr>
                <p14:cNvContentPartPr/>
                <p14:nvPr/>
              </p14:nvContentPartPr>
              <p14:xfrm>
                <a:off x="9443181" y="4411828"/>
                <a:ext cx="4320" cy="69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104CD1-CA3F-B9D5-B799-4C2827049E4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425541" y="4393828"/>
                  <a:ext cx="39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FD4620D-BE94-D169-D7B5-08B9CEB6B4B3}"/>
                    </a:ext>
                  </a:extLst>
                </p14:cNvPr>
                <p14:cNvContentPartPr/>
                <p14:nvPr/>
              </p14:nvContentPartPr>
              <p14:xfrm>
                <a:off x="9249501" y="4453948"/>
                <a:ext cx="118800" cy="81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FD4620D-BE94-D169-D7B5-08B9CEB6B4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31861" y="4436308"/>
                  <a:ext cx="154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CF54EDD-A034-0BF5-A367-6CFE4AEF59A8}"/>
                    </a:ext>
                  </a:extLst>
                </p14:cNvPr>
                <p14:cNvContentPartPr/>
                <p14:nvPr/>
              </p14:nvContentPartPr>
              <p14:xfrm>
                <a:off x="9120981" y="4474108"/>
                <a:ext cx="60480" cy="149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CF54EDD-A034-0BF5-A367-6CFE4AEF59A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103341" y="4456108"/>
                  <a:ext cx="96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6702755-E5CF-06E1-0855-F09B1197BAA0}"/>
                    </a:ext>
                  </a:extLst>
                </p14:cNvPr>
                <p14:cNvContentPartPr/>
                <p14:nvPr/>
              </p14:nvContentPartPr>
              <p14:xfrm>
                <a:off x="8735781" y="4374388"/>
                <a:ext cx="394560" cy="516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6702755-E5CF-06E1-0855-F09B1197BAA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717781" y="4356388"/>
                  <a:ext cx="43020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5976749-6FD9-519F-B482-A029B66D3CF2}"/>
                    </a:ext>
                  </a:extLst>
                </p14:cNvPr>
                <p14:cNvContentPartPr/>
                <p14:nvPr/>
              </p14:nvContentPartPr>
              <p14:xfrm>
                <a:off x="8248341" y="4305988"/>
                <a:ext cx="72000" cy="349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5976749-6FD9-519F-B482-A029B66D3CF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30701" y="4287988"/>
                  <a:ext cx="1076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A4521A-9B78-5005-77B6-05EB98EC202D}"/>
                    </a:ext>
                  </a:extLst>
                </p14:cNvPr>
                <p14:cNvContentPartPr/>
                <p14:nvPr/>
              </p14:nvContentPartPr>
              <p14:xfrm>
                <a:off x="8267781" y="4530268"/>
                <a:ext cx="106200" cy="10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A4521A-9B78-5005-77B6-05EB98EC202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249781" y="4512628"/>
                  <a:ext cx="141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017B7B0-A9EC-B112-16FC-480680EB65B3}"/>
                    </a:ext>
                  </a:extLst>
                </p14:cNvPr>
                <p14:cNvContentPartPr/>
                <p14:nvPr/>
              </p14:nvContentPartPr>
              <p14:xfrm>
                <a:off x="8010021" y="4507948"/>
                <a:ext cx="153360" cy="237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017B7B0-A9EC-B112-16FC-480680EB65B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92381" y="4489948"/>
                  <a:ext cx="189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FFF06B3-CF30-4919-D460-99BD11ECDC66}"/>
                    </a:ext>
                  </a:extLst>
                </p14:cNvPr>
                <p14:cNvContentPartPr/>
                <p14:nvPr/>
              </p14:nvContentPartPr>
              <p14:xfrm>
                <a:off x="7812021" y="4551508"/>
                <a:ext cx="121680" cy="134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FFF06B3-CF30-4919-D460-99BD11ECDC6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94381" y="4533868"/>
                  <a:ext cx="157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E996DB-A230-EB3B-5D6F-4095BEAA541A}"/>
                    </a:ext>
                  </a:extLst>
                </p14:cNvPr>
                <p14:cNvContentPartPr/>
                <p14:nvPr/>
              </p14:nvContentPartPr>
              <p14:xfrm>
                <a:off x="7772061" y="4579948"/>
                <a:ext cx="122760" cy="160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E996DB-A230-EB3B-5D6F-4095BEAA54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754421" y="4561948"/>
                  <a:ext cx="158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C3C8542-AAC2-B2BE-733B-E7A735FEA284}"/>
                    </a:ext>
                  </a:extLst>
                </p14:cNvPr>
                <p14:cNvContentPartPr/>
                <p14:nvPr/>
              </p14:nvContentPartPr>
              <p14:xfrm>
                <a:off x="7533741" y="4571308"/>
                <a:ext cx="111240" cy="158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C3C8542-AAC2-B2BE-733B-E7A735FEA28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516101" y="4553308"/>
                  <a:ext cx="146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6C1AB3A-3ADF-FB77-418A-1044D5438A2F}"/>
                    </a:ext>
                  </a:extLst>
                </p14:cNvPr>
                <p14:cNvContentPartPr/>
                <p14:nvPr/>
              </p14:nvContentPartPr>
              <p14:xfrm>
                <a:off x="7438341" y="4545748"/>
                <a:ext cx="16920" cy="163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6C1AB3A-3ADF-FB77-418A-1044D5438A2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20701" y="4528108"/>
                  <a:ext cx="52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13E3E7-84CA-D24E-5428-1106C8DA2708}"/>
                    </a:ext>
                  </a:extLst>
                </p14:cNvPr>
                <p14:cNvContentPartPr/>
                <p14:nvPr/>
              </p14:nvContentPartPr>
              <p14:xfrm>
                <a:off x="7321701" y="4556908"/>
                <a:ext cx="13320" cy="65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13E3E7-84CA-D24E-5428-1106C8DA270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04061" y="4538908"/>
                  <a:ext cx="48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42ED01A-163F-DA66-CE0E-BB8CC5002D99}"/>
                    </a:ext>
                  </a:extLst>
                </p14:cNvPr>
                <p14:cNvContentPartPr/>
                <p14:nvPr/>
              </p14:nvContentPartPr>
              <p14:xfrm>
                <a:off x="7227381" y="4592188"/>
                <a:ext cx="23400" cy="139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42ED01A-163F-DA66-CE0E-BB8CC5002D9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209381" y="4574548"/>
                  <a:ext cx="59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DF1F3A3-E03E-0300-C5B1-6C1A53010070}"/>
                    </a:ext>
                  </a:extLst>
                </p14:cNvPr>
                <p14:cNvContentPartPr/>
                <p14:nvPr/>
              </p14:nvContentPartPr>
              <p14:xfrm>
                <a:off x="6812301" y="4588228"/>
                <a:ext cx="345600" cy="377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DF1F3A3-E03E-0300-C5B1-6C1A5301007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794661" y="4570588"/>
                  <a:ext cx="3812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834E603-FA89-397E-DBD0-0435C5425C5B}"/>
                    </a:ext>
                  </a:extLst>
                </p14:cNvPr>
                <p14:cNvContentPartPr/>
                <p14:nvPr/>
              </p14:nvContentPartPr>
              <p14:xfrm>
                <a:off x="2835741" y="5259628"/>
                <a:ext cx="525240" cy="282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834E603-FA89-397E-DBD0-0435C5425C5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818101" y="5241628"/>
                  <a:ext cx="560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F200977-7D9A-9C9D-4FFF-2DBBC1C01202}"/>
                    </a:ext>
                  </a:extLst>
                </p14:cNvPr>
                <p14:cNvContentPartPr/>
                <p14:nvPr/>
              </p14:nvContentPartPr>
              <p14:xfrm>
                <a:off x="3741141" y="5287348"/>
                <a:ext cx="527400" cy="261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F200977-7D9A-9C9D-4FFF-2DBBC1C0120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23141" y="5269348"/>
                  <a:ext cx="563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855CF7C-84A6-411C-D61B-71E719DA3BD4}"/>
                    </a:ext>
                  </a:extLst>
                </p14:cNvPr>
                <p14:cNvContentPartPr/>
                <p14:nvPr/>
              </p14:nvContentPartPr>
              <p14:xfrm>
                <a:off x="4631061" y="5290588"/>
                <a:ext cx="519120" cy="263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855CF7C-84A6-411C-D61B-71E719DA3BD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13061" y="5272948"/>
                  <a:ext cx="5547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AB56C7F-ACC8-FEAB-1C14-D1900E4120CE}"/>
                    </a:ext>
                  </a:extLst>
                </p14:cNvPr>
                <p14:cNvContentPartPr/>
                <p14:nvPr/>
              </p14:nvContentPartPr>
              <p14:xfrm>
                <a:off x="5397861" y="5286988"/>
                <a:ext cx="997200" cy="94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AB56C7F-ACC8-FEAB-1C14-D1900E4120C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380221" y="5268988"/>
                  <a:ext cx="1032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B8C38A9-3AC2-928C-D45E-D55E77C839B1}"/>
                    </a:ext>
                  </a:extLst>
                </p14:cNvPr>
                <p14:cNvContentPartPr/>
                <p14:nvPr/>
              </p14:nvContentPartPr>
              <p14:xfrm>
                <a:off x="6289581" y="5214988"/>
                <a:ext cx="254160" cy="183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B8C38A9-3AC2-928C-D45E-D55E77C839B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271581" y="5196988"/>
                  <a:ext cx="289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0139871-AF10-0224-6C46-455B32067239}"/>
                    </a:ext>
                  </a:extLst>
                </p14:cNvPr>
                <p14:cNvContentPartPr/>
                <p14:nvPr/>
              </p14:nvContentPartPr>
              <p14:xfrm>
                <a:off x="10611021" y="4768588"/>
                <a:ext cx="268920" cy="449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0139871-AF10-0224-6C46-455B3206723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593021" y="4750588"/>
                  <a:ext cx="30456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28C28AF-38B4-657E-8365-8264835E01C6}"/>
                    </a:ext>
                  </a:extLst>
                </p14:cNvPr>
                <p14:cNvContentPartPr/>
                <p14:nvPr/>
              </p14:nvContentPartPr>
              <p14:xfrm>
                <a:off x="10450461" y="5086468"/>
                <a:ext cx="93960" cy="142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28C28AF-38B4-657E-8365-8264835E01C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432461" y="5068468"/>
                  <a:ext cx="129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056FA66-427E-0F7F-2D54-0C71799A3FBD}"/>
                    </a:ext>
                  </a:extLst>
                </p14:cNvPr>
                <p14:cNvContentPartPr/>
                <p14:nvPr/>
              </p14:nvContentPartPr>
              <p14:xfrm>
                <a:off x="10176141" y="4832308"/>
                <a:ext cx="221400" cy="354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056FA66-427E-0F7F-2D54-0C71799A3FB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158501" y="4814668"/>
                  <a:ext cx="2570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1E3CF25-9A96-D59D-73B8-E5B1069F2DBA}"/>
                    </a:ext>
                  </a:extLst>
                </p14:cNvPr>
                <p14:cNvContentPartPr/>
                <p14:nvPr/>
              </p14:nvContentPartPr>
              <p14:xfrm>
                <a:off x="9888141" y="5051908"/>
                <a:ext cx="264240" cy="473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1E3CF25-9A96-D59D-73B8-E5B1069F2DB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870141" y="5034268"/>
                  <a:ext cx="2998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2762238-B34C-F29B-A3C8-7254FE03E9DD}"/>
                    </a:ext>
                  </a:extLst>
                </p14:cNvPr>
                <p14:cNvContentPartPr/>
                <p14:nvPr/>
              </p14:nvContentPartPr>
              <p14:xfrm>
                <a:off x="9974181" y="5078548"/>
                <a:ext cx="18000" cy="107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2762238-B34C-F29B-A3C8-7254FE03E9D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56181" y="5060548"/>
                  <a:ext cx="536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12B9ABA-0FE4-C395-44E8-CAE143F18B86}"/>
                    </a:ext>
                  </a:extLst>
                </p14:cNvPr>
                <p14:cNvContentPartPr/>
                <p14:nvPr/>
              </p14:nvContentPartPr>
              <p14:xfrm>
                <a:off x="9272901" y="5068828"/>
                <a:ext cx="171000" cy="232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12B9ABA-0FE4-C395-44E8-CAE143F18B8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254901" y="5051188"/>
                  <a:ext cx="206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244E3B0-58A4-0BC5-560A-3335390D05F1}"/>
                    </a:ext>
                  </a:extLst>
                </p14:cNvPr>
                <p14:cNvContentPartPr/>
                <p14:nvPr/>
              </p14:nvContentPartPr>
              <p14:xfrm>
                <a:off x="9167781" y="4780828"/>
                <a:ext cx="186480" cy="451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244E3B0-58A4-0BC5-560A-3335390D05F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150141" y="4763188"/>
                  <a:ext cx="2221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E9E9231-247A-2B96-2DD8-262580B6B20A}"/>
                    </a:ext>
                  </a:extLst>
                </p14:cNvPr>
                <p14:cNvContentPartPr/>
                <p14:nvPr/>
              </p14:nvContentPartPr>
              <p14:xfrm>
                <a:off x="9030261" y="5100868"/>
                <a:ext cx="36000" cy="114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E9E9231-247A-2B96-2DD8-262580B6B20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012621" y="5082868"/>
                  <a:ext cx="71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1A90742-5E81-9DB9-8B64-E9BBE9437682}"/>
                    </a:ext>
                  </a:extLst>
                </p14:cNvPr>
                <p14:cNvContentPartPr/>
                <p14:nvPr/>
              </p14:nvContentPartPr>
              <p14:xfrm>
                <a:off x="8789781" y="5192668"/>
                <a:ext cx="152640" cy="138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1A90742-5E81-9DB9-8B64-E9BBE943768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71781" y="5174668"/>
                  <a:ext cx="188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C73E7D0-A26E-21D2-B12B-AF7644458ECD}"/>
                    </a:ext>
                  </a:extLst>
                </p14:cNvPr>
                <p14:cNvContentPartPr/>
                <p14:nvPr/>
              </p14:nvContentPartPr>
              <p14:xfrm>
                <a:off x="8314221" y="5175748"/>
                <a:ext cx="386640" cy="3474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C73E7D0-A26E-21D2-B12B-AF7644458EC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296581" y="5158108"/>
                  <a:ext cx="422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502E5C7-B4BB-FBC4-51C8-C5B411EAFBE1}"/>
                    </a:ext>
                  </a:extLst>
                </p14:cNvPr>
                <p14:cNvContentPartPr/>
                <p14:nvPr/>
              </p14:nvContentPartPr>
              <p14:xfrm>
                <a:off x="7683501" y="5230468"/>
                <a:ext cx="339840" cy="351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502E5C7-B4BB-FBC4-51C8-C5B411EAFBE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665861" y="5212828"/>
                  <a:ext cx="3754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A56C9B8-197A-ECFB-7B52-28E2F4A9E7D0}"/>
                    </a:ext>
                  </a:extLst>
                </p14:cNvPr>
                <p14:cNvContentPartPr/>
                <p14:nvPr/>
              </p14:nvContentPartPr>
              <p14:xfrm>
                <a:off x="7703661" y="5234068"/>
                <a:ext cx="132840" cy="131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A56C9B8-197A-ECFB-7B52-28E2F4A9E7D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685661" y="5216428"/>
                  <a:ext cx="168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1E56BDF-36EE-8996-F709-22F369E5631F}"/>
                    </a:ext>
                  </a:extLst>
                </p14:cNvPr>
                <p14:cNvContentPartPr/>
                <p14:nvPr/>
              </p14:nvContentPartPr>
              <p14:xfrm>
                <a:off x="7590621" y="5240908"/>
                <a:ext cx="3600" cy="105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1E56BDF-36EE-8996-F709-22F369E5631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572981" y="5223268"/>
                  <a:ext cx="39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E573908-888D-ACD7-A28A-2E4176922349}"/>
                    </a:ext>
                  </a:extLst>
                </p14:cNvPr>
                <p14:cNvContentPartPr/>
                <p14:nvPr/>
              </p14:nvContentPartPr>
              <p14:xfrm>
                <a:off x="7380381" y="5276908"/>
                <a:ext cx="36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E573908-888D-ACD7-A28A-2E417692234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362381" y="525926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928D95E-0D84-D7AF-992E-CA9FC13DD86C}"/>
                    </a:ext>
                  </a:extLst>
                </p14:cNvPr>
                <p14:cNvContentPartPr/>
                <p14:nvPr/>
              </p14:nvContentPartPr>
              <p14:xfrm>
                <a:off x="7323141" y="5284468"/>
                <a:ext cx="177840" cy="154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928D95E-0D84-D7AF-992E-CA9FC13DD86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305501" y="5266828"/>
                  <a:ext cx="213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787D993-565E-BCEF-3962-683603139202}"/>
                    </a:ext>
                  </a:extLst>
                </p14:cNvPr>
                <p14:cNvContentPartPr/>
                <p14:nvPr/>
              </p14:nvContentPartPr>
              <p14:xfrm>
                <a:off x="7032981" y="5298148"/>
                <a:ext cx="161280" cy="29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787D993-565E-BCEF-3962-68360313920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014981" y="5280508"/>
                  <a:ext cx="196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83DA1C1-2704-5BB8-A4BB-9E09C94828DF}"/>
                    </a:ext>
                  </a:extLst>
                </p14:cNvPr>
                <p14:cNvContentPartPr/>
                <p14:nvPr/>
              </p14:nvContentPartPr>
              <p14:xfrm>
                <a:off x="7036581" y="5414788"/>
                <a:ext cx="24840" cy="91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83DA1C1-2704-5BB8-A4BB-9E09C94828D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18581" y="5396788"/>
                  <a:ext cx="60480" cy="126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321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645108"/>
            <a:ext cx="10855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עיצוב לפי סקיצה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10719-5976-15B4-0D0E-58D023B20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928" y="1460494"/>
            <a:ext cx="2420824" cy="5081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ABDA5-45E1-9FBE-6486-B51B8104F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943" y="2208585"/>
            <a:ext cx="2999746" cy="331367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E00787-4507-BAC0-2E20-16AFF8DA30CE}"/>
              </a:ext>
            </a:extLst>
          </p:cNvPr>
          <p:cNvCxnSpPr/>
          <p:nvPr/>
        </p:nvCxnSpPr>
        <p:spPr>
          <a:xfrm flipV="1">
            <a:off x="4249271" y="2286000"/>
            <a:ext cx="4652682" cy="84268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4F9387-70B4-9C82-33C2-323419558CD4}"/>
              </a:ext>
            </a:extLst>
          </p:cNvPr>
          <p:cNvCxnSpPr>
            <a:cxnSpLocks/>
          </p:cNvCxnSpPr>
          <p:nvPr/>
        </p:nvCxnSpPr>
        <p:spPr>
          <a:xfrm flipV="1">
            <a:off x="4915689" y="3420848"/>
            <a:ext cx="3532986" cy="815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7DDA0D-B973-B3CE-AEB7-AE2F0F2106FE}"/>
              </a:ext>
            </a:extLst>
          </p:cNvPr>
          <p:cNvCxnSpPr>
            <a:cxnSpLocks/>
          </p:cNvCxnSpPr>
          <p:nvPr/>
        </p:nvCxnSpPr>
        <p:spPr>
          <a:xfrm>
            <a:off x="4505325" y="4076700"/>
            <a:ext cx="3943350" cy="70485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60E241-E1A8-49C4-8C2E-47663CB6FFAA}"/>
              </a:ext>
            </a:extLst>
          </p:cNvPr>
          <p:cNvCxnSpPr>
            <a:cxnSpLocks/>
          </p:cNvCxnSpPr>
          <p:nvPr/>
        </p:nvCxnSpPr>
        <p:spPr>
          <a:xfrm>
            <a:off x="4401671" y="5219700"/>
            <a:ext cx="437085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80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4783F87-86F1-A3E4-BAEA-13571FE6C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49" y="1138192"/>
            <a:ext cx="5658640" cy="3067478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592694" y="1138192"/>
            <a:ext cx="10855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תכונות נוספות לעיצוב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13151-6D3E-5EFC-5381-7A18742A2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88" y="1776091"/>
            <a:ext cx="3200032" cy="3305818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3B4EDAD1-BB2B-E199-372A-0E53EE47A7EA}"/>
              </a:ext>
            </a:extLst>
          </p:cNvPr>
          <p:cNvSpPr/>
          <p:nvPr/>
        </p:nvSpPr>
        <p:spPr>
          <a:xfrm>
            <a:off x="4204447" y="1990165"/>
            <a:ext cx="1954306" cy="779929"/>
          </a:xfrm>
          <a:prstGeom prst="wedgeRoundRectCallout">
            <a:avLst>
              <a:gd name="adj1" fmla="val -187805"/>
              <a:gd name="adj2" fmla="val 3951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תיקיית גופנים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581E58-D7B8-C481-E00C-E4B8D7A6F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279" y="3516310"/>
            <a:ext cx="5198848" cy="2956208"/>
          </a:xfrm>
          <a:prstGeom prst="rect">
            <a:avLst/>
          </a:prstGeom>
        </p:spPr>
      </p:pic>
      <p:sp>
        <p:nvSpPr>
          <p:cNvPr id="10" name="Arrow: Bent 9">
            <a:extLst>
              <a:ext uri="{FF2B5EF4-FFF2-40B4-BE49-F238E27FC236}">
                <a16:creationId xmlns:a16="http://schemas.microsoft.com/office/drawing/2014/main" id="{E05BCCA0-2659-51AD-70BF-96617985DC2A}"/>
              </a:ext>
            </a:extLst>
          </p:cNvPr>
          <p:cNvSpPr/>
          <p:nvPr/>
        </p:nvSpPr>
        <p:spPr>
          <a:xfrm rot="5400000">
            <a:off x="6252927" y="2277080"/>
            <a:ext cx="1098084" cy="1205755"/>
          </a:xfrm>
          <a:prstGeom prst="bentArrow">
            <a:avLst>
              <a:gd name="adj1" fmla="val 11207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978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1138192"/>
            <a:ext cx="10855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תכונות נוספות לעיצוב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13151-6D3E-5EFC-5381-7A18742A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88" y="1776091"/>
            <a:ext cx="3200032" cy="3305818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3B4EDAD1-BB2B-E199-372A-0E53EE47A7EA}"/>
              </a:ext>
            </a:extLst>
          </p:cNvPr>
          <p:cNvSpPr/>
          <p:nvPr/>
        </p:nvSpPr>
        <p:spPr>
          <a:xfrm>
            <a:off x="4347881" y="1900519"/>
            <a:ext cx="1954306" cy="779929"/>
          </a:xfrm>
          <a:prstGeom prst="wedgeRoundRectCallout">
            <a:avLst>
              <a:gd name="adj1" fmla="val -193768"/>
              <a:gd name="adj2" fmla="val 22112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תיקיית</a:t>
            </a:r>
            <a:endParaRPr lang="en-US" dirty="0"/>
          </a:p>
          <a:p>
            <a:pPr algn="ctr" rtl="1"/>
            <a:r>
              <a:rPr lang="he-IL" dirty="0"/>
              <a:t>"כל מיני קבצים"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835DFF-65E2-1A9A-4360-F4A5EF0D0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846" y="3141527"/>
            <a:ext cx="6073666" cy="3551228"/>
          </a:xfrm>
          <a:prstGeom prst="rect">
            <a:avLst/>
          </a:prstGeom>
        </p:spPr>
      </p:pic>
      <p:sp>
        <p:nvSpPr>
          <p:cNvPr id="11" name="מלבן 8">
            <a:extLst>
              <a:ext uri="{FF2B5EF4-FFF2-40B4-BE49-F238E27FC236}">
                <a16:creationId xmlns:a16="http://schemas.microsoft.com/office/drawing/2014/main" id="{AA912BB3-6E2C-8AAA-8748-D9D9D5BC037C}"/>
              </a:ext>
            </a:extLst>
          </p:cNvPr>
          <p:cNvSpPr/>
          <p:nvPr/>
        </p:nvSpPr>
        <p:spPr>
          <a:xfrm>
            <a:off x="6830206" y="2234822"/>
            <a:ext cx="48239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למשל, נוח לשמור בה קבצי טקסט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לקריאה והצגה</a:t>
            </a:r>
          </a:p>
        </p:txBody>
      </p:sp>
    </p:spTree>
    <p:extLst>
      <p:ext uri="{BB962C8B-B14F-4D97-AF65-F5344CB8AC3E}">
        <p14:creationId xmlns:p14="http://schemas.microsoft.com/office/powerpoint/2010/main" val="290612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22963" y="680666"/>
            <a:ext cx="10855236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ידידותיות האפליקציה,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ממליץ להציג אוטומטי הודעת שימוש </a:t>
            </a:r>
            <a:r>
              <a:rPr lang="he-IL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דרך קריאת טקסט מקובץ והצגתו בתיבת דו-שיח,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כולל אפשרות השמעת ההודעה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679078-3B96-BAA2-8232-7E6CB46EA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98" y="2645062"/>
            <a:ext cx="3799771" cy="2221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5EC491-A9B3-8E1E-09D3-24E345EA8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910" y="2645062"/>
            <a:ext cx="7521592" cy="4061812"/>
          </a:xfrm>
          <a:prstGeom prst="rect">
            <a:avLst/>
          </a:prstGeom>
        </p:spPr>
      </p:pic>
      <p:sp>
        <p:nvSpPr>
          <p:cNvPr id="7" name="Arrow: Bent 6">
            <a:extLst>
              <a:ext uri="{FF2B5EF4-FFF2-40B4-BE49-F238E27FC236}">
                <a16:creationId xmlns:a16="http://schemas.microsoft.com/office/drawing/2014/main" id="{EF809D33-FD64-FF28-77FF-F2FDC2DC77A0}"/>
              </a:ext>
            </a:extLst>
          </p:cNvPr>
          <p:cNvSpPr/>
          <p:nvPr/>
        </p:nvSpPr>
        <p:spPr>
          <a:xfrm flipV="1">
            <a:off x="3074894" y="4988635"/>
            <a:ext cx="1281953" cy="78889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352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1138192"/>
            <a:ext cx="10855236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במקום הודעה קופצת רגילה (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Toast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להשתמש בהודעה קופצת מעוצבת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(שימוש בספריה חיצונית):</a:t>
            </a:r>
          </a:p>
          <a:p>
            <a:pPr algn="ctr" rtl="1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2"/>
              </a:rPr>
              <a:t>https://github.com/Muddz/StyleableToast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מלבן 8">
            <a:extLst>
              <a:ext uri="{FF2B5EF4-FFF2-40B4-BE49-F238E27FC236}">
                <a16:creationId xmlns:a16="http://schemas.microsoft.com/office/drawing/2014/main" id="{506C4F04-16F7-0653-D94D-C8380AA66160}"/>
              </a:ext>
            </a:extLst>
          </p:cNvPr>
          <p:cNvSpPr/>
          <p:nvPr/>
        </p:nvSpPr>
        <p:spPr>
          <a:xfrm>
            <a:off x="522963" y="4087580"/>
            <a:ext cx="10855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פרטים והסברים נוספים – במצגת נפרדת</a:t>
            </a:r>
          </a:p>
        </p:txBody>
      </p:sp>
    </p:spTree>
    <p:extLst>
      <p:ext uri="{BB962C8B-B14F-4D97-AF65-F5344CB8AC3E}">
        <p14:creationId xmlns:p14="http://schemas.microsoft.com/office/powerpoint/2010/main" val="635412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1138192"/>
            <a:ext cx="10855236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הקלטת הערה קולית (קובץ אודיו)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דורשת שימוש במיקרופון.</a:t>
            </a: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זה "מכסה" 50% מהרחבה (סעיף 10 בהנחיות החדשות)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BD635-7678-4B21-9BAC-4532FD1A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06" y="3429000"/>
            <a:ext cx="8260310" cy="234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7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1138192"/>
            <a:ext cx="10855236" cy="41611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לצערי הרב,</a:t>
            </a:r>
          </a:p>
          <a:p>
            <a:pPr algn="ctr" rtl="1">
              <a:lnSpc>
                <a:spcPct val="150000"/>
              </a:lnSpc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בהנחיות החדשות</a:t>
            </a:r>
          </a:p>
          <a:p>
            <a:pPr algn="ctr" rtl="1">
              <a:lnSpc>
                <a:spcPct val="150000"/>
              </a:lnSpc>
            </a:pP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בכלל לא מופיע באף סעיף</a:t>
            </a:r>
          </a:p>
          <a:p>
            <a:pPr algn="ctr" rtl="1">
              <a:lnSpc>
                <a:spcPct val="150000"/>
              </a:lnSpc>
            </a:pP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ב"טלפוניה"</a:t>
            </a:r>
          </a:p>
          <a:p>
            <a:pPr algn="ctr" rtl="1">
              <a:lnSpc>
                <a:spcPct val="150000"/>
              </a:lnSpc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(אולי אני טועה?)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52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1138192"/>
            <a:ext cx="10855236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אני מאוד מקווה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שזה לא יגרום לכך שבפרויקטים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בכלל לא יהיה שימוש 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בשיחות טלפון,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ב-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SMS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בדוא"ל</a:t>
            </a: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חבל</a:t>
            </a:r>
            <a:r>
              <a:rPr lang="he-IL" sz="28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ממש חבל...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003B02-6E2B-7583-897C-99BC674E5956}"/>
              </a:ext>
            </a:extLst>
          </p:cNvPr>
          <p:cNvSpPr/>
          <p:nvPr/>
        </p:nvSpPr>
        <p:spPr>
          <a:xfrm>
            <a:off x="7527465" y="0"/>
            <a:ext cx="38507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תגובה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3982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4296</TotalTime>
  <Words>371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Assistant</vt:lpstr>
      <vt:lpstr>Guttman Yad-Brush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416</cp:revision>
  <dcterms:created xsi:type="dcterms:W3CDTF">2019-01-05T16:01:25Z</dcterms:created>
  <dcterms:modified xsi:type="dcterms:W3CDTF">2023-01-05T12:15:41Z</dcterms:modified>
</cp:coreProperties>
</file>