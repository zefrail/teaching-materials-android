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499" r:id="rId4"/>
    <p:sldId id="503" r:id="rId5"/>
    <p:sldId id="504" r:id="rId6"/>
    <p:sldId id="500" r:id="rId7"/>
    <p:sldId id="501" r:id="rId8"/>
    <p:sldId id="505" r:id="rId9"/>
    <p:sldId id="506" r:id="rId10"/>
    <p:sldId id="502" r:id="rId11"/>
    <p:sldId id="508" r:id="rId12"/>
    <p:sldId id="507" r:id="rId13"/>
    <p:sldId id="513" r:id="rId14"/>
    <p:sldId id="509" r:id="rId15"/>
    <p:sldId id="51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5T10:36:38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2:57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0 226 24575,'0'0'0,"0"0"0,0 0 0,0 0 0,0 0 0,0 0 0,10 3 0,40 6 0,0-2 0,0-2 0,1-2 0,59-4 0,-36 0 0,856-23 0,64 8 0,-205 10 0,530-17 0,-825 20 0,212-53 0,-500 33 0,147-5 0,161-20 0,-489 44 0,23-4 0,0 2 0,0 2 0,81 3 0,-125 1 0,0 1 0,-1 1 0,1-1 0,-1 0 0,1 1 0,-1 0 0,1 0 0,-1 0 0,0 0 0,0 1 0,0-1 0,0 1 0,0-1 0,0 1 0,-1 0 0,1 0 0,-1 1 0,0-1 0,0 0 0,2 6 0,5 10 0,-1 1 0,9 32 0,-11-33 0,21 75 0,-4 2 0,17 166 0,-14 201 0,-47 133 0,-1-187 0,33 333 0,-3-464 0,5 574 0,-9-589 0,19 548 0,18-206 0,-33-451-1365,-8-126-5461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0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24575,'1'3'0,"0"0"0,-1-1 0,1 1 0,0-1 0,1 1 0,-1-1 0,0 1 0,1-1 0,-1 0 0,3 3 0,4 6 0,22 46 0,-2 1 0,-3 1 0,-2 1 0,-3 1 0,22 112 0,19 328 0,-44-313 0,78 571 0,-3-14 0,53 666 0,-88-607 0,-52-40 0,-8-418 0,4-344 0,-1 1 0,0-1 0,1 0 0,-1 0 0,1 0 0,-1 0 0,1 1 0,0-1 0,0 0 0,0 0 0,0-1 0,1 1 0,-1 0 0,0 0 0,1 0 0,-1-1 0,1 1 0,0-1 0,-1 1 0,1-1 0,0 0 0,0 0 0,0 0 0,0 0 0,0 0 0,0 0 0,0 0 0,4 0 0,7 2 0,-1 0 0,1-1 0,22 1 0,-29-3 0,246 7 0,451-48 0,-322-2 0,237-24 0,3 33 0,-273 32 0,515-17 0,-36-50 0,-255 18 0,161 46 0,-139 10 0,-493-16-1365,-59 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1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 24575,'0'34'0,"-2"6"0,-2 0 0,-17 73 0,-5 31 0,-23 248 0,34-267 0,0 132 0,15-235 0,0-8 0,1 0 0,0 1 0,2-1 0,-1 0 0,2-1 0,0 1 0,1 0 0,12 24 0,-3-9 0,3-2 0,35 47 0,-51-71 0,1-1 0,0 0 0,0 1 0,1-1 0,-1 0 0,0 0 0,1 0 0,-1-1 0,1 1 0,0-1 0,-1 1 0,1-1 0,0 0 0,0 0 0,0 0 0,0 0 0,0 0 0,0-1 0,4 1 0,-1-2 0,-1 1 0,0-1 0,0 0 0,0 0 0,0-1 0,0 1 0,-1-1 0,1 0 0,0-1 0,7-4 0,8-8 0,-1 0 0,0-2 0,31-35 0,-35 35 0,-10 11 0,152-174 0,-136 154 0,-3-2 0,0-1 0,-1 0 0,-2-1 0,14-39 0,5-50 0,36-237 0,-50 235 0,-8 46 0,-3-1 0,-2-123 0,7 329 0,-3-35 0,6 349 0,-3-19 0,3 30-1365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1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219 174 24575,'0'0'0,"0"0"0,0 0 0,24-24 0,2 1 0,-18 16 0,0 0 0,0 0 0,-1-1 0,0 0 0,11-15 0,-17 21 0,-1 1 0,1-1 0,-1 1 0,0-1 0,0 1 0,0-1 0,0 1 0,0-1 0,0 1 0,0-1 0,0 1 0,0 0 0,-1-1 0,1 1 0,-1-1 0,1 1 0,-1 0 0,1-1 0,-1 1 0,0 0 0,0-1 0,1 1 0,-1 0 0,0 0 0,0 0 0,0 0 0,-1 0 0,-1-2 0,0 0 0,0 1 0,-1-1 0,0 1 0,1-1 0,-1 1 0,0 0 0,0 0 0,-8-2 0,2 3 0,0 0 0,0 0 0,0 1 0,0 0 0,0 1 0,0 0 0,0 1 0,0 0 0,0 1 0,0-1 0,1 2 0,-11 4 0,10-3 0,0-1 0,1 2 0,0-1 0,0 1 0,0 0 0,1 1 0,0 0 0,0 1 0,0-1 0,1 1 0,-8 13 0,12-17 0,0 1 0,1-1 0,0 1 0,0 0 0,0 0 0,0 0 0,1 0 0,-1 0 0,2 1 0,-1-1 0,0 0 0,1 0 0,0 1 0,0-1 0,1 0 0,1 10 0,0-9 0,1 1 0,-1-1 0,1 0 0,0 0 0,1 0 0,0 0 0,0 0 0,0-1 0,0 0 0,1 0 0,7 7 0,6 1 0,0 0 0,1-1 0,0-1 0,0 0 0,1-2 0,41 14 0,39 3 0,15 6 0,-100-27 0,0 1 0,0 0 0,0 1 0,-1 1 0,15 11 0,-26-17 0,0 0 0,0 0 0,0 1 0,0-1 0,-1 1 0,1 0 0,-1 0 0,0 0 0,1 0 0,-1 0 0,-1 1 0,1-1 0,0 1 0,1 4 0,-3-5 0,0 1 0,0-1 0,0 0 0,0 0 0,0 1 0,0-1 0,-1 0 0,0 0 0,1 1 0,-1-1 0,-1 0 0,1 0 0,0 0 0,-1 0 0,1 0 0,-5 5 0,-3 5 11,-2 0 0,0-1 0,0 0 0,-1 0 0,-1-2 0,0 1-1,0-1 1,-1-1 0,0-1 0,-17 8 0,9-6-223,1-1 0,-1-1 0,-1-1-1,1-1 1,-1-2 0,-38 5 0,52-9-6614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1 425 24575,'3'1'0,"1"0"0,-1-1 0,1 1 0,0-1 0,-1 0 0,1 0 0,0 0 0,7-2 0,6 1 0,20 0 0,1-1 0,0-2 0,-1-2 0,73-20 0,-84 17 0,-1 0 0,0-2 0,0-1 0,-1-1 0,-1-1 0,0 0 0,36-32 0,-52 40 0,0-1 0,-1 0 0,1-1 0,-1 1 0,-1-1 0,0-1 0,0 1 0,0-1 0,-1 0 0,0 0 0,-1 0 0,0 0 0,2-12 0,-4 16 0,-1 1 0,0-1 0,0 1 0,0-1 0,0 1 0,-1-1 0,1 1 0,-1 0 0,0-1 0,0 1 0,-1 0 0,0 0 0,1-1 0,-1 1 0,-1 0 0,1 1 0,0-1 0,-1 0 0,0 1 0,0-1 0,0 1 0,0 0 0,-1 0 0,1 0 0,-1 1 0,1-1 0,-1 1 0,0 0 0,0 0 0,-6-2 0,-1 0 0,1 1 0,-1 0 0,1 1 0,-1 0 0,0 1 0,0 0 0,0 1 0,0 0 0,0 0 0,1 2 0,-1-1 0,0 1 0,1 1 0,-1-1 0,-17 9 0,10-4 0,0 2 0,0 0 0,0 1 0,1 1 0,1 0 0,0 2 0,-24 23 0,15-9 0,1 0 0,1 2 0,2 1 0,-20 37 0,32-51 0,1 0 0,0 1 0,2-1 0,0 2 0,0-1 0,2 0 0,0 1 0,1 0 0,1 0 0,0 26 0,4-30 0,0 0 0,1 0 0,0 0 0,1 0 0,1 0 0,0-1 0,1 0 0,0 0 0,1-1 0,1 1 0,0-2 0,0 1 0,1-1 0,0 0 0,1-1 0,1 0 0,-1-1 0,2 0 0,-1 0 0,1-1 0,21 10 0,-17-10 0,0 0 0,1-1 0,1 0 0,-1-1 0,1-2 0,0 1 0,0-2 0,0-1 0,0 0 0,1-1 0,-1-1 0,1-1 0,-1 0 0,0-1 0,0-1 0,26-8 0,-4-5-682,43-22-1,-52 22-6143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24575,'4'57'0,"1"1"0,27 108 0,0 2 0,-31-163 0,4 29 0,-1 1 0,-2-1 0,-2 44 0,-16-111 0,0-19 0,3 0 0,2-1 0,2 0 0,3-1 0,1 0 0,4 0 0,1 0 0,9-60 0,-6 93 0,1-1 0,1 1 0,1 0 0,17-39 0,-19 51 0,1-1 0,0 1 0,0 0 0,1 1 0,0 0 0,1 0 0,0 0 0,0 0 0,0 1 0,1 1 0,0-1 0,13-7 0,-14 11 0,-1 1 0,0 0 0,0 0 0,1 0 0,-1 1 0,1 0 0,0 0 0,-1 1 0,1-1 0,0 1 0,-1 1 0,1 0 0,0 0 0,8 2 0,13 5 0,0 1 0,28 12 0,-9-2 0,17 0-1365,-41-13-5461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0,0 0 0,0 34 0,26 636 0,-15-60-1365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0 443 24575,'0'0'0,"0"0"0,6-15 0,1 3 0,1 1 0,0 0 0,1 0 0,0 1 0,1 0 0,13-11 0,72-49 0,-67 51 0,34-23 0,2 2 0,134-61 0,-164 87 0,0 2 0,1 1 0,1 2 0,-1 1 0,1 2 0,1 1 0,-1 2 0,42 2 0,-65 1 0,-1 1 0,0 1 0,0 0 0,0 1 0,0 0 0,0 1 0,-1 0 0,1 0 0,-1 2 0,0-1 0,19 14 0,-24-14 0,-1 0 0,0 0 0,0 0 0,0 1 0,0 0 0,-1 0 0,0 0 0,0 0 0,-1 1 0,0-1 0,0 1 0,0 0 0,-1 0 0,0 0 0,0 0 0,-1 0 0,0 0 0,0 1 0,0-1 0,-1 0 0,-1 9 0,-2 5 0,0-1 0,-1 0 0,-1 0 0,-1 0 0,-1-1 0,-1 1 0,-13 22 0,-80 124 0,88-147 0,-155 229-1365,128-186-5461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24575,'0'0'0,"0"0"0,0 0 0,0 0 0,0 3 0,0 1 0,0 8 0,0 2 0,-2 49 0,-1 13 0,0-4 0,1-15 0,1-16-8191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24575,'0'0'0,"0"0"0,0 2 0,-2 5 0,-3 7 0,-2 9 0,-1 12 0,2 8 0,1 11 0,2 7 0,2 4 0,0-1 0,1-1 0,0-8 0,0-12-8191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476 349 24575,'0'0'0,"0"0"0,0-26 0,1 22 0,0 0 0,-1-1 0,2 1 0,-1 0 0,0 0 0,1 0 0,0 0 0,0 1 0,0-1 0,0 0 0,0 1 0,1-1 0,4-4 0,3-2 0,1 1 0,19-14 0,-15 12 0,10-8 0,122-87 0,-121 89 0,0 2 0,1 0 0,56-19 0,-78 32 0,0 1 0,0 0 0,0 1 0,0-1 0,0 1 0,0 0 0,0 1 0,1-1 0,-1 1 0,0 0 0,0 0 0,0 0 0,0 1 0,-1 0 0,1 0 0,0 0 0,-1 0 0,1 1 0,-1 0 0,0 0 0,0 0 0,0 0 0,0 1 0,4 5 0,-1-2 0,-1 1 0,0-1 0,0 1 0,-1 1 0,0-1 0,0 1 0,-1 0 0,-1 0 0,1 0 0,-1 0 0,3 20 0,-6-27 0,1 0 0,-1 1 0,-1-1 0,1 0 0,0 1 0,0-1 0,-1 1 0,0-1 0,1 0 0,-1 0 0,0 1 0,0-1 0,0 0 0,0 0 0,0 0 0,-1 0 0,1 0 0,-1 0 0,1-1 0,-1 1 0,0 0 0,0-1 0,0 1 0,1-1 0,-1 0 0,-1 1 0,1-1 0,0 0 0,-4 1 0,-6 3 0,0-1 0,-1-1 0,1 0 0,-16 1 0,23-3 0,-43 4 0,-1-3 0,1-1 0,-50-7 0,-62 1 0,134 6 0,1 1 0,-1 1 0,1 1 0,-32 10 0,35-7 0,0 1 0,1 1 0,0 1 0,0 1 0,1 1 0,1 0 0,0 2 0,0 0 0,2 1 0,-32 34 0,33-28 0,0 0 0,1 1 0,2 0 0,0 1 0,1 1 0,2 0 0,0 1 0,2 0 0,-9 37 0,7-4-341,3 1 0,2-1-1,4 70 1,2-71-6485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88 263 24575,'0'0'0,"0"0"0,0 0 0,0 0 0,0 0 0,-16-18 0,9 16 0,0 0 0,0 1 0,0 0 0,-1 0 0,1 0 0,-10 1 0,6 1 0,45 1 0,1464-62 0,-941 14 0,345-22 0,-350 15 0,-453 44-539,134 5 1,-220 4 250,14 1-6538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7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49 24575,'0'0'0,"-22"-14"0,15 7 0,5 6 0,0-1 0,0 1 0,0-1 0,1 0 0,-1 0 0,0 0 0,1 0 0,-1 0 0,1 0 0,0 0 0,-2-5 0,24 15 0,150 53 0,211 108 0,-342-150 0,-22-12 0,0 2 0,-1 0 0,0 1 0,23 19 0,-39-28 0,0 0 0,0 0 0,0 1 0,-1-1 0,1 0 0,0 1 0,-1-1 0,1 0 0,-1 1 0,1-1 0,-1 1 0,0-1 0,0 1 0,0-1 0,0 1 0,0-1 0,0 1 0,0-1 0,0 1 0,-1-1 0,1 1 0,0-1 0,-1 1 0,1-1 0,-1 0 0,0 1 0,1-1 0,-3 2 0,-27 43 0,21-35 0,-77 101 0,-130 131 0,202-229-455,-1 0 0,-26 17 0,26-21-6371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24575,'0'0'0,"0"24"0,3 28 0,3 0 0,15 71 0,-4-32 0,103 797 0,-102-182 0,-17-334 0,-17 1274 0,-9-283 0,44-1053 118,-1 4-1601,-18-301-5343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24575,'0'0'0,"0"0"0,2 0 0,1 0 0,1-2 0,3-2 0,0-2 0,1 0 0,3-3 0,3-1 0,2 0 0,-1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0 526 24575,'22'0'0,"1056"10"0,-796-9 0,118 4 0,232-1 0,-2-24 0,649-77 0,-1200 91 0,1040-108 0,-90 8 0,1569-85 0,-1785 180 0,-801 11 0,0 1 0,0 0 0,0 1 0,0 0 0,-1 1 0,1 0 0,-1 1 0,1 0 0,-1 1 0,-1 1 0,1-1 0,-1 2 0,0-1 0,0 1 0,0 1 0,-1 0 0,-1 0 0,1 1 0,-1 0 0,-1 0 0,0 1 0,0 0 0,9 19 0,15 33 0,37 108 0,6 73 0,-62-203 0,211 884 0,-103 19 0,-106 174 0,5 65 0,40-614 0,-48-476 0,43 338 0,-26-255 0,2 31 0,-28-178-1365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0 623 24575,'16'-7'0,"12"-1"0,0 1 0,1 2 0,-1 0 0,1 2 0,46 1 0,-12 0 0,595-29 21,302-16-605,1176-29 460,-762 35 139,-4-35-19,95-60 4,-533 46 0,1268 4 0,-1905 88-689,-268-2-6137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6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86 24575,'3'-4'0,"1"0"0,-1 0 0,1 0 0,-1-1 0,-1 0 0,1 1 0,0-1 0,-1 0 0,0 0 0,-1 0 0,1-1 0,-1 1 0,0 0 0,0-1 0,0-8 0,0 19 0,0-1 0,0 0 0,0 0 0,1 0 0,0 0 0,3 7 0,9 23 0,-9-6 0,-2 1 0,-2-1 0,0 1 0,-6 46 0,-26 116 0,20-134 0,-9 58 0,5 0 0,-2 170 0,17-264-107,0 30 339,0-49-319,0 0-1,0 1 0,1-1 1,-1 0-1,1 1 0,-1-1 1,1 0-1,0 0 0,0 1 1,0-1-1,0 0 0,0 0 1,1 0-1,-1 0 0,1 0 1,1 1-1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551 167 24575,'0'0'0,"0"0"0,0 0 0,-2-1 0,0 0 0,0-1 0,1 1 0,-1-1 0,0 0 0,0 1 0,1-1 0,-1 0 0,1 0 0,-2-4 0,-4-2 0,-5-5 0,-2 1 0,0 1 0,0 0 0,-1 1 0,0 0 0,-1 1 0,0 1 0,-31-11 0,25 11 0,0 2 0,0 0 0,0 1 0,-1 2 0,0 0 0,-35 1 0,50 2 0,0 1 0,0 0 0,1 0 0,-1 1 0,0-1 0,1 2 0,-1-1 0,1 1 0,0 1 0,0-1 0,0 1 0,0 0 0,0 1 0,1 0 0,0 0 0,0 0 0,-9 11 0,11-11 0,0 1 0,1-1 0,0 1 0,0 0 0,0-1 0,1 1 0,0 0 0,0 1 0,0-1 0,1 0 0,0 0 0,0 1 0,0-1 0,1 1 0,0-1 0,1 0 0,-1 1 0,1-1 0,0 0 0,1 1 0,0-1 0,3 9 0,1-2 0,1 1 0,0-2 0,1 1 0,1-1 0,0-1 0,0 1 0,1-1 0,0-1 0,21 16 0,-11-11 0,0 0 0,1-2 0,1-1 0,0 0 0,24 8 0,-38-17-114,0 0 1,1-1-1,-1 0 0,1 0 0,-1-1 1,1 0-1,0 0 0,-1-1 0,1-1 1,0 1-1,9-3 0,8-3-6712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1007 1 24575,'0'0'0,"0"0"0,0 0 0,0 0 0,0 0 0,0 0 0,-15 16 0,-123 170 0,83-106 0,-73 80 0,65-88 0,66-73 0,0-1 0,1 1 0,-1-1 0,1 1 0,-1 0 0,1 1 0,0-1 0,4 0 0,6-1 0,-1-1 0,1 0 0,-1 1 0,1 1 0,0 0 0,-1 1 0,1 0 0,-1 1 0,20 4 0,-26-3 0,0 0 0,0 0 0,0 1 0,-1 0 0,1 0 0,-1 0 0,0 1 0,0 0 0,0 1 0,0-1 0,-1 1 0,1 0 0,-1 0 0,-1 1 0,1 0 0,-1-1 0,6 12 0,-4-5 0,0 0 0,-1 0 0,-1 0 0,0 1 0,0 0 0,-1 0 0,-1 0 0,0 0 0,-1 0 0,0 0 0,-1 0 0,-3 19 0,2-21 0,-1 0 0,-1 0 0,1 0 0,-2-1 0,0 0 0,0 1 0,-1-2 0,0 1 0,0 0 0,-1-1 0,0 0 0,-1 0 0,0-1 0,-1 0 0,-10 10 0,-6 0 0,-1-1 0,0-1 0,-1-2 0,-37 16 0,-115 37 0,115-46-227,0-3-1,-1-2 1,-1-3-1,-1-3 1,-102 2-1,142-12-6598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24575,'0'0'0,"-3"0"0,1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0 24575,'-14'17'0,"-42"65"0,-28 36 0,72-104 0,0-1 0,0 0 0,-1-1 0,-1-1 0,-28 20 0,38-29 0,0 0 0,0 0 0,0-1 0,0 1 0,0-1 0,-1 0 0,1 0 0,-1 0 0,1-1 0,0 0 0,-1 0 0,1 0 0,-1 0 0,1 0 0,-1-1 0,1 0 0,0 0 0,-1 0 0,1-1 0,0 1 0,0-1 0,0 0 0,-7-4 0,-6-6 0,0 0 0,1-1 0,-28-30 0,14 14 0,3 4 0,8 7 0,0 0 0,-1 1 0,-31-19 0,48 35 0,1 0 0,-1-1 0,0 1 0,1 1 0,-1-1 0,0 0 0,0 0 0,0 1 0,0 0 0,1-1 0,-1 1 0,0 0 0,0 1 0,0-1 0,0 0 0,0 1 0,-2 0 0,-1 1 0,1 1 0,0-1 0,0 1 0,0-1 0,1 1 0,-1 1 0,1-1 0,-6 6 0,-3 5 0,0 0 0,1 1 0,1 1 0,-10 18 0,-35 68 0,-53 142 0,92-203 0,-4 14-1365,16-38-5461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24575,'3'-21'0,"1"11"0,0 1 0,1-1 0,0 1 0,0 0 0,1 1 0,0-1 0,1 1 0,0 0 0,0 1 0,1 0 0,15-12 0,-6 7 0,1 0 0,0 1 0,1 1 0,36-14 0,-41 19 0,28-10 0,52-12 0,-83 24 0,0 1 0,0 0 0,1 1 0,-1 0 0,0 1 0,0 0 0,1 1 0,-1 0 0,0 1 0,15 4 0,-22-5 0,1 1 0,-1 0 0,1 1 0,-1-1 0,0 1 0,1 0 0,-1 0 0,-1 0 0,1 1 0,0-1 0,-1 1 0,0 0 0,0 0 0,3 5 0,-2-2 0,0 1 0,-1 0 0,0 0 0,0 0 0,-1 0 0,0 0 0,2 16 0,-3 0 0,-1 0 0,-1 0 0,0 1 0,-11 44 0,-18 57 86,-7 31-1537,32-123-5375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24575,'0'0'0,"-2"2"0,-2 3 0,-4 2 0,-1 4 0,-4 5 0,-3 5 0,-4 5 0,-4 5 0,-2 4 0,-1 6 0,0 2 0,5-1 0,6-6 0,5-9-8191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1 261 24575,'0'0'0,"0"0"0,0 0 0,0 0 0,14 3 0,17 6 0,-1 1 0,0 2 0,-1 1 0,-1 2 0,0 0 0,35 27 0,-49-32 0,0 1 0,-1 0 0,0 1 0,-1 1 0,0-1 0,-1 2 0,-1 0 0,0 0 0,-1 1 0,0 0 0,-1 1 0,-1 0 0,7 21 0,-11-21 0,-1 0 0,-1-1 0,0 1 0,0 0 0,-2 0 0,0 0 0,-1 0 0,-1 0 0,0-1 0,-1 1 0,0-1 0,-2 0 0,0 0 0,0-1 0,-13 20 0,16-29 0,-1-1 0,0 1 0,0-1 0,0 0 0,-1-1 0,1 1 0,-1-1 0,0 1 0,0-2 0,0 1 0,0 0 0,-1-1 0,1 0 0,0 0 0,-1-1 0,0 0 0,1 0 0,-11 1 0,9-1 0,-1-1 0,1 0 0,0 0 0,0-1 0,0 0 0,-1 0 0,1-1 0,0 0 0,0 0 0,1 0 0,-1-1 0,0 0 0,1-1 0,-11-6 0,14 7 0,1 0 0,-1 0 0,0 0 0,1-1 0,-1 1 0,1 0 0,0-1 0,0 0 0,1 0 0,-1 1 0,1-1 0,0 0 0,0 0 0,0 0 0,0 0 0,1-1 0,0 1 0,0 0 0,0 0 0,0 0 0,0 0 0,1 0 0,0 0 0,0 0 0,2-5 0,3-11 0,1 0 0,0 1 0,17-29 0,1 5 0,2 0 0,2 2 0,1 1 0,2 2 0,42-39 0,197-154 0,-180 157 0,-4-2-1365,-78 68-5461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24575,'-4'86'0,"-16"93"0,-3 42 0,21-87-1365,2-109-5461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123 304 24575,'0'0'0,"0"0"0,0 0 0,5 2 0,32 13 0,-12-4 0,0 0 0,1-2 0,0-1 0,32 5 0,-51-12 0,0 0 0,0 0 0,1-1 0,-1 0 0,0-1 0,0 1 0,1-1 0,-1-1 0,0 1 0,0-1 0,0-1 0,-1 1 0,1-1 0,0 0 0,-1-1 0,0 1 0,0-1 0,0-1 0,0 1 0,-1-1 0,6-5 0,1-3 0,-2-1 0,0 1 0,0-1 0,-1-1 0,-1 0 0,0 0 0,-1-1 0,-1 0 0,-1 0 0,0 0 0,-1-1 0,0 1 0,-2-1 0,2-23 0,-4 37 0,0 0 0,0 0 0,-1 0 0,1 1 0,-1-1 0,1 0 0,-1 0 0,0 1 0,0-1 0,0 0 0,0 1 0,-1-1 0,1 1 0,-1 0 0,0-1 0,1 1 0,-1 0 0,0 0 0,0 0 0,-4-3 0,2 3 0,0 0 0,0 0 0,0 1 0,0-1 0,-1 1 0,1 0 0,-1 0 0,1 0 0,0 1 0,-1-1 0,-8 1 0,-7 2 0,0 1 0,1 1 0,-1 0 0,-30 12 0,27-7 0,0 1 0,1 2 0,0 0 0,1 1 0,1 2 0,0 0 0,1 1 0,0 0 0,1 2 0,1 0 0,1 1 0,1 1 0,0 0 0,2 1 0,0 1 0,1 0 0,2 0 0,0 1 0,1 1 0,2-1 0,-10 47 0,16-61 0,0 1 0,0-1 0,1 1 0,0 0 0,0 0 0,1-1 0,1 1 0,-1 0 0,2-1 0,-1 0 0,1 1 0,1-1 0,0 0 0,0 0 0,0-1 0,1 1 0,1-1 0,-1 0 0,1-1 0,1 1 0,-1-1 0,1 0 0,1-1 0,-1 0 0,1 0 0,0 0 0,0-1 0,1-1 0,-1 1 0,1-1 0,0-1 0,1 1 0,9 1 0,3 1-151,0-1-1,0-1 0,1-1 0,0 0 1,0-2-1,0-1 0,-1-1 1,30-5-1,-23 0-6674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24575,'2'187'-1365,"1"-147"-5461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6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57 24575,'12'-1'0,"0"-1"0,-1 0 0,1 0 0,-1-1 0,0-1 0,13-5 0,-10 3 0,1 1 0,0 1 0,15-3 0,-7 6 0,-1 1 0,0 1 0,0 0 0,0 2 0,0 1 0,-1 1 0,1 0 0,-1 2 0,30 14 0,-45-19 0,-1 0 0,0 1 0,0 0 0,0 0 0,0 0 0,-1 1 0,1-1 0,-1 1 0,0 0 0,0 1 0,-1-1 0,1 1 0,-1-1 0,0 1 0,0 0 0,0 0 0,-1 0 0,1 1 0,-1-1 0,1 9 0,-1-4 0,-1 0 0,0-1 0,-1 1 0,0 0 0,-1 0 0,0 0 0,-1 0 0,1 0 0,-2-1 0,0 1 0,-4 9 0,3-6 0,-2 0 0,0-1 0,0 0 0,-10 14 0,14-23 0,1-1 0,0 0 0,-1 0 0,0 0 0,1 0 0,-1 0 0,0 0 0,0-1 0,0 1 0,0-1 0,0 1 0,-1-1 0,1 0 0,0 0 0,-1 0 0,1 0 0,0 0 0,-1 0 0,1-1 0,-1 1 0,0-1 0,1 1 0,-1-1 0,1 0 0,-1 0 0,1-1 0,-1 1 0,0 0 0,-4-2 0,-14-9 0,0-1 0,0-1 0,1-1 0,1-1 0,-34-33 0,30 27 0,-69-68 0,55 51 0,-1 2 0,-59-43 0,96 79 0,0-1 0,-1 0 0,1 0 0,0 1 0,0-1 0,0 0 0,-1 1 0,1 0 0,0-1 0,0 1 0,-1 0 0,1-1 0,0 1 0,-1 0 0,1 0 0,-1 0 0,1 0 0,0 0 0,-1 0 0,1 1 0,0-1 0,-1 0 0,1 1 0,0-1 0,0 1 0,-1-1 0,1 1 0,0 0 0,0-1 0,0 1 0,0 0 0,0 0 0,0 0 0,0 0 0,0 0 0,0 0 0,0 0 0,0 0 0,1 0 0,-1 0 0,0 1 0,1-1 0,-1 3 0,-4 6 0,1 0 0,1 1 0,0-1 0,-2 14 0,4-19 0,-5 30-170,1 1-1,2 0 0,1 0 1,2 0-1,2 0 0,1-1 1,14 64-1,-8-64-6655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0 369 24575,'0'0'0,"0"0"0,0 0 0,0 0 0,0-17 0,1 7 0,1 0 0,-1-1 0,2 1 0,-1 0 0,1 0 0,1 0 0,0 1 0,0-1 0,1 1 0,12-17 0,-2 4 0,1 1 0,2 1 0,22-21 0,-22 25 0,1 0 0,1 2 0,0 0 0,1 2 0,0 0 0,1 1 0,38-12 0,-58 22 0,0 0 0,0 0 0,0 1 0,0-1 0,1 1 0,-1 0 0,0 0 0,0-1 0,1 1 0,-1 1 0,0-1 0,0 0 0,1 1 0,-1-1 0,0 1 0,0-1 0,0 1 0,0 0 0,0 0 0,0 0 0,4 3 0,-4-2 0,1 1 0,-1-1 0,0 1 0,0 0 0,0 0 0,0 0 0,0 0 0,-1 0 0,1 1 0,-1-1 0,0 1 0,1 4 0,1 6 0,-1-1 0,-1 1 0,0 0 0,-1 0 0,-1 0 0,-1 13 0,-4 1 0,0-1 0,-1-1 0,-2 1 0,-1-2 0,-1 1 0,-14 24 0,-97 142 0,70-114 0,37-56 0,1 0 0,1 1 0,1 1 0,1 0 0,-8 28 0,17-44 0,0 1 0,0 0 0,1 0 0,0 0 0,0 0 0,1 0 0,0 0 0,1 0 0,0 0 0,1 0 0,-1 0 0,2 0 0,-1-1 0,1 1 0,1-1 0,-1 0 0,1 1 0,8 10 0,1-2-455,-1-1 0,27 24 0,-20-22-6371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24575,'0'0'0,"0"0"0,0 0 0,0 0 0,0 0 0,0 2 0,0 3 0,-2 2 0,-3 4 0,-2 5 0,-3 3 0,1 2 0,2 3 0,2 2 0,2 3 0,3-1 0,2-5-8191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4685 190 24575,'1'-11'0,"34"-167"0,-36 180 0,0 1 0,-1-1 0,0 1 0,1-1 0,-1 0 0,0 1 0,0-1 0,-2 2 0,-8 8 0,-457 646 0,-28 38 0,-22-18 0,-391 376 0,226-274 0,317-342 0,-596 687 0,883-1038-54,13-16-601,-58 82-1,114-137-6170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24575,'0'0'0,"0"0"0,0 0 0,0 0 0,0 19 0,4 91 0,-6 0 0,-30 208 0,-81 208 0,109-510 0,-52 176 0,45-161 0,-2-1 0,0 0 0,-2-1 0,-19 28 0,100-67 0,30-21 0,-2-4 0,113-60 0,-118 52 0,467-204 0,-550 245 0,1-1 0,0 0 0,1 0 0,-1-1 0,0 0 0,-1 0 0,9-7 0,-13 9 0,-1 1 0,1-1 0,-1 0 0,0 0 0,0 0 0,1 1 0,-1-1 0,-1 0 0,1-1 0,0 1 0,0 0 0,-1 0 0,1 0 0,-1 0 0,0 0 0,0-1 0,0 1 0,0 0 0,0 0 0,0-1 0,0 1 0,-1 0 0,1 0 0,-1 0 0,1 0 0,-1 0 0,-2-3 0,-8-21 0,-2 0 0,0 1 0,-28-37 0,-60-66 0,73 94 0,-182-195 0,163 186 0,-2 2 0,-101-65 0,128 89 107,23 17-171,-1-1 0,1 1 0,0-1 0,0 1 0,0-1 0,0 1 0,0-1 0,-1 1 0,1 0 0,0 0 0,0-1 0,0 1 0,0 0 0,0 0 0,0 0 0,0 0 0,0 0 0,0 0 0,0 0 0,0 1 0,0-1 0,1 1 0,22 0-6762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24575,'0'0'0,"0"0"0,0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4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329 466 24575,'27'-1'0,"-16"2"0,844-13 0,0-1 0,-288 6 0,-1-33 0,19-30 0,792-76 0,-654 95 0,604-51 0,-842 77 0,2 25 0,-196 2 0,-287-3 0,1 1 0,0 0 0,0 1 0,0-1 0,0 1 0,-1 0 0,1 0 0,0 1 0,-1-1 0,1 1 0,-1 0 0,5 3 0,-5-2 0,0 1 0,0 0 0,0 0 0,-1 0 0,1 0 0,-1 1 0,0-1 0,-1 1 0,1 0 0,3 8 0,25 64 0,-3 1 0,19 89 0,22 168 0,-63-302 0,148 1127 0,-147-1098 0,89 1152 0,-81-1017 0,8 266 0,-23-461 0,0 0 0,0 0 0,0 0 0,0 0 0,0 0 0,0 0 0,-1 0 0,1 0 0,-1-1 0,0 1 0,1 0 0,-1 0 0,0 0 0,0 0 0,0-1 0,0 1 0,-2 1 0,1-1 0,0-1 0,0 0 0,-1 0 0,1 0 0,-1 0 0,1-1 0,-1 1 0,1 0 0,-1-1 0,1 0 0,-1 0 0,0 0 0,-2 0 0,-81-2 0,0-4 0,-87-17 0,91 11 0,-251-35 0,-373-50 0,-4 33 0,-256 52 0,-2 45 0,-299 3 0,-197-91 0,538 9 0,-67 38 0,820 9 0,159 0 0,8-1 0,-1 0 0,1 0 0,0 0 0,0-1 0,-9-2 0,13 3 0,1 0 0,-1-1 0,1 1 0,0-1 0,0 0 0,-1 1 0,1-1 0,0 0 0,0 0 0,0 0 0,0 0 0,0 0 0,0 0 0,0 0 0,0 0 0,1 0 0,-1-1 0,0 1 0,0 0 0,1 0 0,-1-1 0,1 1 0,-1 0 0,1-1 0,0 1 0,0 0 0,-1-1 0,1 1 0,0-2 0,1-28 0,1 1 0,2-1 0,9-41 0,-1 10 0,22-166 0,-9-2 0,-11 0 0,-25-388 0,-21 314-59,-7-93 219,35 307-648,4 0-1,15-122 0,-5 145-6337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957 1 24575,'0'0'0,"0"0"0,-2 1 0,0 1 0,0 0 0,0 0 0,0 0 0,0 0 0,1 0 0,-1 0 0,1 1 0,0-1 0,0 0 0,-1 1 0,2-1 0,-3 5 0,1 0 0,-41 89 0,-46 93 0,74-163 0,0 0 0,-2-2 0,0 0 0,-40 41 0,53-60 0,-1-1 0,1 0 0,-1 0 0,0-1 0,0 1 0,0-1 0,0 0 0,-1-1 0,1 1 0,-1-1 0,0 0 0,1 0 0,-12 1 0,12-3 0,0 0 0,1 0 0,-1-1 0,0 0 0,0 0 0,0 0 0,0 0 0,0-1 0,1 0 0,-1 0 0,1 0 0,0-1 0,-1 1 0,1-1 0,0 0 0,0 0 0,-3-4 0,-15-15 0,1 0 0,-26-38 0,35 43 0,-1 0 0,-1 0 0,-1 2 0,0-1 0,0 2 0,-2 0 0,-22-15 0,33 26 0,0-1 0,1 1 0,-1 1 0,0-1 0,-1 1 0,1 0 0,0 0 0,-1 1 0,1 0 0,0 0 0,-8 0 0,10 2 0,-1-1 0,1 1 0,-1 0 0,1 1 0,-1-1 0,1 1 0,0 0 0,0 0 0,0 0 0,0 1 0,0-1 0,0 1 0,0 0 0,1 0 0,0 0 0,-5 7 0,-9 10-170,2 1-1,1 1 0,1 1 1,0 0-1,2 0 0,1 1 1,-14 50-1,14-40-6655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894 686 24575,'0'0'0,"-7"-9"0,-28-50 0,3 0 0,-34-93 0,-32-132 0,90 259 0,0 0 0,-6-48 0,6 434 0,1-252 0,7-106 0,-42 436 0,34-392 0,-2-1 0,-2 0 0,-3-1 0,-1-1 0,-2 0 0,-1-1 0,-35 54 0,44-83 0,0-1 0,-1 1 0,-1-2 0,0 1 0,-1-2 0,0 0 0,-1 0 0,0-1 0,0-1 0,-1 0 0,-23 9 0,29-14 0,-1 0 0,0-1 0,0-1 0,0 1 0,0-1 0,0-1 0,0 0 0,-1 0 0,1-1 0,0-1 0,-1 0 0,1 0 0,0-1 0,0 0 0,0 0 0,0-1 0,0-1 0,1 0 0,-1 0 0,-9-6 0,18 9-38,-1 0 0,1 1 0,0-1 1,-1 0-1,1 0 0,0 1 0,0-1 0,0 0 0,0 0 0,0 0 0,0-1 0,0 1 0,0 0 0,0 0 0,1 0 0,-1-1 1,0 1-1,1 0 0,-1-1 0,1 1 0,-1-1 0,1 1 0,0 0 0,-1-1 0,1 1 0,0-1 0,0 1 0,0-1 0,0 1 1,1-1-1,-1 1 0,0 0 0,0-1 0,1 1 0,0-2 0,7-11-6788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20 24575,'-1'-1'0,"0"1"0,0 0 0,0-1 0,0 1 0,0 0 0,1-1 0,-1 1 0,0-1 0,0 1 0,1-1 0,-1 0 0,0 1 0,0-1 0,1 0 0,-1 1 0,1-1 0,-1 0 0,0-1 0,1 2 0,0 0 0,0-1 0,0 1 0,0-1 0,0 1 0,-1 0 0,1-1 0,0 1 0,0 0 0,0-1 0,0 1 0,-1 0 0,1 0 0,0-1 0,0 1 0,-1 0 0,1 0 0,0-1 0,0 1 0,-1 0 0,1 0 0,0 0 0,-1-1 0,1 1 0,0 0 0,-1 0 0,1 0 0,0 0 0,-1 0 0,1 0 0,0 0 0,-1 0 0,1 0 0,-1 0 0,1 0 0,0 0 0,-1 0 0,1 0 0,0 0 0,-1 0 0,1 0 0,0 0 0,-1 0 0,1 0 0,0 1 0,-1-1 0,1 0 0,0 0 0,-1 0 0,1 1 0,0-1 0,0 0 0,-1 0 0,1 1 0,0-1 0,0 0 0,0 1 0,-1-1 0,1 0 0,0 1 0,0-1 0,0 0 0,0 1 0,0-1 0,0 0 0,0 1 0,-1-1 0,-7 20 0,1 1 0,0-1 0,1 1 0,-5 40 0,-1 89 0,11 52 0,3-209 0,0 0 0,1 1 0,-1-1 0,1 1 0,1 0 0,-1-1 0,1 1 0,0 1 0,0-1 0,6-5 0,-2 1 0,9-10 0,1 1 0,1 1 0,1 0 0,0 2 0,1 0 0,1 1 0,1 1 0,0 1 0,0 2 0,2 0 0,-1 1 0,34-8 0,-51 16 0,0 0 0,1 0 0,-1 1 0,1 0 0,-1 0 0,1 1 0,-1 0 0,1 0 0,-1 1 0,1 0 0,-1 0 0,1 1 0,12 4 0,-14-3 0,-1 0 0,0 0 0,0 1 0,0 0 0,0-1 0,-1 1 0,1 1 0,-1-1 0,0 1 0,-1 0 0,1 0 0,-1 0 0,0 0 0,0 0 0,0 1 0,-1-1 0,3 11 0,2 10-170,-1 0-1,-2 1 0,-1-1 1,-1 1-1,-1-1 0,-2 1 1,-6 49-1,2-40-6655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24575,'0'0'0,"0"0"0,0 2 0,-2 2 0,-3 8 0,-3 6 0,-1 12 0,-2 14 0,-1 12 0,0 8 0,-1 6 0,1 1 0,-1 1 0,1-1 0,2-5 0,3-14-8191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505 203 24575,'0'0'0,"0"0"0,7-14 0,-2 5 0,-1 0 0,-1-1 0,1 0 0,-2 1 0,1-1 0,-2 0 0,1 0 0,-1-19 0,0 25 0,-1 1 0,0 0 0,-1 0 0,1-1 0,-1 1 0,1 0 0,-1 0 0,0 0 0,0 0 0,0-1 0,-1 1 0,1 1 0,-1-1 0,1 0 0,-1 0 0,0 1 0,0-1 0,0 1 0,-1-1 0,1 1 0,-1 0 0,1 0 0,-1 0 0,0 0 0,1 0 0,-1 1 0,0 0 0,0-1 0,0 1 0,0 0 0,-5-1 0,-3 1 0,0 0 0,-1 1 0,1 0 0,0 0 0,0 1 0,0 1 0,0 0 0,0 0 0,0 1 0,-12 6 0,2-1 0,-1 2 0,1 0 0,-36 26 0,40-24 0,2 1 0,0 0 0,0 1 0,1 1 0,1 0 0,0 1 0,1 0 0,-15 28 0,15-20 0,1 1 0,1 0 0,1 1 0,1 0 0,-7 43 0,8-17 0,2 1 0,2 55 0,12 102 0,-6-170 0,-1 8-682,-5 72-1,0-90-6143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24575,'0'0'0,"0"0"0,0 2 0,0 3 0,0 4 0,0 6 0,0 5 0,0 6 0,0 4 0,-2 7 0,-3 8 0,-2 4 0,-3-2 0,1-9-8191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254 126 24575,'0'0'0,"0"0"0,0 0 0,0 0 0,10-9 0,4-4 0,0 2 0,0 0 0,1 1 0,1 0 0,0 1 0,0 1 0,1 0 0,-1 2 0,2 0 0,26-6 0,-25 8 0,1 0 0,0 2 0,0 0 0,0 1 0,0 1 0,0 1 0,0 1 0,0 1 0,25 7 0,-29-6 0,-1 1 0,0 1 0,14 8 0,-25-12 0,0 0 0,0 1 0,0-1 0,0 1 0,0 0 0,0 0 0,-1 1 0,0-1 0,0 1 0,0-1 0,0 1 0,0 0 0,-1 0 0,4 7 0,-6-10 0,1 0 0,-1 0 0,1 1 0,-1-1 0,0 0 0,0 1 0,1-1 0,-1 0 0,0 0 0,0 1 0,0-1 0,0 0 0,-1 1 0,1-1 0,0 0 0,-1 0 0,1 1 0,0-1 0,-1 0 0,1 0 0,-1 0 0,0 0 0,1 1 0,-2 0 0,0-1 0,0 1 0,0 0 0,0-1 0,0 0 0,0 1 0,0-1 0,-1 0 0,1 0 0,0 0 0,-1-1 0,-3 2 0,-6 0 0,1-1 0,-1 0 0,0-1 0,-14-1 0,-17-4 0,1-3 0,-52-15 0,53 11 0,0 3 0,-59-7 0,88 16 0,0 0 0,-1 0 0,1 2 0,0-1 0,0 2 0,0 0 0,0 0 0,0 1 0,1 0 0,-1 1 0,1 0 0,0 1 0,1 1 0,-1-1 0,1 2 0,1-1 0,-13 13 0,8-6 0,1 1 0,0 1 0,1 0 0,1 0 0,0 1 0,1 1 0,1-1 0,1 2 0,0-1 0,-5 21 0,10-24-136,0 0-1,1-1 1,1 1-1,0 0 1,1 0-1,0 0 1,1 0-1,1 0 0,7 27 1,4 4-6690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1169 159 24575,'0'0'0,"-3"-14"0,1 6 0,-1 1 0,-1 0 0,1-1 0,-1 1 0,0 1 0,-1-1 0,0 0 0,0 1 0,0 0 0,-1 1 0,0-1 0,0 1 0,0 0 0,-1 0 0,1 1 0,-1 0 0,0 0 0,0 0 0,-1 1 0,-15-4 0,1 0 0,0 2 0,0 1 0,-1 0 0,0 2 0,0 1 0,-28 1 0,9 3 0,0 2 0,0 2 0,1 2 0,-1 2 0,2 1 0,-52 23 0,60-21 0,1 2 0,0 1 0,0 2 0,2 1 0,1 1 0,0 1 0,-48 52 0,60-53 0,0 1 0,1 0 0,1 1 0,1 1 0,1 0 0,2 1 0,0 0 0,-9 40 0,0 20 0,-9 112 0,9-52 0,-5-5-1365,15-89-5461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24575,'25'13'0,"37"20"0,64 44 0,-107-64 0,0 2 0,-1 1 0,-1 0 0,0 1 0,-2 0 0,0 2 0,15 23 0,-22-29 0,0 0 0,-1 1 0,-1 0 0,-1 1 0,0-1 0,0 1 0,-1 0 0,-1 0 0,-1 0 0,0 0 0,-1 0 0,-1 1 0,-2 25 0,0-30 0,0 1 0,0-1 0,-2 0 0,1 0 0,-1-1 0,-1 1 0,0-1 0,0 0 0,-1 0 0,-1-1 0,1 1 0,-1-1 0,-1-1 0,0 1 0,0-1 0,-1-1 0,1 0 0,-21 13 0,21-15 0,-1 0 0,0-1 0,-1 0 0,1 0 0,-1-1 0,1 0 0,-1-1 0,0 0 0,0 0 0,0-1 0,-19-1 0,24 0 0,-1-1 0,1 1 0,0-2 0,-1 1 0,1 0 0,0-1 0,0 0 0,0 0 0,0-1 0,0 0 0,1 1 0,-1-1 0,1-1 0,0 1 0,0-1 0,0 1 0,0-1 0,0-1 0,1 1 0,0 0 0,0-1 0,0 1 0,-3-9 0,2 5 0,1-1 0,0-1 0,1 1 0,0 0 0,1-1 0,0 1 0,0-1 0,1 1 0,0-1 0,0 1 0,1-1 0,1 1 0,0 0 0,0-1 0,0 1 0,1 0 0,1 0 0,5-11 0,6-8 0,1 0 0,2 1 0,0 0 0,25-26 0,6-3 0,3 3 0,2 1 0,2 4 0,2 1 0,2 3 0,2 3 0,84-42 0,-132 76 0,48-21 0,-57 26 0,0 1 0,0-1 0,0 1 0,1 0 0,-1 0 0,0 0 0,1 1 0,-1 0 0,8 0 0,-13 0 1,0 0 0,0 0 0,1 0 0,-1 0 0,0 0 0,0 1 0,0-1 0,1 0 0,-1 0 0,0 0 0,0 0-1,0 0 1,1 0 0,-1 0 0,0 0 0,0 0 0,0 0 0,0 1 0,1-1 0,-1 0 0,0 0 0,0 0 0,0 0 0,0 1 0,0-1 0,0 0-1,0 0 1,1 0 0,-1 0 0,0 1 0,0-1 0,0 0 0,0 0 0,0 0 0,0 1 0,0-1 0,0 0 0,0 0 0,0 0 0,0 1 0,0-1-1,0 0 1,0 0 0,0 0 0,0 1 0,0-1 0,0 0 0,-1 0 0,1 0 0,0 1 0,0-1 0,0 0 0,0 0 0,0 0 0,0 0 0,-1 1-1,1-1 1,0 0 0,0 0 0,0 0 0,0 0 0,-1 0 0,1 0 0,0 0 0,0 1 0,0-1 0,0 0 0,-1 0 0,1 0 0,-14 9-1432,0-2-5395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24575,'0'0'0,"0"0"0,0 0 0,0 0 0,37 7 0,-13 0 0,207 32 0,-108-21 0,167 48 0,-175-34 0,-116-31 0,0 0 0,1 0 0,-1 0 0,1 0 0,-1 0 0,0 0 0,0-1 0,1 1 0,-1 0 0,0 0 0,0-1 0,0 1 0,0-1 0,0 1 0,0-1 0,0 1 0,0-1 0,-1 1 0,-122 54 0,-106 53 0,6 27 0,173-100 0,3 2 0,-57 54 0,101-88 7,1 0 0,0 0-1,1 0 1,-1 0 0,0 1-1,1-1 1,0 1-1,0-1 1,0 1 0,0 0-1,0 0 1,1 0 0,0 0-1,0 0 1,0 0 0,0 1-1,0 4 1,2-4-113,0 0 0,0 0 0,0 0 0,0-1 0,1 1 0,0 0-1,0-1 1,0 1 0,1-1 0,0 0 0,0 0 0,0 0 0,6 7 0,7 6-6720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24575,'0'0'0,"0"0"0,0 0 0,0 0 0,0 19 0,-2 87-73,10 198-1219,-2-266-5534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26 24575,'0'0'0,"0"0"0,0 0 0,-14 25 0,1-13 0,-7 8 0,20-18 0,13-10 0,9-4 0,1 1 0,0 1 0,1 1 0,0 1 0,0 1 0,0 1 0,1 1 0,0 1 0,0 1 0,0 2 0,32 1 0,-42 1 0,1 1 0,-1 0 0,0 1 0,0 1 0,0 0 0,0 2 0,-1-1 0,1 2 0,14 8 0,-24-12 0,0 1 0,0 0 0,0 0 0,0 0 0,-1 0 0,1 1 0,-1 0 0,0 0 0,0 0 0,5 11 0,-7-12 0,0 1 0,-1-1 0,0 1 0,0-1 0,0 1 0,0 0 0,-1-1 0,0 1 0,1 0 0,-2-1 0,1 1 0,-1 0 0,1 0 0,-1-1 0,-1 1 0,-1 5 0,-1-1 0,0 0 0,-1-1 0,-1 1 0,1-1 0,-1 0 0,0 0 0,-1-1 0,0 0 0,0 0 0,-1-1 0,1 1 0,-1-2 0,-1 1 0,1-1 0,-1 0 0,0-1 0,0 0 0,0-1 0,-1 1 0,-14 2 0,43-8 0,1 1 0,-1 1 0,37 5 0,68 16 0,-99-16 0,0 1 0,-1 2 0,0 0 0,0 2 0,-1 0 0,0 1 0,23 17 0,-38-23 0,0 1 0,-1 0 0,0 1 0,0 0 0,0 0 0,-1 1 0,0-1 0,-1 1 0,7 13 0,-9-14 0,0-1 0,-1 1 0,0 0 0,0 0 0,0 0 0,-1 1 0,0-1 0,-1 0 0,0 0 0,0 1 0,0-1 0,-1 0 0,0 1 0,-2 6 0,-1-1 11,0-1 0,-1 1 0,0-1 0,-1 0 0,-1 0 0,0-1-1,0 0 1,-1 0 0,0-1 0,-16 16 0,0-4-382,0-1-1,-2-2 1,-32 21 0,19-17-6455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24575,'0'0'0,"0"0"0,0 0 0,0 0 0,0 0 0,0 0 0,0 0 0,0 0 0,0 0 0,-3 19 0,-3 51 0,2 0 0,3 0 0,9 76 0,-3-58 0,4 88 0,107 1675 0,-80-1357 0,-34 614 0,-5-1056 0,-9 124 0,8-145 0,-1-1 0,-2 1 0,-16 45 0,2-32-1365,13-34-5461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24575,'2'3'0,"-1"0"0,1 0 0,-1 0 0,1-1 0,0 1 0,0-1 0,0 1 0,1-1 0,-1 0 0,4 3 0,4 5 0,43 53 0,61 94 0,33 82 0,-123-200 0,76 136 0,151 364 0,-236-507 0,-16-59 0,-2-16 0,6-124 0,7 1 0,8 0 0,7 1 0,60-210 0,-37 227 0,-48 148 0,0-1 0,0 1 0,0-1 0,0 1 0,0-1 0,0 1 0,-1-1 0,1 1 0,0-1 0,0 1 0,0-1 0,0 1 0,-1-1 0,1 1 0,0-1 0,0 1 0,-1 0 0,1-1 0,0 1 0,0 0 0,-1-1 0,1 1 0,-1 0 0,1-1 0,0 1 0,-1 0 0,1-1 0,-1 1 0,1 0 0,-1 0 0,1 0 0,0 0 0,-1-1 0,1 1 0,-1 0 0,1 0 0,-1 0 0,-23-2 0,20 2 0,-73 0 19,-92 14-1,61-3-1420,40-6-5424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80 883 24575,'-5'-2'0,"0"0"0,0 0 0,-1 0 0,1 1 0,-1-1 0,1 1 0,-1 1 0,1-1 0,-1 1 0,0 0 0,-7 1 0,7-1 0,160 10 0,203-13 0,-287 0 0,965-70-228,1-49-428,-40 4 646,85-4-283,-8-56 1035,-718 101-345,508-96-349,-850 171-48,6-2 0,0 1 0,1 1 0,30 1 0,-44 1 0,-1 1 0,1 0 0,0 0 0,0 1 0,-1-1 0,1 1 0,-1 0 0,1 1 0,-1-1 0,0 1 0,0 0 0,0 0 0,0 1 0,-1-1 0,1 1 0,5 6 0,1 4 0,-1 0 0,0 1 0,-1 0 0,0 1 0,-2 0 0,8 18 0,28 107 0,-40-131 0,31 135 0,18 159 0,-9 155 0,-12 364 0,-35 2 0,2-620 0,-5 68 0,3 219 0,12-405-46,28 121 0,-18-114-1227,-12-62-5553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24575,'0'0'0,"1"10"0,10 32 0,1-1 0,3 0 0,26 52 0,-13-30 0,62 150 0,-10 3 0,77 327 0,-28 329 0,-90 10 0,-60-314 0,3-204 0,16-331 0,1-17 0,0 0 0,1 0 0,1 0 0,3 21 0,-3-35 0,1 1 0,0 0 0,0-1 0,0 0 0,0 1 0,0-1 0,1 0 0,-1 0 0,1 0 0,-1 0 0,1-1 0,0 1 0,-1-1 0,1 1 0,0-1 0,0 0 0,0 0 0,4 0 0,-1 2 0,59 18 0,1-1 0,1-4 0,79 9 0,211 5 0,447-39 0,1-62 0,-799 70 0,771-98 0,794-210 0,-511 44 0,-589 173 0,4 35 0,-363 45 0,-103 11-90,1 1-70,1-1 1,-1-1 0,0 0-1,1 0 1,-1-1 0,0 0-1,16-8 1,-11 1-6667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1181 55 24575,'0'-34'0,"1"15"0,-1 18 0,-1 3 0,-1 31 0,-7 31 0,-3-1 0,-3 0 0,-2-2 0,-3 1 0,-3-2 0,-2-1 0,-36 60 0,53-104 0,-1-1 0,-1-1 0,0 1 0,-1-1 0,0-1 0,-1 0 0,-17 12 0,25-20 0,-1-1 0,1 0 0,-1 0 0,0-1 0,0 1 0,-1-1 0,1 0 0,0-1 0,-1 1 0,1-1 0,-1 0 0,1-1 0,-1 1 0,0-1 0,1 0 0,-1 0 0,0-1 0,1 0 0,-1 0 0,1 0 0,-1 0 0,1-1 0,0 0 0,-10-5 0,-4-4 0,1-1 0,1 0 0,0-1 0,1-1 0,-22-23 0,-66-89 0,87 104 0,-34-45 0,28 34 0,-2 1 0,0 1 0,-3 1 0,-59-51 0,86 80 0,-1 0 0,1 0 0,-1 0 0,0 0 0,1 1 0,-1-1 0,0 0 0,0 1 0,0-1 0,1 1 0,-1-1 0,0 1 0,0 0 0,0 0 0,0 0 0,0 0 0,0 0 0,1 0 0,-1 1 0,0-1 0,-3 2 0,1-1 0,1 1 0,-1 0 0,0 0 0,1 1 0,0-1 0,0 1 0,-1 0 0,2 0 0,-6 5 0,-2 6 0,0 1 0,1 0 0,-12 25 0,21-40 0,-25 56-195,2 1 0,2 1 0,3 1 0,2 1 0,4 0 0,-11 116 0,22-131-6631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24575,'15'23'0,"-4"-9"0,-1 1 0,-1 0 0,0 1 0,-1 0 0,-1 0 0,0 1 0,5 20 0,24 127 0,-30-131 0,18 114-1365,-15-87-5461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24575,'7'508'0,"-2"-234"0,-3-252 0,0-34 0,4-20 0,23-68 0,77-172 0,-93 244 0,1 1 0,25-36 0,-34 55 0,1 1 0,0-1 0,1 1 0,-1 0 0,1 1 0,1 0 0,-1 0 0,1 0 0,0 1 0,0 0 0,18-7 0,-23 11 0,0 0 0,0 0 0,0 1 0,1-1 0,-1 1 0,0 0 0,0-1 0,0 1 0,1 1 0,-1-1 0,0 0 0,0 1 0,0 0 0,1-1 0,-1 1 0,0 1 0,0-1 0,3 2 0,-1 0 0,0 1 0,-1-1 0,1 1 0,-1 0 0,0 0 0,0 0 0,-1 1 0,1 0 0,3 7 0,4 8 0,-2 0 0,-1 0 0,0 1 0,5 25 0,-3-4-1365,-2-6-5461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24575,'0'0'0,"0"0"0,7 14 0,30 31 0,-27-34 0,0 0 0,-1 1 0,0 0 0,-1 1 0,8 15 0,1 16 0,-1 0 0,-2 1 0,10 60 0,12 144 0,-35-239 0,29 276 40,22 164-1445,-44-407-5421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5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24575,'0'0'0,"0"0"0,0 0 0,0 0 0,0 0 0,0 0 0,3-21 0,1 11 0,1 0 0,-1 1 0,2 0 0,-1-1 0,1 2 0,1-1 0,0 1 0,0 0 0,0 0 0,1 1 0,11-9 0,1 1 0,1 1 0,0 1 0,41-19 0,-35 21 0,0 1 0,0 2 0,1 0 0,0 2 0,0 1 0,1 1 0,49 0 0,-60 5 0,1-1 0,0 2 0,-1 1 0,0 0 0,1 1 0,-1 1 0,-1 1 0,1 0 0,-1 2 0,0 0 0,0 0 0,28 21 0,-39-23 0,1-1 0,-1 1 0,-1-1 0,1 2 0,-1-1 0,0 1 0,0-1 0,-1 1 0,0 1 0,0-1 0,0 0 0,-1 1 0,-1 0 0,1 0 0,-1 0 0,0 0 0,-1 0 0,1 14 0,-2-8 0,-1 0 0,-1 0 0,0 0 0,-1 0 0,0 0 0,-1 0 0,-1-1 0,0 0 0,0 0 0,-10 14 0,-3 5-273,-3-2 0,0-1 0,-2 0 0,-38 36 0,16-22-6553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24575,'0'0'0,"0"0"0,0 0 0,0 0 0,0 2 0,0 3 0,0 6 0,0 10 0,0 13 0,0 11 0,4 13 0,6 11 0,2 12 0,2-1 0,-1-14-8191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131 149 24575,'0'0'0,"0"0"0,0 0 0,0 0 0,0 0 0,10-10 0,9-4 0,1 1 0,0 1 0,0 1 0,1 1 0,41-14 0,-15 9 0,84-15 0,-109 26 0,1 1 0,-1 1 0,1 1 0,0 1 0,-1 1 0,1 1 0,-1 1 0,1 1 0,37 12 0,-56-15 0,0 0 0,0 1 0,0 0 0,0 0 0,0 1 0,0-1 0,0 1 0,-1-1 0,1 1 0,-1 0 0,0 1 0,0-1 0,0 0 0,0 1 0,-1 0 0,1 0 0,-1 0 0,0 0 0,0 0 0,0 0 0,-1 0 0,0 0 0,0 1 0,0-1 0,1 6 0,-2-3 0,0 0 0,-1 0 0,0 0 0,0 0 0,0 0 0,-1 0 0,0 0 0,0 0 0,-1 0 0,0-1 0,0 1 0,-1-1 0,0 0 0,0 0 0,-5 6 0,2-4 0,0 1 0,0-1 0,-1-1 0,0 0 0,-1 0 0,0 0 0,0-1 0,0 0 0,-1-1 0,1 0 0,-12 3 0,13-5 0,0-1 0,-1 0 0,1-1 0,0 0 0,-1 0 0,1 0 0,0-1 0,-1-1 0,1 0 0,-1 0 0,1 0 0,0-1 0,0 0 0,-16-7 0,-5-5 0,-39-26 0,50 28 0,0 1 0,0 1 0,-1 1 0,0 0 0,0 2 0,-28-8 0,40 14 0,1 0 0,-1 0 0,0 1 0,0 0 0,1 0 0,-1 1 0,0 0 0,1 0 0,-1 0 0,0 1 0,1 0 0,0 1 0,-1-1 0,-7 5 0,5-1 0,0 0 0,1 1 0,-1 0 0,1 0 0,1 0 0,0 1 0,0 0 0,-9 13 0,5-2 0,0-1 0,1 1 0,1 1 0,1 0 0,1 0 0,1 1 0,0 0 0,-3 31 0,5 18-1365,5-10-5461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8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75 24575,'0'28'0,"-10"284"0,1 22 0,11-240 0,21 146 0,30 9 0,-43-214 0,2 0 0,1-1 0,2 0 0,37 60 0,-46-85 0,0 0 0,0-1 0,1 0 0,1 0 0,-1 0 0,2-1 0,-1 0 0,0 0 0,1-1 0,1 0 0,16 7 0,-18-9 0,1-2 0,0 1 0,-1-2 0,1 1 0,0-1 0,0 0 0,0-1 0,0 0 0,0 0 0,0-1 0,0 0 0,0-1 0,-1 1 0,15-6 0,-4-1 0,0-1 0,-1 0 0,0-1 0,0-1 0,-1-1 0,-1 0 0,0-1 0,-1-1 0,0 0 0,-1-1 0,18-25 0,-3-1 0,-1-2 0,-2-1 0,30-69 0,-16 15 0,-5 0 0,35-163 0,10-212 0,-76 446 0,6-45 0,-2 1 0,-3-75 0,-6 138 0,-1 8 0,-4 17 0,-4 31 0,-41 451 0,42 3 0,21-209 0,-6-237 0,2 0 0,3 0 0,20 61 0,-23-95-455,1 1 0,13 22 0,-5-16-6371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22 24575,'0'-1'0,"0"0"0,0 0 0,0 1 0,0-1 0,0 0 0,0 0 0,0 0 0,-1 1 0,1-1 0,0 0 0,-1 0 0,1 1 0,0-1 0,-1 0 0,1 1 0,-1-1 0,1 0 0,-1 1 0,1-1 0,-1 1 0,0-1 0,1 1 0,-1-1 0,0 1 0,0-1 0,-24-3 0,17 5 0,-1 0 0,1 1 0,-15 5 0,12-3 0,0 1 0,0 1 0,1 0 0,0 0 0,0 1 0,0 0 0,1 1 0,0 0 0,0 1 0,1 0 0,0 0 0,1 0 0,0 1 0,-10 18 0,9-12 0,1 1 0,0-1 0,1 2 0,1-1 0,0 1 0,2-1 0,0 1 0,0 0 0,1 22 0,3-34 0,-1 1 0,1-1 0,0 1 0,0-1 0,0 0 0,1 1 0,0-1 0,1 0 0,-1 0 0,1 0 0,0-1 0,0 1 0,1-1 0,0 0 0,0 0 0,0 0 0,1 0 0,-1 0 0,10 6 0,7 3 0,0 0 0,1-2 0,43 18 0,-20-9 0,232 120 0,-271-138 0,0 0 0,0 0 0,0 1 0,-1 0 0,0 0 0,7 6 0,-11-9 0,0 1 0,0-1 0,0 1 0,0-1 0,0 1 0,0 0 0,-1-1 0,1 1 0,-1 0 0,1-1 0,-1 1 0,1 0 0,-1 0 0,0 0 0,0-1 0,0 1 0,0 0 0,0 0 0,0 0 0,-1-1 0,1 1 0,-1 0 0,1 0 0,-1-1 0,0 1 0,1 0 0,-1-1 0,-1 2 0,-4 8 0,-1-1 0,-1 0 0,1-1 0,-1 0 0,-1 0 0,0-1 0,0 0 0,0 0 0,-11 6 0,-11 5 0,-56 26 0,64-34-136,-1-1-1,0-1 1,-1-1-1,1-2 1,-1 0-1,-1-1 1,1-2-1,-1-1 0,-46-1 1,61-3-6690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78 648 24575,'-10'-4'0,"9"4"0,-1-1 0,1 1 0,0-1 0,-1 0 0,1 1 0,0-1 0,-1 0 0,1 0 0,0 0 0,0 0 0,0 0 0,0 0 0,0 0 0,0 0 0,0-1 0,0 1 0,0 0 0,0-1 0,1 1 0,-1 0 0,1-1 0,-1 1 0,1-1 0,-1 1 0,1-3 0,-1 1 0,1 0 0,0 1 0,0-1 0,0 0 0,0 0 0,0 0 0,0 0 0,1 0 0,0 1 0,-1-1 0,1 0 0,0 0 0,1 1 0,-1-1 0,0 1 0,1-1 0,-1 1 0,1-1 0,0 1 0,0 0 0,0 0 0,2-2 0,7-6 0,0 2 0,0-1 0,18-9 0,-7 4 0,12-9 0,-1 3 0,52-46 0,-76 57 0,0 0 0,0 0 0,-1-1 0,0 0 0,-1 0 0,0-1 0,-1 0 0,0 0 0,7-20 0,-7 9 0,0 1 0,-1-1 0,4-38 0,-8 53 0,-1-1 0,0 0 0,0 0 0,0 0 0,-1 1 0,0-1 0,-1 0 0,0 1 0,0-1 0,0 1 0,-1 0 0,0-1 0,-1 1 0,-5-8 0,8 14 0,-1-1 0,1 1 0,-1-1 0,1 1 0,-1 0 0,0 0 0,1 0 0,-1 0 0,0 0 0,0 0 0,0 0 0,0 1 0,0-1 0,0 1 0,0-1 0,0 1 0,0 0 0,0-1 0,0 1 0,0 0 0,0 1 0,0-1 0,0 0 0,0 1 0,0-1 0,0 1 0,0-1 0,1 1 0,-1 0 0,0 0 0,0 0 0,-2 1 0,-6 4 0,0 0 0,1 1 0,0 0 0,-11 11 0,-7 9 0,2 2 0,1 0 0,1 1 0,2 2 0,1 0 0,2 1 0,1 1 0,1 1 0,2 0 0,2 1 0,1 0 0,1 1 0,3 0 0,1 0 0,-3 74 0,10-95 0,0-1 0,1 0 0,0-1 0,1 1 0,0 0 0,2-1 0,0 1 0,0-1 0,1-1 0,1 1 0,0-1 0,1 0 0,0-1 0,1 1 0,1-2 0,0 1 0,0-1 0,1-1 0,0 0 0,1-1 0,0 0 0,1-1 0,0 0 0,0 0 0,0-2 0,1 0 0,0 0 0,1-2 0,25 7 0,-30-9-76,0 0 1,0 0-1,0-1 0,0 0 0,0 0 0,0-1 0,0-1 0,0 0 1,0 0-1,0-1 0,-1 0 0,1-1 0,0 0 0,-1 0 1,0-1-1,0 0 0,14-9 0,5-8-6750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24575,'2'3'0,"0"1"0,0-1 0,-1 1 0,0-1 0,1 1 0,0 7 0,0-5 0,13 58 0,-2 0 0,7 110 0,-8-51 0,46 193 0,-41-235 0,-14-68 0,-1-8 0,-1-1 0,0 1 0,0 0 0,0 0 0,0 0 0,-1 1 0,0-1 0,0 0 0,0 0 0,-2 6 0,2-11 0,-1 0 0,1 0 0,-1 0 0,1 0 0,-1 0 0,1 0 0,-1 0 0,1 0 0,-1-1 0,1 1 0,-1 0 0,1 0 0,-1 0 0,1 0 0,-1-1 0,1 1 0,-1 0 0,1-1 0,-1 1 0,1 0 0,0-1 0,-1 1 0,1 0 0,-1-1 0,1 1 0,0-1 0,0 1 0,-1-1 0,1 1 0,0 0 0,0-1 0,-1 0 0,-12-18 0,-2-12 0,2 1 0,1-2 0,1 1 0,2-2 0,2 1 0,0-1 0,2 0 0,2-1 0,1 1 0,3-39 0,0 56 0,1 1 0,0 1 0,1-1 0,1 0 0,0 1 0,1-1 0,1 1 0,0 1 0,1-1 0,1 1 0,0 0 0,17-22 0,-17 27 0,0-1 0,0 1 0,1 1 0,0-1 0,0 1 0,1 1 0,0 0 0,0 0 0,0 1 0,1 0 0,0 1 0,0 0 0,0 1 0,0 0 0,1 1 0,-1 0 0,14 0 0,31 3-1365,-41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24575,'0'0'0,"0"0"0,0 0 0,0 0 0,0 0 0,0 0 0,0 0 0,24 10 0,-14-5 0,455 243 0,-295-150 0,81 43-9,902 494-93,-969-539-182,1422 779 10,-247-84 274,-1185-691 0,495 300 0,-258-109 514,-288-200-1724,-55-42-5616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23 24575,'-4'1'0,"0"-1"0,0 1 0,0-1 0,0 0 0,0 0 0,0 0 0,0-1 0,0 1 0,0-1 0,0 0 0,0 0 0,-4-3 0,-16-1 0,-25-7 0,48 12 0,1 1 0,0-1 0,-1 0 0,1 0 0,0 0 0,-1 1 0,1-1 0,0 0 0,0 0 0,0 1 0,-1-1 0,1 0 0,0 0 0,0 1 0,0-1 0,-1 0 0,1 1 0,0-1 0,0 0 0,0 1 0,0-1 0,0 0 0,0 1 0,0-1 0,0 0 0,0 1 0,0-1 0,0 1 0,0-1 0,0 0 0,0 1 0,0-1 0,0 0 0,0 1 0,1-1 0,-1 0 0,0 0 0,0 1 0,0-1 0,0 0 0,1 1 0,5 19 0,11 6 0,1 0 0,1-1 0,1-1 0,28 27 0,-13-15 0,321 319 0,-136-141 0,-214-208 0,6 5 0,-1 1 0,0 1 0,0-1 0,11 20 0,-22-31 0,1-1 0,-1 1 0,1 0 0,-1 0 0,1 0 0,-1 0 0,0-1 0,1 1 0,-1 0 0,0 0 0,0 0 0,0 0 0,0 0 0,0 0 0,0 0 0,0 0 0,0 0 0,0 0 0,0 0 0,0 0 0,0 0 0,-1 0 0,1-1 0,0 1 0,-1 0 0,0 1 0,0-1 0,0 1 0,-1-1 0,1 0 0,-1 0 0,1 0 0,-1 0 0,0 0 0,1 0 0,-1-1 0,0 1 0,1 0 0,-1-1 0,-2 1 0,-9 1 0,0 0 0,0-1 0,-16-1 0,19 0 0,-388-7 0,64-1 0,-92 21 0,424-12 27,10-1-511,-5-1-424,9 1-5918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66 894 24575,'-30'1'0,"-5"-1"0,62-3 0,117-7 0,303-27 0,255-39 0,1253-152 0,-914 47 0,1105-134 0,-2004 301 0,14-3 0,227 4 0,-371 13 0,1 1 0,-1 0 0,1 1 0,-1 1 0,0 0 0,0 1 0,0 0 0,0 1 0,-1 0 0,1 0 0,-1 2 0,-1-1 0,1 1 0,-1 1 0,0 0 0,-1 0 0,0 1 0,0 0 0,-1 1 0,0 0 0,-1 0 0,0 0 0,6 13 0,28 58 0,47 135 0,10 96 0,43 305 0,-55 11 0,9 700 0,-86-1152 0,15 407 0,-38 0 0,-5-294 0,18-284-109,2-4 39,-1 0 0,0 0 0,0 0 1,0 0-1,0 0 0,-1 0 0,1 0 1,0 0-1,0 0 0,0 0 0,-1 0 1,1 0-1,-1 0 0,1 0 0,-1-1 0,1 1 1,-1 1-1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73 126 24575,'-15'-22'0,"-1"-4"0,5 8 0,0-1 0,-9-21 0,22 104 0,79 441 0,-35-252 0,129 1106 0,-72-478 0,41-9 0,-125-779 0,-1 1 0,48 148 0,-59-222 0,1-1 0,1 0 0,0-1 0,2 0 0,0 0 0,26 30 0,-28-38 0,1-1 0,0 0 0,1 0 0,-1-1 0,2-1 0,-1 0 0,1-1 0,0 0 0,0 0 0,1-1 0,-1-1 0,15 3 0,14 1 0,1-2 0,1-2 0,-1-2 0,63-4 0,175-31 0,553-118 0,-185 30 0,2236-248 0,-1943 277 0,-373 33 0,-81 9 0,-479 49-195,-1 1 0,1-2 0,-1 1 0,0-1 0,0 0 0,13-6 0,-4-3-6631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1199 0 24575,'8'23'0,"-2"-7"0,1 10 0,-2 0 0,-2 1 0,0 0 0,-1 0 0,-2 0 0,-4 38 0,-34 161 0,-9-29 0,36-161 0,-1-1 0,-2 0 0,-25 45 0,35-72 0,-1 0 0,0-1 0,0 0 0,-1 0 0,1-1 0,-11 9 0,14-13 0,0 0 0,-1 0 0,1-1 0,-1 1 0,0-1 0,0 0 0,1 0 0,-1 0 0,0 0 0,0 0 0,0 0 0,0-1 0,0 0 0,0 1 0,0-1 0,0 0 0,0 0 0,0-1 0,0 1 0,0-1 0,0 1 0,-3-2 0,-4-2 0,0-1 0,1 0 0,0 0 0,-1-1 0,2 0 0,-14-11 0,-47-51 0,43 42 0,-12-14 0,-3 1 0,-1 3 0,-2 1 0,-65-39 0,92 64 0,0 1 0,-1 0 0,0 1 0,-1 2 0,0 0 0,0 0 0,0 2 0,0 0 0,-1 2 0,0 0 0,1 1 0,-1 1 0,0 1 0,1 0 0,-38 9 0,48-8 5,0 1 0,0 0 0,1 1-1,-1 0 1,1 0 0,0 1 0,0 0 0,1 0-1,0 1 1,0 0 0,0 0 0,0 1 0,1 0-1,0 0 1,0 0 0,1 1 0,0 0-1,1 0 1,-1 0 0,2 0 0,-1 1 0,1 0-1,0 0 1,-2 12 0,2-4-129,0 2 0,2-1 1,0 0-1,0 0 0,2 0 0,0 0 1,2 0-1,0 0 0,0 0 0,2 0 1,9 23-1,1-6-6702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24575,'6'1'0,"0"0"0,0 1 0,0 0 0,0 0 0,0 0 0,-1 1 0,1 0 0,8 6 0,-6-4 0,22 13 0,-1 2 0,-1 1 0,30 29 0,70 81 0,-106-107 0,151 173 0,-148-164 0,-1 1 0,-1 2 0,-3 0 0,22 50 0,-36-71 0,-1 0 0,0 0 0,-2 0 0,1 1 0,0 20 0,-3-30 0,-1-1 0,0 0 0,0 1 0,0-1 0,-1 0 0,0 0 0,0 1 0,0-1 0,0 0 0,-1 0 0,0 0 0,0 0 0,-1 0 0,1-1 0,-1 1 0,0-1 0,0 1 0,0-1 0,-6 5 0,7-8 0,0 0 0,0 1 0,0-1 0,0 0 0,-1 0 0,1 0 0,0-1 0,-1 1 0,1-1 0,0 1 0,-1-1 0,1 0 0,-1 1 0,1-1 0,-1-1 0,1 1 0,-1 0 0,1-1 0,-1 1 0,1-1 0,0 1 0,-1-1 0,1 0 0,0 0 0,0 0 0,0-1 0,-1 1 0,1 0 0,0-1 0,1 0 0,-3-1 0,-4-4 0,0 0 0,0 0 0,1-1 0,0 0 0,-11-18 0,9 10 0,2 1 0,0-1 0,0-1 0,2 1 0,0-1 0,1 0 0,1-1 0,0 1 0,1 0 0,1-27 0,2 12 0,2 0 0,0 0 0,3 0 0,16-57 0,-7 47 0,2 1 0,2 1 0,1 0 0,3 2 0,28-39 0,147-169 0,-182 228 0,15-18-1365,-5 7-5461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24575,'14'-15'0,"13"-13"0,1 2 0,43-30 0,-61 49 0,-1 1 0,1 0 0,0 0 0,1 1 0,0 0 0,-1 1 0,1 1 0,1 0 0,-1 0 0,0 1 0,1 0 0,15 0 0,-23 2 0,0 0 0,0 1 0,0-1 0,0 1 0,0 0 0,0 0 0,-1 0 0,1 0 0,0 1 0,-1-1 0,1 1 0,-1 0 0,1 0 0,-1 1 0,0-1 0,0 1 0,0-1 0,4 5 0,-4-2 0,1 0 0,-1 0 0,-1 1 0,1-1 0,-1 1 0,0-1 0,0 1 0,0 0 0,-1 0 0,0 0 0,1 6 0,-1 7 0,-1 0 0,-1 0 0,-1 0 0,0 0 0,-1 0 0,-10 31 0,4-22 0,-1 0 0,-2-1 0,-1 0 0,0-1 0,-2 0 0,-2-1 0,0-1 0,-1-1 0,-1 0 0,-29 26 0,40-43 0,1 0 0,-1-1 0,-1 0 0,-13 6 0,20-9 0,-1-1 0,0 0 0,1 0 0,-1 0 0,0 0 0,0 0 0,0-1 0,0 0 0,0 1 0,0-1 0,0 0 0,0 0 0,0-1 0,0 1 0,0 0 0,0-1 0,0 0 0,-5-2 0,9 3 0,-1 0 0,0 0 0,0-1 0,0 1 0,0 0 0,0 0 0,0-1 0,0 1 0,0 0 0,1 0 0,-1 0 0,0 0 0,0-1 0,0 1 0,0 0 0,1 0 0,-1 0 0,0 0 0,0-1 0,0 1 0,1 0 0,-1 0 0,0 0 0,0 0 0,1 0 0,-1 0 0,0 0 0,0 0 0,1 0 0,-1 0 0,0 0 0,0 0 0,0 0 0,1 0 0,-1 0 0,0 0 0,0 0 0,1 0 0,-1 0 0,0 0 0,0 0 0,1 0 0,-1 1 0,0-1 0,18-1 0,21 5 0,1 1 0,-1 2 0,-1 2 0,1 1 0,-2 2 0,0 2 0,0 1 0,-1 2 0,-1 1 0,-1 2 0,32 25 0,-56-38 0,0 0 0,-1 1 0,0 1 0,0-1 0,-1 1 0,0 1 0,-1-1 0,0 1 0,-1 0 0,10 19 0,-14-21 0,1 0 0,-1 0 0,0 0 0,-1-1 0,0 2 0,0-1 0,-1 0 0,0 0 0,0 0 0,-1 0 0,0 0 0,0 0 0,-1 0 0,0 0 0,-1-1 0,-6 15 0,0-4 0,-1-1 0,0 0 0,-2 0 0,0-1 0,-1-1 0,0 0 0,-1-1 0,-1-1 0,0 0 0,0-1 0,-2 0 0,-18 9 0,12-7 0,-2-2 0,0-1 0,0 0 0,-1-2 0,0-1 0,0-2 0,-1 0 0,-34 2 0,11-7-1365,12-4-5461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24575,'0'0'0,"0"0"0,0 0 0,2-3 0,0 1 0,1-1 0,-1 0 0,0 1 0,1 0 0,0 0 0,-1-1 0,1 1 0,0 1 0,4-3 0,-6 3 0,27-13 0,1 0 0,0 2 0,0 1 0,1 2 0,0 0 0,1 2 0,0 2 0,0 1 0,0 1 0,0 1 0,62 6 0,-79-2 0,0 0 0,1 1 0,-1 1 0,-1 0 0,1 1 0,-1 0 0,0 2 0,0-1 0,0 1 0,-1 1 0,0 0 0,-1 1 0,0 0 0,0 1 0,14 17 0,-16-17 0,-1 0 0,-1 1 0,0 0 0,0 1 0,-1 0 0,-1 0 0,0 0 0,-1 0 0,0 1 0,0-1 0,-2 1 0,1 0 0,-2 0 0,0 0 0,0 1 0,-1-1 0,-3 16 0,2-19 7,-1-1-1,-1 0 0,1-1 0,-2 1 1,1 0-1,-1-1 0,0 0 1,-1 0-1,0 0 0,0 0 1,-1-1-1,0 0 0,0 0 0,0 0 1,-1-1-1,0 0 0,-1 0 1,-12 8-1,-2-2-254,0-1 1,-1-1-1,0-1 1,-1 0-1,-40 7 1,-10-1-6579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 24575,'-3'2'0,"0"1"0,0 0 0,0 1 0,0-1 0,0 0 0,-3 7 0,-2 5 0,1 1 0,0-1 0,1 1 0,1 1 0,0-1 0,1 1 0,-2 27 0,2 3 0,3 69 0,5-55 0,2 0 0,3-1 0,3 0 0,32 95 0,109 221 0,-153-375 0,33 70 0,23 80 0,-49-130 0,-1 1 0,-1 0 0,-1 0 0,-1 0 0,-1 0 0,-1 1 0,-1-1 0,-5 35 0,3-47 0,0 0 0,0-1 0,-1 0 0,-1 0 0,1 0 0,-1 0 0,-1 0 0,0-1 0,0 1 0,-1-1 0,1-1 0,-2 1 0,-7 7 0,4-6 0,-1-1 0,0 0 0,-1 0 0,0-1 0,0 0 0,-1-1 0,1-1 0,-18 6 0,-12-1 0,0-2 0,0-1 0,-1-3 0,-79 0 0,-99-11-1365,209 6-5461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24575,'0'0'0,"0"0"0,0 2 0,0 5 0,2 7 0,3 13 0,2 19 0,2 21 0,2 18 0,1 9 0,-2 0 0,-2-4 0,-5-5 0,-3-12 0,-1-19-8191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47 218 24575,'0'0'0,"0"0"0,0 0 0,0 0 0,3-14 0,2 3 0,1-1 0,0 2 0,1-1 0,-1 1 0,2 0 0,0 0 0,0 1 0,1 0 0,0 0 0,0 1 0,1 1 0,16-11 0,-10 8 0,1 0 0,1 2 0,-1 0 0,1 1 0,1 0 0,-1 2 0,26-5 0,-16 7 0,0 2 0,0 1 0,0 0 0,0 3 0,-1 0 0,1 1 0,-1 2 0,0 1 0,0 1 0,-1 1 0,0 2 0,0 0 0,34 22 0,-58-32 0,0 0 0,0 0 0,0 1 0,0-1 0,-1 0 0,1 1 0,-1-1 0,1 1 0,-1-1 0,1 1 0,-1 0 0,0 0 0,0 0 0,0-1 0,0 1 0,0 0 0,0 0 0,0 3 0,-1-3 0,0-1 0,0 0 0,-1 0 0,1 0 0,-1 1 0,1-1 0,-1 0 0,0 0 0,1 0 0,-1 0 0,0 0 0,0 0 0,0 0 0,0 0 0,0 0 0,0-1 0,0 1 0,0 0 0,0 0 0,0-1 0,0 1 0,0-1 0,-1 1 0,1-1 0,0 0 0,0 1 0,0-1 0,-1 0 0,1 0 0,0 0 0,-3 0 0,-13 3 0,0-2 0,-1 0 0,1-1 0,0 0 0,-24-5 0,-87-21 0,102 20 0,-163-48 0,185 52 0,0 1 0,0 0 0,0 1 0,0-1 0,0 1 0,0 0 0,0 0 0,0 0 0,0 0 0,0 1 0,0-1 0,0 1 0,0 0 0,0 0 0,1 1 0,-1-1 0,-4 3 0,2 0 0,1 0 0,-1 1 0,1-1 0,0 1 0,0 0 0,1 1 0,0-1 0,0 1 0,-4 6 0,-11 22 0,2 0 0,1 0 0,-23 74 0,22-44 0,-14 96 0,25-102-1365,4-14-5461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24575,'0'2'0,"1"1"0,0-1 0,0 1 0,-1-1 0,2 0 0,-1 1 0,0-1 0,0 0 0,1 0 0,-1 0 0,3 3 0,3 3 0,166 227 0,-64-91 0,-27-37 0,-36-49 0,-2 1 0,63 115 0,-101-161 0,1 1 0,-2 0 0,0 0 0,0 0 0,3 27 0,-7-36 0,-1-1 0,1 0 0,-1 1 0,-1-1 0,1 1 0,0-1 0,-1 0 0,0 0 0,0 1 0,-1-1 0,1 0 0,-1 0 0,0 0 0,0 0 0,0 0 0,0-1 0,-1 1 0,1-1 0,-1 1 0,0-1 0,0 0 0,0 0 0,-1 0 0,-4 3 0,-7 3 0,0-1 0,0-1 0,-1 0 0,0-1 0,0-1 0,0 0 0,-31 4 0,-119 5 0,164-14 0,-101 1-341,1-4 0,-1-4-1,-108-23 1,189 26-6485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718 337 24575,'0'0'0,"0"0"0,0 0 0,0 0 0,-17-5 0,-515-260 0,494 247 0,18 7 0,0 2 0,-1 0 0,-38-10 0,59 19 0,-1 0 0,1 0 0,-1 0 0,1 0 0,-1 0 0,1 1 0,-1-1 0,1 0 0,-1 0 0,1 1 0,-1-1 0,1 0 0,0 0 0,-1 1 0,1-1 0,-1 1 0,1-1 0,0 0 0,-1 1 0,1-1 0,0 1 0,0-1 0,-1 1 0,1-1 0,0 1 0,0-1 0,0 1 0,0-1 0,-1 1 0,1-1 0,0 1 0,0-1 0,0 1 0,0-1 0,0 1 0,0-1 0,0 1 0,1-1 0,-1 1 0,0-1 0,0 1 0,0-1 0,0 1 0,1 0 0,5 29 0,-6-28 0,61 196 101,7 32-1567,-63-208-5360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24575,'2'13'0,"0"1"0,1-1 0,1 0 0,0 0 0,0 0 0,2-1 0,9 18 0,0 3 0,139 332-1365,-128-306-5461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6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24575,'0'0'0,"0"0"0,6 10 0,534 820 0,-510-782 0,-7-14 0,-2 1 0,-1 1 0,-2 1 0,20 60 0,-34-85 0,-1 0 0,-1 0 0,0 1 0,-1 0 0,0-1 0,-1 1 0,0 0 0,-3 15 0,2-20 0,-2 1 0,1 0 0,-1-1 0,0 1 0,-1-1 0,0 0 0,0 0 0,-1-1 0,0 1 0,0-1 0,-1 0 0,-12 12 0,3-6 0,0-1 0,-1-1 0,-1-1 0,0 0 0,0-1 0,-1 0 0,0-2 0,0 0 0,-23 5 0,-29 4 0,-79 8 0,131-22 0,-34 5-682,-100 2-1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24575,'0'0'0,"0"0"0,0 0 0,0 2 0,2 3 0,3 7 0,2 11 0,3 11 0,1 11 0,3 8 0,3 11 0,5 12 0,3 3 0,-4-14-8191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51 301 24575,'-2'0'0,"1"-1"0,-1 0 0,0 0 0,1 1 0,-1-1 0,1-1 0,-1 1 0,1 0 0,-1 0 0,1 0 0,0-1 0,0 1 0,0-1 0,-2-1 0,-14-22 0,15 21 0,1 1 0,-1 0 0,1 0 0,0 0 0,0-1 0,0 1 0,0-1 0,1 1 0,-1-1 0,1 1 0,0-1 0,0 1 0,0-1 0,1 1 0,-1-1 0,1 1 0,0-1 0,0 1 0,0 0 0,0-1 0,1 1 0,-1 0 0,1 0 0,0 0 0,0 0 0,0 0 0,0 0 0,5-4 0,6-6 0,0 1 0,0 1 0,1 0 0,20-11 0,-30 19 0,15-9 0,0 1 0,0 0 0,1 1 0,1 2 0,0 0 0,0 1 0,1 1 0,24-4 0,-38 9 0,0 0 0,0 0 0,0 1 0,0 0 0,0 1 0,0 0 0,0 0 0,0 1 0,0 0 0,0 0 0,0 1 0,-1 0 0,1 0 0,-1 0 0,0 1 0,0 1 0,0-1 0,-1 1 0,0 0 0,0 0 0,0 1 0,0 0 0,-1 0 0,0 0 0,7 12 0,-6-8 0,-1 1 0,0-1 0,0 1 0,-1 0 0,-1 0 0,0 1 0,0-1 0,-1 1 0,1 20 0,-3-25 0,0 0 0,0 0 0,0 1 0,-1-1 0,0 0 0,-1 0 0,0 0 0,0-1 0,0 1 0,-1 0 0,0-1 0,0 1 0,0-1 0,-1 0 0,0 0 0,0-1 0,-7 8 0,9-11 0,-1-1 0,1 1 0,0-1 0,-1 1 0,1-1 0,-1 0 0,0 0 0,1 0 0,-1 0 0,0-1 0,0 1 0,1-1 0,-1 1 0,0-1 0,0 0 0,0 0 0,1 0 0,-1-1 0,0 1 0,0-1 0,0 1 0,1-1 0,-5-2 0,-8-3 0,0 0 0,1-1 0,-16-10 0,-1-1 0,15 10 0,0 1 0,0 0 0,-1 1 0,0 1 0,-27-5 0,40 10 0,-1-1 0,0 1 0,0 0 0,1 0 0,-1 0 0,0 1 0,0 0 0,1 0 0,-1 0 0,0 0 0,1 1 0,0-1 0,-1 1 0,1 0 0,0 1 0,0-1 0,0 1 0,0 0 0,0 0 0,1 0 0,-1 0 0,1 1 0,0-1 0,0 1 0,-4 7 0,-1 3 9,0 1 0,1 0 0,1 1-1,1 0 1,-5 20 0,-13 86-316,15-67-804,-2 3-5715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5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5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5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2:57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24575,'0'0'0,"0"0"0,0 0 0,0 0 0,0 0 0,0 0 0,5 1 0,21 4 0,0-1 0,0-1 0,0-2 0,31-2 0,-18 1 0,442-12 0,34 3 0,-107 6 0,275-9 0,-427 10 0,110-26 0,-260 16 0,77-3 0,83-9 0,-253 22 0,11-3 0,1 2 0,0 1 0,42 1 0,-65 2 0,0-1 0,0 1 0,0 0 0,0-1 0,0 1 0,-1 0 0,1 0 0,0 0 0,-1 0 0,1 1 0,0-1 0,-1 0 0,0 1 0,1-1 0,-1 1 0,0-1 0,1 1 0,-1 0 0,0-1 0,1 4 0,2 5 0,1 0 0,4 17 0,-6-17 0,10 39 0,-1 0 0,9 87 0,-7 103 0,-25 70 0,-1-97 0,18 172 0,-2-240 0,3 297 0,-5-305 0,10 284 0,9-107 0,-17-233-1365,-4-65-5461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0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24575,'0'2'0,"1"-1"0,-1 0 0,1 1 0,-1-1 0,1 0 0,0 0 0,-1 1 0,1-1 0,0 0 0,1 1 0,2 4 0,11 24 0,0 0 0,-2 0 0,-1 1 0,-2 1 0,12 58 0,10 169 0,-24-162 0,41 296 0,-1-7 0,27 345 0,-45-315 0,-28-21 0,-3-215 0,1-179 0,0 0 0,0 0 0,1 0 0,-1 0 0,0 0 0,1 0 0,-1 1 0,0-1 0,1 0 0,-1 0 0,1 0 0,0 0 0,-1-1 0,1 1 0,0 0 0,0 0 0,-1 0 0,1 0 0,0-1 0,0 1 0,0 0 0,0-1 0,0 1 0,0-1 0,0 1 0,0-1 0,0 1 0,3-1 0,2 2 0,1-1 0,-1 0 0,12 1 0,-15-2 0,128 3 0,233-23 0,-167-3 0,123-11 0,2 16 0,-142 17 0,267-9 0,-19-26 0,-132 10 0,83 23 0,-71 6 0,-256-9-1365,-30 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1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24575,'0'18'0,"-1"3"0,-1 0 0,-9 37 0,-2 17 0,-13 128 0,18-139 0,1 69 0,6-121 0,1-5 0,1 0 0,0 1 0,0-1 0,0 0 0,1 0 0,0 1 0,1-1 0,5 13 0,0-6 0,1 1 0,17 23 0,-25-37 0,0 0 0,0 1 0,0-1 0,1 0 0,-1 0 0,0 0 0,0 0 0,1 0 0,-1 0 0,0-1 0,1 1 0,-1 0 0,1-1 0,-1 1 0,1-1 0,-1 1 0,1-1 0,-1 0 0,3 1 0,-1-2 0,0 1 0,-1 0 0,1-1 0,-1 1 0,1-1 0,0 0 0,-1 0 0,0 0 0,1 0 0,3-3 0,5-4 0,-2 0 0,1 0 0,16-20 0,-18 20 0,-5 5 0,78-90 0,-71 79 0,0-1 0,-1 1 0,0-1 0,-1-1 0,7-20 0,3-25 0,18-124 0,-26 123 0,-3 23 0,-3-1 0,0-63 0,3 171 0,-1-19 0,2 181 0,0-10 0,0 15-1365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1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90 24575,'0'0'0,"0"0"0,0 0 0,13-12 0,0 0 0,-8 8 0,-1 1 0,0-1 0,0 0 0,-1 0 0,6-9 0,-8 13 0,-1-1 0,0 0 0,0 0 0,0 1 0,0-1 0,0 0 0,1 0 0,-1 1 0,-1-1 0,1 0 0,0 0 0,0 1 0,0-1 0,0 0 0,-1 0 0,1 1 0,0-1 0,0 0 0,-1 1 0,1-1 0,-1 0 0,1 1 0,-1-1 0,1 1 0,-1-1 0,1 0 0,-1 1 0,0-1 0,-1-1 0,0 1 0,0-1 0,1 1 0,-1 0 0,0 0 0,0 0 0,0 0 0,-4-1 0,0 1 0,1 0 0,0 1 0,0 0 0,-1 0 0,1 1 0,0-1 0,0 1 0,0 0 0,0 0 0,0 1 0,0 0 0,-6 2 0,6-2 0,0 1 0,0-1 0,1 1 0,-1 0 0,0 1 0,1-1 0,0 1 0,0 0 0,0 0 0,0 0 0,-4 6 0,7-7 0,-1-1 0,1 0 0,0 1 0,0-1 0,0 1 0,0 0 0,0-1 0,1 1 0,-1 0 0,1-1 0,0 1 0,0 0 0,0 0 0,0-1 0,0 1 0,1 5 0,0-5 0,0 0 0,1 1 0,-1-1 0,1 0 0,0 0 0,0 0 0,0 0 0,0 0 0,0-1 0,1 1 0,3 3 0,3 1 0,1 0 0,-1-1 0,1 0 0,0-1 0,1 0 0,20 7 0,21 1 0,7 3 0,-51-13 0,0 0 0,0 1 0,-1-1 0,1 1 0,7 6 0,-14-9 0,1 0 0,-1 0 0,1 1 0,-1-1 0,1 0 0,-1 1 0,0-1 0,0 1 0,0 0 0,0-1 0,0 1 0,0 0 0,0 0 0,1 2 0,-2-2 0,0-1 0,0 1 0,0 0 0,0-1 0,0 1 0,0 0 0,-1 0 0,1-1 0,0 1 0,-1 0 0,0-1 0,1 1 0,-1-1 0,0 1 0,1-1 0,-3 3 0,-2 3 11,-1 0 0,1-1 0,-1 0 0,0 0 0,-1 0 0,0-1-1,0 0 1,0 0 0,0 0 0,-9 3 0,5-3-223,-1 0 0,1-1 0,-1-1-1,1 0 1,-1 0 0,-19 1 0,26-4-6614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24575,'2'1'0,"0"-1"0,0 0 0,0 0 0,0 1 0,0-1 0,0 0 0,-1 0 0,5-1 0,3 0 0,10 1 0,1-2 0,-1 0 0,1-1 0,36-10 0,-42 8 0,-1 0 0,0 0 0,0-1 0,-1-1 0,0 0 0,0-1 0,19-15 0,-28 19 0,1 1 0,-1-1 0,0 0 0,1 0 0,-2 0 0,1 0 0,0-1 0,-1 1 0,0-1 0,0 1 0,0-1 0,-1 0 0,2-6 0,-3 9 0,1 0 0,-1-1 0,0 1 0,0 0 0,0-1 0,-1 1 0,1 0 0,-1-1 0,1 1 0,-1 0 0,0 0 0,1 0 0,-1-1 0,0 1 0,0 0 0,-1 0 0,1 0 0,0 1 0,-1-1 0,1 0 0,-1 0 0,0 1 0,1-1 0,-1 1 0,0-1 0,0 1 0,0 0 0,0 0 0,0 0 0,-3-1 0,-1 0 0,1 0 0,-1 1 0,1 0 0,-1 0 0,1 0 0,-1 1 0,0-1 0,1 1 0,-1 1 0,1-1 0,-1 1 0,0 0 0,1 0 0,-1 1 0,-8 3 0,5-1 0,-1 1 0,1-1 0,0 2 0,0-1 0,1 1 0,-1 0 0,-11 13 0,7-5 0,0 0 0,2 1 0,0 1 0,-11 19 0,17-27 0,1 0 0,0 1 0,1-1 0,0 1 0,0 0 0,1 0 0,0 0 0,0 1 0,1-1 0,0 14 0,2-16 0,0 1 0,1-1 0,0 0 0,0 0 0,0 0 0,1 0 0,0 0 0,0-1 0,1 1 0,-1-1 0,2 0 0,-1 0 0,1 0 0,-1 0 0,2-1 0,-1 0 0,0 0 0,1 0 0,0-1 0,0 0 0,11 5 0,-8-4 0,-1-1 0,1 0 0,0-1 0,0 0 0,0-1 0,0 1 0,1-2 0,-1 1 0,1-2 0,-1 1 0,1-1 0,-1 0 0,1-1 0,-1 0 0,1-1 0,12-3 0,-1-4-682,22-10-1,-27 10-6143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24575,'2'30'0,"1"0"0,13 55 0,1 3 0,-17-86 0,3 16 0,-1 0 0,-1 0 0,-1 22 0,-8-57 0,0-10 0,1 0 0,1-1 0,1 1 0,2-1 0,1 0 0,1 0 0,1 0 0,5-31 0,-4 48 0,2 0 0,-1 0 0,1 0 0,9-20 0,-10 26 0,0 1 0,1-1 0,0 0 0,0 1 0,0 0 0,0-1 0,1 1 0,0 1 0,0-1 0,0 0 0,0 1 0,7-4 0,-8 5 0,0 1 0,1 0 0,-1 0 0,0 0 0,1 0 0,-1 1 0,1 0 0,-1-1 0,0 1 0,1 0 0,-1 0 0,1 1 0,-1-1 0,5 2 0,7 2 0,-1 1 0,15 6 0,-4-1 0,7 0-1365,-19-7-5461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0,0 0 0,0 18 0,13 328 0,-7-30-1365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0 229 24575,'0'0'0,"0"0"0,3-8 0,1 2 0,0 0 0,0 1 0,1-1 0,0 1 0,0 0 0,7-6 0,37-25 0,-35 26 0,18-12 0,1 2 0,70-33 0,-86 46 0,1 1 0,0 0 0,1 1 0,-1 1 0,1 1 0,0 1 0,-1 0 0,23 1 0,-35 2 0,1-1 0,-1 1 0,0 0 0,0 0 0,1 1 0,-1 0 0,0 0 0,0 1 0,-1-1 0,1 1 0,10 7 0,-14-7 0,1-1 0,0 1 0,0-1 0,-1 1 0,1 0 0,-1 0 0,0 1 0,0-1 0,0 0 0,-1 1 0,1-1 0,-1 1 0,0-1 0,0 1 0,0 0 0,0-1 0,-1 1 0,1 0 0,-1 0 0,0 0 0,0 4 0,-2 2 0,1 1 0,-2-1 0,1 1 0,-1-1 0,-1 0 0,0 0 0,-7 12 0,-41 64 0,45-77 0,-80 120-1365,66-97-5461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24575,'0'0'0,"0"0"0,0 0 0,0 0 0,0 1 0,0 2 0,0 3 0,0 1 0,-1 26 0,0 6 0,-1-2 0,1-7 0,0-9-8191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24575,'0'0'0,"0"0"0,0 2 0,-1 1 0,-1 4 0,-2 6 0,0 4 0,1 6 0,0 5 0,2 3 0,0 3 0,1-1 0,-1 0 0,2-5 0,-1-6-8191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246 181 24575,'0'0'0,"0"0"0,1-14 0,-1 12 0,0 0 0,1 0 0,-1 0 0,1-1 0,0 1 0,-1 0 0,1 0 0,0 0 0,1 0 0,-1 1 0,0-1 0,0 0 0,3-2 0,1-1 0,1 0 0,9-7 0,-7 6 0,5-4 0,63-45 0,-63 47 0,1 0 0,0 0 0,29-10 0,-41 18 0,1-1 0,0 1 0,-1-1 0,1 1 0,0 0 0,-1 0 0,1 0 0,0 1 0,-1-1 0,1 0 0,-1 1 0,1 0 0,0 0 0,-1 0 0,0 0 0,1 0 0,-1 0 0,1 0 0,-1 1 0,0-1 0,0 1 0,0 0 0,0 0 0,2 2 0,0 0 0,-1 0 0,0 0 0,0 0 0,0 0 0,-1 1 0,1-1 0,-1 1 0,0-1 0,0 1 0,-1 0 0,2 10 0,-3-14 0,1 0 0,-1 0 0,0 1 0,-1-1 0,1 0 0,0 0 0,0 0 0,-1 1 0,1-1 0,0 0 0,-1 0 0,1 0 0,-1 0 0,1 0 0,-1 1 0,0-1 0,0 0 0,1-1 0,-1 1 0,0 0 0,0 0 0,0 0 0,0 0 0,0-1 0,0 1 0,0 0 0,0-1 0,0 1 0,-2 0 0,-4 1 0,1 0 0,0 0 0,-1 0 0,-7 0 0,11-2 0,-22 3 0,0-2 0,0-1 0,-26-3 0,-32 1 0,70 2 0,0 1 0,0 1 0,-1 0 0,-15 5 0,18-3 0,-1 0 0,1 1 0,1 0 0,-1 0 0,1 2 0,-1-1 0,2 1 0,-1 0 0,1 1 0,-16 18 0,16-16 0,1 1 0,1 1 0,0-1 0,0 1 0,1 0 0,0 1 0,1 0 0,1-1 0,-4 21 0,2-3-341,3 0 0,0 1-1,2 35 1,2-37-6485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46 136 24575,'0'0'0,"0"0"0,0 0 0,0 0 0,0 0 0,-9-9 0,6 8 0,-1 0 0,0 0 0,1 1 0,-1-1 0,0 1 0,-5 0 0,3 0 0,24 1 0,758-32 0,-488 7 0,179-11 0,-181 8 0,-235 22-539,70 3 1,-115 2 250,8 0-6538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7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25 24575,'0'0'0,"-11"-7"0,7 4 0,3 2 0,0 0 0,0 0 0,0 0 0,1 0 0,-1 0 0,0 0 0,0 0 0,0 0 0,1 0 0,-1 0 0,-1-3 0,13 9 0,78 26 0,109 57 0,-178-79 0,-10-5 0,-1 1 0,0 0 0,0 0 0,12 9 0,-21-13 0,0 0 0,1-1 0,-1 1 0,1 0 0,-1-1 0,0 1 0,1 0 0,-1 0 0,0-1 0,0 1 0,0 0 0,1 0 0,-1-1 0,0 1 0,0 0 0,0 0 0,0 0 0,-1-1 0,1 1 0,0 0 0,0 0 0,0-1 0,0 1 0,-1 0 0,1 0 0,0-1 0,-1 1 0,0 1 0,-15 21 0,12-17 0,-41 52 0,-67 68 0,105-119-455,-1 0 0,-13 9 0,14-10-6371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24575,'0'0'0,"0"13"0,2 13 0,0 1 0,10 37 0,-4-17 0,55 413 0,-54-95 0,-9-172 0,-8 659 0,-5-146 0,23-546 118,-1 3-1601,-9-157-5343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2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24575,'0'0'0,"0"0"0,2 0 0,-1 0 0,1-1 0,2-2 0,-1 0 0,1 0 0,2-1 0,2-1 0,0-1 0,-1 1-8191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0 272 24575,'11'0'0,"548"6"0,-414-6 0,63 2 0,119 1 0,-1-14 0,336-39 0,-621 47 0,538-56 0,-46 4 0,812-44 0,-924 93 0,-415 6 0,1 1 0,-1-1 0,0 1 0,0 1 0,0-1 0,0 1 0,0 0 0,0 0 0,0 1 0,-1-1 0,1 1 0,-1 1 0,0-1 0,0 1 0,0 0 0,0 0 0,-1 0 0,1 1 0,-1-1 0,0 1 0,-1 0 0,1 0 0,4 10 0,8 17 0,19 56 0,4 38 0,-33-105 0,109 457 0,-53 11 0,-54 89 0,2 34 0,20-318 0,-24-246 0,22 174 0,-14-131 0,2 16 0,-15-93-1365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0 323 24575,'8'-4'0,"7"0"0,-1 0 0,1 1 0,0 1 0,0 1 0,23 0 0,-5-1 0,308-14 21,156-8-605,609-15 460,-395 17 139,-2-17-19,50-31 4,-277 23 0,657 2 0,-986 47-689,-139-2-6137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6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45 24575,'2'-2'0,"0"0"0,-1-1 0,1 1 0,0 0 0,-1-1 0,0 1 0,1-1 0,-1 1 0,0-1 0,0 0 0,0 1 0,-1-1 0,1 0 0,-1 0 0,1-4 0,-1 9 0,1 0 0,-1 1 0,1-1 0,0 0 0,0 0 0,2 3 0,4 13 0,-5-3 0,-1 0 0,0-1 0,0 1 0,-4 24 0,-13 60 0,11-69 0,-6 29 0,3 0 0,0 89 0,7-137-107,1 15 339,0-25-319,1 1-1,-1-1 0,0 0 1,0 0-1,0 1 0,1-1 1,-1 0-1,1 0 0,-1 0 1,1 0-1,-1 0 0,1 0 1,0 0-1,-1 0 0,1 0 1,1 1-1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87 24575,'0'0'0,"0"0"0,0 0 0,-1-1 0,0 0 0,0 0 0,0 1 0,0-1 0,1 0 0,-1 0 0,0 0 0,0 0 0,0 0 0,0-2 0,-2-1 0,-4-3 0,0 1 0,0 0 0,-1 0 0,1 1 0,-1 0 0,0 1 0,-1-1 0,-15-5 0,13 7 0,-1-1 0,1 1 0,-1 1 0,0 0 0,1 1 0,-19-1 0,25 3 0,1-1 0,0 0 0,0 1 0,0 0 0,0 0 0,0 0 0,0 0 0,1 1 0,-1 0 0,0 0 0,1 0 0,-1 0 0,1 0 0,0 0 0,-1 1 0,1 0 0,-5 5 0,6-5 0,1 0 0,-1 0 0,0-1 0,1 1 0,-1 0 0,1 1 0,0-1 0,0 0 0,0 0 0,0 0 0,1 1 0,-1-1 0,1 0 0,0 1 0,0-1 0,0 0 0,1 0 0,-1 1 0,1-1 0,0 0 0,-1 0 0,3 5 0,0-1 0,1 0 0,0 0 0,0-1 0,0 0 0,1 0 0,0 0 0,0 0 0,0-1 0,11 9 0,-6-6 0,1-1 0,0 0 0,0-1 0,1 0 0,11 5 0,-19-10-114,1 1 1,-1-1-1,0 0 0,1 0 0,-1 0 1,1-1-1,-1 0 0,1 0 0,-1 0 1,1 0-1,4-1 0,5-3-6712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0 24575,'0'0'0,"0"0"0,0 0 0,0 0 0,0 0 0,0 0 0,-8 9 0,-63 87 0,43-54 0,-39 40 0,35-44 0,33-39 0,1 0 0,0 0 0,0 1 0,0-1 0,-1 1 0,1-1 0,0 1 0,2 0 0,4-2 0,-1 1 0,0-1 0,0 1 0,0 1 0,0-1 0,0 1 0,0 0 0,0 1 0,10 1 0,-14-1 0,1 0 0,0 0 0,-1 1 0,1-1 0,-1 1 0,0 0 0,0 0 0,0 0 0,0 0 0,0 1 0,0-1 0,0 1 0,-1-1 0,1 1 0,-1 0 0,0 0 0,4 6 0,-3-3 0,0 0 0,-1 0 0,1 1 0,-1-1 0,0 1 0,-1 0 0,0-1 0,0 1 0,0 0 0,-1 0 0,0 0 0,-1 9 0,0-10 0,0 0 0,0-1 0,-1 1 0,1-1 0,-1 0 0,-1 1 0,1-1 0,-1 0 0,1 0 0,-2 0 0,1-1 0,0 1 0,-1-1 0,0 0 0,-5 5 0,-4 1 0,0-1 0,0-1 0,0-1 0,-20 9 0,-59 18 0,60-23-227,-1-1-1,0-2 1,-1-1-1,0-2 1,-53 1-1,73-6-6598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24575,'0'0'0,"-1"0"0,-1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3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0 24575,'-7'9'0,"-22"33"0,-15 19 0,39-54 0,-2 0 0,1 0 0,-1-1 0,0 0 0,-15 10 0,20-15 0,0 0 0,0 0 0,0 0 0,0-1 0,0 1 0,-1 0 0,1-1 0,0 1 0,0-1 0,-1 0 0,1 0 0,0 0 0,-1 0 0,1 0 0,0-1 0,-1 1 0,1-1 0,0 1 0,0-1 0,0 0 0,0 0 0,-1 0 0,-2-2 0,-4-3 0,0-1 0,1 1 0,-15-16 0,8 7 0,1 2 0,4 3 0,0 1 0,-1 0 0,-15-9 0,25 17 0,0 0 0,-1 1 0,1-1 0,-1 1 0,1-1 0,-1 1 0,1 0 0,0-1 0,-1 1 0,1 0 0,-1 0 0,1 0 0,-1 0 0,1 0 0,-1 1 0,1-1 0,-2 1 0,0 0 0,0 0 0,1 0 0,-1 0 0,1 1 0,-1-1 0,1 1 0,0 0 0,-4 2 0,0 4 0,-1-1 0,1 1 0,0 0 0,-5 9 0,-18 36 0,-27 74 0,47-106 0,-2 8-1365,8-21-5461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24575,'2'-11'0,"0"6"0,0 0 0,1 0 0,-1 0 0,1 1 0,0-1 0,0 1 0,1-1 0,-1 1 0,1 1 0,0-1 0,8-6 0,-3 4 0,0 0 0,1 0 0,-1 1 0,20-7 0,-22 9 0,15-5 0,27-6 0,-44 13 0,1-1 0,0 2 0,0-1 0,-1 1 0,1-1 0,0 2 0,0-1 0,0 1 0,-1-1 0,9 3 0,-12-2 0,1 0 0,-1 1 0,0-1 0,0 0 0,1 0 0,-1 1 0,0 0 0,0-1 0,0 1 0,0 0 0,-1 0 0,1 0 0,0 0 0,1 3 0,-1-2 0,0 1 0,-1 0 0,1 1 0,-1-1 0,1 0 0,-1 0 0,0 8 0,0 1 0,-1-1 0,0 1 0,-1-1 0,-5 24 0,-10 30 86,-3 15-1537,16-64-5375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24575,'0'0'0,"-1"1"0,-2 2 0,-1 0 0,0 3 0,-3 2 0,-2 3 0,-1 3 0,-2 2 0,-2 2 0,0 3 0,0 1 0,3 0 0,3-3 0,2-5-8191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24575,'0'0'0,"0"0"0,0 0 0,0 0 0,8 2 0,8 2 0,-1 2 0,1 0 0,-1 1 0,-1 0 0,1 1 0,18 14 0,-26-17 0,0 1 0,0-1 0,-1 2 0,1-1 0,-1 1 0,-1 0 0,1 0 0,-1 0 0,0 1 0,-1 0 0,0 0 0,0 0 0,3 12 0,-5-12 0,-1 0 0,0 0 0,-1 0 0,0 1 0,0-1 0,-1 0 0,0 0 0,0 0 0,-1 0 0,0 0 0,0 0 0,-1 0 0,0 0 0,0-1 0,-7 11 0,8-16 0,0 1 0,0-1 0,0 0 0,0 0 0,0 0 0,-1 0 0,1-1 0,-1 1 0,1 0 0,-1-1 0,0 0 0,1 0 0,-1 0 0,0 0 0,0 0 0,0 0 0,0-1 0,-5 1 0,4-1 0,1 1 0,-1-1 0,0-1 0,0 1 0,1 0 0,-1-1 0,0 0 0,1 0 0,-1 0 0,1 0 0,-1-1 0,1 1 0,-1-1 0,-4-3 0,6 3 0,1 1 0,-1-1 0,1 0 0,0 1 0,0-1 0,-1 0 0,1 0 0,0 0 0,1 0 0,-1 0 0,0 0 0,1 0 0,-1 0 0,1 0 0,-1 0 0,1 0 0,0 0 0,0-1 0,0 1 0,0 0 0,0 0 0,1 0 0,-1 0 0,0 0 0,2-3 0,1-5 0,1 0 0,0 0 0,8-15 0,1 3 0,1 0 0,1 0 0,1 2 0,0 0 0,22-20 0,102-80 0,-92 82 0,-3-1-1365,-41 34-5461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24575,'-2'45'0,"-9"47"0,0 23 0,9-46-1365,3-56-5461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64 157 24575,'0'0'0,"0"0"0,0 0 0,2 1 0,17 7 0,-6-2 0,0-1 0,1 0 0,-1-1 0,17 3 0,-26-6 0,0-1 0,-1 0 0,1 1 0,0-1 0,0-1 0,-1 1 0,1-1 0,0 1 0,-1-1 0,1 0 0,0 0 0,-1-1 0,1 1 0,-1-1 0,0 0 0,1 1 0,-1-2 0,0 1 0,0 0 0,0 0 0,2-4 0,1-1 0,0 1 0,-1-2 0,0 1 0,-1 0 0,1-1 0,-1 0 0,-1 0 0,0 0 0,0-1 0,0 1 0,-1-1 0,0 1 0,-1-1 0,1-12 0,-2 20 0,0-1 0,0 1 0,-1-1 0,1 1 0,0-1 0,0 1 0,-1 0 0,1-1 0,-1 1 0,1-1 0,-1 1 0,0 0 0,0 0 0,1-1 0,-1 1 0,0 0 0,0 0 0,0 0 0,0 0 0,-2-2 0,1 2 0,0 0 0,0 0 0,-1 0 0,1 1 0,0-1 0,0 0 0,-1 1 0,1 0 0,0-1 0,0 1 0,-5 0 0,-3 1 0,-1 1 0,1 0 0,0 0 0,-16 6 0,14-3 0,0 0 0,1 1 0,0 0 0,0 1 0,0 1 0,1-1 0,0 2 0,0-1 0,1 1 0,0 1 0,1 0 0,0 0 0,0 0 0,1 1 0,1 0 0,0 1 0,0-1 0,1 1 0,1 0 0,0 1 0,-5 23 0,8-31 0,1 0 0,0 0 0,-1 0 0,1 0 0,1 0 0,-1 0 0,1 0 0,0 0 0,0 0 0,0-1 0,1 1 0,0 0 0,0 0 0,0-1 0,0 1 0,1-1 0,0 0 0,0 0 0,0 0 0,0 0 0,0 0 0,1-1 0,0 1 0,0-1 0,0 0 0,0 0 0,0-1 0,1 1 0,-1-1 0,1 0 0,-1 0 0,1 0 0,5 0 0,1 2-151,1-2-1,-1 0 0,1 0 0,0-1 1,0 0-1,0-1 0,0-1 1,14-2-1,-11 0-6674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24575,'1'98'-1365,"1"-78"-5461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6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29 24575,'6'0'0,"0"-1"0,0 0 0,0 0 0,0-1 0,0 0 0,6-3 0,-5 3 0,1-1 0,-1 1 0,9-2 0,-4 4 0,-1 0 0,1 0 0,-1 1 0,1 0 0,-1 1 0,0 1 0,0 0 0,0 0 0,16 8 0,-24-10 0,-1 0 0,1 1 0,-1-1 0,1 1 0,-1-1 0,1 1 0,-1 0 0,0 0 0,0 0 0,0 0 0,0 1 0,0-1 0,0 1 0,-1-1 0,1 1 0,-1-1 0,1 1 0,-1 0 0,0-1 0,1 6 0,-1-3 0,-1 0 0,0 0 0,1 0 0,-2 0 0,1 0 0,0 0 0,-1 1 0,0-1 0,0 0 0,-1-1 0,-2 7 0,2-5 0,-1 1 0,0-1 0,0 0 0,-6 8 0,9-13 0,-1 0 0,0 0 0,1 1 0,-1-1 0,0 0 0,0-1 0,0 1 0,0 0 0,0 0 0,0 0 0,0 0 0,-1-1 0,1 1 0,0-1 0,0 1 0,0-1 0,-1 1 0,1-1 0,0 1 0,-1-1 0,1 0 0,0 0 0,-1 0 0,1 0 0,0 0 0,-1 0 0,1 0 0,0 0 0,-3-1 0,-7-5 0,0 0 0,0-1 0,1 0 0,0-1 0,-17-17 0,15 15 0,-36-36 0,29 26 0,-1 1 0,-30-22 0,49 41 0,1 0 0,-1-1 0,1 1 0,-1-1 0,0 1 0,1 0 0,-1 0 0,0-1 0,1 1 0,-1 0 0,0 0 0,1 0 0,-1 0 0,0 0 0,1 0 0,-1 0 0,0 0 0,0 0 0,1 0 0,-1 0 0,0 0 0,1 0 0,-1 0 0,0 1 0,1-1 0,-1 0 0,1 1 0,-1-1 0,0 0 0,1 1 0,-1-1 0,1 1 0,-1-1 0,1 1 0,-1-1 0,1 1 0,-1-1 0,1 1 0,0-1 0,-1 1 0,1 0 0,0-1 0,-1 2 0,-1 4 0,0-1 0,0 0 0,0 1 0,0 6 0,1-9 0,-2 15-170,1 0-1,0 1 0,1 0 1,1-1-1,1 1 0,0-1 1,8 33-1,-4-32-6655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24575,'0'0'0,"0"0"0,0 0 0,0 0 0,0-9 0,1 4 0,-1 0 0,1-1 0,0 1 0,1 0 0,-1 0 0,1 0 0,0 0 0,1 0 0,-1 0 0,7-9 0,-1 3 0,0 0 0,1 1 0,12-11 0,-12 12 0,1 1 0,0 1 0,1 0 0,0 0 0,0 1 0,0 1 0,20-8 0,-30 13 0,0 0 0,0-1 0,0 1 0,0 0 0,1-1 0,-1 1 0,0 0 0,0 0 0,0 0 0,0 0 0,0 0 0,1 1 0,-1-1 0,0 0 0,0 0 0,0 1 0,0-1 0,0 1 0,0-1 0,0 1 0,2 0 0,-2 1 0,1-1 0,-1 0 0,0 1 0,0-1 0,0 1 0,0 0 0,0-1 0,0 1 0,0 0 0,-1-1 0,1 1 0,0 3 0,0 2 0,0 0 0,0 0 0,-1 0 0,0 0 0,0 0 0,-1 8 0,-2-1 0,0 0 0,-1 0 0,-1-1 0,0 1 0,0-1 0,-9 13 0,-49 73 0,36-59 0,20-28 0,-1-1 0,2 1 0,0 0 0,0 1 0,-4 14 0,9-23 0,0 1 0,0-1 0,0 1 0,1 0 0,-1-1 0,1 1 0,1 0 0,-1-1 0,0 1 0,1 0 0,0-1 0,0 1 0,1-1 0,-1 1 0,1-1 0,0 0 0,0 0 0,4 7 0,0-3-455,1 0 0,13 13 0,-10-12-6371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4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24575,'0'0'0,"0"0"0,0 0 0,0 0 0,0 0 0,0 2 0,0 0 0,-1 2 0,-1 2 0,-2 2 0,-1 1 0,0 3 0,2 0 0,0 1 0,1 3 0,3-2 0,0-2-8191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2426 99 24575,'0'-6'0,"18"-87"0,-18 95 0,-1-1 0,0 0 0,0 1 0,0-1 0,1 0 0,-1 0 0,-1 0 0,0 1 0,-4 5 0,-237 334 0,-14 18 0,-12-7 0,-202 193 0,117-141 0,164-177 0,-309 356 0,458-539-54,7-7-601,-31 42-1,59-70-6170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24575,'0'0'0,"0"0"0,0 0 0,0 0 0,0 10 0,2 47 0,-3 0 0,-15 107 0,-43 109 0,57-265 0,-27 91 0,23-83 0,0 0 0,-1-1 0,-1 1 0,-10 13 0,53-34 0,14-11 0,0-2 0,58-32 0,-61 28 0,242-106 0,-285 127 0,1 0 0,0-1 0,-1 1 0,1-1 0,0 0 0,-1-1 0,5-2 0,-7 4 0,0 0 0,-1 0 0,1 0 0,0 0 0,-1 0 0,1 0 0,-1 0 0,1 0 0,-1 0 0,1 0 0,-1 0 0,0 0 0,0 0 0,1 0 0,-1-1 0,0 1 0,0 0 0,0 0 0,0 0 0,0 0 0,-1 0 0,1-1 0,0 1 0,0 0 0,-1 0 0,1 0 0,-1-1 0,-5-12 0,-1 1 0,0 0 0,-14-19 0,-31-35 0,37 50 0,-94-102 0,85 97 0,-1 1 0,-53-34 0,67 46 107,11 9-171,1 0 0,-1-1 0,0 1 0,1 0 0,-1 0 0,1-1 0,-1 1 0,1 0 0,-1 0 0,1 0 0,-1 0 0,1 0 0,-1 0 0,1 0 0,-1 0 0,1 0 0,-1 0 0,1 0 0,-1 0 0,1 0 0,-1 0 0,1 0 0,12 1-6762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4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171 241 24575,'13'0'0,"-7"0"0,437-6 0,-1 0 0,-148 2 0,-1-17 0,10-15 0,410-40 0,-339 50 0,313-27 0,-436 40 0,1 13 0,-101 1 0,-149-1 0,1 0 0,-1 0 0,1 0 0,-1 0 0,1 1 0,-1-1 0,1 1 0,-1 0 0,0-1 0,1 1 0,-1 0 0,3 2 0,-3-1 0,0-1 0,0 1 0,0 1 0,0-1 0,-1 0 0,1 0 0,-1 1 0,1-1 0,-1 1 0,2 3 0,13 34 0,-1 1 0,9 45 0,12 88 0,-33-158 0,77 585 0,-77-569 0,47 597 0,-42-527 0,4 137 0,-12-238 0,0 0 0,0 0 0,0 0 0,0 0 0,0 0 0,0 1 0,-1-1 0,1 0 0,0 0 0,0 0 0,-1-1 0,1 1 0,-1 0 0,1 0 0,-1 0 0,1 0 0,-2 1 0,1-2 0,0 1 0,0 0 0,0-1 0,-1 1 0,1-1 0,0 0 0,-1 1 0,1-1 0,0 0 0,-1 0 0,1 0 0,0 0 0,-2 0 0,-42-1 0,1-2 0,-46-9 0,48 6 0,-130-19 0,-194-24 0,-2 15 0,-132 28 0,-1 23 0,-155 2 0,-102-48 0,279 5 0,-35 20 0,424 5 0,83-1 0,3 0 0,1 0 0,0 0 0,0 0 0,-1 0 0,-3-1 0,6 0 0,0 1 0,1 0 0,-1 0 0,0-1 0,1 1 0,-1 0 0,0-1 0,1 1 0,-1-1 0,1 1 0,-1-1 0,1 1 0,-1-1 0,1 1 0,-1-1 0,1 0 0,-1 1 0,1-1 0,0 0 0,-1 1 0,1-1 0,0 0 0,0 1 0,0-1 0,-1 0 0,1 1 0,0-1 0,0 0 0,0 0 0,1-15 0,0 0 0,0 0 0,6-21 0,0 5 0,10-86 0,-4-1 0,-6-1 0,-12-199 0,-12 161-59,-3-47 219,18 158-648,2 0-1,8-63 0,-3 76-6337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0 24575,'0'0'0,"0"0"0,-1 1 0,0 0 0,0 0 0,0 0 0,0 0 0,0 0 0,1 0 0,-1 0 0,0 1 0,1-1 0,-1 0 0,0 0 0,1 1 0,-1 1 0,-1 1 0,-20 45 0,-24 49 0,39-84 0,-1-1 0,-1 0 0,0-1 0,-20 22 0,26-32 0,1 0 0,0 0 0,-1 0 0,1 0 0,-1 0 0,0 0 0,1-1 0,-1 1 0,0-1 0,0 0 0,0 0 0,0 0 0,-5 1 0,5-2 0,1 0 0,-1-1 0,1 1 0,-1 0 0,0-1 0,1 0 0,-1 1 0,1-1 0,0 0 0,-1 0 0,1 0 0,0-1 0,0 1 0,-1 0 0,1-1 0,0 0 0,-1-1 0,-9-8 0,1-1 0,-13-19 0,18 22 0,-1 0 0,0 1 0,-1 0 0,0 0 0,0 0 0,0 1 0,-13-8 0,18 13 0,0 1 0,0-1 0,0 1 0,0-1 0,0 1 0,0 0 0,0 0 0,-1 1 0,1-1 0,0 1 0,-4-1 0,4 1 0,1 1 0,0-1 0,-1 1 0,1 0 0,0-1 0,-1 1 0,1 0 0,0 0 0,0 1 0,0-1 0,0 0 0,0 1 0,0-1 0,0 1 0,1-1 0,-3 4 0,-5 6-170,1 0-1,1 0 0,0 1 1,1 0-1,0 0 0,1 0 1,-8 27-1,8-22-6655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463 355 24575,'0'0'0,"-4"-5"0,-14-25 0,2-1 0,-19-47 0,-15-69 0,45 134 0,2 0 0,-5-25 0,4 225 0,0-130 0,4-56 0,-21 226 0,16-202 0,0-2 0,-1 1 0,-1-1 0,-2 0 0,0 0 0,-1-1 0,-18 28 0,23-42 0,-1-1 0,1 0 0,-1-1 0,-1 0 0,1 0 0,-1 0 0,0 0 0,0-1 0,-1 0 0,0-1 0,-11 6 0,14-8 0,0-1 0,0 1 0,0 0 0,0-1 0,-1 0 0,1-1 0,0 1 0,-1-1 0,1 0 0,0 0 0,-1 0 0,1-1 0,0 0 0,-1 0 0,1 0 0,0-1 0,0 0 0,0 0 0,0 0 0,-5-3 0,10 4-38,-1 1 0,0 0 0,1-1 1,-1 1-1,0-1 0,1 1 0,-1 0 0,1-1 0,-1 0 0,1 1 0,-1-1 0,1 1 0,-1-1 0,1 0 0,-1 1 0,1-1 1,0 0-1,-1 1 0,1-1 0,0 0 0,0 1 0,-1-1 0,1 0 0,0 0 0,0 1 0,0-1 0,0 0 0,0 0 0,0 1 1,0-1-1,0 0 0,1 0 0,-1 1 0,0-1 0,1-1 0,3-5-6788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10 24575,'0'0'0,"-1"0"0,1 0 0,0 0 0,-1-1 0,1 1 0,-1 0 0,1 0 0,-1-1 0,1 1 0,0 0 0,-1-1 0,1 1 0,0 0 0,-1-1 0,1 1 0,0 0 0,-1-1 0,1 0 0,0 1 0,0 0 0,0 0 0,0 0 0,0-1 0,-1 1 0,1 0 0,0 0 0,0 0 0,0-1 0,0 1 0,0 0 0,0 0 0,0 0 0,0 0 0,0 0 0,-1-1 0,1 1 0,0 0 0,0 0 0,0 0 0,0 0 0,-1 0 0,1 0 0,0 0 0,0 0 0,0-1 0,0 1 0,-1 0 0,1 0 0,0 0 0,0 0 0,0 0 0,0 0 0,-1 0 0,1 0 0,0 0 0,0 0 0,0 0 0,-1 0 0,1 0 0,0 1 0,0-1 0,0 0 0,0 0 0,-1 0 0,1 0 0,0 0 0,0 0 0,0 0 0,0 0 0,-1 0 0,1 1 0,0-1 0,0 0 0,0 0 0,0 0 0,0 0 0,0 1 0,0-1 0,-1 0 0,1 0 0,0 0 0,0 0 0,0 1 0,0-1 0,0 0 0,0 0 0,-4 11 0,0-1 0,0 1 0,2 0 0,-4 20 0,-1 47 0,7 26 0,1-107 0,0-1 0,0 1 0,1 0 0,-1-1 0,1 1 0,0 0 0,0 0 0,0 0 0,0 0 0,3-3 0,-1 1 0,5-5 0,0 0 0,1 0 0,1 1 0,-1 1 0,1-1 0,0 2 0,1 0 0,0 0 0,0 1 0,1 0 0,-1 1 0,18-4 0,-26 8 0,0 0 0,0 0 0,-1 0 0,1 1 0,0-1 0,0 1 0,0 0 0,0 0 0,0 1 0,0-1 0,0 1 0,-1 0 0,8 2 0,-8-1 0,0-1 0,-1 1 0,1 0 0,-1-1 0,1 2 0,-1-1 0,0 0 0,1 0 0,-1 1 0,0-1 0,-1 1 0,1-1 0,0 1 0,-1 0 0,1 0 0,-1 0 0,2 5 0,0 5-170,0 1-1,-1-1 0,0 1 1,-1 0-1,-1-1 0,0 1 1,-4 26-1,1-22-6655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24575,'0'0'0,"0"0"0,0 1 0,-1 2 0,-2 3 0,-1 3 0,-1 7 0,0 6 0,-1 7 0,-1 5 0,1 2 0,-1 1 0,1 0 0,-1 0 0,2-3 0,1-7-8191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261 105 24575,'0'0'0,"0"0"0,4-7 0,-1 2 0,-1 0 0,0 0 0,-1 0 0,1 0 0,-1 0 0,0 0 0,-1 0 0,1-10 0,-1 13 0,0 0 0,0 1 0,0-1 0,0 0 0,0 1 0,-1-1 0,1 0 0,-1 1 0,1-1 0,-1 1 0,1-1 0,-1 1 0,0-1 0,0 1 0,0-1 0,0 1 0,0 0 0,0-1 0,0 1 0,0 0 0,-1 0 0,1 0 0,0 0 0,-1 0 0,1 0 0,-1 0 0,1 0 0,-1 1 0,1-1 0,-1 1 0,-2-1 0,-2 0 0,0 0 0,1 1 0,-1 0 0,0 1 0,0-1 0,1 1 0,-1 0 0,0 0 0,1 1 0,-7 2 0,1 1 0,-1 0 0,2 0 0,-20 14 0,21-13 0,1 0 0,0 1 0,1 0 0,0 1 0,0 0 0,0 0 0,1 0 0,-8 15 0,8-10 0,0 0 0,1 0 0,0 0 0,1 0 0,-4 23 0,4-9 0,2 1 0,0 27 0,7 54 0,-3-88 0,-1 4-682,-3 37-1,1-46-6143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3:5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24575,'0'0'0,"0"0"0,0 1 0,0 2 0,0 2 0,0 2 0,0 4 0,0 2 0,0 3 0,-1 3 0,-2 5 0,0 1 0,-2-1 0,0-4-8191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65 24575,'0'0'0,"0"0"0,0 0 0,0 0 0,5-5 0,2-1 0,0 0 0,1 0 0,-1 1 0,1 0 0,1 1 0,-1-1 0,1 1 0,-1 1 0,1 0 0,14-3 0,-13 3 0,0 2 0,1-1 0,-1 2 0,0-1 0,1 1 0,-1 1 0,0 0 0,1 0 0,12 4 0,-15-2 0,0-1 0,0 1 0,7 4 0,-13-6 0,0 0 0,0 1 0,0-1 0,0 1 0,0-1 0,0 1 0,0-1 0,0 1 0,-1 0 0,1 0 0,-1 0 0,1 0 0,-1 0 0,2 4 0,-3-6 0,0 1 0,1 0 0,-1-1 0,0 1 0,0 0 0,0-1 0,0 1 0,0 0 0,0-1 0,0 1 0,0 0 0,0-1 0,0 1 0,0 0 0,0-1 0,0 1 0,0-1 0,-1 1 0,1 0 0,0-1 0,-1 1 0,1 0 0,0-1 0,-1 1 0,0 0 0,0 0 0,0 0 0,0-1 0,0 1 0,0 0 0,0-1 0,-1 1 0,1-1 0,0 1 0,0-1 0,-3 1 0,-2 0 0,0 0 0,0-1 0,0 0 0,-8 0 0,-8-3 0,1-1 0,-28-8 0,28 6 0,0 1 0,-31-3 0,46 8 0,-1 0 0,1 0 0,-1 1 0,1 0 0,0 0 0,0 0 0,-1 1 0,1 0 0,0 0 0,0 1 0,1 0 0,-1 0 0,1 0 0,-1 0 0,1 1 0,0 0 0,-6 6 0,4-2 0,0-1 0,0 1 0,1 1 0,0-1 0,1 1 0,-1 0 0,2 0 0,-1 1 0,2-1 0,-4 12 0,5-14-136,1 1-1,0-1 1,0 1-1,0 0 1,1 0-1,1-1 1,-1 1-1,1 0 0,4 13 1,2 4-6690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82 24575,'0'0'0,"-1"-7"0,0 3 0,-1 0 0,0 0 0,0 1 0,0-1 0,0 1 0,0-1 0,-1 1 0,1 0 0,-1-1 0,0 2 0,0-1 0,0 0 0,0 0 0,-1 1 0,1 0 0,-1 0 0,0 0 0,1 0 0,-1 0 0,-8-2 0,1 1 0,-1 0 0,1 1 0,-1 0 0,0 1 0,0 0 0,-14 2 0,4 0 0,0 2 0,0 0 0,1 2 0,0 0 0,0 2 0,-27 11 0,32-11 0,-1 2 0,1 0 0,1 0 0,-1 1 0,2 1 0,-1 1 0,-24 26 0,30-27 0,1 0 0,1 1 0,-1 0 0,2 0 0,0 1 0,0-1 0,1 1 0,-5 21 0,0 10 0,-4 58 0,4-27 0,-2-2-1365,7-47-5461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24575,'14'7'0,"18"10"0,33 23 0,-55-33 0,-1 1 0,1 0 0,-1 0 0,-1 1 0,0 0 0,0 0 0,8 13 0,-12-15 0,0 0 0,-1 0 0,0 0 0,0 1 0,0-1 0,-1 1 0,0 0 0,0-1 0,-1 1 0,0 0 0,-1 0 0,1 0 0,-3 13 0,2-15 0,-2 0 0,1 0 0,-1-1 0,1 1 0,-2 0 0,1-1 0,-1 0 0,1 1 0,-1-1 0,-1 0 0,1-1 0,-1 1 0,0 0 0,0-1 0,0 0 0,0 0 0,-1 0 0,-10 6 0,11-8 0,-1 1 0,0-1 0,1 0 0,-1 0 0,0 0 0,0-1 0,0 0 0,0 0 0,-1 0 0,1 0 0,-10-1 0,13 0 0,-1 0 0,0-1 0,0 1 0,0-1 0,1 0 0,-1 0 0,0 0 0,1 0 0,-1 0 0,1-1 0,0 1 0,-1-1 0,1 1 0,0-1 0,0 0 0,0 0 0,0 0 0,0 0 0,0 0 0,0-1 0,1 1 0,-1 0 0,-1-5 0,1 3 0,1-1 0,-1 0 0,1 0 0,0 1 0,0-1 0,1 0 0,0 0 0,-1 0 0,1 0 0,1 0 0,-1 0 0,1 0 0,0 1 0,0-1 0,0 0 0,1 0 0,0 1 0,3-7 0,2-4 0,2 1 0,0 0 0,0 1 0,13-15 0,4-1 0,1 1 0,1 2 0,1 0 0,1 2 0,1 2 0,1 0 0,44-21 0,-69 40 0,25-12 0,-30 14 0,1 0 0,0 1 0,-1-1 0,1 0 0,0 1 0,0 0 0,0-1 0,-1 1 0,5 1 0,-7-1 1,0 0 0,0 0 0,0 0 0,0 0 0,0 0 0,1 0 0,-1 0 0,0 0 0,0 0 0,0 0 0,0 0-1,0 0 1,0 0 0,0 0 0,0 0 0,0 0 0,1 0 0,-1 0 0,0 0 0,0 1 0,0-1 0,0 0 0,0 0 0,0 0 0,0 0 0,0 0-1,0 0 1,0 0 0,0 0 0,0 0 0,0 1 0,0-1 0,0 0 0,0 0 0,0 0 0,0 0 0,0 0 0,0 0 0,0 0 0,0 0 0,0 1-1,0-1 1,0 0 0,0 0 0,0 0 0,0 0 0,0 0 0,0 0 0,0 0 0,0 0 0,0 1 0,0-1 0,0 0 0,0 0 0,0 0 0,0 0-1,0 0 1,0 0 0,-1 0 0,1 0 0,0 0 0,0 0 0,0 0 0,0 0 0,0 0 0,0 0 0,0 1 0,0-1 0,-1 0 0,-6 4-1432,0 0-5395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24575,'0'0'0,"0"0"0,0 0 0,0 0 0,19 4 0,-6 0 0,106 16 0,-55-11 0,86 25 0,-91-17 0,-59-16 0,0-1 0,-1 1 0,1-1 0,0 1 0,-1-1 0,1 0 0,-1 1 0,1-1 0,0 1 0,-1-1 0,1 0 0,-1 1 0,1-1 0,-1 0 0,1 0 0,-1 1 0,1-1 0,-2 0 0,-62 29 0,-55 27 0,3 14 0,90-52 0,1 1 0,-30 28 0,54-46 7,-1 1 0,1 0-1,-1-1 1,1 1 0,-1 0-1,1-1 1,0 1-1,0 0 1,0 0 0,0 0-1,0 0 1,1 0 0,-1 0-1,0 1 1,1-1 0,-1 0-1,1 3 1,0-3-113,1 1 0,-1-1 0,1 1 0,0-1 0,0 1 0,0-1-1,0 0 1,0 1 0,0-1 0,1 0 0,-1 0 0,1 0 0,3 4 0,3 3-6720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24575,'0'0'0,"0"0"0,0 0 0,0 0 0,0 10 0,-1 45-73,5 103-1219,-1-139-5534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 24575,'0'0'0,"0"0"0,0 0 0,-7 12 0,0-5 0,-3 3 0,10-9 0,7-5 0,4-2 0,1 0 0,0 1 0,0 0 0,1 1 0,-1 0 0,1 1 0,0 1 0,0 0 0,0 0 0,0 1 0,16 1 0,-21 1 0,0 0 0,0 0 0,0 1 0,-1 0 0,1 0 0,0 1 0,-1 0 0,1 0 0,7 5 0,-13-6 0,1-1 0,0 1 0,-1 0 0,1 1 0,-1-1 0,0 0 0,0 1 0,0-1 0,0 1 0,3 5 0,-4-5 0,0-1 0,0 0 0,0 1 0,-1-1 0,1 0 0,-1 1 0,0-1 0,0 1 0,0-1 0,0 1 0,0-1 0,0 0 0,-1 1 0,1-1 0,-1 1 0,-1 2 0,0-1 0,0 1 0,-1 0 0,1-1 0,-1 0 0,0 0 0,0 0 0,-1 0 0,1 0 0,-1-1 0,0 1 0,0-1 0,0 0 0,-1 0 0,1-1 0,0 1 0,-1-1 0,0 0 0,0 0 0,0-1 0,-7 3 0,22-5 0,0 0 0,0 1 0,19 3 0,35 8 0,-51-9 0,0 2 0,-1-1 0,1 2 0,-1 0 0,0 0 0,0 1 0,12 8 0,-20-11 0,0 0 0,0 0 0,0 1 0,-1-1 0,0 1 0,1 0 0,-1 0 0,0 0 0,3 7 0,-5-8 0,1 1 0,-1-1 0,0 1 0,0-1 0,0 1 0,-1 0 0,1 0 0,-1-1 0,0 1 0,0 0 0,0 0 0,-1-1 0,1 1 0,-2 4 0,0-2 11,0 1 0,0-1 0,-1 1 0,0-1 0,0 0 0,-1 0-1,0-1 1,0 1 0,0-1 0,-9 9 0,1-3-382,-1 0-1,0-1 1,-17 10 0,10-7-6455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24575,'0'0'0,"0"0"0,0 0 0,0 0 0,0 0 0,0 0 0,0 0 0,0 0 0,0 0 0,-2 10 0,-1 26 0,1 1 0,1-1 0,6 40 0,-3-31 0,3 47 0,55 865 0,-41-701 0,-19 318 0,-1-547 0,-5 64 0,4-75 0,-1 0 0,0 0 0,-9 23 0,1-16-1365,7-18-5461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24575,'1'2'0,"0"-1"0,-1 1 0,1-1 0,0 0 0,0 1 0,0-1 0,0 0 0,1 1 0,-1-1 0,2 1 0,2 3 0,23 28 0,31 48 0,17 43 0,-64-104 0,40 71 0,78 188 0,-122-263 0,-9-29 0,-1-10 0,4-63 0,4-1 0,3 2 0,4-1 0,31-108 0,-20 118 0,-24 75 0,0 1 0,0 0 0,0-1 0,0 1 0,0 0 0,0 0 0,0-1 0,0 1 0,0 0 0,0 0 0,0 0 0,0-1 0,0 1 0,-1 0 0,1 0 0,0-1 0,0 1 0,0 0 0,0 0 0,0 0 0,-1-1 0,1 1 0,0 0 0,0 0 0,0 0 0,-1 0 0,1 0 0,0-1 0,0 1 0,-1 0 0,1 0 0,0 0 0,0 0 0,0 0 0,-1 0 0,1 0 0,-1 0 0,-11-1 0,10 0 0,-38 2 19,-47 6-1,31-1-1420,21-4-5424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09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42 457 24575,'-3'-1'0,"0"0"0,0 0 0,1 0 0,-1 0 0,0 1 0,0-1 0,0 1 0,0 0 0,0-1 0,1 1 0,-5 1 0,3-1 0,84 5 0,105-7 0,-149 1 0,500-37-228,1-25-428,-22 2 646,45-2-283,-5-29 1035,-371 52-345,263-50-349,-440 89-48,3-1 0,0 1 0,0 0 0,16 0 0,-23 1 0,0 1 0,0-1 0,0 1 0,0-1 0,-1 1 0,1 0 0,0 0 0,0 1 0,0-1 0,-1 0 0,1 1 0,-1 0 0,1-1 0,-1 1 0,1 0 0,2 3 0,0 3 0,1-1 0,-1 1 0,0-1 0,-1 1 0,0 1 0,3 9 0,16 54 0,-22-66 0,17 69 0,9 82 0,-5 81 0,-6 188 0,-18 1 0,1-321 0,-3 36 0,3 112 0,5-209-46,14 63 0,-8-60-1227,-7-31-5553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24575,'0'0'0,"0"5"0,6 17 0,1-1 0,0 0 0,14 28 0,-6-17 0,31 78 0,-4 2 0,39 169 0,-14 171 0,-47 4 0,-31-162 0,2-105 0,8-172 0,0-9 0,1 1 0,0-1 0,0 0 0,2 11 0,-1-17 0,0-1 0,0 0 0,0 1 0,0-1 0,0 0 0,0 0 0,1 0 0,-1 0 0,0 0 0,1 0 0,-1 0 0,0 0 0,1 0 0,-1-1 0,1 1 0,-1-1 0,1 1 0,1 0 0,0 0 0,31 10 0,1-1 0,-1-2 0,42 5 0,108 3 0,233-20 0,-1-33 0,-413 36 0,400-50 0,410-109 0,-264 23 0,-305 89 0,2 19 0,-188 22 0,-54 7-90,2 0-70,-1-1 1,1 0 0,-1 0-1,0 0 1,0 0 0,1-1-1,7-4 1,-5 1-6667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612 28 24575,'0'-17'0,"0"7"0,0 9 0,0 3 0,-2 15 0,-2 16 0,-2-1 0,-2 1 0,-1-1 0,-1-1 0,-2 1 0,-1-2 0,-19 32 0,28-54 0,-1-1 0,0 0 0,0 0 0,-1-1 0,1 1 0,-2-1 0,-7 7 0,11-12 0,1 1 0,-1 0 0,1-1 0,-1 0 0,1 1 0,-1-1 0,0 0 0,0 0 0,1-1 0,-1 1 0,0-1 0,0 1 0,0-1 0,0 0 0,0 0 0,0 0 0,0 0 0,1-1 0,-1 1 0,0-1 0,0 0 0,0 0 0,1 0 0,-6-2 0,-2-3 0,1 0 0,0-1 0,0 1 0,1-2 0,-12-11 0,-34-46 0,45 54 0,-17-24 0,14 18 0,-1 0 0,0 1 0,-1 1 0,-31-27 0,44 42 0,0-1 0,1 1 0,-1-1 0,0 1 0,0-1 0,0 1 0,0-1 0,0 1 0,0 0 0,0 0 0,0-1 0,0 1 0,0 0 0,0 0 0,0 0 0,0 0 0,0 0 0,0 0 0,1 1 0,-1-1 0,-2 1 0,1 0 0,0-1 0,0 2 0,0-1 0,1 0 0,-1 0 0,0 1 0,1-1 0,-1 0 0,-1 4 0,-3 2 0,1 1 0,0 0 0,-5 12 0,10-20 0,-14 29-195,2 1 0,2 0 0,0 1 0,2-1 0,2 2 0,-6 59 0,11-68-6631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24575,'8'12'0,"-3"-5"0,1 1 0,-2 0 0,1 0 0,-1 0 0,0 1 0,-1-1 0,4 11 0,11 66 0,-14-67 0,8 57-1365,-8-43-5461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24575,'4'263'0,"-1"-121"0,-2-131 0,0-17 0,2-11 0,12-34 0,40-90 0,-49 126 0,2 2 0,12-20 0,-17 29 0,0 0 0,0 0 0,0 0 0,1 1 0,-1-1 0,1 1 0,0 0 0,0 0 0,0 1 0,1-1 0,8-3 0,-12 5 0,1 1 0,0-1 0,-1 1 0,1 0 0,-1 0 0,1-1 0,0 1 0,0 0 0,-1 1 0,1-1 0,0 0 0,-1 0 0,1 1 0,-1-1 0,1 1 0,0-1 0,-1 1 0,2 0 0,0 1 0,-1 0 0,1 0 0,-1 0 0,0 0 0,0 0 0,0 0 0,0 0 0,0 1 0,2 3 0,1 4 0,0 1 0,-1-1 0,0 1 0,3 13 0,-2-2-1365,-1-4-5461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24575,'0'0'0,"0"0"0,4 8 0,15 15 0,-14-17 0,0-1 0,0 2 0,-1-1 0,1 0 0,3 9 0,1 8 0,-1 0 0,-1 0 0,5 32 0,7 73 0,-18-123 0,14 143 40,12 85-1445,-23-210-5421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5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24575,'0'0'0,"0"0"0,0 0 0,0 0 0,0 0 0,0 0 0,2-11 0,0 6 0,0 0 0,1 0 0,-1 0 0,1 1 0,0-1 0,1 1 0,-1-1 0,1 1 0,0 0 0,0 0 0,6-4 0,0 0 0,1 1 0,0 0 0,21-9 0,-18 10 0,0 1 0,0 1 0,0 0 0,1 1 0,-1 0 0,1 1 0,25 0 0,-30 2 0,0 1 0,-1 0 0,1 0 0,-1 1 0,1 0 0,-1 0 0,0 1 0,0 1 0,0 0 0,0 0 0,0 0 0,14 11 0,-20-12 0,1 0 0,-1 0 0,0 0 0,0 0 0,-1 0 0,1 0 0,-1 1 0,1 0 0,-1-1 0,0 1 0,0 0 0,-1 0 0,1 0 0,-1 0 0,0 0 0,0 0 0,0 1 0,0 6 0,-2-4 0,1 1 0,-1-1 0,0 0 0,0 0 0,-1 1 0,0-1 0,-1 0 0,1-1 0,-1 1 0,-5 7 0,-1 2-273,-2 0 0,0-1 0,-1 0 0,-19 19 0,8-12-6553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6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0,0 0 0,0 1 0,0 2 0,0 3 0,0 5 0,0 6 0,0 7 0,3 5 0,2 8 0,1 4 0,1 0 0,0-6-8191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77 24575,'0'0'0,"0"0"0,0 0 0,0 0 0,0 0 0,5-5 0,5-2 0,0 0 0,0 1 0,1 0 0,0 1 0,21-8 0,-8 6 0,44-9 0,-56 14 0,-1 1 0,1 0 0,0 0 0,-1 1 0,1 1 0,0 0 0,-1 0 0,1 1 0,19 6 0,-29-7 0,0 0 0,1 0 0,-1 0 0,0 0 0,0 0 0,0 0 0,0 1 0,-1-1 0,1 1 0,0-1 0,0 1 0,-1 0 0,1-1 0,-1 1 0,0 0 0,1 0 0,-1 0 0,0 0 0,0 0 0,0 0 0,-1 1 0,1-1 0,0 0 0,-1 0 0,1 3 0,-1-1 0,0 0 0,0-1 0,-1 1 0,1 0 0,-1 0 0,0-1 0,0 1 0,0-1 0,-1 1 0,1-1 0,-1 0 0,0 1 0,0-1 0,0 0 0,-3 3 0,2-2 0,-1 1 0,0-1 0,0 0 0,0-1 0,0 1 0,-1-1 0,0 1 0,1-2 0,-1 1 0,-1 0 0,-4 1 0,5-2 0,1-1 0,0 0 0,0-1 0,-1 1 0,1-1 0,0 0 0,-1 0 0,1 0 0,0 0 0,-1-1 0,1 1 0,0-1 0,0-1 0,-8-2 0,-3-3 0,-21-14 0,27 15 0,0 0 0,-1 1 0,0 0 0,1 1 0,-2 0 0,-13-4 0,21 7 0,-1 1 0,1 0 0,-1 0 0,1 0 0,-1 0 0,1 0 0,-1 1 0,1-1 0,0 1 0,-1 0 0,1 0 0,0 0 0,-1 0 0,-3 3 0,2-1 0,1 0 0,-1 1 0,1-1 0,0 1 0,0 0 0,0 0 0,0 0 0,-3 7 0,1-2 0,0 1 0,1 0 0,0 0 0,1 1 0,1-1 0,-1 1 0,1 0 0,-1 16 0,2 9-1365,2-5-5461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8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39 24575,'0'14'0,"-5"148"0,0 11 0,6-124 0,12 75 0,14 5 0,-22-111 0,1 0 0,1 0 0,1-1 0,19 32 0,-24-45 0,0 1 0,0-1 0,1 1 0,0-1 0,0 0 0,0-1 0,0 1 0,1-1 0,-1 1 0,1-1 0,9 4 0,-10-6 0,0 1 0,1-1 0,-1 0 0,1 0 0,0-1 0,-1 1 0,1-1 0,0 0 0,-1 0 0,1-1 0,-1 1 0,1-1 0,0 0 0,6-3 0,-1 0 0,0 0 0,-1-1 0,1 0 0,-1-1 0,-1 0 0,1 0 0,-1-1 0,0 0 0,0-1 0,-1 1 0,9-14 0,0 0 0,-2-1 0,0-1 0,15-36 0,-9 9 0,-2-1 0,19-84 0,4-110 0,-39 231 0,3-23 0,-1-1 0,-1-37 0,-4 71 0,0 4 0,-2 9 0,-2 16 0,-21 233 0,21 2 0,11-108 0,-3-123 0,2 0 0,0-1 0,11 33 0,-12-49-455,1-1 0,6 13 0,-2-9-6371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19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11 24575,'0'0'0,"0"-1"0,0 1 0,0 0 0,0-1 0,-1 1 0,1-1 0,0 1 0,0 0 0,0-1 0,0 1 0,0-1 0,-1 1 0,1 0 0,0-1 0,0 1 0,0 0 0,-1-1 0,1 1 0,0 0 0,-1-1 0,1 1 0,0 0 0,-1 0 0,1-1 0,-1 1 0,-12-2 0,9 3 0,0-1 0,0 1 0,-8 3 0,6-2 0,0 1 0,1-1 0,-1 2 0,1-1 0,0 0 0,0 1 0,0 0 0,0 0 0,1 1 0,0-1 0,0 1 0,0 0 0,0 0 0,-4 9 0,3-5 0,1-1 0,1 1 0,0 0 0,0 0 0,1 0 0,0 0 0,0 1 0,1-1 0,0 11 0,1-16 0,1-1 0,-1 0 0,0 1 0,1-1 0,0 0 0,0 1 0,0-1 0,0 0 0,0 0 0,1 0 0,-1 0 0,1 0 0,0 0 0,0-1 0,0 1 0,0-1 0,1 1 0,-1-1 0,5 4 0,4 2 0,0-2 0,0 1 0,23 8 0,-11-4 0,121 62 0,-141-71 0,0-1 0,0 1 0,0 0 0,0 0 0,-1 0 0,4 3 0,-5-4 0,-1 0 0,1-1 0,-1 1 0,1 0 0,-1 0 0,1 0 0,-1 0 0,0 0 0,1-1 0,-1 1 0,0 0 0,0 0 0,0 0 0,1 0 0,-1 0 0,0 0 0,0 0 0,-1 0 0,1 0 0,0 0 0,0 0 0,0-1 0,-1 1 0,1 0 0,0 0 0,-1 0 0,1 0 0,-1 0 0,-2 5 0,-1-1 0,0 0 0,0 0 0,0 0 0,0-1 0,-1 0 0,0 1 0,1-2 0,-7 5 0,-5 2 0,-29 13 0,33-17-136,0-1-1,-1 0 1,1-1-1,-1-1 1,0 0-1,0-1 1,0 0-1,0-1 0,-25-1 1,32 0-6690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40 336 24575,'-5'-3'0,"5"3"0,-1 0 0,0 0 0,0-1 0,1 1 0,-1 0 0,0-1 0,1 1 0,-1-1 0,0 1 0,1-1 0,-1 1 0,1-1 0,-1 1 0,1-1 0,-1 0 0,1 1 0,-1-1 0,1 0 0,0 1 0,-1-1 0,1 0 0,0 0 0,0 1 0,-1-1 0,1-1 0,0 0 0,0 1 0,0 0 0,0-1 0,0 1 0,0-1 0,0 1 0,0-1 0,0 1 0,1-1 0,-1 1 0,1-1 0,-1 1 0,1 0 0,-1-1 0,1 1 0,0 0 0,0-1 0,-1 1 0,1 0 0,0 0 0,0 0 0,2-1 0,2-3 0,1 0 0,0 1 0,9-5 0,-4 1 0,7-3 0,-1 0 0,27-23 0,-39 29 0,-1 1 0,1-1 0,-1 0 0,0 0 0,0-1 0,-1 1 0,0-1 0,0 0 0,4-10 0,-3 5 0,-1 0 0,-1 0 0,3-20 0,-5 27 0,0 0 0,0 0 0,0-1 0,0 1 0,0 0 0,-1 0 0,0 0 0,0 1 0,0-1 0,0 0 0,-1 0 0,1 0 0,-1 1 0,-3-5 0,5 7 0,-1 0 0,0 1 0,0-1 0,1 0 0,-1 1 0,0-1 0,0 0 0,0 1 0,0-1 0,0 1 0,0 0 0,0-1 0,0 1 0,0 0 0,0 0 0,0-1 0,0 1 0,0 0 0,0 0 0,0 0 0,0 0 0,0 0 0,0 1 0,0-1 0,0 0 0,0 0 0,0 1 0,0-1 0,0 0 0,0 1 0,0-1 0,-1 2 0,-4 1 0,1 0 0,0 1 0,1-1 0,-7 6 0,-2 6 0,0-1 0,0 1 0,2 1 0,0 0 0,0 1 0,2 0 0,0 1 0,1 0 0,1 0 0,0 0 0,1 1 0,2 0 0,0 1 0,1-1 0,-2 38 0,5-49 0,1 0 0,0 0 0,0 0 0,1-1 0,-1 1 0,2-1 0,-1 1 0,1-1 0,0 0 0,1 0 0,-1 0 0,1 0 0,1-1 0,-1 0 0,1 0 0,0 0 0,1 0 0,-1-1 0,1 0 0,0 0 0,1 0 0,-1-1 0,1 0 0,0 0 0,0-1 0,0 1 0,0-2 0,1 1 0,13 2 0,-16-4-76,0 1 1,0-2-1,0 1 0,0 0 0,0-1 0,1 0 0,-1 0 0,0-1 1,0 0-1,0 0 0,0 0 0,0 0 0,0-1 0,0 1 1,0-1-1,0-1 0,6-3 0,4-5-6750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24575,'1'2'0,"0"0"0,0 0 0,0 0 0,-1-1 0,1 1 0,0 4 0,0-3 0,7 30 0,-1 0 0,3 58 0,-4-28 0,24 101 0,-21-122 0,-7-36 0,-1-3 0,-1-1 0,1 1 0,-1 0 0,1-1 0,-1 1 0,0-1 0,0 1 0,0 0 0,0-1 0,0 4 0,-1-6 0,1 0 0,0 0 0,-1 0 0,1 0 0,0 0 0,0 0 0,-1 0 0,1 0 0,0 0 0,0 0 0,-1 0 0,1 0 0,0-1 0,-1 1 0,1 0 0,0 0 0,0 0 0,0 0 0,-1 0 0,1-1 0,0 1 0,0 0 0,-1 0 0,1 0 0,0-1 0,0 1 0,0 0 0,0 0 0,0-1 0,-1 1 0,1 0 0,0-1 0,-7-9 0,0-5 0,0-1 0,1 0 0,0-1 0,1 0 0,1 1 0,1-1 0,1-1 0,0 1 0,1 0 0,1-21 0,1 31 0,0-1 0,0 0 0,1 0 0,0 1 0,0-1 0,0 1 0,1 0 0,1 0 0,-1 0 0,1 0 0,0 0 0,9-11 0,-9 14 0,0-1 0,1 1 0,-1 0 0,1 0 0,0 1 0,0-1 0,0 1 0,0 0 0,1 1 0,-1-1 0,1 1 0,-1 0 0,1 1 0,0-1 0,0 1 0,0 0 0,6 0 0,18 1-1365,-23 1-5461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0,0 0 0,0 0 0,0 0 0,0 0 0,13 6 0,-8-4 0,236 127 0,-153-79 0,42 23-9,467 256-93,-502-279-182,737 403 10,-129-44 274,-613-357 0,257 155 0,-134-56 514,-150-104-1724,-28-22-5616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12 24575,'-2'0'0,"0"1"0,0-1 0,0 0 0,0 0 0,0 0 0,0 0 0,0 0 0,0-1 0,0 1 0,0-1 0,0 1 0,-3-2 0,-7-1 0,-14-3 0,26 6 0,0 0 0,0 0 0,0 0 0,-1 1 0,1-1 0,0 0 0,0 0 0,0 0 0,0 0 0,0 0 0,0 0 0,0 1 0,-1-1 0,1 0 0,0 0 0,0 0 0,0 0 0,0 1 0,0-1 0,0 0 0,0 0 0,0 0 0,0 1 0,0-1 0,0 0 0,0 0 0,0 0 0,0 0 0,0 1 0,0-1 0,0 0 0,0 0 0,0 0 0,0 0 0,0 1 0,0-1 0,0 0 0,0 0 0,1 0 0,-1 0 0,0 1 0,3 9 0,6 4 0,0-1 0,1 0 0,0 0 0,15 13 0,-7-7 0,167 164 0,-72-72 0,-109-108 0,2 3 0,0 0 0,-1 1 0,1-1 0,5 10 0,-10-15 0,-1-1 0,0 1 0,0-1 0,1 1 0,-1-1 0,0 0 0,0 1 0,0-1 0,0 1 0,0-1 0,1 1 0,-1-1 0,0 1 0,0-1 0,0 1 0,0-1 0,0 1 0,0-1 0,-1 1 0,1-1 0,0 1 0,0-1 0,0 1 0,0-1 0,0 1 0,-1 0 0,0-1 0,1 1 0,-1-1 0,0 1 0,0 0 0,1-1 0,-1 1 0,0-1 0,0 0 0,0 1 0,0-1 0,0 0 0,0 1 0,0-1 0,-6 1 0,0 0 0,0 0 0,-8-1 0,10 0 0,-201-4 0,33 0 0,-47 11 0,218-7 27,7 0-511,-4 0-424,5 0-5918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34 463 24575,'-15'0'0,"-4"1"0,34-3 0,59-3 0,157-15 0,133-19 0,648-79 0,-473 24 0,572-69 0,-1037 156 0,7-2 0,116 2 0,-190 8 0,-1-1 0,1 1 0,-1 0 0,1 0 0,-1 1 0,0 0 0,1 0 0,-1 0 0,0 1 0,-1 0 0,1 0 0,0 0 0,-1 1 0,0 0 0,0 0 0,0 0 0,0 1 0,-1 0 0,1 0 0,-1 0 0,0 0 0,-1 1 0,4 5 0,14 31 0,24 70 0,6 49 0,22 159 0,-28 5 0,4 363 0,-44-597 0,7 211 0,-19 0 0,-3-153 0,10-146-109,0-3 39,0 1 0,0-1 0,0 1 1,0-1-1,0 1 0,0-1 0,0 1 1,-1-1-1,1 1 0,0-1 0,0 1 1,0-1-1,0 1 0,-1-1 0,1 1 0,0-1 1,-1 1-1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65 24575,'-8'-11'0,"0"-3"0,2 5 0,0-1 0,-4-11 0,11 54 0,41 229 0,-18-131 0,66 573 0,-36-248 0,20-5 0,-64-403 0,-1 1 0,26 77 0,-32-116 0,1 0 0,1-1 0,0 1 0,0-1 0,1 0 0,13 16 0,-14-19 0,0-2 0,0 1 0,1-1 0,-1 0 0,1 0 0,0 0 0,0-1 0,0 0 0,1 0 0,-1 0 0,1-1 0,6 1 0,9 1 0,0 0 0,0-2 0,-1-1 0,34-2 0,90-16 0,286-62 0,-95 17 0,1157-129 0,-1006 143 0,-193 17 0,-42 6 0,-248 24-195,0 1 0,0-1 0,0 0 0,-1 0 0,1 0 0,6-3 0,-2-1-6631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621 0 24575,'4'12'0,"-1"-4"0,0 6 0,0-1 0,-1 1 0,-1 0 0,0 0 0,-1 0 0,-2 20 0,-17 83 0,-6-15 0,20-84 0,-2 1 0,0-1 0,-13 23 0,18-37 0,-1 0 0,1 0 0,-1-1 0,0 1 0,0-1 0,-5 5 0,7-7 0,0 0 0,0 0 0,-1 0 0,1-1 0,-1 1 0,1 0 0,0-1 0,-1 1 0,1-1 0,-1 1 0,1-1 0,-1 0 0,1 1 0,-1-1 0,0 0 0,1 0 0,-1 0 0,1-1 0,-1 1 0,1 0 0,-1 0 0,-1-1 0,-2-2 0,0 1 0,0 0 0,0-1 0,0 0 0,1 0 0,-8-6 0,-23-26 0,22 21 0,-8-7 0,0 1 0,0 1 0,-2 1 0,-33-20 0,47 33 0,0 0 0,0 1 0,-1 0 0,1 0 0,-1 1 0,0 0 0,0 1 0,0 0 0,0 1 0,0 0 0,-1 1 0,1-1 0,0 2 0,0 0 0,-20 4 0,26-4 5,-1 0 0,1 1 0,-1 0-1,1 0 1,0 0 0,0 1 0,0-1 0,0 1-1,0 0 1,0 0 0,1 0 0,-1 1 0,1-1-1,0 1 1,0 0 0,0 0 0,1 0-1,-1 0 1,1 0 0,0 1 0,0-1 0,1 1-1,-1-1 1,0 7 0,0-2-129,1 1 0,0-1 1,0 0-1,1 1 0,1-1 0,-1 1 1,1-1-1,1 0 0,0 1 0,0-1 1,5 12-1,1-3-6702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29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24575,'3'1'0,"1"-1"0,-1 1 0,0 0 0,0 0 0,0 0 0,0 1 0,0-1 0,4 4 0,-3-3 0,12 8 0,-1 0 0,-1 1 0,16 15 0,37 42 0,-56-56 0,79 90 0,-77-85 0,-1 1 0,0 0 0,-2 1 0,12 26 0,-19-38 0,0 1 0,-1 0 0,0 0 0,0 0 0,0 11 0,-2-16 0,0-1 0,1 1 0,-2 0 0,1 0 0,0-1 0,0 1 0,-1 0 0,0 0 0,1-1 0,-1 1 0,0-1 0,0 1 0,-1-1 0,1 1 0,0-1 0,-1 0 0,0 1 0,1-1 0,-4 2 0,4-3 0,0 0 0,0-1 0,0 1 0,0 0 0,0-1 0,0 0 0,-1 1 0,1-1 0,0 0 0,0 1 0,-1-1 0,1 0 0,0 0 0,-1 0 0,1 0 0,0 0 0,0 0 0,-1-1 0,1 1 0,0 0 0,0-1 0,0 1 0,-1 0 0,1-1 0,0 0 0,0 1 0,0-1 0,0 0 0,0 1 0,0-1 0,-1-1 0,-2-2 0,0 1 0,0-1 0,0 0 0,0 0 0,-5-10 0,4 6 0,1 0 0,1 0 0,0-1 0,0 1 0,0-1 0,1 0 0,1 0 0,-1 0 0,1 0 0,1-14 0,0 7 0,1-1 0,1 1 0,1 0 0,9-31 0,-5 26 0,2-1 0,1 1 0,1 1 0,0 0 0,16-20 0,75-87 0,-93 117 0,6-8-1365,-1 3-5461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24575,'8'-7'0,"6"-7"0,0 0 0,23-15 0,-32 25 0,0 1 0,0 0 0,0 0 0,1 0 0,-1 1 0,1 0 0,0 0 0,-1 0 0,1 1 0,0 0 0,0 0 0,8 0 0,-12 1 0,0 0 0,0 0 0,1 1 0,-1-1 0,0 0 0,0 1 0,0 0 0,-1-1 0,1 1 0,0 0 0,0 0 0,0 0 0,0 0 0,-1 0 0,1 0 0,0 1 0,-1-1 0,2 3 0,-1-2 0,0 1 0,0 0 0,-1-1 0,0 1 0,1 0 0,-1 0 0,0 0 0,-1 0 0,1 0 0,0 0 0,-1 3 0,1 4 0,-1 0 0,0 0 0,-1 0 0,-1-1 0,1 1 0,-6 16 0,2-11 0,0-1 0,-1 0 0,0 0 0,-2 0 0,1-1 0,-2 0 0,0-1 0,0 1 0,-1-2 0,-15 15 0,21-23 0,0 0 0,0 0 0,0-1 0,-7 4 0,9-5 0,1-1 0,-1 1 0,1 0 0,-1-1 0,1 0 0,-1 1 0,1-1 0,-1 0 0,1 0 0,-1 0 0,1 0 0,-1 0 0,1 0 0,-1 0 0,1 0 0,-1-1 0,0 1 0,-2-2 0,5 2 0,-1 0 0,0 0 0,0 0 0,0 0 0,0 0 0,0 0 0,0 0 0,0-1 0,0 1 0,0 0 0,0 0 0,0 0 0,0 0 0,0 0 0,0 0 0,1 0 0,-1 0 0,0 0 0,0 0 0,0-1 0,0 1 0,0 0 0,0 0 0,0 0 0,1 0 0,-1 0 0,0 0 0,0 0 0,0 0 0,0 0 0,0 0 0,0 0 0,1 0 0,-1 0 0,0 0 0,0 0 0,0 0 0,0 0 0,0 0 0,0 0 0,1 0 0,-1 0 0,0 1 0,0-1 0,9-1 0,12 3 0,-1 1 0,0 0 0,0 2 0,0 0 0,-1 2 0,1 0 0,-1 1 0,-1 0 0,0 2 0,0 0 0,16 13 0,-28-19 0,-2 0 0,1 0 0,0 0 0,-1 1 0,1-1 0,-1 1 0,-1 0 0,1 0 0,-1 1 0,5 9 0,-6-11 0,-1 0 0,0 0 0,0 0 0,0 0 0,-1 0 0,1 0 0,-1 0 0,0 1 0,0-1 0,-1 0 0,1 0 0,-1 0 0,0 0 0,0 0 0,0 0 0,-4 8 0,0-3 0,0 0 0,0 0 0,-1-1 0,-1 0 0,1 0 0,-1 0 0,0-1 0,-1 0 0,0 0 0,0-1 0,0 0 0,-10 5 0,5-4 0,1 0 0,-1-2 0,0 1 0,-1-2 0,1 1 0,-1-2 0,1 0 0,-19 1 0,6-3-1365,6-3-5461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24575,'0'0'0,"0"0"0,0 0 0,1-1 0,0-1 0,0 1 0,1 0 0,-1-1 0,0 1 0,1 0 0,-1 0 0,1 0 0,-1 0 0,2-1 0,-2 2 0,14-8 0,-1 1 0,1 1 0,1 0 0,-1 1 0,1 1 0,0 0 0,0 2 0,0-1 0,0 2 0,0 0 0,32 3 0,-41-1 0,1 0 0,-1 1 0,0 0 0,0 0 0,1 0 0,-2 1 0,1 0 0,0 1 0,-1 0 0,1 0 0,-1 0 0,0 0 0,0 1 0,-1 0 0,8 9 0,-9-9 0,1 1 0,-2-1 0,1 1 0,-1 0 0,1 0 0,-2 0 0,1 1 0,-1-1 0,0 1 0,0-1 0,-1 1 0,0-1 0,0 1 0,0 0 0,-1 0 0,0 0 0,-1 8 0,0-10 7,0-1-1,0 1 0,-1 0 0,1-1 1,-1 1-1,0-1 0,0 0 1,-1 0-1,1 0 0,-1 0 1,0 0-1,0 0 0,0 0 0,-1-1 1,1 0-1,-1 0 0,0 0 1,-6 4-1,-2 0-254,1-2 1,-1 1-1,0-2 1,0 1-1,-21 3 1,-6 0-6579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24575,'-2'2'0,"1"-1"0,-1 1 0,1-1 0,-1 1 0,1 0 0,-2 3 0,-2 3 0,2 0 0,-1 0 0,1 0 0,0 1 0,1-1 0,0 1 0,-1 14 0,1 1 0,1 36 0,3-28 0,1-1 0,2 0 0,1 0 0,17 50 0,56 114 0,-79-195 0,17 36 0,13 43 0,-27-68 0,0 0 0,0 0 0,-1 1 0,-1-1 0,0 1 0,0-1 0,-1 1 0,-3 18 0,2-25 0,0 0 0,0-1 0,-1 1 0,1 0 0,-1 0 0,0-1 0,-1 1 0,1-1 0,-1 0 0,0 1 0,0-1 0,0-1 0,-4 5 0,1-3 0,1-1 0,-1 0 0,0 0 0,0 0 0,-1-1 0,1 1 0,-1-2 0,-8 4 0,-7-1 0,0-1 0,0 0 0,0-2 0,-41 0 0,-51-6-1365,107 4-5461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1 0,0 3 0,1 3 0,2 7 0,1 10 0,0 11 0,2 9 0,0 4 0,0 1 0,-2-2 0,-3-3 0,-1-6 0,0-11-8191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25 113 24575,'0'0'0,"0"0"0,0 0 0,0 0 0,1-7 0,2 1 0,0 0 0,0 0 0,0 1 0,1 0 0,-1-1 0,2 1 0,-1 1 0,0-1 0,1 1 0,0-1 0,0 1 0,8-5 0,-4 4 0,0 0 0,0 1 0,0 0 0,0 0 0,1 1 0,-1 0 0,14-2 0,-9 3 0,1 1 0,-1 1 0,1 1 0,-1 0 0,1 1 0,-1 0 0,0 1 0,0 0 0,0 2 0,-1-1 0,1 2 0,-1 0 0,18 11 0,-30-17 0,0 1 0,0-1 0,0 1 0,0 0 0,0-1 0,0 1 0,0 0 0,0 0 0,-1 0 0,1 0 0,0-1 0,-1 1 0,1 0 0,-1 0 0,1 0 0,-1 0 0,1 0 0,-1 2 0,0-2 0,0-1 0,0 1 0,0 0 0,0-1 0,-1 1 0,1-1 0,0 1 0,-1-1 0,1 1 0,0 0 0,-1-1 0,1 1 0,-1-1 0,1 1 0,-1-1 0,1 0 0,-1 1 0,1-1 0,-1 0 0,0 1 0,1-1 0,-1 0 0,1 1 0,-1-1 0,0 0 0,1 0 0,-1 0 0,0 0 0,1 0 0,-1 0 0,-1 0 0,-7 2 0,0-2 0,0 1 0,1-1 0,-1 0 0,-12-3 0,-46-10 0,54 10 0,-85-25 0,96 27 0,0 0 0,0 1 0,0-1 0,0 1 0,0 0 0,-1 0 0,1 0 0,0 0 0,0 0 0,0 0 0,0 1 0,0-1 0,0 1 0,0-1 0,0 1 0,0 0 0,-2 1 0,1 0 0,0 0 0,0 0 0,1 1 0,-1-1 0,1 1 0,-1 0 0,1 0 0,0 0 0,-2 3 0,-6 11 0,1 1 0,1 0 0,-12 38 0,11-23 0,-7 50 0,13-54-1365,2-6-5461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24575,'1'2'0,"-1"-1"0,1 0 0,-1 1 0,0-1 0,1 0 0,0 0 0,-1 0 0,1 1 0,0-1 0,0 0 0,1 1 0,1 2 0,87 118 0,-34-48 0,-14-18 0,-18-26 0,-1 1 0,32 59 0,-51-84 0,-1 1 0,0 1 0,-1-1 0,1 0 0,1 15 0,-3-20 0,-1 0 0,0 0 0,0 1 0,0-1 0,0 0 0,-1 0 0,1 1 0,0-1 0,-1 0 0,0 0 0,1 0 0,-1 0 0,0 0 0,0 1 0,0-2 0,-1 1 0,1 0 0,0 0 0,-1 0 0,1-1 0,-1 1 0,0 0 0,1-1 0,-4 2 0,-2 2 0,-1-1 0,0 0 0,0-1 0,0 0 0,-1 0 0,1-1 0,-16 3 0,-62 2 0,85-7 0,-53 1-341,1-2 0,0-3-1,-56-12 1,97 14-6485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372 174 24575,'0'0'0,"0"0"0,0 0 0,0 0 0,-9-2 0,-266-135 0,255 127 0,10 5 0,-1 0 0,0 0 0,-19-5 0,30 10 0,-1 0 0,1 1 0,0-1 0,-1 0 0,1 0 0,0 0 0,0 0 0,-1 0 0,1 0 0,0 0 0,0 0 0,0 1 0,-1-1 0,1 0 0,0 0 0,0 0 0,0 1 0,-1-1 0,1 0 0,0 0 0,0 0 0,0 1 0,0-1 0,0 0 0,0 0 0,-1 1 0,1-1 0,0 0 0,0 0 0,0 1 0,0-1 0,0 0 0,0 1 0,0-1 0,0 0 0,0 0 0,0 1 0,0-1 0,0 0 0,0 0 0,1 1 0,-1-1 0,0 0 0,0 1 0,3 14 0,-3-14 0,32 102 101,3 16-1567,-32-107-5360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24575,'1'7'0,"1"0"0,-1 0 0,1 0 0,0 0 0,1-1 0,-1 1 0,6 8 0,0 2 0,72 172-1365,-67-158-5461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6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24575,'0'0'0,"0"0"0,3 6 0,277 424 0,-265-406 0,-3-6 0,-1 0 0,-1 1 0,0 0 0,10 31 0,-19-44 0,1 0 0,-1 1 0,0-1 0,0 1 0,-1-1 0,0 1 0,0 0 0,-1 7 0,0-9 0,0-1 0,-1 1 0,1-1 0,-1 0 0,0 1 0,0-1 0,0 0 0,0 0 0,-1 0 0,0-1 0,0 1 0,-6 6 0,1-4 0,0 1 0,0-2 0,-1 1 0,1-1 0,-1 0 0,0-1 0,-1 0 0,1-1 0,-13 3 0,-14 3 0,-41 3 0,68-11 0,-18 3-682,-52 1-1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24575,'0'0'0,"0"0"0,0 0 0,0 1 0,2 2 0,0 3 0,2 6 0,1 6 0,1 5 0,1 4 0,2 6 0,2 7 0,2 0 0,-2-6-8191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3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26 156 24575,'0'0'0,"-1"-1"0,0 1 0,0 0 0,0-1 0,0 1 0,1-1 0,-1 0 0,0 1 0,0-1 0,1 0 0,-1 1 0,0-1 0,1 0 0,-1 0 0,-8-13 0,8 13 0,0-1 0,0 0 0,1 1 0,-1-1 0,0 0 0,1 1 0,0-1 0,-1 0 0,1 0 0,0 0 0,0 0 0,0 1 0,0-1 0,0 0 0,1 0 0,-1 0 0,0 1 0,1-1 0,0 0 0,-1 1 0,1-1 0,0 0 0,0 1 0,0-1 0,0 1 0,0-1 0,0 1 0,2-3 0,4-3 0,0 1 0,0 0 0,0 1 0,11-7 0,-17 11 0,9-6 0,0 1 0,0 1 0,1 0 0,-1 0 0,1 1 0,0 1 0,0 0 0,13-3 0,-20 6 0,1-1 0,-1 1 0,0 0 0,0 0 0,0 0 0,1 1 0,-1 0 0,0-1 0,0 1 0,0 1 0,0-1 0,0 1 0,0-1 0,-1 1 0,1 0 0,0 0 0,-1 1 0,0-1 0,1 1 0,-1 0 0,0 0 0,0 0 0,-1 0 0,1 0 0,3 6 0,-3-4 0,0 1 0,0-1 0,-1 1 0,0 0 0,0-1 0,-1 1 0,1 0 0,-1 0 0,0 11 0,0-13 0,-1-1 0,-1 1 0,1 0 0,0-1 0,-1 1 0,0 0 0,0-1 0,0 1 0,0-1 0,0 1 0,-1-1 0,1 0 0,-1 0 0,0 1 0,0-1 0,0 0 0,-4 3 0,5-5 0,0 0 0,-1 0 0,1-1 0,0 1 0,0 0 0,-1-1 0,1 1 0,-1-1 0,1 1 0,0-1 0,-1 0 0,1 1 0,-1-1 0,1 0 0,-1 0 0,1 0 0,-1 0 0,1 0 0,0-1 0,-1 1 0,1 0 0,-1-1 0,-1 0 0,-5-2 0,0 0 0,1-1 0,-8-5 0,-1 0 0,7 5 0,1 0 0,0 1 0,-1 0 0,0 0 0,-14-2 0,21 4 0,-1 1 0,1 0 0,0 0 0,-1 0 0,1 0 0,-1 1 0,1-1 0,-1 0 0,1 1 0,0 0 0,-1 0 0,1-1 0,0 1 0,0 1 0,-1-1 0,1 0 0,0 0 0,0 1 0,0-1 0,0 1 0,1 0 0,-1 0 0,0-1 0,1 1 0,-3 4 0,0 1 9,0 1 0,0 0 0,1 0-1,0 0 1,-2 11 0,-6 44-316,6-34-804,0 1-5715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50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5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4:5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6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6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8:24:08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3712 551 24575,'-3'-1'0,"1"-1"0,-1 1 0,0 0 0,1-1 0,-1 1 0,1-1 0,-1 0 0,1 0 0,0 0 0,-1 0 0,1 0 0,0 0 0,0-1 0,1 1 0,-4-5 0,-4-6 0,-33-31 0,-1 2 0,-1 1 0,-3 3 0,-1 1 0,-2 3 0,-1 2 0,-2 2 0,-1 3 0,-1 2 0,-104-33 0,-110-8 0,202 55 0,1 2 0,-76 0 0,-6 10 0,0 6 0,1 6 0,-170 38 0,196-25 0,1 5 0,2 6 0,-174 77 0,227-79 0,-102 71 0,-48 59 0,169-127 0,2 2 0,1 2 0,2 2 0,3 1 0,-61 93 0,48-57 0,-16 24 0,-54 117 0,109-195 0,1 0 0,2 0 0,1 1 0,0 0 0,3 0 0,0 1 0,2 0 0,0 0 0,3 0 0,0 0 0,2 0 0,1 0 0,1-1 0,1 1 0,2-1 0,1 0 0,1-1 0,17 37 0,-1-13 0,3-1 0,58 81 0,-67-107 0,1 0 0,2-1 0,0-2 0,1 0 0,1-2 0,45 29 0,-13-18 0,1-2 0,1-2 0,1-4 0,1-2 0,1-2 0,74 11 0,1-9 0,244 4 0,-242-24 0,0-6 0,-1-6 0,0-6 0,-2-5 0,174-54 0,-252 57 0,0-2 0,-2-2 0,0-3 0,70-47 0,316-236 0,-413 288 0,-2-2 0,0 0 0,-2-2 0,35-46 0,70-124 0,-125 191 0,30-50 0,-2-2 0,-3 0 0,-2-2 0,32-107 0,-46 120-195,-2-1 0,-3 0 0,-1 0 0,-2-1 0,-3 0 0,-6-87 0,1 110-6631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8:24:10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 24575,'0'0'0,"0"-2"0,0-3 0,0-2 0,0-3 0,0 0 0,0-4 0,0-1 0,0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8:24:12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0 262 24575,'0'0'0,"0"0"0,0 0 0,0 0 0,0 0 0,0 0 0,0 0 0,0 0 0,0 0 0,0 0 0,0 0 0,0 0 0,0 0 0,0 0 0,0 0 0,0 0 0,0 0 0,26 0 0,461-13 0,-481 13 0,232-26 0,-58 3 0,-84 13 0,117-26 0,-21-3 0,364-26 0,-61 60 0,-272 7 0,165-21 0,-86 2 0,440 6 0,-664 11 0,462 9 0,-418-1 0,144 28 0,-149-9 0,-115-26-82,3 0-61,-1 0 1,0 0-1,1 0 1,-1-1-1,1 0 1,0 0-1,-1 0 0,8-1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6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6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6T07:46:2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כ"ו/טבת/תשפ"ג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programming/custom-toast-tutorial-example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customXml" Target="../ink/ink11.xml"/><Relationship Id="rId42" Type="http://schemas.openxmlformats.org/officeDocument/2006/relationships/image" Target="../media/image29.png"/><Relationship Id="rId63" Type="http://schemas.openxmlformats.org/officeDocument/2006/relationships/image" Target="../media/image39.png"/><Relationship Id="rId84" Type="http://schemas.openxmlformats.org/officeDocument/2006/relationships/image" Target="../media/image49.png"/><Relationship Id="rId138" Type="http://schemas.openxmlformats.org/officeDocument/2006/relationships/image" Target="../media/image76.png"/><Relationship Id="rId159" Type="http://schemas.openxmlformats.org/officeDocument/2006/relationships/customXml" Target="../ink/ink81.xml"/><Relationship Id="rId107" Type="http://schemas.openxmlformats.org/officeDocument/2006/relationships/customXml" Target="../ink/ink55.xml"/><Relationship Id="rId11" Type="http://schemas.openxmlformats.org/officeDocument/2006/relationships/customXml" Target="../ink/ink6.xml"/><Relationship Id="rId32" Type="http://schemas.openxmlformats.org/officeDocument/2006/relationships/image" Target="../media/image24.png"/><Relationship Id="rId53" Type="http://schemas.openxmlformats.org/officeDocument/2006/relationships/image" Target="../media/image34.png"/><Relationship Id="rId74" Type="http://schemas.openxmlformats.org/officeDocument/2006/relationships/image" Target="../media/image44.png"/><Relationship Id="rId128" Type="http://schemas.openxmlformats.org/officeDocument/2006/relationships/image" Target="../media/image71.png"/><Relationship Id="rId149" Type="http://schemas.openxmlformats.org/officeDocument/2006/relationships/customXml" Target="../ink/ink76.xml"/><Relationship Id="rId5" Type="http://schemas.openxmlformats.org/officeDocument/2006/relationships/customXml" Target="../ink/ink3.xml"/><Relationship Id="rId95" Type="http://schemas.openxmlformats.org/officeDocument/2006/relationships/customXml" Target="../ink/ink49.xml"/><Relationship Id="rId160" Type="http://schemas.openxmlformats.org/officeDocument/2006/relationships/image" Target="../media/image87.png"/><Relationship Id="rId22" Type="http://schemas.openxmlformats.org/officeDocument/2006/relationships/image" Target="../media/image19.png"/><Relationship Id="rId43" Type="http://schemas.openxmlformats.org/officeDocument/2006/relationships/customXml" Target="../ink/ink22.xml"/><Relationship Id="rId64" Type="http://schemas.openxmlformats.org/officeDocument/2006/relationships/customXml" Target="../ink/ink33.xml"/><Relationship Id="rId118" Type="http://schemas.openxmlformats.org/officeDocument/2006/relationships/image" Target="../media/image66.png"/><Relationship Id="rId139" Type="http://schemas.openxmlformats.org/officeDocument/2006/relationships/customXml" Target="../ink/ink71.xml"/><Relationship Id="rId85" Type="http://schemas.openxmlformats.org/officeDocument/2006/relationships/customXml" Target="../ink/ink44.xml"/><Relationship Id="rId150" Type="http://schemas.openxmlformats.org/officeDocument/2006/relationships/image" Target="../media/image82.png"/><Relationship Id="rId12" Type="http://schemas.openxmlformats.org/officeDocument/2006/relationships/image" Target="../media/image14.png"/><Relationship Id="rId17" Type="http://schemas.openxmlformats.org/officeDocument/2006/relationships/customXml" Target="../ink/ink9.xml"/><Relationship Id="rId33" Type="http://schemas.openxmlformats.org/officeDocument/2006/relationships/customXml" Target="../ink/ink17.xml"/><Relationship Id="rId38" Type="http://schemas.openxmlformats.org/officeDocument/2006/relationships/image" Target="../media/image27.png"/><Relationship Id="rId59" Type="http://schemas.openxmlformats.org/officeDocument/2006/relationships/image" Target="../media/image37.png"/><Relationship Id="rId103" Type="http://schemas.openxmlformats.org/officeDocument/2006/relationships/customXml" Target="../ink/ink53.xml"/><Relationship Id="rId108" Type="http://schemas.openxmlformats.org/officeDocument/2006/relationships/image" Target="../media/image61.png"/><Relationship Id="rId124" Type="http://schemas.openxmlformats.org/officeDocument/2006/relationships/image" Target="../media/image69.png"/><Relationship Id="rId129" Type="http://schemas.openxmlformats.org/officeDocument/2006/relationships/customXml" Target="../ink/ink66.xml"/><Relationship Id="rId54" Type="http://schemas.openxmlformats.org/officeDocument/2006/relationships/customXml" Target="../ink/ink28.xml"/><Relationship Id="rId70" Type="http://schemas.openxmlformats.org/officeDocument/2006/relationships/customXml" Target="../ink/ink36.xml"/><Relationship Id="rId75" Type="http://schemas.openxmlformats.org/officeDocument/2006/relationships/customXml" Target="../ink/ink39.xml"/><Relationship Id="rId91" Type="http://schemas.openxmlformats.org/officeDocument/2006/relationships/customXml" Target="../ink/ink47.xml"/><Relationship Id="rId96" Type="http://schemas.openxmlformats.org/officeDocument/2006/relationships/image" Target="../media/image55.png"/><Relationship Id="rId140" Type="http://schemas.openxmlformats.org/officeDocument/2006/relationships/image" Target="../media/image77.png"/><Relationship Id="rId145" Type="http://schemas.openxmlformats.org/officeDocument/2006/relationships/customXml" Target="../ink/ink74.xml"/><Relationship Id="rId161" Type="http://schemas.openxmlformats.org/officeDocument/2006/relationships/customXml" Target="../ink/ink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23" Type="http://schemas.openxmlformats.org/officeDocument/2006/relationships/customXml" Target="../ink/ink12.xml"/><Relationship Id="rId28" Type="http://schemas.openxmlformats.org/officeDocument/2006/relationships/image" Target="../media/image22.png"/><Relationship Id="rId49" Type="http://schemas.openxmlformats.org/officeDocument/2006/relationships/customXml" Target="../ink/ink25.xml"/><Relationship Id="rId114" Type="http://schemas.openxmlformats.org/officeDocument/2006/relationships/image" Target="../media/image64.png"/><Relationship Id="rId119" Type="http://schemas.openxmlformats.org/officeDocument/2006/relationships/customXml" Target="../ink/ink61.xml"/><Relationship Id="rId44" Type="http://schemas.openxmlformats.org/officeDocument/2006/relationships/image" Target="../media/image30.png"/><Relationship Id="rId60" Type="http://schemas.openxmlformats.org/officeDocument/2006/relationships/customXml" Target="../ink/ink31.xml"/><Relationship Id="rId65" Type="http://schemas.openxmlformats.org/officeDocument/2006/relationships/image" Target="../media/image40.png"/><Relationship Id="rId81" Type="http://schemas.openxmlformats.org/officeDocument/2006/relationships/customXml" Target="../ink/ink42.xml"/><Relationship Id="rId86" Type="http://schemas.openxmlformats.org/officeDocument/2006/relationships/image" Target="../media/image50.png"/><Relationship Id="rId130" Type="http://schemas.openxmlformats.org/officeDocument/2006/relationships/image" Target="../media/image72.png"/><Relationship Id="rId135" Type="http://schemas.openxmlformats.org/officeDocument/2006/relationships/customXml" Target="../ink/ink69.xml"/><Relationship Id="rId151" Type="http://schemas.openxmlformats.org/officeDocument/2006/relationships/customXml" Target="../ink/ink77.xml"/><Relationship Id="rId156" Type="http://schemas.openxmlformats.org/officeDocument/2006/relationships/image" Target="../media/image85.png"/><Relationship Id="rId13" Type="http://schemas.openxmlformats.org/officeDocument/2006/relationships/customXml" Target="../ink/ink7.xml"/><Relationship Id="rId18" Type="http://schemas.openxmlformats.org/officeDocument/2006/relationships/image" Target="../media/image17.png"/><Relationship Id="rId39" Type="http://schemas.openxmlformats.org/officeDocument/2006/relationships/customXml" Target="../ink/ink20.xml"/><Relationship Id="rId109" Type="http://schemas.openxmlformats.org/officeDocument/2006/relationships/customXml" Target="../ink/ink56.xml"/><Relationship Id="rId34" Type="http://schemas.openxmlformats.org/officeDocument/2006/relationships/image" Target="../media/image25.png"/><Relationship Id="rId50" Type="http://schemas.openxmlformats.org/officeDocument/2006/relationships/customXml" Target="../ink/ink26.xml"/><Relationship Id="rId55" Type="http://schemas.openxmlformats.org/officeDocument/2006/relationships/image" Target="../media/image35.png"/><Relationship Id="rId76" Type="http://schemas.openxmlformats.org/officeDocument/2006/relationships/image" Target="../media/image45.png"/><Relationship Id="rId97" Type="http://schemas.openxmlformats.org/officeDocument/2006/relationships/customXml" Target="../ink/ink50.xml"/><Relationship Id="rId104" Type="http://schemas.openxmlformats.org/officeDocument/2006/relationships/image" Target="../media/image59.png"/><Relationship Id="rId120" Type="http://schemas.openxmlformats.org/officeDocument/2006/relationships/image" Target="../media/image67.png"/><Relationship Id="rId125" Type="http://schemas.openxmlformats.org/officeDocument/2006/relationships/customXml" Target="../ink/ink64.xml"/><Relationship Id="rId141" Type="http://schemas.openxmlformats.org/officeDocument/2006/relationships/customXml" Target="../ink/ink72.xml"/><Relationship Id="rId146" Type="http://schemas.openxmlformats.org/officeDocument/2006/relationships/image" Target="../media/image80.png"/><Relationship Id="rId7" Type="http://schemas.openxmlformats.org/officeDocument/2006/relationships/customXml" Target="../ink/ink4.xml"/><Relationship Id="rId71" Type="http://schemas.openxmlformats.org/officeDocument/2006/relationships/customXml" Target="../ink/ink37.xml"/><Relationship Id="rId92" Type="http://schemas.openxmlformats.org/officeDocument/2006/relationships/image" Target="../media/image53.png"/><Relationship Id="rId162" Type="http://schemas.openxmlformats.org/officeDocument/2006/relationships/customXml" Target="../ink/ink83.xml"/><Relationship Id="rId2" Type="http://schemas.openxmlformats.org/officeDocument/2006/relationships/image" Target="../media/image3.png"/><Relationship Id="rId29" Type="http://schemas.openxmlformats.org/officeDocument/2006/relationships/customXml" Target="../ink/ink15.xml"/><Relationship Id="rId24" Type="http://schemas.openxmlformats.org/officeDocument/2006/relationships/image" Target="../media/image20.png"/><Relationship Id="rId40" Type="http://schemas.openxmlformats.org/officeDocument/2006/relationships/image" Target="../media/image28.png"/><Relationship Id="rId45" Type="http://schemas.openxmlformats.org/officeDocument/2006/relationships/customXml" Target="../ink/ink23.xml"/><Relationship Id="rId66" Type="http://schemas.openxmlformats.org/officeDocument/2006/relationships/customXml" Target="../ink/ink34.xml"/><Relationship Id="rId87" Type="http://schemas.openxmlformats.org/officeDocument/2006/relationships/customXml" Target="../ink/ink45.xml"/><Relationship Id="rId110" Type="http://schemas.openxmlformats.org/officeDocument/2006/relationships/image" Target="../media/image62.png"/><Relationship Id="rId115" Type="http://schemas.openxmlformats.org/officeDocument/2006/relationships/customXml" Target="../ink/ink59.xml"/><Relationship Id="rId131" Type="http://schemas.openxmlformats.org/officeDocument/2006/relationships/customXml" Target="../ink/ink67.xml"/><Relationship Id="rId136" Type="http://schemas.openxmlformats.org/officeDocument/2006/relationships/image" Target="../media/image75.png"/><Relationship Id="rId157" Type="http://schemas.openxmlformats.org/officeDocument/2006/relationships/customXml" Target="../ink/ink80.xml"/><Relationship Id="rId61" Type="http://schemas.openxmlformats.org/officeDocument/2006/relationships/image" Target="../media/image38.png"/><Relationship Id="rId82" Type="http://schemas.openxmlformats.org/officeDocument/2006/relationships/image" Target="../media/image48.png"/><Relationship Id="rId152" Type="http://schemas.openxmlformats.org/officeDocument/2006/relationships/image" Target="../media/image83.png"/><Relationship Id="rId19" Type="http://schemas.openxmlformats.org/officeDocument/2006/relationships/customXml" Target="../ink/ink10.xml"/><Relationship Id="rId14" Type="http://schemas.openxmlformats.org/officeDocument/2006/relationships/image" Target="../media/image15.png"/><Relationship Id="rId30" Type="http://schemas.openxmlformats.org/officeDocument/2006/relationships/image" Target="../media/image23.png"/><Relationship Id="rId35" Type="http://schemas.openxmlformats.org/officeDocument/2006/relationships/customXml" Target="../ink/ink18.xml"/><Relationship Id="rId56" Type="http://schemas.openxmlformats.org/officeDocument/2006/relationships/customXml" Target="../ink/ink29.xml"/><Relationship Id="rId77" Type="http://schemas.openxmlformats.org/officeDocument/2006/relationships/customXml" Target="../ink/ink40.xml"/><Relationship Id="rId100" Type="http://schemas.openxmlformats.org/officeDocument/2006/relationships/image" Target="../media/image57.png"/><Relationship Id="rId105" Type="http://schemas.openxmlformats.org/officeDocument/2006/relationships/customXml" Target="../ink/ink54.xml"/><Relationship Id="rId126" Type="http://schemas.openxmlformats.org/officeDocument/2006/relationships/image" Target="../media/image70.png"/><Relationship Id="rId147" Type="http://schemas.openxmlformats.org/officeDocument/2006/relationships/customXml" Target="../ink/ink75.xml"/><Relationship Id="rId8" Type="http://schemas.openxmlformats.org/officeDocument/2006/relationships/image" Target="../media/image12.png"/><Relationship Id="rId51" Type="http://schemas.openxmlformats.org/officeDocument/2006/relationships/image" Target="../media/image33.png"/><Relationship Id="rId72" Type="http://schemas.openxmlformats.org/officeDocument/2006/relationships/image" Target="../media/image43.png"/><Relationship Id="rId93" Type="http://schemas.openxmlformats.org/officeDocument/2006/relationships/customXml" Target="../ink/ink48.xml"/><Relationship Id="rId98" Type="http://schemas.openxmlformats.org/officeDocument/2006/relationships/image" Target="../media/image56.png"/><Relationship Id="rId121" Type="http://schemas.openxmlformats.org/officeDocument/2006/relationships/customXml" Target="../ink/ink62.xml"/><Relationship Id="rId142" Type="http://schemas.openxmlformats.org/officeDocument/2006/relationships/image" Target="../media/image78.png"/><Relationship Id="rId163" Type="http://schemas.openxmlformats.org/officeDocument/2006/relationships/customXml" Target="../ink/ink84.xml"/><Relationship Id="rId3" Type="http://schemas.openxmlformats.org/officeDocument/2006/relationships/customXml" Target="../ink/ink2.xml"/><Relationship Id="rId25" Type="http://schemas.openxmlformats.org/officeDocument/2006/relationships/customXml" Target="../ink/ink13.xml"/><Relationship Id="rId46" Type="http://schemas.openxmlformats.org/officeDocument/2006/relationships/image" Target="../media/image31.png"/><Relationship Id="rId67" Type="http://schemas.openxmlformats.org/officeDocument/2006/relationships/image" Target="../media/image41.png"/><Relationship Id="rId116" Type="http://schemas.openxmlformats.org/officeDocument/2006/relationships/image" Target="../media/image65.png"/><Relationship Id="rId137" Type="http://schemas.openxmlformats.org/officeDocument/2006/relationships/customXml" Target="../ink/ink70.xml"/><Relationship Id="rId158" Type="http://schemas.openxmlformats.org/officeDocument/2006/relationships/image" Target="../media/image86.png"/><Relationship Id="rId20" Type="http://schemas.openxmlformats.org/officeDocument/2006/relationships/image" Target="../media/image18.png"/><Relationship Id="rId41" Type="http://schemas.openxmlformats.org/officeDocument/2006/relationships/customXml" Target="../ink/ink21.xml"/><Relationship Id="rId62" Type="http://schemas.openxmlformats.org/officeDocument/2006/relationships/customXml" Target="../ink/ink32.xml"/><Relationship Id="rId83" Type="http://schemas.openxmlformats.org/officeDocument/2006/relationships/customXml" Target="../ink/ink43.xml"/><Relationship Id="rId88" Type="http://schemas.openxmlformats.org/officeDocument/2006/relationships/image" Target="../media/image51.png"/><Relationship Id="rId111" Type="http://schemas.openxmlformats.org/officeDocument/2006/relationships/customXml" Target="../ink/ink57.xml"/><Relationship Id="rId132" Type="http://schemas.openxmlformats.org/officeDocument/2006/relationships/image" Target="../media/image73.png"/><Relationship Id="rId153" Type="http://schemas.openxmlformats.org/officeDocument/2006/relationships/customXml" Target="../ink/ink78.xml"/><Relationship Id="rId15" Type="http://schemas.openxmlformats.org/officeDocument/2006/relationships/customXml" Target="../ink/ink8.xml"/><Relationship Id="rId36" Type="http://schemas.openxmlformats.org/officeDocument/2006/relationships/image" Target="../media/image26.png"/><Relationship Id="rId57" Type="http://schemas.openxmlformats.org/officeDocument/2006/relationships/image" Target="../media/image36.png"/><Relationship Id="rId106" Type="http://schemas.openxmlformats.org/officeDocument/2006/relationships/image" Target="../media/image60.png"/><Relationship Id="rId127" Type="http://schemas.openxmlformats.org/officeDocument/2006/relationships/customXml" Target="../ink/ink65.xml"/><Relationship Id="rId10" Type="http://schemas.openxmlformats.org/officeDocument/2006/relationships/image" Target="../media/image13.png"/><Relationship Id="rId31" Type="http://schemas.openxmlformats.org/officeDocument/2006/relationships/customXml" Target="../ink/ink16.xml"/><Relationship Id="rId52" Type="http://schemas.openxmlformats.org/officeDocument/2006/relationships/customXml" Target="../ink/ink27.xml"/><Relationship Id="rId73" Type="http://schemas.openxmlformats.org/officeDocument/2006/relationships/customXml" Target="../ink/ink38.xml"/><Relationship Id="rId78" Type="http://schemas.openxmlformats.org/officeDocument/2006/relationships/image" Target="../media/image46.png"/><Relationship Id="rId94" Type="http://schemas.openxmlformats.org/officeDocument/2006/relationships/image" Target="../media/image54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68.png"/><Relationship Id="rId143" Type="http://schemas.openxmlformats.org/officeDocument/2006/relationships/customXml" Target="../ink/ink73.xml"/><Relationship Id="rId148" Type="http://schemas.openxmlformats.org/officeDocument/2006/relationships/image" Target="../media/image81.png"/><Relationship Id="rId4" Type="http://schemas.openxmlformats.org/officeDocument/2006/relationships/image" Target="../media/image10.png"/><Relationship Id="rId9" Type="http://schemas.openxmlformats.org/officeDocument/2006/relationships/customXml" Target="../ink/ink5.xml"/><Relationship Id="rId26" Type="http://schemas.openxmlformats.org/officeDocument/2006/relationships/image" Target="../media/image21.png"/><Relationship Id="rId47" Type="http://schemas.openxmlformats.org/officeDocument/2006/relationships/customXml" Target="../ink/ink24.xml"/><Relationship Id="rId68" Type="http://schemas.openxmlformats.org/officeDocument/2006/relationships/customXml" Target="../ink/ink35.xml"/><Relationship Id="rId89" Type="http://schemas.openxmlformats.org/officeDocument/2006/relationships/customXml" Target="../ink/ink46.xml"/><Relationship Id="rId112" Type="http://schemas.openxmlformats.org/officeDocument/2006/relationships/image" Target="../media/image63.png"/><Relationship Id="rId133" Type="http://schemas.openxmlformats.org/officeDocument/2006/relationships/customXml" Target="../ink/ink68.xml"/><Relationship Id="rId154" Type="http://schemas.openxmlformats.org/officeDocument/2006/relationships/image" Target="../media/image84.png"/><Relationship Id="rId16" Type="http://schemas.openxmlformats.org/officeDocument/2006/relationships/image" Target="../media/image16.png"/><Relationship Id="rId37" Type="http://schemas.openxmlformats.org/officeDocument/2006/relationships/customXml" Target="../ink/ink19.xml"/><Relationship Id="rId58" Type="http://schemas.openxmlformats.org/officeDocument/2006/relationships/customXml" Target="../ink/ink30.xml"/><Relationship Id="rId79" Type="http://schemas.openxmlformats.org/officeDocument/2006/relationships/customXml" Target="../ink/ink41.xml"/><Relationship Id="rId102" Type="http://schemas.openxmlformats.org/officeDocument/2006/relationships/image" Target="../media/image58.png"/><Relationship Id="rId123" Type="http://schemas.openxmlformats.org/officeDocument/2006/relationships/customXml" Target="../ink/ink63.xml"/><Relationship Id="rId144" Type="http://schemas.openxmlformats.org/officeDocument/2006/relationships/image" Target="../media/image79.png"/><Relationship Id="rId90" Type="http://schemas.openxmlformats.org/officeDocument/2006/relationships/image" Target="../media/image52.png"/><Relationship Id="rId27" Type="http://schemas.openxmlformats.org/officeDocument/2006/relationships/customXml" Target="../ink/ink14.xml"/><Relationship Id="rId48" Type="http://schemas.openxmlformats.org/officeDocument/2006/relationships/image" Target="../media/image32.png"/><Relationship Id="rId69" Type="http://schemas.openxmlformats.org/officeDocument/2006/relationships/image" Target="../media/image42.png"/><Relationship Id="rId113" Type="http://schemas.openxmlformats.org/officeDocument/2006/relationships/customXml" Target="../ink/ink58.xml"/><Relationship Id="rId134" Type="http://schemas.openxmlformats.org/officeDocument/2006/relationships/image" Target="../media/image74.png"/><Relationship Id="rId80" Type="http://schemas.openxmlformats.org/officeDocument/2006/relationships/image" Target="../media/image47.png"/><Relationship Id="rId155" Type="http://schemas.openxmlformats.org/officeDocument/2006/relationships/customXml" Target="../ink/ink79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3.xml"/><Relationship Id="rId21" Type="http://schemas.openxmlformats.org/officeDocument/2006/relationships/customXml" Target="../ink/ink94.xml"/><Relationship Id="rId42" Type="http://schemas.openxmlformats.org/officeDocument/2006/relationships/image" Target="../media/image107.png"/><Relationship Id="rId63" Type="http://schemas.openxmlformats.org/officeDocument/2006/relationships/image" Target="../media/image116.png"/><Relationship Id="rId84" Type="http://schemas.openxmlformats.org/officeDocument/2006/relationships/image" Target="../media/image126.png"/><Relationship Id="rId138" Type="http://schemas.openxmlformats.org/officeDocument/2006/relationships/image" Target="../media/image153.png"/><Relationship Id="rId159" Type="http://schemas.openxmlformats.org/officeDocument/2006/relationships/customXml" Target="../ink/ink164.xml"/><Relationship Id="rId107" Type="http://schemas.openxmlformats.org/officeDocument/2006/relationships/customXml" Target="../ink/ink138.xml"/><Relationship Id="rId11" Type="http://schemas.openxmlformats.org/officeDocument/2006/relationships/customXml" Target="../ink/ink89.xml"/><Relationship Id="rId32" Type="http://schemas.openxmlformats.org/officeDocument/2006/relationships/image" Target="../media/image102.png"/><Relationship Id="rId53" Type="http://schemas.openxmlformats.org/officeDocument/2006/relationships/image" Target="../media/image111.png"/><Relationship Id="rId74" Type="http://schemas.openxmlformats.org/officeDocument/2006/relationships/image" Target="../media/image121.png"/><Relationship Id="rId128" Type="http://schemas.openxmlformats.org/officeDocument/2006/relationships/image" Target="../media/image148.png"/><Relationship Id="rId149" Type="http://schemas.openxmlformats.org/officeDocument/2006/relationships/customXml" Target="../ink/ink159.xml"/><Relationship Id="rId5" Type="http://schemas.openxmlformats.org/officeDocument/2006/relationships/customXml" Target="../ink/ink86.xml"/><Relationship Id="rId95" Type="http://schemas.openxmlformats.org/officeDocument/2006/relationships/customXml" Target="../ink/ink132.xml"/><Relationship Id="rId160" Type="http://schemas.openxmlformats.org/officeDocument/2006/relationships/image" Target="../media/image164.png"/><Relationship Id="rId22" Type="http://schemas.openxmlformats.org/officeDocument/2006/relationships/image" Target="../media/image97.png"/><Relationship Id="rId43" Type="http://schemas.openxmlformats.org/officeDocument/2006/relationships/customXml" Target="../ink/ink105.xml"/><Relationship Id="rId64" Type="http://schemas.openxmlformats.org/officeDocument/2006/relationships/customXml" Target="../ink/ink116.xml"/><Relationship Id="rId118" Type="http://schemas.openxmlformats.org/officeDocument/2006/relationships/image" Target="../media/image143.png"/><Relationship Id="rId139" Type="http://schemas.openxmlformats.org/officeDocument/2006/relationships/customXml" Target="../ink/ink154.xml"/><Relationship Id="rId85" Type="http://schemas.openxmlformats.org/officeDocument/2006/relationships/customXml" Target="../ink/ink127.xml"/><Relationship Id="rId150" Type="http://schemas.openxmlformats.org/officeDocument/2006/relationships/image" Target="../media/image159.png"/><Relationship Id="rId12" Type="http://schemas.openxmlformats.org/officeDocument/2006/relationships/image" Target="../media/image92.png"/><Relationship Id="rId17" Type="http://schemas.openxmlformats.org/officeDocument/2006/relationships/customXml" Target="../ink/ink92.xml"/><Relationship Id="rId33" Type="http://schemas.openxmlformats.org/officeDocument/2006/relationships/customXml" Target="../ink/ink100.xml"/><Relationship Id="rId38" Type="http://schemas.openxmlformats.org/officeDocument/2006/relationships/image" Target="../media/image105.png"/><Relationship Id="rId59" Type="http://schemas.openxmlformats.org/officeDocument/2006/relationships/image" Target="../media/image114.png"/><Relationship Id="rId103" Type="http://schemas.openxmlformats.org/officeDocument/2006/relationships/customXml" Target="../ink/ink136.xml"/><Relationship Id="rId108" Type="http://schemas.openxmlformats.org/officeDocument/2006/relationships/image" Target="../media/image138.png"/><Relationship Id="rId124" Type="http://schemas.openxmlformats.org/officeDocument/2006/relationships/image" Target="../media/image146.png"/><Relationship Id="rId129" Type="http://schemas.openxmlformats.org/officeDocument/2006/relationships/customXml" Target="../ink/ink149.xml"/><Relationship Id="rId54" Type="http://schemas.openxmlformats.org/officeDocument/2006/relationships/customXml" Target="../ink/ink111.xml"/><Relationship Id="rId70" Type="http://schemas.openxmlformats.org/officeDocument/2006/relationships/customXml" Target="../ink/ink119.xml"/><Relationship Id="rId75" Type="http://schemas.openxmlformats.org/officeDocument/2006/relationships/customXml" Target="../ink/ink122.xml"/><Relationship Id="rId91" Type="http://schemas.openxmlformats.org/officeDocument/2006/relationships/customXml" Target="../ink/ink130.xml"/><Relationship Id="rId96" Type="http://schemas.openxmlformats.org/officeDocument/2006/relationships/image" Target="../media/image132.png"/><Relationship Id="rId140" Type="http://schemas.openxmlformats.org/officeDocument/2006/relationships/image" Target="../media/image154.png"/><Relationship Id="rId145" Type="http://schemas.openxmlformats.org/officeDocument/2006/relationships/customXml" Target="../ink/ink157.xml"/><Relationship Id="rId161" Type="http://schemas.openxmlformats.org/officeDocument/2006/relationships/customXml" Target="../ink/ink1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23" Type="http://schemas.openxmlformats.org/officeDocument/2006/relationships/customXml" Target="../ink/ink95.xml"/><Relationship Id="rId28" Type="http://schemas.openxmlformats.org/officeDocument/2006/relationships/image" Target="../media/image100.png"/><Relationship Id="rId49" Type="http://schemas.openxmlformats.org/officeDocument/2006/relationships/customXml" Target="../ink/ink108.xml"/><Relationship Id="rId114" Type="http://schemas.openxmlformats.org/officeDocument/2006/relationships/image" Target="../media/image141.png"/><Relationship Id="rId119" Type="http://schemas.openxmlformats.org/officeDocument/2006/relationships/customXml" Target="../ink/ink144.xml"/><Relationship Id="rId44" Type="http://schemas.openxmlformats.org/officeDocument/2006/relationships/image" Target="../media/image30.png"/><Relationship Id="rId60" Type="http://schemas.openxmlformats.org/officeDocument/2006/relationships/customXml" Target="../ink/ink114.xml"/><Relationship Id="rId65" Type="http://schemas.openxmlformats.org/officeDocument/2006/relationships/image" Target="../media/image117.png"/><Relationship Id="rId81" Type="http://schemas.openxmlformats.org/officeDocument/2006/relationships/customXml" Target="../ink/ink125.xml"/><Relationship Id="rId86" Type="http://schemas.openxmlformats.org/officeDocument/2006/relationships/image" Target="../media/image127.png"/><Relationship Id="rId130" Type="http://schemas.openxmlformats.org/officeDocument/2006/relationships/image" Target="../media/image149.png"/><Relationship Id="rId135" Type="http://schemas.openxmlformats.org/officeDocument/2006/relationships/customXml" Target="../ink/ink152.xml"/><Relationship Id="rId151" Type="http://schemas.openxmlformats.org/officeDocument/2006/relationships/customXml" Target="../ink/ink160.xml"/><Relationship Id="rId156" Type="http://schemas.openxmlformats.org/officeDocument/2006/relationships/image" Target="../media/image162.png"/><Relationship Id="rId13" Type="http://schemas.openxmlformats.org/officeDocument/2006/relationships/customXml" Target="../ink/ink90.xml"/><Relationship Id="rId18" Type="http://schemas.openxmlformats.org/officeDocument/2006/relationships/image" Target="../media/image95.png"/><Relationship Id="rId39" Type="http://schemas.openxmlformats.org/officeDocument/2006/relationships/customXml" Target="../ink/ink103.xml"/><Relationship Id="rId109" Type="http://schemas.openxmlformats.org/officeDocument/2006/relationships/customXml" Target="../ink/ink139.xml"/><Relationship Id="rId34" Type="http://schemas.openxmlformats.org/officeDocument/2006/relationships/image" Target="../media/image103.png"/><Relationship Id="rId50" Type="http://schemas.openxmlformats.org/officeDocument/2006/relationships/customXml" Target="../ink/ink109.xml"/><Relationship Id="rId55" Type="http://schemas.openxmlformats.org/officeDocument/2006/relationships/image" Target="../media/image112.png"/><Relationship Id="rId76" Type="http://schemas.openxmlformats.org/officeDocument/2006/relationships/image" Target="../media/image122.png"/><Relationship Id="rId97" Type="http://schemas.openxmlformats.org/officeDocument/2006/relationships/customXml" Target="../ink/ink133.xml"/><Relationship Id="rId104" Type="http://schemas.openxmlformats.org/officeDocument/2006/relationships/image" Target="../media/image136.png"/><Relationship Id="rId120" Type="http://schemas.openxmlformats.org/officeDocument/2006/relationships/image" Target="../media/image144.png"/><Relationship Id="rId125" Type="http://schemas.openxmlformats.org/officeDocument/2006/relationships/customXml" Target="../ink/ink147.xml"/><Relationship Id="rId141" Type="http://schemas.openxmlformats.org/officeDocument/2006/relationships/customXml" Target="../ink/ink155.xml"/><Relationship Id="rId146" Type="http://schemas.openxmlformats.org/officeDocument/2006/relationships/image" Target="../media/image157.png"/><Relationship Id="rId7" Type="http://schemas.openxmlformats.org/officeDocument/2006/relationships/customXml" Target="../ink/ink87.xml"/><Relationship Id="rId71" Type="http://schemas.openxmlformats.org/officeDocument/2006/relationships/customXml" Target="../ink/ink120.xml"/><Relationship Id="rId92" Type="http://schemas.openxmlformats.org/officeDocument/2006/relationships/image" Target="../media/image130.png"/><Relationship Id="rId162" Type="http://schemas.openxmlformats.org/officeDocument/2006/relationships/customXml" Target="../ink/ink166.xml"/><Relationship Id="rId2" Type="http://schemas.openxmlformats.org/officeDocument/2006/relationships/image" Target="../media/image3.png"/><Relationship Id="rId29" Type="http://schemas.openxmlformats.org/officeDocument/2006/relationships/customXml" Target="../ink/ink98.xml"/><Relationship Id="rId24" Type="http://schemas.openxmlformats.org/officeDocument/2006/relationships/image" Target="../media/image98.png"/><Relationship Id="rId40" Type="http://schemas.openxmlformats.org/officeDocument/2006/relationships/image" Target="../media/image106.png"/><Relationship Id="rId45" Type="http://schemas.openxmlformats.org/officeDocument/2006/relationships/customXml" Target="../ink/ink106.xml"/><Relationship Id="rId66" Type="http://schemas.openxmlformats.org/officeDocument/2006/relationships/customXml" Target="../ink/ink117.xml"/><Relationship Id="rId87" Type="http://schemas.openxmlformats.org/officeDocument/2006/relationships/customXml" Target="../ink/ink128.xml"/><Relationship Id="rId110" Type="http://schemas.openxmlformats.org/officeDocument/2006/relationships/image" Target="../media/image139.png"/><Relationship Id="rId115" Type="http://schemas.openxmlformats.org/officeDocument/2006/relationships/customXml" Target="../ink/ink142.xml"/><Relationship Id="rId131" Type="http://schemas.openxmlformats.org/officeDocument/2006/relationships/customXml" Target="../ink/ink150.xml"/><Relationship Id="rId136" Type="http://schemas.openxmlformats.org/officeDocument/2006/relationships/image" Target="../media/image152.png"/><Relationship Id="rId157" Type="http://schemas.openxmlformats.org/officeDocument/2006/relationships/customXml" Target="../ink/ink163.xml"/><Relationship Id="rId61" Type="http://schemas.openxmlformats.org/officeDocument/2006/relationships/image" Target="../media/image115.png"/><Relationship Id="rId82" Type="http://schemas.openxmlformats.org/officeDocument/2006/relationships/image" Target="../media/image125.png"/><Relationship Id="rId152" Type="http://schemas.openxmlformats.org/officeDocument/2006/relationships/image" Target="../media/image160.png"/><Relationship Id="rId19" Type="http://schemas.openxmlformats.org/officeDocument/2006/relationships/customXml" Target="../ink/ink93.xml"/><Relationship Id="rId14" Type="http://schemas.openxmlformats.org/officeDocument/2006/relationships/image" Target="../media/image93.png"/><Relationship Id="rId30" Type="http://schemas.openxmlformats.org/officeDocument/2006/relationships/image" Target="../media/image101.png"/><Relationship Id="rId35" Type="http://schemas.openxmlformats.org/officeDocument/2006/relationships/customXml" Target="../ink/ink101.xml"/><Relationship Id="rId56" Type="http://schemas.openxmlformats.org/officeDocument/2006/relationships/customXml" Target="../ink/ink112.xml"/><Relationship Id="rId77" Type="http://schemas.openxmlformats.org/officeDocument/2006/relationships/customXml" Target="../ink/ink123.xml"/><Relationship Id="rId100" Type="http://schemas.openxmlformats.org/officeDocument/2006/relationships/image" Target="../media/image134.png"/><Relationship Id="rId105" Type="http://schemas.openxmlformats.org/officeDocument/2006/relationships/customXml" Target="../ink/ink137.xml"/><Relationship Id="rId126" Type="http://schemas.openxmlformats.org/officeDocument/2006/relationships/image" Target="../media/image147.png"/><Relationship Id="rId147" Type="http://schemas.openxmlformats.org/officeDocument/2006/relationships/customXml" Target="../ink/ink158.xml"/><Relationship Id="rId8" Type="http://schemas.openxmlformats.org/officeDocument/2006/relationships/image" Target="../media/image90.png"/><Relationship Id="rId51" Type="http://schemas.openxmlformats.org/officeDocument/2006/relationships/image" Target="../media/image110.png"/><Relationship Id="rId72" Type="http://schemas.openxmlformats.org/officeDocument/2006/relationships/image" Target="../media/image120.png"/><Relationship Id="rId93" Type="http://schemas.openxmlformats.org/officeDocument/2006/relationships/customXml" Target="../ink/ink131.xml"/><Relationship Id="rId98" Type="http://schemas.openxmlformats.org/officeDocument/2006/relationships/image" Target="../media/image133.png"/><Relationship Id="rId121" Type="http://schemas.openxmlformats.org/officeDocument/2006/relationships/customXml" Target="../ink/ink145.xml"/><Relationship Id="rId142" Type="http://schemas.openxmlformats.org/officeDocument/2006/relationships/image" Target="../media/image155.png"/><Relationship Id="rId163" Type="http://schemas.openxmlformats.org/officeDocument/2006/relationships/customXml" Target="../ink/ink167.xml"/><Relationship Id="rId3" Type="http://schemas.openxmlformats.org/officeDocument/2006/relationships/customXml" Target="../ink/ink85.xml"/><Relationship Id="rId25" Type="http://schemas.openxmlformats.org/officeDocument/2006/relationships/customXml" Target="../ink/ink96.xml"/><Relationship Id="rId46" Type="http://schemas.openxmlformats.org/officeDocument/2006/relationships/image" Target="../media/image108.png"/><Relationship Id="rId67" Type="http://schemas.openxmlformats.org/officeDocument/2006/relationships/image" Target="../media/image118.png"/><Relationship Id="rId116" Type="http://schemas.openxmlformats.org/officeDocument/2006/relationships/image" Target="../media/image142.png"/><Relationship Id="rId137" Type="http://schemas.openxmlformats.org/officeDocument/2006/relationships/customXml" Target="../ink/ink153.xml"/><Relationship Id="rId158" Type="http://schemas.openxmlformats.org/officeDocument/2006/relationships/image" Target="../media/image163.png"/><Relationship Id="rId20" Type="http://schemas.openxmlformats.org/officeDocument/2006/relationships/image" Target="../media/image96.png"/><Relationship Id="rId41" Type="http://schemas.openxmlformats.org/officeDocument/2006/relationships/customXml" Target="../ink/ink104.xml"/><Relationship Id="rId62" Type="http://schemas.openxmlformats.org/officeDocument/2006/relationships/customXml" Target="../ink/ink115.xml"/><Relationship Id="rId83" Type="http://schemas.openxmlformats.org/officeDocument/2006/relationships/customXml" Target="../ink/ink126.xml"/><Relationship Id="rId88" Type="http://schemas.openxmlformats.org/officeDocument/2006/relationships/image" Target="../media/image128.png"/><Relationship Id="rId111" Type="http://schemas.openxmlformats.org/officeDocument/2006/relationships/customXml" Target="../ink/ink140.xml"/><Relationship Id="rId132" Type="http://schemas.openxmlformats.org/officeDocument/2006/relationships/image" Target="../media/image150.png"/><Relationship Id="rId153" Type="http://schemas.openxmlformats.org/officeDocument/2006/relationships/customXml" Target="../ink/ink161.xml"/><Relationship Id="rId15" Type="http://schemas.openxmlformats.org/officeDocument/2006/relationships/customXml" Target="../ink/ink91.xml"/><Relationship Id="rId36" Type="http://schemas.openxmlformats.org/officeDocument/2006/relationships/image" Target="../media/image104.png"/><Relationship Id="rId57" Type="http://schemas.openxmlformats.org/officeDocument/2006/relationships/image" Target="../media/image113.png"/><Relationship Id="rId106" Type="http://schemas.openxmlformats.org/officeDocument/2006/relationships/image" Target="../media/image137.png"/><Relationship Id="rId127" Type="http://schemas.openxmlformats.org/officeDocument/2006/relationships/customXml" Target="../ink/ink148.xml"/><Relationship Id="rId10" Type="http://schemas.openxmlformats.org/officeDocument/2006/relationships/image" Target="../media/image91.png"/><Relationship Id="rId31" Type="http://schemas.openxmlformats.org/officeDocument/2006/relationships/customXml" Target="../ink/ink99.xml"/><Relationship Id="rId52" Type="http://schemas.openxmlformats.org/officeDocument/2006/relationships/customXml" Target="../ink/ink110.xml"/><Relationship Id="rId73" Type="http://schemas.openxmlformats.org/officeDocument/2006/relationships/customXml" Target="../ink/ink121.xml"/><Relationship Id="rId78" Type="http://schemas.openxmlformats.org/officeDocument/2006/relationships/image" Target="../media/image123.png"/><Relationship Id="rId94" Type="http://schemas.openxmlformats.org/officeDocument/2006/relationships/image" Target="../media/image131.png"/><Relationship Id="rId99" Type="http://schemas.openxmlformats.org/officeDocument/2006/relationships/customXml" Target="../ink/ink134.xml"/><Relationship Id="rId101" Type="http://schemas.openxmlformats.org/officeDocument/2006/relationships/customXml" Target="../ink/ink135.xml"/><Relationship Id="rId122" Type="http://schemas.openxmlformats.org/officeDocument/2006/relationships/image" Target="../media/image145.png"/><Relationship Id="rId143" Type="http://schemas.openxmlformats.org/officeDocument/2006/relationships/customXml" Target="../ink/ink156.xml"/><Relationship Id="rId148" Type="http://schemas.openxmlformats.org/officeDocument/2006/relationships/image" Target="../media/image158.png"/><Relationship Id="rId164" Type="http://schemas.openxmlformats.org/officeDocument/2006/relationships/image" Target="../media/image165.png"/><Relationship Id="rId4" Type="http://schemas.openxmlformats.org/officeDocument/2006/relationships/image" Target="../media/image88.png"/><Relationship Id="rId9" Type="http://schemas.openxmlformats.org/officeDocument/2006/relationships/customXml" Target="../ink/ink88.xml"/><Relationship Id="rId26" Type="http://schemas.openxmlformats.org/officeDocument/2006/relationships/image" Target="../media/image99.png"/><Relationship Id="rId47" Type="http://schemas.openxmlformats.org/officeDocument/2006/relationships/customXml" Target="../ink/ink107.xml"/><Relationship Id="rId68" Type="http://schemas.openxmlformats.org/officeDocument/2006/relationships/customXml" Target="../ink/ink118.xml"/><Relationship Id="rId89" Type="http://schemas.openxmlformats.org/officeDocument/2006/relationships/customXml" Target="../ink/ink129.xml"/><Relationship Id="rId112" Type="http://schemas.openxmlformats.org/officeDocument/2006/relationships/image" Target="../media/image140.png"/><Relationship Id="rId133" Type="http://schemas.openxmlformats.org/officeDocument/2006/relationships/customXml" Target="../ink/ink151.xml"/><Relationship Id="rId154" Type="http://schemas.openxmlformats.org/officeDocument/2006/relationships/image" Target="../media/image161.png"/><Relationship Id="rId16" Type="http://schemas.openxmlformats.org/officeDocument/2006/relationships/image" Target="../media/image94.png"/><Relationship Id="rId37" Type="http://schemas.openxmlformats.org/officeDocument/2006/relationships/customXml" Target="../ink/ink102.xml"/><Relationship Id="rId58" Type="http://schemas.openxmlformats.org/officeDocument/2006/relationships/customXml" Target="../ink/ink113.xml"/><Relationship Id="rId79" Type="http://schemas.openxmlformats.org/officeDocument/2006/relationships/customXml" Target="../ink/ink124.xml"/><Relationship Id="rId102" Type="http://schemas.openxmlformats.org/officeDocument/2006/relationships/image" Target="../media/image135.png"/><Relationship Id="rId123" Type="http://schemas.openxmlformats.org/officeDocument/2006/relationships/customXml" Target="../ink/ink146.xml"/><Relationship Id="rId144" Type="http://schemas.openxmlformats.org/officeDocument/2006/relationships/image" Target="../media/image156.png"/><Relationship Id="rId90" Type="http://schemas.openxmlformats.org/officeDocument/2006/relationships/image" Target="../media/image129.png"/><Relationship Id="rId27" Type="http://schemas.openxmlformats.org/officeDocument/2006/relationships/customXml" Target="../ink/ink97.xml"/><Relationship Id="rId48" Type="http://schemas.openxmlformats.org/officeDocument/2006/relationships/image" Target="../media/image109.png"/><Relationship Id="rId69" Type="http://schemas.openxmlformats.org/officeDocument/2006/relationships/image" Target="../media/image119.png"/><Relationship Id="rId113" Type="http://schemas.openxmlformats.org/officeDocument/2006/relationships/customXml" Target="../ink/ink141.xml"/><Relationship Id="rId134" Type="http://schemas.openxmlformats.org/officeDocument/2006/relationships/image" Target="../media/image151.png"/><Relationship Id="rId80" Type="http://schemas.openxmlformats.org/officeDocument/2006/relationships/image" Target="../media/image124.png"/><Relationship Id="rId155" Type="http://schemas.openxmlformats.org/officeDocument/2006/relationships/customXml" Target="../ink/ink16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customXml" Target="../ink/ink168.xml"/><Relationship Id="rId7" Type="http://schemas.openxmlformats.org/officeDocument/2006/relationships/customXml" Target="../ink/ink17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0.xml"/><Relationship Id="rId5" Type="http://schemas.openxmlformats.org/officeDocument/2006/relationships/customXml" Target="../ink/ink169.xml"/><Relationship Id="rId4" Type="http://schemas.openxmlformats.org/officeDocument/2006/relationships/image" Target="../media/image30.png"/><Relationship Id="rId9" Type="http://schemas.openxmlformats.org/officeDocument/2006/relationships/image" Target="../media/image1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0.png"/><Relationship Id="rId3" Type="http://schemas.openxmlformats.org/officeDocument/2006/relationships/customXml" Target="../ink/ink172.xml"/><Relationship Id="rId7" Type="http://schemas.openxmlformats.org/officeDocument/2006/relationships/customXml" Target="../ink/ink175.xml"/><Relationship Id="rId12" Type="http://schemas.openxmlformats.org/officeDocument/2006/relationships/customXml" Target="../ink/ink176.xml"/><Relationship Id="rId17" Type="http://schemas.openxmlformats.org/officeDocument/2006/relationships/image" Target="../media/image172.png"/><Relationship Id="rId2" Type="http://schemas.openxmlformats.org/officeDocument/2006/relationships/image" Target="../media/image3.png"/><Relationship Id="rId16" Type="http://schemas.openxmlformats.org/officeDocument/2006/relationships/customXml" Target="../ink/ink17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4.xml"/><Relationship Id="rId11" Type="http://schemas.openxmlformats.org/officeDocument/2006/relationships/image" Target="../media/image169.png"/><Relationship Id="rId5" Type="http://schemas.openxmlformats.org/officeDocument/2006/relationships/customXml" Target="../ink/ink173.xml"/><Relationship Id="rId15" Type="http://schemas.openxmlformats.org/officeDocument/2006/relationships/image" Target="../media/image171.png"/><Relationship Id="rId10" Type="http://schemas.openxmlformats.org/officeDocument/2006/relationships/image" Target="../media/image168.png"/><Relationship Id="rId4" Type="http://schemas.openxmlformats.org/officeDocument/2006/relationships/image" Target="../media/image30.png"/><Relationship Id="rId9" Type="http://schemas.openxmlformats.org/officeDocument/2006/relationships/image" Target="../media/image167.png"/><Relationship Id="rId14" Type="http://schemas.openxmlformats.org/officeDocument/2006/relationships/customXml" Target="../ink/ink17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customXml" Target="../ink/ink179.xml"/><Relationship Id="rId7" Type="http://schemas.openxmlformats.org/officeDocument/2006/relationships/customXml" Target="../ink/ink18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1.xml"/><Relationship Id="rId5" Type="http://schemas.openxmlformats.org/officeDocument/2006/relationships/customXml" Target="../ink/ink180.xml"/><Relationship Id="rId10" Type="http://schemas.openxmlformats.org/officeDocument/2006/relationships/image" Target="../media/image174.png"/><Relationship Id="rId4" Type="http://schemas.openxmlformats.org/officeDocument/2006/relationships/image" Target="../media/image30.png"/><Relationship Id="rId9" Type="http://schemas.openxmlformats.org/officeDocument/2006/relationships/image" Target="../media/image1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customXml" Target="../ink/ink183.xml"/><Relationship Id="rId7" Type="http://schemas.openxmlformats.org/officeDocument/2006/relationships/customXml" Target="../ink/ink18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5.xml"/><Relationship Id="rId5" Type="http://schemas.openxmlformats.org/officeDocument/2006/relationships/customXml" Target="../ink/ink184.xml"/><Relationship Id="rId4" Type="http://schemas.openxmlformats.org/officeDocument/2006/relationships/image" Target="../media/image30.png"/><Relationship Id="rId9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מערכת אנדרואיד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מאפשרת ל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השתמש במספר די גדול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כלים לניהול דו-שיח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אפליקציה לבין משתמש: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החל מהודעות ועד לכלים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הדורשים תגובה של ממש של משתמש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9674708" y="0"/>
            <a:ext cx="16962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39271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למרות שהודעות הן לא ממש כלי לדו-שיח,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הן חלק די חשוב ובלתי נפרד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מאופי "ידידותי" של פרויקט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908178" y="0"/>
            <a:ext cx="35397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הודעות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E9686A80-56FE-F6A7-676F-FC55B715DE82}"/>
              </a:ext>
            </a:extLst>
          </p:cNvPr>
          <p:cNvSpPr/>
          <p:nvPr/>
        </p:nvSpPr>
        <p:spPr>
          <a:xfrm>
            <a:off x="961590" y="3894314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TextView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הצבת טקסט,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שינוי גודל, צבע, סגנון, אנימציה מובנית...</a:t>
            </a:r>
          </a:p>
        </p:txBody>
      </p:sp>
    </p:spTree>
    <p:extLst>
      <p:ext uri="{BB962C8B-B14F-4D97-AF65-F5344CB8AC3E}">
        <p14:creationId xmlns:p14="http://schemas.microsoft.com/office/powerpoint/2010/main" val="354850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510118" y="707886"/>
            <a:ext cx="9154307" cy="489364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הודעות קופצות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הן כלי מצוין בגלל ש: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קל ופשוט להשתמש בהן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הן לא דורשות מקום על פני המסך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די הרבה תכונות שממש כדאי להשתמש בהן (חבל שברב המקרים לא עושים בהן שימוש...)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לצור צורה :אישית"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908178" y="0"/>
            <a:ext cx="35397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הודעות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0B79E1C3-29DD-954E-03D6-60C6D5674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900" y="5481078"/>
            <a:ext cx="2217612" cy="5486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C95979-8887-A7B2-0444-9F683E360369}"/>
                  </a:ext>
                </a:extLst>
              </p14:cNvPr>
              <p14:cNvContentPartPr/>
              <p14:nvPr/>
            </p14:nvContentPartPr>
            <p14:xfrm>
              <a:off x="8803461" y="604226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C95979-8887-A7B2-0444-9F683E3603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5461" y="602426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56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510118" y="707886"/>
            <a:ext cx="915430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…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לצור צורה :אישית"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עיצוב של ה-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מפעילים אותו בקובץ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908178" y="0"/>
            <a:ext cx="35397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הודעות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E68FD5-CA1C-AB90-37F1-2034945AC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75" y="1839128"/>
            <a:ext cx="3570855" cy="1209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A9F35E-F30A-9A40-2A33-81918BCDD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580" y="3809753"/>
            <a:ext cx="9846993" cy="26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2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875765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ביחד עם הודעות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מומלץ להשתמש בקבצי קול,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בשיטות השמעה (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TextToSpeech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בריטוט... מה עוד?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5DF6E7-1258-FF60-9784-C247116BE192}"/>
              </a:ext>
            </a:extLst>
          </p:cNvPr>
          <p:cNvSpPr/>
          <p:nvPr/>
        </p:nvSpPr>
        <p:spPr>
          <a:xfrm>
            <a:off x="7908178" y="0"/>
            <a:ext cx="35397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הודעות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8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27120" y="2225389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תיבת דו-שיח (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AlertDialog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היא כלי מצוין וכמעט אוניברסלי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לנהל דו-שיח בין אפליקציה לבין משתמש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4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456328" y="1275131"/>
            <a:ext cx="6948991" cy="52014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תכונות שימושיות ביותר: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הצבת כותרת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הצבת הודעה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הצבת 1-2-3 לחצנים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ביטול אפשרות לסגור תיבה ע"י לחיצה מחוץ אליה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הצבת תמונות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הצבת "תיבות בחירה"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להוסיף בדרך די ברורה רכיב 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"לפי רצון הלקוח"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510116" y="628233"/>
            <a:ext cx="694899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גם לבנות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AlertDialog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כולו "לפי רצון הלקוח"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(custom)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26" name="Picture 2" descr="AlertDialog with custom layout (Kotlin)">
            <a:extLst>
              <a:ext uri="{FF2B5EF4-FFF2-40B4-BE49-F238E27FC236}">
                <a16:creationId xmlns:a16="http://schemas.microsoft.com/office/drawing/2014/main" id="{DFD0D649-B43B-34B9-6AE0-BE139948B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13" y="2770094"/>
            <a:ext cx="2585676" cy="389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E838D-0223-79AA-AE75-63DFFE878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570" y="2770094"/>
            <a:ext cx="2530059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8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27119" y="353943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תהליך הזדהות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9674708" y="0"/>
            <a:ext cx="16962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0087543-B417-AF87-981B-F29D7BB18892}"/>
              </a:ext>
            </a:extLst>
          </p:cNvPr>
          <p:cNvGrpSpPr/>
          <p:nvPr/>
        </p:nvGrpSpPr>
        <p:grpSpPr>
          <a:xfrm>
            <a:off x="1326261" y="1110628"/>
            <a:ext cx="10857600" cy="5586480"/>
            <a:chOff x="1326261" y="1110628"/>
            <a:chExt cx="10857600" cy="55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46620F-2C8A-DA6E-5607-4CE293F67B35}"/>
                    </a:ext>
                  </a:extLst>
                </p14:cNvPr>
                <p14:cNvContentPartPr/>
                <p14:nvPr/>
              </p14:nvContentPartPr>
              <p14:xfrm>
                <a:off x="1404381" y="1351108"/>
                <a:ext cx="2622600" cy="209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46620F-2C8A-DA6E-5607-4CE293F67B3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95381" y="1342468"/>
                  <a:ext cx="2640240" cy="21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9BF969-E3E3-C03E-65AF-99DC2FD278C8}"/>
                    </a:ext>
                  </a:extLst>
                </p14:cNvPr>
                <p14:cNvContentPartPr/>
                <p14:nvPr/>
              </p14:nvContentPartPr>
              <p14:xfrm>
                <a:off x="1326261" y="1445428"/>
                <a:ext cx="2677320" cy="219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9BF969-E3E3-C03E-65AF-99DC2FD278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17261" y="1436428"/>
                  <a:ext cx="2694960" cy="22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6C724A-9AF6-C76A-D53F-C469F9CF09AA}"/>
                    </a:ext>
                  </a:extLst>
                </p14:cNvPr>
                <p14:cNvContentPartPr/>
                <p14:nvPr/>
              </p14:nvContentPartPr>
              <p14:xfrm>
                <a:off x="2362701" y="1517428"/>
                <a:ext cx="311760" cy="558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6C724A-9AF6-C76A-D53F-C469F9CF09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54061" y="1508788"/>
                  <a:ext cx="3294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68997F6-60BF-4688-7FC2-7286EADF678D}"/>
                    </a:ext>
                  </a:extLst>
                </p14:cNvPr>
                <p14:cNvContentPartPr/>
                <p14:nvPr/>
              </p14:nvContentPartPr>
              <p14:xfrm>
                <a:off x="2789661" y="1743148"/>
                <a:ext cx="209880" cy="27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68997F6-60BF-4688-7FC2-7286EADF67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81021" y="1734148"/>
                  <a:ext cx="2275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4FCA23-59CD-CF5F-68DC-CEF6A47FD8D6}"/>
                    </a:ext>
                  </a:extLst>
                </p14:cNvPr>
                <p14:cNvContentPartPr/>
                <p14:nvPr/>
              </p14:nvContentPartPr>
              <p14:xfrm>
                <a:off x="3075861" y="1730188"/>
                <a:ext cx="243360" cy="30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4FCA23-59CD-CF5F-68DC-CEF6A47FD8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67221" y="1721548"/>
                  <a:ext cx="2610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9B6471-4726-3F45-F91D-049D72826AA6}"/>
                    </a:ext>
                  </a:extLst>
                </p14:cNvPr>
                <p14:cNvContentPartPr/>
                <p14:nvPr/>
              </p14:nvContentPartPr>
              <p14:xfrm>
                <a:off x="3486261" y="1700668"/>
                <a:ext cx="182880" cy="303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9B6471-4726-3F45-F91D-049D72826A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77261" y="1691668"/>
                  <a:ext cx="2005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38251D-7798-5249-0E7C-BEE25641329C}"/>
                    </a:ext>
                  </a:extLst>
                </p14:cNvPr>
                <p14:cNvContentPartPr/>
                <p14:nvPr/>
              </p14:nvContentPartPr>
              <p14:xfrm>
                <a:off x="3265581" y="2582308"/>
                <a:ext cx="13320" cy="473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38251D-7798-5249-0E7C-BEE25641329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56581" y="2573308"/>
                  <a:ext cx="309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54B399-7BB6-2AAA-046B-52A860925190}"/>
                    </a:ext>
                  </a:extLst>
                </p14:cNvPr>
                <p14:cNvContentPartPr/>
                <p14:nvPr/>
              </p14:nvContentPartPr>
              <p14:xfrm>
                <a:off x="3062901" y="2418508"/>
                <a:ext cx="400680" cy="317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54B399-7BB6-2AAA-046B-52A8609251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53901" y="2409868"/>
                  <a:ext cx="418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5B7531-BFA1-80CE-8A9D-A73BCAE696AF}"/>
                    </a:ext>
                  </a:extLst>
                </p14:cNvPr>
                <p14:cNvContentPartPr/>
                <p14:nvPr/>
              </p14:nvContentPartPr>
              <p14:xfrm>
                <a:off x="2985141" y="2427508"/>
                <a:ext cx="4320" cy="12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5B7531-BFA1-80CE-8A9D-A73BCAE696A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76501" y="2418508"/>
                  <a:ext cx="21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63047B4-3019-9891-39E6-0AB201CDBE77}"/>
                    </a:ext>
                  </a:extLst>
                </p14:cNvPr>
                <p14:cNvContentPartPr/>
                <p14:nvPr/>
              </p14:nvContentPartPr>
              <p14:xfrm>
                <a:off x="2876061" y="2418868"/>
                <a:ext cx="14040" cy="19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63047B4-3019-9891-39E6-0AB201CDBE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67421" y="2410228"/>
                  <a:ext cx="31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43ADB0-84C9-3AC9-17F0-8862D7C45813}"/>
                    </a:ext>
                  </a:extLst>
                </p14:cNvPr>
                <p14:cNvContentPartPr/>
                <p14:nvPr/>
              </p14:nvContentPartPr>
              <p14:xfrm>
                <a:off x="2273781" y="2525068"/>
                <a:ext cx="391320" cy="37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43ADB0-84C9-3AC9-17F0-8862D7C4581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65141" y="2516068"/>
                  <a:ext cx="4089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5BC640-8E81-545B-2A78-A8AA807A4BC5}"/>
                    </a:ext>
                  </a:extLst>
                </p14:cNvPr>
                <p14:cNvContentPartPr/>
                <p14:nvPr/>
              </p14:nvContentPartPr>
              <p14:xfrm>
                <a:off x="4080621" y="2178748"/>
                <a:ext cx="1409760" cy="95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5BC640-8E81-545B-2A78-A8AA807A4B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71981" y="2169748"/>
                  <a:ext cx="1427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2D5953-ED90-9836-55BE-92AB4B3DFA36}"/>
                    </a:ext>
                  </a:extLst>
                </p14:cNvPr>
                <p14:cNvContentPartPr/>
                <p14:nvPr/>
              </p14:nvContentPartPr>
              <p14:xfrm>
                <a:off x="4750941" y="2079748"/>
                <a:ext cx="263880" cy="304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2D5953-ED90-9836-55BE-92AB4B3DFA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42301" y="2071108"/>
                  <a:ext cx="2815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8F04FA-4815-D71A-6E05-A96C1A03861D}"/>
                    </a:ext>
                  </a:extLst>
                </p14:cNvPr>
                <p14:cNvContentPartPr/>
                <p14:nvPr/>
              </p14:nvContentPartPr>
              <p14:xfrm>
                <a:off x="5477061" y="1338148"/>
                <a:ext cx="66960" cy="214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8F04FA-4815-D71A-6E05-A96C1A03861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68061" y="1329148"/>
                  <a:ext cx="84600" cy="21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91F05A-39D8-3937-F5C4-0439AC1B14D2}"/>
                    </a:ext>
                  </a:extLst>
                </p14:cNvPr>
                <p14:cNvContentPartPr/>
                <p14:nvPr/>
              </p14:nvContentPartPr>
              <p14:xfrm>
                <a:off x="5515941" y="1330588"/>
                <a:ext cx="31680" cy="2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91F05A-39D8-3937-F5C4-0439AC1B14D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507301" y="1321588"/>
                  <a:ext cx="49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F24BDC9-8987-0512-DAF1-89D2D454CD0B}"/>
                    </a:ext>
                  </a:extLst>
                </p14:cNvPr>
                <p14:cNvContentPartPr/>
                <p14:nvPr/>
              </p14:nvContentPartPr>
              <p14:xfrm>
                <a:off x="5745261" y="1110628"/>
                <a:ext cx="3944160" cy="2281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F24BDC9-8987-0512-DAF1-89D2D454CD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36261" y="1101988"/>
                  <a:ext cx="3961800" cy="22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801B54-1ADD-FB3D-1AEB-92B1986BC1AD}"/>
                    </a:ext>
                  </a:extLst>
                </p14:cNvPr>
                <p14:cNvContentPartPr/>
                <p14:nvPr/>
              </p14:nvContentPartPr>
              <p14:xfrm>
                <a:off x="5498661" y="3215908"/>
                <a:ext cx="4217040" cy="224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801B54-1ADD-FB3D-1AEB-92B1986BC1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89661" y="3207268"/>
                  <a:ext cx="4234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1A30E2-5EA1-84DB-5363-6640984389E3}"/>
                    </a:ext>
                  </a:extLst>
                </p14:cNvPr>
                <p14:cNvContentPartPr/>
                <p14:nvPr/>
              </p14:nvContentPartPr>
              <p14:xfrm>
                <a:off x="9005061" y="1225828"/>
                <a:ext cx="36000" cy="40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1A30E2-5EA1-84DB-5363-6640984389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96421" y="1216828"/>
                  <a:ext cx="5364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B5A69D-9A9E-CE32-84DE-B6ABEC9441E2}"/>
                    </a:ext>
                  </a:extLst>
                </p14:cNvPr>
                <p14:cNvContentPartPr/>
                <p14:nvPr/>
              </p14:nvContentPartPr>
              <p14:xfrm>
                <a:off x="9071301" y="1453708"/>
                <a:ext cx="198720" cy="16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B5A69D-9A9E-CE32-84DE-B6ABEC9441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62301" y="1445068"/>
                  <a:ext cx="216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B70F26-11FF-C395-C44C-DAC1E7CD35B1}"/>
                    </a:ext>
                  </a:extLst>
                </p14:cNvPr>
                <p14:cNvContentPartPr/>
                <p14:nvPr/>
              </p14:nvContentPartPr>
              <p14:xfrm>
                <a:off x="8544621" y="1393948"/>
                <a:ext cx="362520" cy="426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B70F26-11FF-C395-C44C-DAC1E7CD35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35981" y="1385308"/>
                  <a:ext cx="3801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F2D9B9-6A9C-0756-DB78-69A7FF46B68C}"/>
                    </a:ext>
                  </a:extLst>
                </p14:cNvPr>
                <p14:cNvContentPartPr/>
                <p14:nvPr/>
              </p14:nvContentPartPr>
              <p14:xfrm>
                <a:off x="8408181" y="1522828"/>
                <a:ext cx="21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F2D9B9-6A9C-0756-DB78-69A7FF46B68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99541" y="1513828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24C00CC-C8E0-EC27-1AD3-1E17876ACDBF}"/>
                    </a:ext>
                  </a:extLst>
                </p14:cNvPr>
                <p14:cNvContentPartPr/>
                <p14:nvPr/>
              </p14:nvContentPartPr>
              <p14:xfrm>
                <a:off x="7960341" y="1539748"/>
                <a:ext cx="36360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24C00CC-C8E0-EC27-1AD3-1E17876ACDB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51701" y="1530748"/>
                  <a:ext cx="381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EA274D-14B3-FF9B-DED2-0EE0CA65EEF5}"/>
                    </a:ext>
                  </a:extLst>
                </p14:cNvPr>
                <p14:cNvContentPartPr/>
                <p14:nvPr/>
              </p14:nvContentPartPr>
              <p14:xfrm>
                <a:off x="7632381" y="1527508"/>
                <a:ext cx="213480" cy="224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EA274D-14B3-FF9B-DED2-0EE0CA65EEF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23741" y="1518868"/>
                  <a:ext cx="231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365524-EB96-89CB-A4B9-5E38530EC572}"/>
                    </a:ext>
                  </a:extLst>
                </p14:cNvPr>
                <p14:cNvContentPartPr/>
                <p14:nvPr/>
              </p14:nvContentPartPr>
              <p14:xfrm>
                <a:off x="7779621" y="1642348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365524-EB96-89CB-A4B9-5E38530EC5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70621" y="16337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7DD521-1B1A-9B66-5C97-6421E26443CE}"/>
                    </a:ext>
                  </a:extLst>
                </p14:cNvPr>
                <p14:cNvContentPartPr/>
                <p14:nvPr/>
              </p14:nvContentPartPr>
              <p14:xfrm>
                <a:off x="7616181" y="1659988"/>
                <a:ext cx="81360" cy="12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7DD521-1B1A-9B66-5C97-6421E26443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07181" y="1650988"/>
                  <a:ext cx="99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6E8250-0047-E190-4E57-87F9B2A4EDC1}"/>
                    </a:ext>
                  </a:extLst>
                </p14:cNvPr>
                <p14:cNvContentPartPr/>
                <p14:nvPr/>
              </p14:nvContentPartPr>
              <p14:xfrm>
                <a:off x="6885381" y="1514188"/>
                <a:ext cx="302760" cy="328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6E8250-0047-E190-4E57-87F9B2A4ED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76741" y="1505548"/>
                  <a:ext cx="3204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7E48F4-CD73-4662-58CC-1E62573883F0}"/>
                    </a:ext>
                  </a:extLst>
                </p14:cNvPr>
                <p14:cNvContentPartPr/>
                <p14:nvPr/>
              </p14:nvContentPartPr>
              <p14:xfrm>
                <a:off x="6776661" y="1578268"/>
                <a:ext cx="18000" cy="232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7E48F4-CD73-4662-58CC-1E62573883F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68021" y="1569268"/>
                  <a:ext cx="35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F0CA35-EC87-9390-02A4-345FAF0CCF3F}"/>
                    </a:ext>
                  </a:extLst>
                </p14:cNvPr>
                <p14:cNvContentPartPr/>
                <p14:nvPr/>
              </p14:nvContentPartPr>
              <p14:xfrm>
                <a:off x="6392181" y="1567828"/>
                <a:ext cx="209160" cy="27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F0CA35-EC87-9390-02A4-345FAF0CCF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83541" y="1558828"/>
                  <a:ext cx="2268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0CA62B-26D7-840B-9B98-1DD37B2F8FB4}"/>
                    </a:ext>
                  </a:extLst>
                </p14:cNvPr>
                <p14:cNvContentPartPr/>
                <p14:nvPr/>
              </p14:nvContentPartPr>
              <p14:xfrm>
                <a:off x="6207141" y="1595548"/>
                <a:ext cx="2160" cy="82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0CA62B-26D7-840B-9B98-1DD37B2F8F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98141" y="1586908"/>
                  <a:ext cx="19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450321-842F-D1E7-3D81-C2FD074F51C3}"/>
                    </a:ext>
                  </a:extLst>
                </p14:cNvPr>
                <p14:cNvContentPartPr/>
                <p14:nvPr/>
              </p14:nvContentPartPr>
              <p14:xfrm>
                <a:off x="5818701" y="1648108"/>
                <a:ext cx="236520" cy="172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450321-842F-D1E7-3D81-C2FD074F51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9701" y="1639468"/>
                  <a:ext cx="254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FCBB67-2C56-B6B4-CB75-7FAC0D682E09}"/>
                    </a:ext>
                  </a:extLst>
                </p14:cNvPr>
                <p14:cNvContentPartPr/>
                <p14:nvPr/>
              </p14:nvContentPartPr>
              <p14:xfrm>
                <a:off x="5602701" y="1458388"/>
                <a:ext cx="150840" cy="388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FCBB67-2C56-B6B4-CB75-7FAC0D682E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93701" y="1449388"/>
                  <a:ext cx="1684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65FA4F-9D4E-0D85-DC59-2E646B02E2A1}"/>
                    </a:ext>
                  </a:extLst>
                </p14:cNvPr>
                <p14:cNvContentPartPr/>
                <p14:nvPr/>
              </p14:nvContentPartPr>
              <p14:xfrm>
                <a:off x="5736261" y="2015668"/>
                <a:ext cx="17640" cy="76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65FA4F-9D4E-0D85-DC59-2E646B02E2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27621" y="2007028"/>
                  <a:ext cx="35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A8539CB-E882-0E8E-2E08-259F518B9E06}"/>
                    </a:ext>
                  </a:extLst>
                </p14:cNvPr>
                <p14:cNvContentPartPr/>
                <p14:nvPr/>
              </p14:nvContentPartPr>
              <p14:xfrm>
                <a:off x="4295901" y="2934028"/>
                <a:ext cx="1699920" cy="2085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A8539CB-E882-0E8E-2E08-259F518B9E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86901" y="2925388"/>
                  <a:ext cx="1717560" cy="21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4E1FF15-B9FF-9E4A-3770-C26D6B8AA6D7}"/>
                    </a:ext>
                  </a:extLst>
                </p14:cNvPr>
                <p14:cNvContentPartPr/>
                <p14:nvPr/>
              </p14:nvContentPartPr>
              <p14:xfrm>
                <a:off x="4206981" y="4606948"/>
                <a:ext cx="427680" cy="52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4E1FF15-B9FF-9E4A-3770-C26D6B8AA6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98341" y="4597948"/>
                  <a:ext cx="4453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4B5CD5-783B-4224-7D75-5817028EFCDB}"/>
                    </a:ext>
                  </a:extLst>
                </p14:cNvPr>
                <p14:cNvContentPartPr/>
                <p14:nvPr/>
              </p14:nvContentPartPr>
              <p14:xfrm>
                <a:off x="2060661" y="5348908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4B5CD5-783B-4224-7D75-5817028EFCD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52021" y="53399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08B19AB-8C16-2931-AF0F-372BBCC0DBC0}"/>
                    </a:ext>
                  </a:extLst>
                </p14:cNvPr>
                <p14:cNvContentPartPr/>
                <p14:nvPr/>
              </p14:nvContentPartPr>
              <p14:xfrm>
                <a:off x="2058861" y="5202748"/>
                <a:ext cx="3264120" cy="1405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08B19AB-8C16-2931-AF0F-372BBCC0DBC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49861" y="5193748"/>
                  <a:ext cx="3281760" cy="14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AC6F6B-E4DB-1345-D7F6-97BFE276A98E}"/>
                    </a:ext>
                  </a:extLst>
                </p14:cNvPr>
                <p14:cNvContentPartPr/>
                <p14:nvPr/>
              </p14:nvContentPartPr>
              <p14:xfrm>
                <a:off x="4683981" y="5434588"/>
                <a:ext cx="344520" cy="19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AC6F6B-E4DB-1345-D7F6-97BFE276A98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74981" y="5425948"/>
                  <a:ext cx="362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FF61F9-CCB7-D5C9-F145-7CAD1607E217}"/>
                    </a:ext>
                  </a:extLst>
                </p14:cNvPr>
                <p14:cNvContentPartPr/>
                <p14:nvPr/>
              </p14:nvContentPartPr>
              <p14:xfrm>
                <a:off x="4239741" y="5397868"/>
                <a:ext cx="322200" cy="536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FF61F9-CCB7-D5C9-F145-7CAD1607E21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30741" y="5388868"/>
                  <a:ext cx="33984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C22EDE1-E326-CCE0-50A7-DBFE890FF144}"/>
                    </a:ext>
                  </a:extLst>
                </p14:cNvPr>
                <p14:cNvContentPartPr/>
                <p14:nvPr/>
              </p14:nvContentPartPr>
              <p14:xfrm>
                <a:off x="4116621" y="5466268"/>
                <a:ext cx="207360" cy="219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C22EDE1-E326-CCE0-50A7-DBFE890FF14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107621" y="5457628"/>
                  <a:ext cx="225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0230129-1DB6-2E28-3414-AFD2884DD2FE}"/>
                    </a:ext>
                  </a:extLst>
                </p14:cNvPr>
                <p14:cNvContentPartPr/>
                <p14:nvPr/>
              </p14:nvContentPartPr>
              <p14:xfrm>
                <a:off x="3980541" y="5353228"/>
                <a:ext cx="45720" cy="22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0230129-1DB6-2E28-3414-AFD2884DD2F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71901" y="5344588"/>
                  <a:ext cx="63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416F449-D245-DB36-05AA-5BB2C63146C7}"/>
                    </a:ext>
                  </a:extLst>
                </p14:cNvPr>
                <p14:cNvContentPartPr/>
                <p14:nvPr/>
              </p14:nvContentPartPr>
              <p14:xfrm>
                <a:off x="3718821" y="5383108"/>
                <a:ext cx="193680" cy="395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416F449-D245-DB36-05AA-5BB2C63146C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10181" y="5374468"/>
                  <a:ext cx="2113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A6E18E-13F2-EF80-A705-810FD401BB13}"/>
                    </a:ext>
                  </a:extLst>
                </p14:cNvPr>
                <p14:cNvContentPartPr/>
                <p14:nvPr/>
              </p14:nvContentPartPr>
              <p14:xfrm>
                <a:off x="3565101" y="5515948"/>
                <a:ext cx="12240" cy="116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A6E18E-13F2-EF80-A705-810FD401BB1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556101" y="5507308"/>
                  <a:ext cx="29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AC3DBEB-C49B-5A20-C427-AC6AFAFCEEE6}"/>
                    </a:ext>
                  </a:extLst>
                </p14:cNvPr>
                <p14:cNvContentPartPr/>
                <p14:nvPr/>
              </p14:nvContentPartPr>
              <p14:xfrm>
                <a:off x="3009981" y="5612428"/>
                <a:ext cx="295200" cy="212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AC3DBEB-C49B-5A20-C427-AC6AFAFCEEE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01341" y="5603428"/>
                  <a:ext cx="312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BB09010-368E-44FE-E9D0-856B0F4B17CF}"/>
                    </a:ext>
                  </a:extLst>
                </p14:cNvPr>
                <p14:cNvContentPartPr/>
                <p14:nvPr/>
              </p14:nvContentPartPr>
              <p14:xfrm>
                <a:off x="4516581" y="5918068"/>
                <a:ext cx="420840" cy="415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BB09010-368E-44FE-E9D0-856B0F4B17C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07581" y="5909428"/>
                  <a:ext cx="4384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2AA0201-D535-0FEC-4440-5243147B93C6}"/>
                    </a:ext>
                  </a:extLst>
                </p14:cNvPr>
                <p14:cNvContentPartPr/>
                <p14:nvPr/>
              </p14:nvContentPartPr>
              <p14:xfrm>
                <a:off x="4095021" y="6112108"/>
                <a:ext cx="304200" cy="322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2AA0201-D535-0FEC-4440-5243147B93C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86381" y="6103468"/>
                  <a:ext cx="321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CE564C4-A388-860C-FA4C-924BF92F1FC5}"/>
                    </a:ext>
                  </a:extLst>
                </p14:cNvPr>
                <p14:cNvContentPartPr/>
                <p14:nvPr/>
              </p14:nvContentPartPr>
              <p14:xfrm>
                <a:off x="3627381" y="6155308"/>
                <a:ext cx="300600" cy="28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CE564C4-A388-860C-FA4C-924BF92F1F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18381" y="6146668"/>
                  <a:ext cx="3182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F7C22F-351E-3280-41C4-9120085A339C}"/>
                    </a:ext>
                  </a:extLst>
                </p14:cNvPr>
                <p14:cNvContentPartPr/>
                <p14:nvPr/>
              </p14:nvContentPartPr>
              <p14:xfrm>
                <a:off x="3420741" y="6155308"/>
                <a:ext cx="5040" cy="168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F7C22F-351E-3280-41C4-9120085A33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411741" y="6146668"/>
                  <a:ext cx="22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9E57C72-EBF6-E4E5-9E1B-27D56B273FD1}"/>
                    </a:ext>
                  </a:extLst>
                </p14:cNvPr>
                <p14:cNvContentPartPr/>
                <p14:nvPr/>
              </p14:nvContentPartPr>
              <p14:xfrm>
                <a:off x="2855901" y="6132988"/>
                <a:ext cx="334800" cy="324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9E57C72-EBF6-E4E5-9E1B-27D56B273FD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46901" y="6124348"/>
                  <a:ext cx="352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E1EAFD-0FA8-F708-EFA3-EB776392EE67}"/>
                    </a:ext>
                  </a:extLst>
                </p14:cNvPr>
                <p14:cNvContentPartPr/>
                <p14:nvPr/>
              </p14:nvContentPartPr>
              <p14:xfrm>
                <a:off x="7614381" y="2843668"/>
                <a:ext cx="63720" cy="1635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E1EAFD-0FA8-F708-EFA3-EB776392EE6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605741" y="2835028"/>
                  <a:ext cx="81360" cy="16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F5CAB4B-0F71-4925-F4BD-2655A39EC7A3}"/>
                    </a:ext>
                  </a:extLst>
                </p14:cNvPr>
                <p14:cNvContentPartPr/>
                <p14:nvPr/>
              </p14:nvContentPartPr>
              <p14:xfrm>
                <a:off x="7485501" y="4311028"/>
                <a:ext cx="332640" cy="46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F5CAB4B-0F71-4925-F4BD-2655A39EC7A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476501" y="4302028"/>
                  <a:ext cx="35028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7F202C-E52E-43B5-F07A-C8A1BE7DD716}"/>
                    </a:ext>
                  </a:extLst>
                </p14:cNvPr>
                <p14:cNvContentPartPr/>
                <p14:nvPr/>
              </p14:nvContentPartPr>
              <p14:xfrm>
                <a:off x="6143781" y="4812508"/>
                <a:ext cx="2723400" cy="153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7F202C-E52E-43B5-F07A-C8A1BE7DD71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35141" y="4803508"/>
                  <a:ext cx="2741040" cy="15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8EB704D-A128-DB77-F87A-8639CD731AE7}"/>
                    </a:ext>
                  </a:extLst>
                </p14:cNvPr>
                <p14:cNvContentPartPr/>
                <p14:nvPr/>
              </p14:nvContentPartPr>
              <p14:xfrm>
                <a:off x="6159621" y="5173228"/>
                <a:ext cx="2709360" cy="152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8EB704D-A128-DB77-F87A-8639CD731AE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50621" y="5164228"/>
                  <a:ext cx="2727000" cy="15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A96D0CB-B8E5-3E7D-FAE5-DF54F9B99388}"/>
                    </a:ext>
                  </a:extLst>
                </p14:cNvPr>
                <p14:cNvContentPartPr/>
                <p14:nvPr/>
              </p14:nvContentPartPr>
              <p14:xfrm>
                <a:off x="8231061" y="5054788"/>
                <a:ext cx="425520" cy="314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A96D0CB-B8E5-3E7D-FAE5-DF54F9B9938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222421" y="5046148"/>
                  <a:ext cx="4431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3819DC4-C9CA-8F96-6BD9-748EB510A26A}"/>
                    </a:ext>
                  </a:extLst>
                </p14:cNvPr>
                <p14:cNvContentPartPr/>
                <p14:nvPr/>
              </p14:nvContentPartPr>
              <p14:xfrm>
                <a:off x="8064381" y="5100508"/>
                <a:ext cx="58680" cy="206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3819DC4-C9CA-8F96-6BD9-748EB510A2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55381" y="5091508"/>
                  <a:ext cx="76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CB9F45-8035-DB11-122D-F4406D9CA865}"/>
                    </a:ext>
                  </a:extLst>
                </p14:cNvPr>
                <p14:cNvContentPartPr/>
                <p14:nvPr/>
              </p14:nvContentPartPr>
              <p14:xfrm>
                <a:off x="7749021" y="5198788"/>
                <a:ext cx="180360" cy="289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CB9F45-8035-DB11-122D-F4406D9CA86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740381" y="5189788"/>
                  <a:ext cx="1980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8619A2C-CF8B-360F-22B4-7CC28EDBDBEF}"/>
                    </a:ext>
                  </a:extLst>
                </p14:cNvPr>
                <p14:cNvContentPartPr/>
                <p14:nvPr/>
              </p14:nvContentPartPr>
              <p14:xfrm>
                <a:off x="7412421" y="5297428"/>
                <a:ext cx="109440" cy="512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8619A2C-CF8B-360F-22B4-7CC28EDBDB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03421" y="5288788"/>
                  <a:ext cx="127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13F15A-12D1-3421-1A8D-408F27DEA80A}"/>
                    </a:ext>
                  </a:extLst>
                </p14:cNvPr>
                <p14:cNvContentPartPr/>
                <p14:nvPr/>
              </p14:nvContentPartPr>
              <p14:xfrm>
                <a:off x="7239261" y="5241268"/>
                <a:ext cx="295560" cy="223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13F15A-12D1-3421-1A8D-408F27DEA80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30261" y="5232268"/>
                  <a:ext cx="313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37F4FF8-B1B2-DB53-8743-F9F20E549BBD}"/>
                    </a:ext>
                  </a:extLst>
                </p14:cNvPr>
                <p14:cNvContentPartPr/>
                <p14:nvPr/>
              </p14:nvContentPartPr>
              <p14:xfrm>
                <a:off x="7161501" y="5207068"/>
                <a:ext cx="19440" cy="170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37F4FF8-B1B2-DB53-8743-F9F20E549BB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52861" y="5198428"/>
                  <a:ext cx="37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20B0E78-C169-E638-4BB2-96B5468F9BE0}"/>
                    </a:ext>
                  </a:extLst>
                </p14:cNvPr>
                <p14:cNvContentPartPr/>
                <p14:nvPr/>
              </p14:nvContentPartPr>
              <p14:xfrm>
                <a:off x="6747501" y="5316868"/>
                <a:ext cx="294120" cy="220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20B0E78-C169-E638-4BB2-96B5468F9BE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38861" y="5307868"/>
                  <a:ext cx="311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1A6294-A195-EF35-339A-E022685D784A}"/>
                    </a:ext>
                  </a:extLst>
                </p14:cNvPr>
                <p14:cNvContentPartPr/>
                <p14:nvPr/>
              </p14:nvContentPartPr>
              <p14:xfrm>
                <a:off x="6761541" y="5888548"/>
                <a:ext cx="392400" cy="634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1A6294-A195-EF35-339A-E022685D784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52901" y="5879548"/>
                  <a:ext cx="41004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A9AB8E0-99F3-4DD2-4390-3421DC8A940A}"/>
                    </a:ext>
                  </a:extLst>
                </p14:cNvPr>
                <p14:cNvContentPartPr/>
                <p14:nvPr/>
              </p14:nvContentPartPr>
              <p14:xfrm>
                <a:off x="7311981" y="6122188"/>
                <a:ext cx="205200" cy="357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A9AB8E0-99F3-4DD2-4390-3421DC8A940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02981" y="6113188"/>
                  <a:ext cx="2228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A69472F-FB4A-1822-A7A3-24D9AD55F942}"/>
                    </a:ext>
                  </a:extLst>
                </p14:cNvPr>
                <p14:cNvContentPartPr/>
                <p14:nvPr/>
              </p14:nvContentPartPr>
              <p14:xfrm>
                <a:off x="7578741" y="6106708"/>
                <a:ext cx="180360" cy="36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A69472F-FB4A-1822-A7A3-24D9AD55F9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69741" y="6097708"/>
                  <a:ext cx="198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74B924-6D45-6D0B-85B7-8D0D6A321A12}"/>
                    </a:ext>
                  </a:extLst>
                </p14:cNvPr>
                <p14:cNvContentPartPr/>
                <p14:nvPr/>
              </p14:nvContentPartPr>
              <p14:xfrm>
                <a:off x="7883301" y="6090868"/>
                <a:ext cx="141480" cy="336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74B924-6D45-6D0B-85B7-8D0D6A321A1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74301" y="6082228"/>
                  <a:ext cx="1591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96F395-5EAE-5FCB-9DBA-8C9AB5EB250E}"/>
                    </a:ext>
                  </a:extLst>
                </p14:cNvPr>
                <p14:cNvContentPartPr/>
                <p14:nvPr/>
              </p14:nvContentPartPr>
              <p14:xfrm>
                <a:off x="8673141" y="2727748"/>
                <a:ext cx="2400840" cy="1379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96F395-5EAE-5FCB-9DBA-8C9AB5EB250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64501" y="2719108"/>
                  <a:ext cx="2418480" cy="13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C6AD5AA-2655-56AD-3B25-F155ED4DC247}"/>
                    </a:ext>
                  </a:extLst>
                </p14:cNvPr>
                <p14:cNvContentPartPr/>
                <p14:nvPr/>
              </p14:nvContentPartPr>
              <p14:xfrm>
                <a:off x="10909101" y="3886588"/>
                <a:ext cx="456120" cy="331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C6AD5AA-2655-56AD-3B25-F155ED4DC24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00461" y="3877588"/>
                  <a:ext cx="4737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50FDF5-DE22-A06A-D3F3-AF28F21C351E}"/>
                    </a:ext>
                  </a:extLst>
                </p14:cNvPr>
                <p14:cNvContentPartPr/>
                <p14:nvPr/>
              </p14:nvContentPartPr>
              <p14:xfrm>
                <a:off x="9310701" y="4344868"/>
                <a:ext cx="2873160" cy="1798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650FDF5-DE22-A06A-D3F3-AF28F21C351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302061" y="4336228"/>
                  <a:ext cx="2890800" cy="18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AE86B9-18FF-EC86-D67C-3706F89DFC63}"/>
                    </a:ext>
                  </a:extLst>
                </p14:cNvPr>
                <p14:cNvContentPartPr/>
                <p14:nvPr/>
              </p14:nvContentPartPr>
              <p14:xfrm>
                <a:off x="9299541" y="4681828"/>
                <a:ext cx="2844360" cy="1669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AE86B9-18FF-EC86-D67C-3706F89DFC6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290541" y="4673188"/>
                  <a:ext cx="2862000" cy="16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790CC36-0532-807D-E113-94510CE29CF4}"/>
                    </a:ext>
                  </a:extLst>
                </p14:cNvPr>
                <p14:cNvContentPartPr/>
                <p14:nvPr/>
              </p14:nvContentPartPr>
              <p14:xfrm>
                <a:off x="11321661" y="4568428"/>
                <a:ext cx="443880" cy="348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790CC36-0532-807D-E113-94510CE29CF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312661" y="4559428"/>
                  <a:ext cx="4615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1894A9C-0ABB-E81B-BAFE-DF53ED81CECF}"/>
                    </a:ext>
                  </a:extLst>
                </p14:cNvPr>
                <p14:cNvContentPartPr/>
                <p14:nvPr/>
              </p14:nvContentPartPr>
              <p14:xfrm>
                <a:off x="10953741" y="4677868"/>
                <a:ext cx="335520" cy="40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1894A9C-0ABB-E81B-BAFE-DF53ED81CEC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945101" y="4668868"/>
                  <a:ext cx="3531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6A03386-5676-398E-0D42-95D0D7D26666}"/>
                    </a:ext>
                  </a:extLst>
                </p14:cNvPr>
                <p14:cNvContentPartPr/>
                <p14:nvPr/>
              </p14:nvContentPartPr>
              <p14:xfrm>
                <a:off x="10729461" y="4641508"/>
                <a:ext cx="246600" cy="480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6A03386-5676-398E-0D42-95D0D7D2666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720821" y="4632508"/>
                  <a:ext cx="26424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4243B06-9BF8-2A91-5C9A-4F471603E283}"/>
                    </a:ext>
                  </a:extLst>
                </p14:cNvPr>
                <p14:cNvContentPartPr/>
                <p14:nvPr/>
              </p14:nvContentPartPr>
              <p14:xfrm>
                <a:off x="10436061" y="4782988"/>
                <a:ext cx="269640" cy="213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4243B06-9BF8-2A91-5C9A-4F471603E28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427061" y="4773988"/>
                  <a:ext cx="287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44162D3-EFA6-971E-9945-1A38A43639D5}"/>
                    </a:ext>
                  </a:extLst>
                </p14:cNvPr>
                <p14:cNvContentPartPr/>
                <p14:nvPr/>
              </p14:nvContentPartPr>
              <p14:xfrm>
                <a:off x="10109181" y="4722508"/>
                <a:ext cx="259200" cy="650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44162D3-EFA6-971E-9945-1A38A43639D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100541" y="4713868"/>
                  <a:ext cx="27684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8145258-9C40-36FE-E5BA-E742B3606FD3}"/>
                    </a:ext>
                  </a:extLst>
                </p14:cNvPr>
                <p14:cNvContentPartPr/>
                <p14:nvPr/>
              </p14:nvContentPartPr>
              <p14:xfrm>
                <a:off x="10090101" y="4709548"/>
                <a:ext cx="24840" cy="266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8145258-9C40-36FE-E5BA-E742B3606F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81461" y="4700908"/>
                  <a:ext cx="42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D2FE7E5-BD4D-42F4-EB37-FBD0E7B32766}"/>
                    </a:ext>
                  </a:extLst>
                </p14:cNvPr>
                <p14:cNvContentPartPr/>
                <p14:nvPr/>
              </p14:nvContentPartPr>
              <p14:xfrm>
                <a:off x="9658461" y="4880188"/>
                <a:ext cx="279360" cy="239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D2FE7E5-BD4D-42F4-EB37-FBD0E7B327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649461" y="4871548"/>
                  <a:ext cx="2970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F7486C0-3FBD-362A-8984-5A06F2470FA7}"/>
                    </a:ext>
                  </a:extLst>
                </p14:cNvPr>
                <p14:cNvContentPartPr/>
                <p14:nvPr/>
              </p14:nvContentPartPr>
              <p14:xfrm>
                <a:off x="10823781" y="5528908"/>
                <a:ext cx="328320" cy="395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F7486C0-3FBD-362A-8984-5A06F2470FA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815141" y="5520268"/>
                  <a:ext cx="3459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40B710D-A0F4-8B24-B993-F412B5649C3D}"/>
                    </a:ext>
                  </a:extLst>
                </p14:cNvPr>
                <p14:cNvContentPartPr/>
                <p14:nvPr/>
              </p14:nvContentPartPr>
              <p14:xfrm>
                <a:off x="10661061" y="5592628"/>
                <a:ext cx="258480" cy="180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40B710D-A0F4-8B24-B993-F412B5649C3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652061" y="5583988"/>
                  <a:ext cx="276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A9FBBD-1039-5FA0-8878-F40006973496}"/>
                    </a:ext>
                  </a:extLst>
                </p14:cNvPr>
                <p14:cNvContentPartPr/>
                <p14:nvPr/>
              </p14:nvContentPartPr>
              <p14:xfrm>
                <a:off x="10461261" y="5623228"/>
                <a:ext cx="84960" cy="208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A9FBBD-1039-5FA0-8878-F4000697349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452621" y="5614588"/>
                  <a:ext cx="102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4A3A177-54DB-0211-91A0-64B9974C7069}"/>
                    </a:ext>
                  </a:extLst>
                </p14:cNvPr>
                <p14:cNvContentPartPr/>
                <p14:nvPr/>
              </p14:nvContentPartPr>
              <p14:xfrm>
                <a:off x="10275861" y="5610268"/>
                <a:ext cx="255600" cy="550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4A3A177-54DB-0211-91A0-64B9974C706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266861" y="5601628"/>
                  <a:ext cx="2732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A947486-C3FA-10E9-0EFD-C2162DD03BC5}"/>
                    </a:ext>
                  </a:extLst>
                </p14:cNvPr>
                <p14:cNvContentPartPr/>
                <p14:nvPr/>
              </p14:nvContentPartPr>
              <p14:xfrm>
                <a:off x="10154541" y="5631868"/>
                <a:ext cx="48600" cy="165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A947486-C3FA-10E9-0EFD-C2162DD03BC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45901" y="5622868"/>
                  <a:ext cx="66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FE19ACC-B208-4852-DC05-92EA7E665791}"/>
                    </a:ext>
                  </a:extLst>
                </p14:cNvPr>
                <p14:cNvContentPartPr/>
                <p14:nvPr/>
              </p14:nvContentPartPr>
              <p14:xfrm>
                <a:off x="9722181" y="5751028"/>
                <a:ext cx="200160" cy="237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FE19ACC-B208-4852-DC05-92EA7E66579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713181" y="5742028"/>
                  <a:ext cx="217800" cy="25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21000FB-A322-010D-D15B-809F45BFFB27}"/>
                  </a:ext>
                </a:extLst>
              </p14:cNvPr>
              <p14:cNvContentPartPr/>
              <p14:nvPr/>
            </p14:nvContentPartPr>
            <p14:xfrm>
              <a:off x="6104901" y="618508"/>
              <a:ext cx="360" cy="3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21000FB-A322-010D-D15B-809F45BFFB2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96261" y="60950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C205954-0AA5-C107-9D6E-9D42ECA5C452}"/>
              </a:ext>
            </a:extLst>
          </p:cNvPr>
          <p:cNvGrpSpPr/>
          <p:nvPr/>
        </p:nvGrpSpPr>
        <p:grpSpPr>
          <a:xfrm>
            <a:off x="5602701" y="698788"/>
            <a:ext cx="27360" cy="117360"/>
            <a:chOff x="5602701" y="698788"/>
            <a:chExt cx="2736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5994A4-A31F-6689-43FD-278F4D073AC4}"/>
                    </a:ext>
                  </a:extLst>
                </p14:cNvPr>
                <p14:cNvContentPartPr/>
                <p14:nvPr/>
              </p14:nvContentPartPr>
              <p14:xfrm>
                <a:off x="5602701" y="698788"/>
                <a:ext cx="36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5994A4-A31F-6689-43FD-278F4D073AC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93701" y="6901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EFEF60-9EA5-4041-26AE-3A1937054C95}"/>
                    </a:ext>
                  </a:extLst>
                </p14:cNvPr>
                <p14:cNvContentPartPr/>
                <p14:nvPr/>
              </p14:nvContentPartPr>
              <p14:xfrm>
                <a:off x="5629701" y="815788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EFEF60-9EA5-4041-26AE-3A1937054C9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21061" y="8071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576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27119" y="353943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תהליך הזדהות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9674708" y="0"/>
            <a:ext cx="16962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0087543-B417-AF87-981B-F29D7BB18892}"/>
              </a:ext>
            </a:extLst>
          </p:cNvPr>
          <p:cNvGrpSpPr/>
          <p:nvPr/>
        </p:nvGrpSpPr>
        <p:grpSpPr>
          <a:xfrm>
            <a:off x="1326261" y="1110628"/>
            <a:ext cx="5621386" cy="2892330"/>
            <a:chOff x="1326261" y="1110628"/>
            <a:chExt cx="10857600" cy="55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46620F-2C8A-DA6E-5607-4CE293F67B35}"/>
                    </a:ext>
                  </a:extLst>
                </p14:cNvPr>
                <p14:cNvContentPartPr/>
                <p14:nvPr/>
              </p14:nvContentPartPr>
              <p14:xfrm>
                <a:off x="1404381" y="1351108"/>
                <a:ext cx="2622600" cy="209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46620F-2C8A-DA6E-5607-4CE293F67B3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86999" y="1333727"/>
                  <a:ext cx="2656669" cy="21281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9BF969-E3E3-C03E-65AF-99DC2FD278C8}"/>
                    </a:ext>
                  </a:extLst>
                </p14:cNvPr>
                <p14:cNvContentPartPr/>
                <p14:nvPr/>
              </p14:nvContentPartPr>
              <p14:xfrm>
                <a:off x="1326261" y="1445428"/>
                <a:ext cx="2677320" cy="219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9BF969-E3E3-C03E-65AF-99DC2FD278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08880" y="1428047"/>
                  <a:ext cx="2711386" cy="2227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6C724A-9AF6-C76A-D53F-C469F9CF09AA}"/>
                    </a:ext>
                  </a:extLst>
                </p14:cNvPr>
                <p14:cNvContentPartPr/>
                <p14:nvPr/>
              </p14:nvContentPartPr>
              <p14:xfrm>
                <a:off x="2362701" y="1517428"/>
                <a:ext cx="311760" cy="558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6C724A-9AF6-C76A-D53F-C469F9CF09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45342" y="1500056"/>
                  <a:ext cx="345783" cy="5920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68997F6-60BF-4688-7FC2-7286EADF678D}"/>
                    </a:ext>
                  </a:extLst>
                </p14:cNvPr>
                <p14:cNvContentPartPr/>
                <p14:nvPr/>
              </p14:nvContentPartPr>
              <p14:xfrm>
                <a:off x="2789661" y="1743148"/>
                <a:ext cx="209880" cy="27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68997F6-60BF-4688-7FC2-7286EADF67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73037" y="1725778"/>
                  <a:ext cx="243821" cy="3119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4FCA23-59CD-CF5F-68DC-CEF6A47FD8D6}"/>
                    </a:ext>
                  </a:extLst>
                </p14:cNvPr>
                <p14:cNvContentPartPr/>
                <p14:nvPr/>
              </p14:nvContentPartPr>
              <p14:xfrm>
                <a:off x="3075861" y="1730188"/>
                <a:ext cx="243360" cy="30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4FCA23-59CD-CF5F-68DC-CEF6A47FD8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58528" y="1712847"/>
                  <a:ext cx="277333" cy="337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9B6471-4726-3F45-F91D-049D72826AA6}"/>
                    </a:ext>
                  </a:extLst>
                </p14:cNvPr>
                <p14:cNvContentPartPr/>
                <p14:nvPr/>
              </p14:nvContentPartPr>
              <p14:xfrm>
                <a:off x="3486261" y="1700668"/>
                <a:ext cx="182880" cy="303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9B6471-4726-3F45-F91D-049D72826A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68877" y="1683326"/>
                  <a:ext cx="216953" cy="337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38251D-7798-5249-0E7C-BEE25641329C}"/>
                    </a:ext>
                  </a:extLst>
                </p14:cNvPr>
                <p14:cNvContentPartPr/>
                <p14:nvPr/>
              </p14:nvContentPartPr>
              <p14:xfrm>
                <a:off x="3265581" y="2582308"/>
                <a:ext cx="13320" cy="473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38251D-7798-5249-0E7C-BEE25641329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48931" y="2564929"/>
                  <a:ext cx="45954" cy="5074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54B399-7BB6-2AAA-046B-52A860925190}"/>
                    </a:ext>
                  </a:extLst>
                </p14:cNvPr>
                <p14:cNvContentPartPr/>
                <p14:nvPr/>
              </p14:nvContentPartPr>
              <p14:xfrm>
                <a:off x="3062901" y="2418508"/>
                <a:ext cx="400680" cy="317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54B399-7BB6-2AAA-046B-52A8609251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45541" y="2401158"/>
                  <a:ext cx="434707" cy="351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5B7531-BFA1-80CE-8A9D-A73BCAE696AF}"/>
                    </a:ext>
                  </a:extLst>
                </p14:cNvPr>
                <p14:cNvContentPartPr/>
                <p14:nvPr/>
              </p14:nvContentPartPr>
              <p14:xfrm>
                <a:off x="2985141" y="2427508"/>
                <a:ext cx="4320" cy="12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5B7531-BFA1-80CE-8A9D-A73BCAE696A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69712" y="2410216"/>
                  <a:ext cx="34560" cy="157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63047B4-3019-9891-39E6-0AB201CDBE77}"/>
                    </a:ext>
                  </a:extLst>
                </p14:cNvPr>
                <p14:cNvContentPartPr/>
                <p14:nvPr/>
              </p14:nvContentPartPr>
              <p14:xfrm>
                <a:off x="2876061" y="2418868"/>
                <a:ext cx="14040" cy="19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63047B4-3019-9891-39E6-0AB201CDBE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58511" y="2401523"/>
                  <a:ext cx="48438" cy="224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43ADB0-84C9-3AC9-17F0-8862D7C45813}"/>
                    </a:ext>
                  </a:extLst>
                </p14:cNvPr>
                <p14:cNvContentPartPr/>
                <p14:nvPr/>
              </p14:nvContentPartPr>
              <p14:xfrm>
                <a:off x="2273781" y="2525068"/>
                <a:ext cx="391320" cy="379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43ADB0-84C9-3AC9-17F0-8862D7C4581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56404" y="2507694"/>
                  <a:ext cx="425378" cy="413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5BC640-8E81-545B-2A78-A8AA807A4BC5}"/>
                    </a:ext>
                  </a:extLst>
                </p14:cNvPr>
                <p14:cNvContentPartPr/>
                <p14:nvPr/>
              </p14:nvContentPartPr>
              <p14:xfrm>
                <a:off x="4080621" y="2178748"/>
                <a:ext cx="1409760" cy="95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5BC640-8E81-545B-2A78-A8AA807A4B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63242" y="2161405"/>
                  <a:ext cx="1443822" cy="1290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2D5953-ED90-9836-55BE-92AB4B3DFA36}"/>
                    </a:ext>
                  </a:extLst>
                </p14:cNvPr>
                <p14:cNvContentPartPr/>
                <p14:nvPr/>
              </p14:nvContentPartPr>
              <p14:xfrm>
                <a:off x="4750941" y="2079748"/>
                <a:ext cx="263880" cy="304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2D5953-ED90-9836-55BE-92AB4B3DFA3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33580" y="2062364"/>
                  <a:ext cx="297907" cy="338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8F04FA-4815-D71A-6E05-A96C1A03861D}"/>
                    </a:ext>
                  </a:extLst>
                </p14:cNvPr>
                <p14:cNvContentPartPr/>
                <p14:nvPr/>
              </p14:nvContentPartPr>
              <p14:xfrm>
                <a:off x="5477061" y="1338148"/>
                <a:ext cx="66960" cy="214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8F04FA-4815-D71A-6E05-A96C1A03861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59803" y="1320767"/>
                  <a:ext cx="100785" cy="2177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091F05A-39D8-3937-F5C4-0439AC1B14D2}"/>
                    </a:ext>
                  </a:extLst>
                </p14:cNvPr>
                <p14:cNvContentPartPr/>
                <p14:nvPr/>
              </p14:nvContentPartPr>
              <p14:xfrm>
                <a:off x="5515941" y="1330588"/>
                <a:ext cx="31680" cy="2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091F05A-39D8-3937-F5C4-0439AC1B14D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98724" y="1313749"/>
                  <a:ext cx="65426" cy="53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F24BDC9-8987-0512-DAF1-89D2D454CD0B}"/>
                    </a:ext>
                  </a:extLst>
                </p14:cNvPr>
                <p14:cNvContentPartPr/>
                <p14:nvPr/>
              </p14:nvContentPartPr>
              <p14:xfrm>
                <a:off x="5745261" y="1110628"/>
                <a:ext cx="3944160" cy="2281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F24BDC9-8987-0512-DAF1-89D2D454CD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27880" y="1093250"/>
                  <a:ext cx="3978227" cy="2315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801B54-1ADD-FB3D-1AEB-92B1986BC1AD}"/>
                    </a:ext>
                  </a:extLst>
                </p14:cNvPr>
                <p14:cNvContentPartPr/>
                <p14:nvPr/>
              </p14:nvContentPartPr>
              <p14:xfrm>
                <a:off x="5498661" y="3215908"/>
                <a:ext cx="4217040" cy="224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801B54-1ADD-FB3D-1AEB-92B1986BC1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81278" y="3198549"/>
                  <a:ext cx="4251110" cy="2583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1A30E2-5EA1-84DB-5363-6640984389E3}"/>
                    </a:ext>
                  </a:extLst>
                </p14:cNvPr>
                <p14:cNvContentPartPr/>
                <p14:nvPr/>
              </p14:nvContentPartPr>
              <p14:xfrm>
                <a:off x="9005061" y="1225828"/>
                <a:ext cx="36000" cy="40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1A30E2-5EA1-84DB-5363-6640984389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87753" y="1208457"/>
                  <a:ext cx="69923" cy="4419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B5A69D-9A9E-CE32-84DE-B6ABEC9441E2}"/>
                    </a:ext>
                  </a:extLst>
                </p14:cNvPr>
                <p14:cNvContentPartPr/>
                <p14:nvPr/>
              </p14:nvContentPartPr>
              <p14:xfrm>
                <a:off x="9071301" y="1453708"/>
                <a:ext cx="198720" cy="16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B5A69D-9A9E-CE32-84DE-B6ABEC9441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53930" y="1436362"/>
                  <a:ext cx="232766" cy="196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B70F26-11FF-C395-C44C-DAC1E7CD35B1}"/>
                    </a:ext>
                  </a:extLst>
                </p14:cNvPr>
                <p14:cNvContentPartPr/>
                <p14:nvPr/>
              </p14:nvContentPartPr>
              <p14:xfrm>
                <a:off x="8544621" y="1393948"/>
                <a:ext cx="362520" cy="426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B70F26-11FF-C395-C44C-DAC1E7CD35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27259" y="1376578"/>
                  <a:ext cx="396550" cy="4606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F2D9B9-6A9C-0756-DB78-69A7FF46B68C}"/>
                    </a:ext>
                  </a:extLst>
                </p14:cNvPr>
                <p14:cNvContentPartPr/>
                <p14:nvPr/>
              </p14:nvContentPartPr>
              <p14:xfrm>
                <a:off x="8408181" y="1522828"/>
                <a:ext cx="21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F2D9B9-6A9C-0756-DB78-69A7FF46B68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94681" y="1513828"/>
                  <a:ext cx="286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24C00CC-C8E0-EC27-1AD3-1E17876ACDBF}"/>
                    </a:ext>
                  </a:extLst>
                </p14:cNvPr>
                <p14:cNvContentPartPr/>
                <p14:nvPr/>
              </p14:nvContentPartPr>
              <p14:xfrm>
                <a:off x="7960341" y="1539748"/>
                <a:ext cx="363600" cy="23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24C00CC-C8E0-EC27-1AD3-1E17876ACDB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42961" y="1522378"/>
                  <a:ext cx="397666" cy="2723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EA274D-14B3-FF9B-DED2-0EE0CA65EEF5}"/>
                    </a:ext>
                  </a:extLst>
                </p14:cNvPr>
                <p14:cNvContentPartPr/>
                <p14:nvPr/>
              </p14:nvContentPartPr>
              <p14:xfrm>
                <a:off x="7632381" y="1527508"/>
                <a:ext cx="213480" cy="224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EA274D-14B3-FF9B-DED2-0EE0CA65EEF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15053" y="1510149"/>
                  <a:ext cx="247443" cy="2583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365524-EB96-89CB-A4B9-5E38530EC572}"/>
                    </a:ext>
                  </a:extLst>
                </p14:cNvPr>
                <p14:cNvContentPartPr/>
                <p14:nvPr/>
              </p14:nvContentPartPr>
              <p14:xfrm>
                <a:off x="7779621" y="1642348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365524-EB96-89CB-A4B9-5E38530EC5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70621" y="16333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7DD521-1B1A-9B66-5C97-6421E26443CE}"/>
                    </a:ext>
                  </a:extLst>
                </p14:cNvPr>
                <p14:cNvContentPartPr/>
                <p14:nvPr/>
              </p14:nvContentPartPr>
              <p14:xfrm>
                <a:off x="7616181" y="1659988"/>
                <a:ext cx="81360" cy="12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7DD521-1B1A-9B66-5C97-6421E26443C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98796" y="1642692"/>
                  <a:ext cx="115434" cy="157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6E8250-0047-E190-4E57-87F9B2A4EDC1}"/>
                    </a:ext>
                  </a:extLst>
                </p14:cNvPr>
                <p14:cNvContentPartPr/>
                <p14:nvPr/>
              </p14:nvContentPartPr>
              <p14:xfrm>
                <a:off x="6885381" y="1514188"/>
                <a:ext cx="302760" cy="328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6E8250-0047-E190-4E57-87F9B2A4ED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68021" y="1496816"/>
                  <a:ext cx="336786" cy="362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7E48F4-CD73-4662-58CC-1E62573883F0}"/>
                    </a:ext>
                  </a:extLst>
                </p14:cNvPr>
                <p14:cNvContentPartPr/>
                <p14:nvPr/>
              </p14:nvContentPartPr>
              <p14:xfrm>
                <a:off x="6776661" y="1578268"/>
                <a:ext cx="18000" cy="232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7E48F4-CD73-4662-58CC-1E62573883F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9353" y="1560913"/>
                  <a:ext cx="51923" cy="266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F0CA35-EC87-9390-02A4-345FAF0CCF3F}"/>
                    </a:ext>
                  </a:extLst>
                </p14:cNvPr>
                <p14:cNvContentPartPr/>
                <p14:nvPr/>
              </p14:nvContentPartPr>
              <p14:xfrm>
                <a:off x="6392181" y="1567828"/>
                <a:ext cx="209160" cy="27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F0CA35-EC87-9390-02A4-345FAF0CCF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4809" y="1550476"/>
                  <a:ext cx="243209" cy="304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0CA62B-26D7-840B-9B98-1DD37B2F8FB4}"/>
                    </a:ext>
                  </a:extLst>
                </p14:cNvPr>
                <p14:cNvContentPartPr/>
                <p14:nvPr/>
              </p14:nvContentPartPr>
              <p14:xfrm>
                <a:off x="6207141" y="1595548"/>
                <a:ext cx="2160" cy="82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0CA62B-26D7-840B-9B98-1DD37B2F8F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93641" y="1578304"/>
                  <a:ext cx="28620" cy="1158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450321-842F-D1E7-3D81-C2FD074F51C3}"/>
                    </a:ext>
                  </a:extLst>
                </p14:cNvPr>
                <p14:cNvContentPartPr/>
                <p14:nvPr/>
              </p14:nvContentPartPr>
              <p14:xfrm>
                <a:off x="5818701" y="1648108"/>
                <a:ext cx="236520" cy="172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450321-842F-D1E7-3D81-C2FD074F51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1310" y="1631455"/>
                  <a:ext cx="270607" cy="2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FCBB67-2C56-B6B4-CB75-7FAC0D682E09}"/>
                    </a:ext>
                  </a:extLst>
                </p14:cNvPr>
                <p14:cNvContentPartPr/>
                <p14:nvPr/>
              </p14:nvContentPartPr>
              <p14:xfrm>
                <a:off x="5602701" y="1458388"/>
                <a:ext cx="150840" cy="388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FCBB67-2C56-B6B4-CB75-7FAC0D682E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85323" y="1441016"/>
                  <a:ext cx="184901" cy="4224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65FA4F-9D4E-0D85-DC59-2E646B02E2A1}"/>
                    </a:ext>
                  </a:extLst>
                </p14:cNvPr>
                <p14:cNvContentPartPr/>
                <p14:nvPr/>
              </p14:nvContentPartPr>
              <p14:xfrm>
                <a:off x="5736261" y="2015668"/>
                <a:ext cx="17640" cy="76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65FA4F-9D4E-0D85-DC59-2E646B02E2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19299" y="1998323"/>
                  <a:ext cx="50885" cy="1103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A8539CB-E882-0E8E-2E08-259F518B9E06}"/>
                    </a:ext>
                  </a:extLst>
                </p14:cNvPr>
                <p14:cNvContentPartPr/>
                <p14:nvPr/>
              </p14:nvContentPartPr>
              <p14:xfrm>
                <a:off x="4295901" y="2934028"/>
                <a:ext cx="1699920" cy="2085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A8539CB-E882-0E8E-2E08-259F518B9E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78519" y="2916643"/>
                  <a:ext cx="1733988" cy="2119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4E1FF15-B9FF-9E4A-3770-C26D6B8AA6D7}"/>
                    </a:ext>
                  </a:extLst>
                </p14:cNvPr>
                <p14:cNvContentPartPr/>
                <p14:nvPr/>
              </p14:nvContentPartPr>
              <p14:xfrm>
                <a:off x="4206981" y="4606948"/>
                <a:ext cx="427680" cy="528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4E1FF15-B9FF-9E4A-3770-C26D6B8AA6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89596" y="4589575"/>
                  <a:ext cx="461755" cy="562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4B5CD5-783B-4224-7D75-5817028EFCDB}"/>
                    </a:ext>
                  </a:extLst>
                </p14:cNvPr>
                <p14:cNvContentPartPr/>
                <p14:nvPr/>
              </p14:nvContentPartPr>
              <p14:xfrm>
                <a:off x="2060661" y="5348908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4B5CD5-783B-4224-7D75-5817028EFCD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51661" y="53399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08B19AB-8C16-2931-AF0F-372BBCC0DBC0}"/>
                    </a:ext>
                  </a:extLst>
                </p14:cNvPr>
                <p14:cNvContentPartPr/>
                <p14:nvPr/>
              </p14:nvContentPartPr>
              <p14:xfrm>
                <a:off x="2058861" y="5202748"/>
                <a:ext cx="3264120" cy="1405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08B19AB-8C16-2931-AF0F-372BBCC0DBC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041480" y="5185367"/>
                  <a:ext cx="3298186" cy="1439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AC6F6B-E4DB-1345-D7F6-97BFE276A98E}"/>
                    </a:ext>
                  </a:extLst>
                </p14:cNvPr>
                <p14:cNvContentPartPr/>
                <p14:nvPr/>
              </p14:nvContentPartPr>
              <p14:xfrm>
                <a:off x="4683981" y="5434588"/>
                <a:ext cx="344520" cy="19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AC6F6B-E4DB-1345-D7F6-97BFE276A98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66616" y="5417201"/>
                  <a:ext cx="378555" cy="2281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FF61F9-CCB7-D5C9-F145-7CAD1607E217}"/>
                    </a:ext>
                  </a:extLst>
                </p14:cNvPr>
                <p14:cNvContentPartPr/>
                <p14:nvPr/>
              </p14:nvContentPartPr>
              <p14:xfrm>
                <a:off x="4239741" y="5397868"/>
                <a:ext cx="322200" cy="536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FF61F9-CCB7-D5C9-F145-7CAD1607E21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22381" y="5380498"/>
                  <a:ext cx="356225" cy="570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C22EDE1-E326-CCE0-50A7-DBFE890FF144}"/>
                    </a:ext>
                  </a:extLst>
                </p14:cNvPr>
                <p14:cNvContentPartPr/>
                <p14:nvPr/>
              </p14:nvContentPartPr>
              <p14:xfrm>
                <a:off x="4116621" y="5466268"/>
                <a:ext cx="207360" cy="219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C22EDE1-E326-CCE0-50A7-DBFE890FF14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99283" y="5448895"/>
                  <a:ext cx="241342" cy="2536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0230129-1DB6-2E28-3414-AFD2884DD2FE}"/>
                    </a:ext>
                  </a:extLst>
                </p14:cNvPr>
                <p14:cNvContentPartPr/>
                <p14:nvPr/>
              </p14:nvContentPartPr>
              <p14:xfrm>
                <a:off x="3980541" y="5353228"/>
                <a:ext cx="45720" cy="22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0230129-1DB6-2E28-3414-AFD2884DD2F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63223" y="5335859"/>
                  <a:ext cx="79664" cy="261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416F449-D245-DB36-05AA-5BB2C63146C7}"/>
                    </a:ext>
                  </a:extLst>
                </p14:cNvPr>
                <p14:cNvContentPartPr/>
                <p14:nvPr/>
              </p14:nvContentPartPr>
              <p14:xfrm>
                <a:off x="3718821" y="5383108"/>
                <a:ext cx="193680" cy="395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416F449-D245-DB36-05AA-5BB2C63146C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01466" y="5365725"/>
                  <a:ext cx="227695" cy="4297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A6E18E-13F2-EF80-A705-810FD401BB13}"/>
                    </a:ext>
                  </a:extLst>
                </p14:cNvPr>
                <p14:cNvContentPartPr/>
                <p14:nvPr/>
              </p14:nvContentPartPr>
              <p14:xfrm>
                <a:off x="3565101" y="5515948"/>
                <a:ext cx="12240" cy="116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A6E18E-13F2-EF80-A705-810FD401BB1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548101" y="5498591"/>
                  <a:ext cx="45560" cy="1506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AC3DBEB-C49B-5A20-C427-AC6AFAFCEEE6}"/>
                    </a:ext>
                  </a:extLst>
                </p14:cNvPr>
                <p14:cNvContentPartPr/>
                <p14:nvPr/>
              </p14:nvContentPartPr>
              <p14:xfrm>
                <a:off x="3009981" y="5612428"/>
                <a:ext cx="295200" cy="212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AC3DBEB-C49B-5A20-C427-AC6AFAFCEEE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92616" y="5595048"/>
                  <a:ext cx="329235" cy="2461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BB09010-368E-44FE-E9D0-856B0F4B17CF}"/>
                    </a:ext>
                  </a:extLst>
                </p14:cNvPr>
                <p14:cNvContentPartPr/>
                <p14:nvPr/>
              </p14:nvContentPartPr>
              <p14:xfrm>
                <a:off x="4516581" y="5918068"/>
                <a:ext cx="420840" cy="415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BB09010-368E-44FE-E9D0-856B0F4B17C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99220" y="5900685"/>
                  <a:ext cx="454868" cy="449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2AA0201-D535-0FEC-4440-5243147B93C6}"/>
                    </a:ext>
                  </a:extLst>
                </p14:cNvPr>
                <p14:cNvContentPartPr/>
                <p14:nvPr/>
              </p14:nvContentPartPr>
              <p14:xfrm>
                <a:off x="4095021" y="6112108"/>
                <a:ext cx="304200" cy="322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2AA0201-D535-0FEC-4440-5243147B93C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77658" y="6094748"/>
                  <a:ext cx="338232" cy="3562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CE564C4-A388-860C-FA4C-924BF92F1FC5}"/>
                    </a:ext>
                  </a:extLst>
                </p14:cNvPr>
                <p14:cNvContentPartPr/>
                <p14:nvPr/>
              </p14:nvContentPartPr>
              <p14:xfrm>
                <a:off x="3627381" y="6155308"/>
                <a:ext cx="300600" cy="28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CE564C4-A388-860C-FA4C-924BF92F1F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10025" y="6137935"/>
                  <a:ext cx="334617" cy="323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F7C22F-351E-3280-41C4-9120085A339C}"/>
                    </a:ext>
                  </a:extLst>
                </p14:cNvPr>
                <p14:cNvContentPartPr/>
                <p14:nvPr/>
              </p14:nvContentPartPr>
              <p14:xfrm>
                <a:off x="3420741" y="6155308"/>
                <a:ext cx="5040" cy="168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F7C22F-351E-3280-41C4-9120085A33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404991" y="6137938"/>
                  <a:ext cx="35910" cy="2028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9E57C72-EBF6-E4E5-9E1B-27D56B273FD1}"/>
                    </a:ext>
                  </a:extLst>
                </p14:cNvPr>
                <p14:cNvContentPartPr/>
                <p14:nvPr/>
              </p14:nvContentPartPr>
              <p14:xfrm>
                <a:off x="2855901" y="6132988"/>
                <a:ext cx="334800" cy="324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9E57C72-EBF6-E4E5-9E1B-27D56B273FD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38536" y="6115605"/>
                  <a:ext cx="368836" cy="358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E1EAFD-0FA8-F708-EFA3-EB776392EE67}"/>
                    </a:ext>
                  </a:extLst>
                </p14:cNvPr>
                <p14:cNvContentPartPr/>
                <p14:nvPr/>
              </p14:nvContentPartPr>
              <p14:xfrm>
                <a:off x="7614381" y="2843668"/>
                <a:ext cx="63720" cy="1635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E1EAFD-0FA8-F708-EFA3-EB776392EE6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597066" y="2826288"/>
                  <a:ext cx="97658" cy="1669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F5CAB4B-0F71-4925-F4BD-2655A39EC7A3}"/>
                    </a:ext>
                  </a:extLst>
                </p14:cNvPr>
                <p14:cNvContentPartPr/>
                <p14:nvPr/>
              </p14:nvContentPartPr>
              <p14:xfrm>
                <a:off x="7485501" y="4311028"/>
                <a:ext cx="332640" cy="46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F5CAB4B-0F71-4925-F4BD-2655A39EC7A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468140" y="4293650"/>
                  <a:ext cx="366668" cy="497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7F202C-E52E-43B5-F07A-C8A1BE7DD716}"/>
                    </a:ext>
                  </a:extLst>
                </p14:cNvPr>
                <p14:cNvContentPartPr/>
                <p14:nvPr/>
              </p14:nvContentPartPr>
              <p14:xfrm>
                <a:off x="6143781" y="4812508"/>
                <a:ext cx="2723400" cy="153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7F202C-E52E-43B5-F07A-C8A1BE7DD71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26399" y="4795127"/>
                  <a:ext cx="2757469" cy="1570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8EB704D-A128-DB77-F87A-8639CD731AE7}"/>
                    </a:ext>
                  </a:extLst>
                </p14:cNvPr>
                <p14:cNvContentPartPr/>
                <p14:nvPr/>
              </p14:nvContentPartPr>
              <p14:xfrm>
                <a:off x="6159621" y="5173228"/>
                <a:ext cx="2709360" cy="152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8EB704D-A128-DB77-F87A-8639CD731AE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42240" y="5155848"/>
                  <a:ext cx="2743427" cy="1557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A96D0CB-B8E5-3E7D-FAE5-DF54F9B99388}"/>
                    </a:ext>
                  </a:extLst>
                </p14:cNvPr>
                <p14:cNvContentPartPr/>
                <p14:nvPr/>
              </p14:nvContentPartPr>
              <p14:xfrm>
                <a:off x="8231061" y="5054788"/>
                <a:ext cx="425520" cy="314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A96D0CB-B8E5-3E7D-FAE5-DF54F9B9938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213679" y="5037444"/>
                  <a:ext cx="459589" cy="348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3819DC4-C9CA-8F96-6BD9-748EB510A26A}"/>
                    </a:ext>
                  </a:extLst>
                </p14:cNvPr>
                <p14:cNvContentPartPr/>
                <p14:nvPr/>
              </p14:nvContentPartPr>
              <p14:xfrm>
                <a:off x="8064381" y="5100508"/>
                <a:ext cx="58680" cy="206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3819DC4-C9CA-8F96-6BD9-748EB510A2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47122" y="5083172"/>
                  <a:ext cx="92507" cy="240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CB9F45-8035-DB11-122D-F4406D9CA865}"/>
                    </a:ext>
                  </a:extLst>
                </p14:cNvPr>
                <p14:cNvContentPartPr/>
                <p14:nvPr/>
              </p14:nvContentPartPr>
              <p14:xfrm>
                <a:off x="7749021" y="5198788"/>
                <a:ext cx="180360" cy="289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CB9F45-8035-DB11-122D-F4406D9CA86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731679" y="5181435"/>
                  <a:ext cx="214351" cy="3234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8619A2C-CF8B-360F-22B4-7CC28EDBDBEF}"/>
                    </a:ext>
                  </a:extLst>
                </p14:cNvPr>
                <p14:cNvContentPartPr/>
                <p14:nvPr/>
              </p14:nvContentPartPr>
              <p14:xfrm>
                <a:off x="7412421" y="5297428"/>
                <a:ext cx="109440" cy="512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8619A2C-CF8B-360F-22B4-7CC28EDBDB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95105" y="5280051"/>
                  <a:ext cx="143380" cy="5463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13F15A-12D1-3421-1A8D-408F27DEA80A}"/>
                    </a:ext>
                  </a:extLst>
                </p14:cNvPr>
                <p14:cNvContentPartPr/>
                <p14:nvPr/>
              </p14:nvContentPartPr>
              <p14:xfrm>
                <a:off x="7239261" y="5241268"/>
                <a:ext cx="295560" cy="223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13F15A-12D1-3421-1A8D-408F27DEA80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21875" y="5223937"/>
                  <a:ext cx="329636" cy="2578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37F4FF8-B1B2-DB53-8743-F9F20E549BBD}"/>
                    </a:ext>
                  </a:extLst>
                </p14:cNvPr>
                <p14:cNvContentPartPr/>
                <p14:nvPr/>
              </p14:nvContentPartPr>
              <p14:xfrm>
                <a:off x="7161501" y="5207068"/>
                <a:ext cx="19440" cy="170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37F4FF8-B1B2-DB53-8743-F9F20E549BB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44144" y="5189692"/>
                  <a:ext cx="53460" cy="2043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20B0E78-C169-E638-4BB2-96B5468F9BE0}"/>
                    </a:ext>
                  </a:extLst>
                </p14:cNvPr>
                <p14:cNvContentPartPr/>
                <p14:nvPr/>
              </p14:nvContentPartPr>
              <p14:xfrm>
                <a:off x="6747501" y="5316868"/>
                <a:ext cx="294120" cy="220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20B0E78-C169-E638-4BB2-96B5468F9BE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30813" y="5299519"/>
                  <a:ext cx="328191" cy="2546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1A6294-A195-EF35-339A-E022685D784A}"/>
                    </a:ext>
                  </a:extLst>
                </p14:cNvPr>
                <p14:cNvContentPartPr/>
                <p14:nvPr/>
              </p14:nvContentPartPr>
              <p14:xfrm>
                <a:off x="6761541" y="5888548"/>
                <a:ext cx="392400" cy="634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1A6294-A195-EF35-339A-E022685D784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44178" y="5871169"/>
                  <a:ext cx="426431" cy="668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A9AB8E0-99F3-4DD2-4390-3421DC8A940A}"/>
                    </a:ext>
                  </a:extLst>
                </p14:cNvPr>
                <p14:cNvContentPartPr/>
                <p14:nvPr/>
              </p14:nvContentPartPr>
              <p14:xfrm>
                <a:off x="7311981" y="6122188"/>
                <a:ext cx="205200" cy="357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A9AB8E0-99F3-4DD2-4390-3421DC8A940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94591" y="6104801"/>
                  <a:ext cx="239284" cy="3915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A69472F-FB4A-1822-A7A3-24D9AD55F942}"/>
                    </a:ext>
                  </a:extLst>
                </p14:cNvPr>
                <p14:cNvContentPartPr/>
                <p14:nvPr/>
              </p14:nvContentPartPr>
              <p14:xfrm>
                <a:off x="7578741" y="6106708"/>
                <a:ext cx="180360" cy="36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A69472F-FB4A-1822-A7A3-24D9AD55F9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61399" y="6089359"/>
                  <a:ext cx="214351" cy="3983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74B924-6D45-6D0B-85B7-8D0D6A321A12}"/>
                    </a:ext>
                  </a:extLst>
                </p14:cNvPr>
                <p14:cNvContentPartPr/>
                <p14:nvPr/>
              </p14:nvContentPartPr>
              <p14:xfrm>
                <a:off x="7883301" y="6090868"/>
                <a:ext cx="141480" cy="336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74B924-6D45-6D0B-85B7-8D0D6A321A1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65963" y="6073517"/>
                  <a:ext cx="175463" cy="3706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96F395-5EAE-5FCB-9DBA-8C9AB5EB250E}"/>
                    </a:ext>
                  </a:extLst>
                </p14:cNvPr>
                <p14:cNvContentPartPr/>
                <p14:nvPr/>
              </p14:nvContentPartPr>
              <p14:xfrm>
                <a:off x="8673141" y="2727748"/>
                <a:ext cx="2400840" cy="1379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96F395-5EAE-5FCB-9DBA-8C9AB5EB250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55759" y="2710369"/>
                  <a:ext cx="2434909" cy="1413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C6AD5AA-2655-56AD-3B25-F155ED4DC247}"/>
                    </a:ext>
                  </a:extLst>
                </p14:cNvPr>
                <p14:cNvContentPartPr/>
                <p14:nvPr/>
              </p14:nvContentPartPr>
              <p14:xfrm>
                <a:off x="10909101" y="3886588"/>
                <a:ext cx="456120" cy="331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C6AD5AA-2655-56AD-3B25-F155ED4DC24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91718" y="3869230"/>
                  <a:ext cx="490190" cy="365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50FDF5-DE22-A06A-D3F3-AF28F21C351E}"/>
                    </a:ext>
                  </a:extLst>
                </p14:cNvPr>
                <p14:cNvContentPartPr/>
                <p14:nvPr/>
              </p14:nvContentPartPr>
              <p14:xfrm>
                <a:off x="9310701" y="4344868"/>
                <a:ext cx="2873160" cy="1798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650FDF5-DE22-A06A-D3F3-AF28F21C351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293322" y="4327491"/>
                  <a:ext cx="2907224" cy="1832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AE86B9-18FF-EC86-D67C-3706F89DFC63}"/>
                    </a:ext>
                  </a:extLst>
                </p14:cNvPr>
                <p14:cNvContentPartPr/>
                <p14:nvPr/>
              </p14:nvContentPartPr>
              <p14:xfrm>
                <a:off x="9299541" y="4681828"/>
                <a:ext cx="2844360" cy="1669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AE86B9-18FF-EC86-D67C-3706F89DFC6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282159" y="4664446"/>
                  <a:ext cx="2878428" cy="17033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790CC36-0532-807D-E113-94510CE29CF4}"/>
                    </a:ext>
                  </a:extLst>
                </p14:cNvPr>
                <p14:cNvContentPartPr/>
                <p14:nvPr/>
              </p14:nvContentPartPr>
              <p14:xfrm>
                <a:off x="11321661" y="4568428"/>
                <a:ext cx="443880" cy="348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790CC36-0532-807D-E113-94510CE29CF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304295" y="4551057"/>
                  <a:ext cx="477918" cy="382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1894A9C-0ABB-E81B-BAFE-DF53ED81CECF}"/>
                    </a:ext>
                  </a:extLst>
                </p14:cNvPr>
                <p14:cNvContentPartPr/>
                <p14:nvPr/>
              </p14:nvContentPartPr>
              <p14:xfrm>
                <a:off x="10953741" y="4677868"/>
                <a:ext cx="335520" cy="40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1894A9C-0ABB-E81B-BAFE-DF53ED81CEC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936375" y="4660491"/>
                  <a:ext cx="369558" cy="435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6A03386-5676-398E-0D42-95D0D7D26666}"/>
                    </a:ext>
                  </a:extLst>
                </p14:cNvPr>
                <p14:cNvContentPartPr/>
                <p14:nvPr/>
              </p14:nvContentPartPr>
              <p14:xfrm>
                <a:off x="10729461" y="4641508"/>
                <a:ext cx="246600" cy="480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6A03386-5676-398E-0D42-95D0D7D2666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712095" y="4624145"/>
                  <a:ext cx="280638" cy="514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4243B06-9BF8-2A91-5C9A-4F471603E283}"/>
                    </a:ext>
                  </a:extLst>
                </p14:cNvPr>
                <p14:cNvContentPartPr/>
                <p14:nvPr/>
              </p14:nvContentPartPr>
              <p14:xfrm>
                <a:off x="10436061" y="4782988"/>
                <a:ext cx="269640" cy="213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4243B06-9BF8-2A91-5C9A-4F471603E28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418687" y="4765633"/>
                  <a:ext cx="303692" cy="2471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44162D3-EFA6-971E-9945-1A38A43639D5}"/>
                    </a:ext>
                  </a:extLst>
                </p14:cNvPr>
                <p14:cNvContentPartPr/>
                <p14:nvPr/>
              </p14:nvContentPartPr>
              <p14:xfrm>
                <a:off x="10109181" y="4722508"/>
                <a:ext cx="259200" cy="650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44162D3-EFA6-971E-9945-1A38A43639D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091808" y="4705142"/>
                  <a:ext cx="293250" cy="684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8145258-9C40-36FE-E5BA-E742B3606FD3}"/>
                    </a:ext>
                  </a:extLst>
                </p14:cNvPr>
                <p14:cNvContentPartPr/>
                <p14:nvPr/>
              </p14:nvContentPartPr>
              <p14:xfrm>
                <a:off x="10090101" y="4709548"/>
                <a:ext cx="24840" cy="266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8145258-9C40-36FE-E5BA-E742B3606F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72851" y="4692182"/>
                  <a:ext cx="58650" cy="3000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D2FE7E5-BD4D-42F4-EB37-FBD0E7B32766}"/>
                    </a:ext>
                  </a:extLst>
                </p14:cNvPr>
                <p14:cNvContentPartPr/>
                <p14:nvPr/>
              </p14:nvContentPartPr>
              <p14:xfrm>
                <a:off x="9658461" y="4880188"/>
                <a:ext cx="279360" cy="239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D2FE7E5-BD4D-42F4-EB37-FBD0E7B327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641088" y="4862840"/>
                  <a:ext cx="313411" cy="273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F7486C0-3FBD-362A-8984-5A06F2470FA7}"/>
                    </a:ext>
                  </a:extLst>
                </p14:cNvPr>
                <p14:cNvContentPartPr/>
                <p14:nvPr/>
              </p14:nvContentPartPr>
              <p14:xfrm>
                <a:off x="10823781" y="5528908"/>
                <a:ext cx="328320" cy="395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F7486C0-3FBD-362A-8984-5A06F2470FA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806428" y="5511541"/>
                  <a:ext cx="362332" cy="4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40B710D-A0F4-8B24-B993-F412B5649C3D}"/>
                    </a:ext>
                  </a:extLst>
                </p14:cNvPr>
                <p14:cNvContentPartPr/>
                <p14:nvPr/>
              </p14:nvContentPartPr>
              <p14:xfrm>
                <a:off x="10661061" y="5592628"/>
                <a:ext cx="258480" cy="1807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40B710D-A0F4-8B24-B993-F412B5649C3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643690" y="5575251"/>
                  <a:ext cx="292527" cy="2147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A9FBBD-1039-5FA0-8878-F40006973496}"/>
                    </a:ext>
                  </a:extLst>
                </p14:cNvPr>
                <p14:cNvContentPartPr/>
                <p14:nvPr/>
              </p14:nvContentPartPr>
              <p14:xfrm>
                <a:off x="10461261" y="5623228"/>
                <a:ext cx="84960" cy="208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A9FBBD-1039-5FA0-8878-F4000697349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443993" y="5605886"/>
                  <a:ext cx="118806" cy="242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4A3A177-54DB-0211-91A0-64B9974C7069}"/>
                    </a:ext>
                  </a:extLst>
                </p14:cNvPr>
                <p14:cNvContentPartPr/>
                <p14:nvPr/>
              </p14:nvContentPartPr>
              <p14:xfrm>
                <a:off x="10275861" y="5610268"/>
                <a:ext cx="255600" cy="550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4A3A177-54DB-0211-91A0-64B9974C706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258497" y="5592893"/>
                  <a:ext cx="289634" cy="584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A947486-C3FA-10E9-0EFD-C2162DD03BC5}"/>
                    </a:ext>
                  </a:extLst>
                </p14:cNvPr>
                <p14:cNvContentPartPr/>
                <p14:nvPr/>
              </p14:nvContentPartPr>
              <p14:xfrm>
                <a:off x="10154541" y="5631868"/>
                <a:ext cx="48600" cy="165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A947486-C3FA-10E9-0EFD-C2162DD03BC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37428" y="5614511"/>
                  <a:ext cx="82141" cy="199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FE19ACC-B208-4852-DC05-92EA7E665791}"/>
                    </a:ext>
                  </a:extLst>
                </p14:cNvPr>
                <p14:cNvContentPartPr/>
                <p14:nvPr/>
              </p14:nvContentPartPr>
              <p14:xfrm>
                <a:off x="9722181" y="5751028"/>
                <a:ext cx="200160" cy="237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FE19ACC-B208-4852-DC05-92EA7E66579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704866" y="5733633"/>
                  <a:ext cx="234097" cy="2720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21000FB-A322-010D-D15B-809F45BFFB27}"/>
                  </a:ext>
                </a:extLst>
              </p14:cNvPr>
              <p14:cNvContentPartPr/>
              <p14:nvPr/>
            </p14:nvContentPartPr>
            <p14:xfrm>
              <a:off x="6104901" y="618508"/>
              <a:ext cx="360" cy="3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21000FB-A322-010D-D15B-809F45BFFB2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96261" y="60950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C205954-0AA5-C107-9D6E-9D42ECA5C452}"/>
              </a:ext>
            </a:extLst>
          </p:cNvPr>
          <p:cNvGrpSpPr/>
          <p:nvPr/>
        </p:nvGrpSpPr>
        <p:grpSpPr>
          <a:xfrm>
            <a:off x="5602701" y="698788"/>
            <a:ext cx="27360" cy="117360"/>
            <a:chOff x="5602701" y="698788"/>
            <a:chExt cx="2736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5994A4-A31F-6689-43FD-278F4D073AC4}"/>
                    </a:ext>
                  </a:extLst>
                </p14:cNvPr>
                <p14:cNvContentPartPr/>
                <p14:nvPr/>
              </p14:nvContentPartPr>
              <p14:xfrm>
                <a:off x="5602701" y="698788"/>
                <a:ext cx="36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5994A4-A31F-6689-43FD-278F4D073AC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93701" y="6901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EFEF60-9EA5-4041-26AE-3A1937054C95}"/>
                    </a:ext>
                  </a:extLst>
                </p14:cNvPr>
                <p14:cNvContentPartPr/>
                <p14:nvPr/>
              </p14:nvContentPartPr>
              <p14:xfrm>
                <a:off x="5629701" y="815788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EFEF60-9EA5-4041-26AE-3A1937054C9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21061" y="8071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933A87A-54F7-5261-B535-D03D98F303ED}"/>
              </a:ext>
            </a:extLst>
          </p:cNvPr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8095960" y="1170271"/>
            <a:ext cx="2458215" cy="520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4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B27632-E3B0-B443-315E-C61C20CFEFBD}"/>
              </a:ext>
            </a:extLst>
          </p:cNvPr>
          <p:cNvGrpSpPr/>
          <p:nvPr/>
        </p:nvGrpSpPr>
        <p:grpSpPr>
          <a:xfrm>
            <a:off x="8857101" y="349588"/>
            <a:ext cx="360" cy="360"/>
            <a:chOff x="8857101" y="34958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2B9931-E2FA-6217-3F26-6213750265A3}"/>
              </a:ext>
            </a:extLst>
          </p:cNvPr>
          <p:cNvGrpSpPr/>
          <p:nvPr/>
        </p:nvGrpSpPr>
        <p:grpSpPr>
          <a:xfrm>
            <a:off x="9045021" y="376228"/>
            <a:ext cx="360" cy="360"/>
            <a:chOff x="9045021" y="37622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BDB37A2-D8F2-00F5-039C-AF12884F34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36" y="349588"/>
            <a:ext cx="2458215" cy="52030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BA95E6-5BAF-C87D-175C-984D6151E4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0180" y="1788588"/>
            <a:ext cx="7834039" cy="218713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D59BE60-0BCB-B997-1084-1139444DE517}"/>
              </a:ext>
            </a:extLst>
          </p:cNvPr>
          <p:cNvSpPr/>
          <p:nvPr/>
        </p:nvSpPr>
        <p:spPr>
          <a:xfrm>
            <a:off x="2501153" y="2617694"/>
            <a:ext cx="1539083" cy="1613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99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B27632-E3B0-B443-315E-C61C20CFEFBD}"/>
              </a:ext>
            </a:extLst>
          </p:cNvPr>
          <p:cNvGrpSpPr/>
          <p:nvPr/>
        </p:nvGrpSpPr>
        <p:grpSpPr>
          <a:xfrm>
            <a:off x="8857101" y="349588"/>
            <a:ext cx="360" cy="360"/>
            <a:chOff x="8857101" y="34958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2B9931-E2FA-6217-3F26-6213750265A3}"/>
              </a:ext>
            </a:extLst>
          </p:cNvPr>
          <p:cNvGrpSpPr/>
          <p:nvPr/>
        </p:nvGrpSpPr>
        <p:grpSpPr>
          <a:xfrm>
            <a:off x="9045021" y="376228"/>
            <a:ext cx="360" cy="360"/>
            <a:chOff x="9045021" y="37622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BDB37A2-D8F2-00F5-039C-AF12884F34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36" y="349588"/>
            <a:ext cx="2458215" cy="520301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D59BE60-0BCB-B997-1084-1139444DE517}"/>
              </a:ext>
            </a:extLst>
          </p:cNvPr>
          <p:cNvSpPr/>
          <p:nvPr/>
        </p:nvSpPr>
        <p:spPr>
          <a:xfrm rot="20595231">
            <a:off x="2445098" y="2616655"/>
            <a:ext cx="2140197" cy="2154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9A4914-F8DB-ED29-3BA4-6E74F3227C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9574" y="0"/>
            <a:ext cx="2046759" cy="4257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EFBEB5-F169-5C55-9FCC-BAC6F02B9C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11" y="739310"/>
            <a:ext cx="7179628" cy="768021"/>
          </a:xfrm>
          <a:prstGeom prst="rect">
            <a:avLst/>
          </a:prstGeom>
        </p:spPr>
      </p:pic>
      <p:sp>
        <p:nvSpPr>
          <p:cNvPr id="17" name="Arrow: Bent 16">
            <a:extLst>
              <a:ext uri="{FF2B5EF4-FFF2-40B4-BE49-F238E27FC236}">
                <a16:creationId xmlns:a16="http://schemas.microsoft.com/office/drawing/2014/main" id="{60E047F4-1CD1-422F-9BA3-69FEE52B3B7F}"/>
              </a:ext>
            </a:extLst>
          </p:cNvPr>
          <p:cNvSpPr/>
          <p:nvPr/>
        </p:nvSpPr>
        <p:spPr>
          <a:xfrm rot="5400000">
            <a:off x="6331112" y="2338749"/>
            <a:ext cx="1267527" cy="1083312"/>
          </a:xfrm>
          <a:prstGeom prst="bentArrow">
            <a:avLst>
              <a:gd name="adj1" fmla="val 13496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33BFB6-74AA-1120-8AE8-56FEDA52A0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1593" y="3585528"/>
            <a:ext cx="7971211" cy="214902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6BFCAE0-4EA7-2A9E-5A15-7C51B15154EB}"/>
              </a:ext>
            </a:extLst>
          </p:cNvPr>
          <p:cNvGrpSpPr/>
          <p:nvPr/>
        </p:nvGrpSpPr>
        <p:grpSpPr>
          <a:xfrm>
            <a:off x="8626341" y="4108348"/>
            <a:ext cx="3503160" cy="915480"/>
            <a:chOff x="8626341" y="4108348"/>
            <a:chExt cx="3503160" cy="91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8C72D2C-2ACA-9D3C-FF93-3CFA4E38352C}"/>
                    </a:ext>
                  </a:extLst>
                </p14:cNvPr>
                <p14:cNvContentPartPr/>
                <p14:nvPr/>
              </p14:nvContentPartPr>
              <p14:xfrm>
                <a:off x="10792821" y="4108348"/>
                <a:ext cx="1336680" cy="91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8C72D2C-2ACA-9D3C-FF93-3CFA4E3835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75181" y="4090708"/>
                  <a:ext cx="1372320" cy="9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EE8812-AB2B-A350-02D2-2071BE0A0377}"/>
                    </a:ext>
                  </a:extLst>
                </p14:cNvPr>
                <p14:cNvContentPartPr/>
                <p14:nvPr/>
              </p14:nvContentPartPr>
              <p14:xfrm>
                <a:off x="8656221" y="4848868"/>
                <a:ext cx="360" cy="2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EE8812-AB2B-A350-02D2-2071BE0A03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38221" y="4831228"/>
                  <a:ext cx="36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C85289D-8FAD-0E7D-105A-D477B7FCCC01}"/>
                    </a:ext>
                  </a:extLst>
                </p14:cNvPr>
                <p14:cNvContentPartPr/>
                <p14:nvPr/>
              </p14:nvContentPartPr>
              <p14:xfrm>
                <a:off x="8626341" y="4675708"/>
                <a:ext cx="1914480" cy="94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C85289D-8FAD-0E7D-105A-D477B7FCCC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08341" y="4657708"/>
                  <a:ext cx="1950120" cy="13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6113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B27632-E3B0-B443-315E-C61C20CFEFBD}"/>
              </a:ext>
            </a:extLst>
          </p:cNvPr>
          <p:cNvGrpSpPr/>
          <p:nvPr/>
        </p:nvGrpSpPr>
        <p:grpSpPr>
          <a:xfrm>
            <a:off x="8857101" y="349588"/>
            <a:ext cx="360" cy="360"/>
            <a:chOff x="8857101" y="34958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2B9931-E2FA-6217-3F26-6213750265A3}"/>
              </a:ext>
            </a:extLst>
          </p:cNvPr>
          <p:cNvGrpSpPr/>
          <p:nvPr/>
        </p:nvGrpSpPr>
        <p:grpSpPr>
          <a:xfrm>
            <a:off x="9045021" y="376228"/>
            <a:ext cx="360" cy="360"/>
            <a:chOff x="9045021" y="37622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BDB37A2-D8F2-00F5-039C-AF12884F34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36" y="349588"/>
            <a:ext cx="2458215" cy="520301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D59BE60-0BCB-B997-1084-1139444DE517}"/>
              </a:ext>
            </a:extLst>
          </p:cNvPr>
          <p:cNvSpPr/>
          <p:nvPr/>
        </p:nvSpPr>
        <p:spPr>
          <a:xfrm rot="20595231">
            <a:off x="2454226" y="2909761"/>
            <a:ext cx="2140197" cy="2154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60E047F4-1CD1-422F-9BA3-69FEE52B3B7F}"/>
              </a:ext>
            </a:extLst>
          </p:cNvPr>
          <p:cNvSpPr/>
          <p:nvPr/>
        </p:nvSpPr>
        <p:spPr>
          <a:xfrm rot="5400000">
            <a:off x="7146900" y="2361406"/>
            <a:ext cx="1267527" cy="1083312"/>
          </a:xfrm>
          <a:prstGeom prst="bentArrow">
            <a:avLst>
              <a:gd name="adj1" fmla="val 13496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7A558C-C7C8-0CDE-EFC0-5CF915C0BA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9528" y="707886"/>
            <a:ext cx="2591025" cy="28577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1C56B0-FAC8-4E7B-EFC5-EC7B4F16C7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7112" y="3825433"/>
            <a:ext cx="8283658" cy="1996613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5AA2F3A4-D967-8AD1-FFB0-5B7D4D0F4F31}"/>
              </a:ext>
            </a:extLst>
          </p:cNvPr>
          <p:cNvSpPr/>
          <p:nvPr/>
        </p:nvSpPr>
        <p:spPr>
          <a:xfrm rot="5400000">
            <a:off x="6427678" y="5889831"/>
            <a:ext cx="814771" cy="8864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1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824228" y="0"/>
            <a:ext cx="46237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דו-שיח: </a:t>
            </a:r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AlertDialog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B27632-E3B0-B443-315E-C61C20CFEFBD}"/>
              </a:ext>
            </a:extLst>
          </p:cNvPr>
          <p:cNvGrpSpPr/>
          <p:nvPr/>
        </p:nvGrpSpPr>
        <p:grpSpPr>
          <a:xfrm>
            <a:off x="8857101" y="349588"/>
            <a:ext cx="360" cy="360"/>
            <a:chOff x="8857101" y="34958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A36E48-9FAC-844E-AC92-ECD12E315F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14:cNvPr>
                <p14:cNvContentPartPr/>
                <p14:nvPr/>
              </p14:nvContentPartPr>
              <p14:xfrm>
                <a:off x="8857101" y="34958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F52792-5014-EABA-84D2-4C6396F796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48101" y="3405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2B9931-E2FA-6217-3F26-6213750265A3}"/>
              </a:ext>
            </a:extLst>
          </p:cNvPr>
          <p:cNvGrpSpPr/>
          <p:nvPr/>
        </p:nvGrpSpPr>
        <p:grpSpPr>
          <a:xfrm>
            <a:off x="9045021" y="376228"/>
            <a:ext cx="360" cy="360"/>
            <a:chOff x="9045021" y="37622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455E5F-787C-7F1C-21F1-0AD61FC16FE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14:cNvPr>
                <p14:cNvContentPartPr/>
                <p14:nvPr/>
              </p14:nvContentPartPr>
              <p14:xfrm>
                <a:off x="9045021" y="376228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C7CF0D-C7F6-6C57-8EA4-B705A30084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36381" y="367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Arrow: Bent 16">
            <a:extLst>
              <a:ext uri="{FF2B5EF4-FFF2-40B4-BE49-F238E27FC236}">
                <a16:creationId xmlns:a16="http://schemas.microsoft.com/office/drawing/2014/main" id="{60E047F4-1CD1-422F-9BA3-69FEE52B3B7F}"/>
              </a:ext>
            </a:extLst>
          </p:cNvPr>
          <p:cNvSpPr/>
          <p:nvPr/>
        </p:nvSpPr>
        <p:spPr>
          <a:xfrm rot="5400000">
            <a:off x="3101891" y="2092466"/>
            <a:ext cx="1267527" cy="1083312"/>
          </a:xfrm>
          <a:prstGeom prst="bentArrow">
            <a:avLst>
              <a:gd name="adj1" fmla="val 13496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7A558C-C7C8-0CDE-EFC0-5CF915C0BA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681" y="232757"/>
            <a:ext cx="2591025" cy="28577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811473-8B59-E101-E97C-4CE189F79A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3864" y="3429000"/>
            <a:ext cx="7940728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3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3802</TotalTime>
  <Words>263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Assistant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431</cp:revision>
  <dcterms:created xsi:type="dcterms:W3CDTF">2019-01-05T16:01:25Z</dcterms:created>
  <dcterms:modified xsi:type="dcterms:W3CDTF">2023-01-19T14:55:47Z</dcterms:modified>
</cp:coreProperties>
</file>