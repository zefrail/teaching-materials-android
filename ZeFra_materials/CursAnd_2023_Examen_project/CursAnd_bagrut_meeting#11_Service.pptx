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69" r:id="rId3"/>
    <p:sldId id="276" r:id="rId4"/>
    <p:sldId id="277" r:id="rId5"/>
    <p:sldId id="278" r:id="rId6"/>
    <p:sldId id="279" r:id="rId7"/>
    <p:sldId id="280" r:id="rId8"/>
    <p:sldId id="294" r:id="rId9"/>
    <p:sldId id="295" r:id="rId10"/>
    <p:sldId id="29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145786" y="1213682"/>
            <a:ext cx="3900427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שירות</a:t>
            </a:r>
          </a:p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שרותי מערכת</a:t>
            </a:r>
          </a:p>
          <a:p>
            <a:pPr algn="ctr" rtl="1"/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292D-8DEA-5F32-C1EF-50A94E8A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7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751249" y="508158"/>
            <a:ext cx="63758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הפעלה ועצירה מוסיקת רקע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20" y="1579894"/>
            <a:ext cx="9169336" cy="5278105"/>
          </a:xfrm>
          <a:prstGeom prst="rect">
            <a:avLst/>
          </a:prstGeom>
        </p:spPr>
      </p:pic>
      <p:sp>
        <p:nvSpPr>
          <p:cNvPr id="8" name="הסבר מלבני מעוגל 7"/>
          <p:cNvSpPr/>
          <p:nvPr/>
        </p:nvSpPr>
        <p:spPr>
          <a:xfrm>
            <a:off x="9334101" y="2489981"/>
            <a:ext cx="2772340" cy="1397726"/>
          </a:xfrm>
          <a:prstGeom prst="wedgeRoundRectCallout">
            <a:avLst>
              <a:gd name="adj1" fmla="val -45697"/>
              <a:gd name="adj2" fmla="val 250710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יצירת מחלקה</a:t>
            </a:r>
          </a:p>
          <a:p>
            <a:pPr algn="ctr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מסוג 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Service</a:t>
            </a:r>
            <a:endParaRPr lang="he-IL" sz="3200" b="1" dirty="0">
              <a:solidFill>
                <a:schemeClr val="accent5">
                  <a:lumMod val="50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225213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06" y="2071498"/>
            <a:ext cx="6420660" cy="4574720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984333" y="952502"/>
            <a:ext cx="63758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הפעלה ועצירה מוסיקת רקע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9334101" y="2489981"/>
            <a:ext cx="2772340" cy="1886076"/>
          </a:xfrm>
          <a:prstGeom prst="wedgeRoundRectCallout">
            <a:avLst>
              <a:gd name="adj1" fmla="val -155954"/>
              <a:gd name="adj2" fmla="val 19026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שהם מחלקה</a:t>
            </a:r>
          </a:p>
          <a:p>
            <a:pPr algn="ctr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מסוג </a:t>
            </a:r>
          </a:p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Service</a:t>
            </a:r>
          </a:p>
          <a:p>
            <a:pPr algn="ctr" rtl="1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ותכונותיה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6AD32-6168-D991-24A5-ED6402ECD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F897E7-F9F5-2F8A-AE6E-BC6FB562E3DF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70217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82" y="3163670"/>
            <a:ext cx="9508568" cy="2414169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984333" y="952502"/>
            <a:ext cx="63758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הפעלה ועצירה מוסיקת רקע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8210695" y="1950965"/>
            <a:ext cx="2772340" cy="854110"/>
          </a:xfrm>
          <a:prstGeom prst="wedgeRoundRectCallout">
            <a:avLst>
              <a:gd name="adj1" fmla="val -190351"/>
              <a:gd name="adj2" fmla="val 132203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פעולת הפעלה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9ED9A-CD80-C2F9-FA93-992590A1C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7C5B86-E184-D071-0A8B-959C623630BC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73995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0" y="3300821"/>
            <a:ext cx="3715378" cy="3426550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11" y="1721943"/>
            <a:ext cx="4399172" cy="3822231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2574268" y="447399"/>
            <a:ext cx="63758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הפעלה ועצירה מוסיקת רקע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7279263" y="1721943"/>
            <a:ext cx="2772340" cy="854110"/>
          </a:xfrm>
          <a:prstGeom prst="wedgeRoundRectCallout">
            <a:avLst>
              <a:gd name="adj1" fmla="val -146531"/>
              <a:gd name="adj2" fmla="val 101615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פעולות העצירה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2702504" y="5459505"/>
            <a:ext cx="2772340" cy="854110"/>
          </a:xfrm>
          <a:prstGeom prst="wedgeRoundRectCallout">
            <a:avLst>
              <a:gd name="adj1" fmla="val 129584"/>
              <a:gd name="adj2" fmla="val -104856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פעולות העצירה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7A5FC0-8976-3CF5-936E-4ADEA7B1F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EA4832-6766-FDA2-710D-47B0A9555CA1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287805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800556" y="477428"/>
            <a:ext cx="637589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הפעלה ועצירה מוסיקת רקע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7279263" y="1721943"/>
            <a:ext cx="2772340" cy="854110"/>
          </a:xfrm>
          <a:prstGeom prst="wedgeRoundRectCallout">
            <a:avLst>
              <a:gd name="adj1" fmla="val -146531"/>
              <a:gd name="adj2" fmla="val 101615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זימון וסגירת </a:t>
            </a:r>
          </a:p>
          <a:p>
            <a:pPr algn="ctr" rtl="1"/>
            <a:r>
              <a:rPr lang="he-IL" sz="3200" b="1" dirty="0">
                <a:solidFill>
                  <a:schemeClr val="accent5">
                    <a:lumMod val="50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השירות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29" y="2968701"/>
            <a:ext cx="8143900" cy="1238930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56" y="4706231"/>
            <a:ext cx="8678794" cy="1289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E93B67-B176-C8D7-1720-744EBC745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8ED19D9-0FF0-7774-6F46-DFCAF489ADDA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339892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225784" y="3068685"/>
            <a:ext cx="864782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כן ניתן להיעזר במקלט אירועים!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110A7C-0598-B383-7F18-955CB471D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A81D0D-548D-E6E3-DBAC-CA762E34D934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98676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743201" y="1180560"/>
            <a:ext cx="697579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"שידור" במחלקת שירות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85" y="2724302"/>
            <a:ext cx="9779230" cy="704698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589" y="4203301"/>
            <a:ext cx="7535237" cy="19425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D262EB-B66F-FA42-2D17-6CC7C004D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EAB454B-5FB7-7838-74DA-3ABBEC8FA804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671464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164079" y="548621"/>
            <a:ext cx="786384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קליטת "שידור" במחלקת ראשית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564823"/>
            <a:ext cx="6596370" cy="420428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532" y="2206856"/>
            <a:ext cx="7847182" cy="46511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DEB1DD-992F-9E16-4E69-621F33CE4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6F0D54-1AA1-A61F-8A33-4017EF645A32}"/>
              </a:ext>
            </a:extLst>
          </p:cNvPr>
          <p:cNvSpPr/>
          <p:nvPr/>
        </p:nvSpPr>
        <p:spPr>
          <a:xfrm>
            <a:off x="9464480" y="3851"/>
            <a:ext cx="1853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4273233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3175</TotalTime>
  <Words>80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Assistant</vt:lpstr>
      <vt:lpstr>Consolas</vt:lpstr>
      <vt:lpstr>David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287</cp:revision>
  <dcterms:created xsi:type="dcterms:W3CDTF">2019-01-05T16:01:25Z</dcterms:created>
  <dcterms:modified xsi:type="dcterms:W3CDTF">2023-03-09T08:57:56Z</dcterms:modified>
</cp:coreProperties>
</file>