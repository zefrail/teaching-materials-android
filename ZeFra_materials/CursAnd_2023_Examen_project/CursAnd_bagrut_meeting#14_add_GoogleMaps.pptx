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77" r:id="rId3"/>
    <p:sldId id="31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688517" y="1884420"/>
            <a:ext cx="4381329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חיישנים</a:t>
            </a:r>
          </a:p>
          <a:p>
            <a:pPr algn="ctr" rtl="1"/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Google Maps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ED2-C3B1-E14A-8D5C-8077B425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E0C300-734D-C7F6-AC5D-CC70113C03C9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2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24847" y="2028616"/>
            <a:ext cx="973644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מה הן הפעילויות הבסיסיות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שניתן לעשות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Google maps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(בלי רישום ואחרי הרישום)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2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קבלת מפה הממוקמת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כתובת המסוימת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(אין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03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קבלת מפה הממוקמת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לפי נתונים גיאוגרפיים מספריים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(ערכים לפי קו אורך וקו רוחב)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(אין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91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קבלת מפה הממוקמת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לפי נתונים גיאוגרפיים מספריים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(ערכים לפי קו אורך וקו רוחב)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המתקבלים ממערכת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(אין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15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הצבת "סימון"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marker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המפה לפי נתוני מיקום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551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הצבת "סימון"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marker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המפה לפי בחירת משתמש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(ע"י לחיצה על נקודה כלשהי על המפה)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10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הצבת "סימון"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marker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המפה לפי בחירת משתמש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(ע"י לחיצה על נקודה כלשהי על המפה)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45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קבלת נתוני מיקום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לפי לחיצה על המפה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97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בניית קו ישיר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בין שתי מקומות על המפה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76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בניית מסלול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בין שתי מקומות על המפה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008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בניית "משטח"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(גוף רב קודקודים, מצולע)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המפה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237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שליטה בהתקרבות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zoom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למפה (ע"י לחצנים, למשל)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472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54344" y="1842226"/>
            <a:ext cx="973644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קבלת מרחק בין </a:t>
            </a:r>
            <a:r>
              <a:rPr lang="he-IL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שתי נקודות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(יש צורך ברישום)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45E-9753-3D3B-8C2B-C6C754CE9E32}"/>
              </a:ext>
            </a:extLst>
          </p:cNvPr>
          <p:cNvSpPr/>
          <p:nvPr/>
        </p:nvSpPr>
        <p:spPr>
          <a:xfrm>
            <a:off x="8304121" y="0"/>
            <a:ext cx="314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GoogleMaps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119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3769</TotalTime>
  <Words>252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Assistant</vt:lpstr>
      <vt:lpstr>Consolas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365</cp:revision>
  <dcterms:created xsi:type="dcterms:W3CDTF">2019-01-05T16:01:25Z</dcterms:created>
  <dcterms:modified xsi:type="dcterms:W3CDTF">2023-03-30T05:48:16Z</dcterms:modified>
</cp:coreProperties>
</file>