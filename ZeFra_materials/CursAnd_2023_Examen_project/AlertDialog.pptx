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268" r:id="rId3"/>
    <p:sldId id="339" r:id="rId4"/>
    <p:sldId id="348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9" r:id="rId14"/>
    <p:sldId id="35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כ"ט/טבת/תשפ"ב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2" name="מלבן 1"/>
          <p:cNvSpPr/>
          <p:nvPr/>
        </p:nvSpPr>
        <p:spPr>
          <a:xfrm>
            <a:off x="3760223" y="1791679"/>
            <a:ext cx="5702202" cy="31393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דו-שיח:</a:t>
            </a:r>
          </a:p>
          <a:p>
            <a:pPr algn="ctr" rtl="1"/>
            <a:endParaRPr lang="he-IL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en-US" sz="66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AlertDialog</a:t>
            </a:r>
            <a:endParaRPr lang="he-IL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502228" y="1791679"/>
            <a:ext cx="9953898" cy="38318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 כל כך חשוב שדרישת שימוש בו</a:t>
            </a: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מופיע באופן חד-משמעי וגלוי</a:t>
            </a:r>
          </a:p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בדרישות חובה של משרד החינוך</a:t>
            </a:r>
          </a:p>
        </p:txBody>
      </p:sp>
    </p:spTree>
    <p:extLst>
      <p:ext uri="{BB962C8B-B14F-4D97-AF65-F5344CB8AC3E}">
        <p14:creationId xmlns:p14="http://schemas.microsoft.com/office/powerpoint/2010/main" val="367764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502228" y="1791679"/>
            <a:ext cx="9953898" cy="38318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בעזרתו ניתן לצור דו-שיח</a:t>
            </a: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ברור ומועיל</a:t>
            </a:r>
          </a:p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בין אפליקציה לבין משתמש</a:t>
            </a:r>
          </a:p>
        </p:txBody>
      </p:sp>
    </p:spTree>
    <p:extLst>
      <p:ext uri="{BB962C8B-B14F-4D97-AF65-F5344CB8AC3E}">
        <p14:creationId xmlns:p14="http://schemas.microsoft.com/office/powerpoint/2010/main" val="1382384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502228" y="1791679"/>
            <a:ext cx="9953898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אינו רכיב סטטי</a:t>
            </a: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שקיים באוסף </a:t>
            </a:r>
            <a:r>
              <a:rPr lang="en-US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Palette</a:t>
            </a:r>
            <a:endParaRPr lang="he-IL" sz="5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אותו מוסיפים בקובץ </a:t>
            </a:r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endParaRPr lang="he-IL" sz="5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>
              <a:lnSpc>
                <a:spcPct val="150000"/>
              </a:lnSpc>
            </a:pPr>
            <a:endParaRPr lang="he-IL" sz="5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מוסיפים אותו ע"י שפת </a:t>
            </a:r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5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22250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502228" y="1791679"/>
            <a:ext cx="9953898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קיימות כמה דרכים לצור תיבת דו-שיח</a:t>
            </a:r>
          </a:p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גם להגיד שקיימות</a:t>
            </a: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כמה אפשרויות</a:t>
            </a:r>
          </a:p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להרכבת תיבת דו-שיח</a:t>
            </a:r>
          </a:p>
        </p:txBody>
      </p:sp>
    </p:spTree>
    <p:extLst>
      <p:ext uri="{BB962C8B-B14F-4D97-AF65-F5344CB8AC3E}">
        <p14:creationId xmlns:p14="http://schemas.microsoft.com/office/powerpoint/2010/main" val="2245280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8" name="מלבן 7"/>
          <p:cNvSpPr/>
          <p:nvPr/>
        </p:nvSpPr>
        <p:spPr>
          <a:xfrm>
            <a:off x="1502228" y="1791679"/>
            <a:ext cx="9953898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40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יתרונות: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מופיעה זמן לא מוגבל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"לחייב" משתמש לבחור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חלקי תקן רבים ופשוטים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אפשרות להוסיף רכיבים שונים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אפשרות לעצב "לפי רצון לקוח"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229" y="826149"/>
            <a:ext cx="3303042" cy="586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64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8" name="מלבן 7"/>
          <p:cNvSpPr/>
          <p:nvPr/>
        </p:nvSpPr>
        <p:spPr>
          <a:xfrm>
            <a:off x="1502228" y="1791679"/>
            <a:ext cx="9953898" cy="26776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40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שלבי יצירה: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"בונה"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Builder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מוסיפים ל"בונה" חלקים ותכונות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גורמים ל"בונה" להיווצר ולהופיע</a:t>
            </a:r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229" y="826149"/>
            <a:ext cx="3303042" cy="586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0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16" y="2560754"/>
            <a:ext cx="8954015" cy="548205"/>
          </a:xfrm>
          <a:prstGeom prst="rect">
            <a:avLst/>
          </a:prstGeom>
        </p:spPr>
      </p:pic>
      <p:sp>
        <p:nvSpPr>
          <p:cNvPr id="9" name="הסבר מלבני מעוגל 8"/>
          <p:cNvSpPr/>
          <p:nvPr/>
        </p:nvSpPr>
        <p:spPr>
          <a:xfrm>
            <a:off x="1554480" y="1236354"/>
            <a:ext cx="4599294" cy="734458"/>
          </a:xfrm>
          <a:prstGeom prst="wedgeRoundRectCallout">
            <a:avLst>
              <a:gd name="adj1" fmla="val 28392"/>
              <a:gd name="adj2" fmla="val 132829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יצירת "בונה" (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 panose="020B0609020204030204" pitchFamily="49" charset="0"/>
                <a:cs typeface="Gveret Levin AlefAlefAlef" panose="00000500000000000000" pitchFamily="50" charset="-79"/>
              </a:rPr>
              <a:t>Builder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 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)</a:t>
            </a:r>
          </a:p>
        </p:txBody>
      </p:sp>
      <p:pic>
        <p:nvPicPr>
          <p:cNvPr id="10" name="תמונה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7554" y="5537563"/>
            <a:ext cx="2994851" cy="601980"/>
          </a:xfrm>
          <a:prstGeom prst="rect">
            <a:avLst/>
          </a:prstGeom>
        </p:spPr>
      </p:pic>
      <p:sp>
        <p:nvSpPr>
          <p:cNvPr id="11" name="הסבר מלבני מעוגל 10"/>
          <p:cNvSpPr/>
          <p:nvPr/>
        </p:nvSpPr>
        <p:spPr>
          <a:xfrm>
            <a:off x="6153774" y="3500846"/>
            <a:ext cx="4132960" cy="1189644"/>
          </a:xfrm>
          <a:prstGeom prst="wedgeRoundRectCallout">
            <a:avLst>
              <a:gd name="adj1" fmla="val -50177"/>
              <a:gd name="adj2" fmla="val 133217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יוצרים "בונה" על כל חלקיו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וגורמים לתיבה להופיע</a:t>
            </a:r>
          </a:p>
        </p:txBody>
      </p:sp>
    </p:spTree>
    <p:extLst>
      <p:ext uri="{BB962C8B-B14F-4D97-AF65-F5344CB8AC3E}">
        <p14:creationId xmlns:p14="http://schemas.microsoft.com/office/powerpoint/2010/main" val="1265717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הסבר מלבני מעוגל 8"/>
          <p:cNvSpPr/>
          <p:nvPr/>
        </p:nvSpPr>
        <p:spPr>
          <a:xfrm>
            <a:off x="1554480" y="1236354"/>
            <a:ext cx="4599294" cy="734458"/>
          </a:xfrm>
          <a:prstGeom prst="wedgeRoundRectCallout">
            <a:avLst>
              <a:gd name="adj1" fmla="val 28392"/>
              <a:gd name="adj2" fmla="val 132829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תכונה: כותרת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597059"/>
            <a:ext cx="5168704" cy="773158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1359" y="5275428"/>
            <a:ext cx="5370547" cy="628983"/>
          </a:xfrm>
          <a:prstGeom prst="rect">
            <a:avLst/>
          </a:prstGeom>
        </p:spPr>
      </p:pic>
      <p:sp>
        <p:nvSpPr>
          <p:cNvPr id="12" name="הסבר מלבני מעוגל 11"/>
          <p:cNvSpPr/>
          <p:nvPr/>
        </p:nvSpPr>
        <p:spPr>
          <a:xfrm>
            <a:off x="4650959" y="3876023"/>
            <a:ext cx="4599294" cy="734458"/>
          </a:xfrm>
          <a:prstGeom prst="wedgeRoundRectCallout">
            <a:avLst>
              <a:gd name="adj1" fmla="val 28392"/>
              <a:gd name="adj2" fmla="val 132829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תכונה: הודעה</a:t>
            </a:r>
          </a:p>
        </p:txBody>
      </p:sp>
    </p:spTree>
    <p:extLst>
      <p:ext uri="{BB962C8B-B14F-4D97-AF65-F5344CB8AC3E}">
        <p14:creationId xmlns:p14="http://schemas.microsoft.com/office/powerpoint/2010/main" val="2979605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974" y="5275429"/>
            <a:ext cx="4240731" cy="764722"/>
          </a:xfrm>
          <a:prstGeom prst="rect">
            <a:avLst/>
          </a:prstGeom>
        </p:spPr>
      </p:pic>
      <p:sp>
        <p:nvSpPr>
          <p:cNvPr id="12" name="הסבר מלבני מעוגל 11"/>
          <p:cNvSpPr/>
          <p:nvPr/>
        </p:nvSpPr>
        <p:spPr>
          <a:xfrm>
            <a:off x="7883339" y="3576050"/>
            <a:ext cx="4051236" cy="1144660"/>
          </a:xfrm>
          <a:prstGeom prst="wedgeRoundRectCallout">
            <a:avLst>
              <a:gd name="adj1" fmla="val -39643"/>
              <a:gd name="adj2" fmla="val 10886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תכונה: ביטול הופעה ע"י לחיצה בחוץ</a:t>
            </a: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הסבר מלבני מעוגל 8"/>
          <p:cNvSpPr/>
          <p:nvPr/>
        </p:nvSpPr>
        <p:spPr>
          <a:xfrm>
            <a:off x="1554480" y="1236354"/>
            <a:ext cx="4599294" cy="734458"/>
          </a:xfrm>
          <a:prstGeom prst="wedgeRoundRectCallout">
            <a:avLst>
              <a:gd name="adj1" fmla="val 28392"/>
              <a:gd name="adj2" fmla="val 132829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תכונה: תמונה קטנה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0114" y="2635758"/>
            <a:ext cx="4904577" cy="57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01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463039" y="1364188"/>
            <a:ext cx="9953898" cy="549381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אפשרות (תקן) להוסיף עד 3 לחצנים</a:t>
            </a:r>
          </a:p>
          <a:p>
            <a:pPr marL="914400" indent="-914400" algn="r" rtl="1">
              <a:buFont typeface="+mj-lt"/>
              <a:buAutoNum type="arabicPeriod"/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"חיובי" (</a:t>
            </a:r>
            <a:r>
              <a:rPr lang="en-US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PositiveButton</a:t>
            </a: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914400" indent="-914400" algn="r" rtl="1">
              <a:buFont typeface="+mj-lt"/>
              <a:buAutoNum type="arabicPeriod"/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"שלילי" (</a:t>
            </a:r>
            <a:r>
              <a:rPr lang="en-US" sz="5400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NegativeButton</a:t>
            </a: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914400" indent="-914400" algn="r" rtl="1">
              <a:buFont typeface="+mj-lt"/>
              <a:buAutoNum type="arabicPeriod"/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"ניטראלי" (</a:t>
            </a:r>
            <a:r>
              <a:rPr lang="en-US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NeutralButton</a:t>
            </a: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914400" indent="-914400" algn="r" rtl="1">
              <a:buFont typeface="+mj-lt"/>
              <a:buAutoNum type="arabicPeriod"/>
            </a:pPr>
            <a:endParaRPr lang="he-IL" sz="5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5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+mj-cs"/>
              </a:rPr>
              <a:t>שמות לא משמעותיים!</a:t>
            </a:r>
            <a:endParaRPr lang="he-IL" sz="48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25143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66" y="2894919"/>
            <a:ext cx="9926421" cy="2395538"/>
          </a:xfrm>
          <a:prstGeom prst="rect">
            <a:avLst/>
          </a:prstGeom>
        </p:spPr>
      </p:pic>
      <p:pic>
        <p:nvPicPr>
          <p:cNvPr id="4" name="תמונה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הסבר מלבני מעוגל 8"/>
          <p:cNvSpPr/>
          <p:nvPr/>
        </p:nvSpPr>
        <p:spPr>
          <a:xfrm>
            <a:off x="718456" y="1077590"/>
            <a:ext cx="2757431" cy="1074818"/>
          </a:xfrm>
          <a:prstGeom prst="wedgeRoundRectCallout">
            <a:avLst>
              <a:gd name="adj1" fmla="val 28392"/>
              <a:gd name="adj2" fmla="val 132829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לחצן "חיובי"</a:t>
            </a:r>
          </a:p>
        </p:txBody>
      </p:sp>
      <p:sp>
        <p:nvSpPr>
          <p:cNvPr id="10" name="הסבר מלבני מעוגל 9"/>
          <p:cNvSpPr/>
          <p:nvPr/>
        </p:nvSpPr>
        <p:spPr>
          <a:xfrm>
            <a:off x="4721638" y="1031252"/>
            <a:ext cx="2757431" cy="1074818"/>
          </a:xfrm>
          <a:prstGeom prst="wedgeRoundRectCallout">
            <a:avLst>
              <a:gd name="adj1" fmla="val -32720"/>
              <a:gd name="adj2" fmla="val 141336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כיתוב על הלחצן</a:t>
            </a:r>
          </a:p>
        </p:txBody>
      </p:sp>
      <p:sp>
        <p:nvSpPr>
          <p:cNvPr id="11" name="הסבר מלבני מעוגל 10"/>
          <p:cNvSpPr/>
          <p:nvPr/>
        </p:nvSpPr>
        <p:spPr>
          <a:xfrm>
            <a:off x="9006255" y="1449133"/>
            <a:ext cx="2757431" cy="1074818"/>
          </a:xfrm>
          <a:prstGeom prst="wedgeRoundRectCallout">
            <a:avLst>
              <a:gd name="adj1" fmla="val -37457"/>
              <a:gd name="adj2" fmla="val 106091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"מאזין" ללחיצה</a:t>
            </a:r>
          </a:p>
        </p:txBody>
      </p:sp>
      <p:sp>
        <p:nvSpPr>
          <p:cNvPr id="13" name="הסבר מלבני מעוגל 12"/>
          <p:cNvSpPr/>
          <p:nvPr/>
        </p:nvSpPr>
        <p:spPr>
          <a:xfrm>
            <a:off x="718456" y="5495559"/>
            <a:ext cx="3663550" cy="1074818"/>
          </a:xfrm>
          <a:prstGeom prst="wedgeRoundRectCallout">
            <a:avLst>
              <a:gd name="adj1" fmla="val 31732"/>
              <a:gd name="adj2" fmla="val -177087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פעולת חובה ל"מאזין"</a:t>
            </a:r>
          </a:p>
        </p:txBody>
      </p:sp>
      <p:sp>
        <p:nvSpPr>
          <p:cNvPr id="14" name="הסבר מלבני מעוגל 13"/>
          <p:cNvSpPr/>
          <p:nvPr/>
        </p:nvSpPr>
        <p:spPr>
          <a:xfrm>
            <a:off x="6721420" y="5541897"/>
            <a:ext cx="3663550" cy="1074818"/>
          </a:xfrm>
          <a:prstGeom prst="wedgeRoundRectCallout">
            <a:avLst>
              <a:gd name="adj1" fmla="val -67036"/>
              <a:gd name="adj2" fmla="val -164933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מקום </a:t>
            </a:r>
            <a:r>
              <a:rPr lang="he-IL" sz="28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לכתיבת פקודות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3">
                  <a:lumMod val="50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Gveret Levin AlefAlefAlef" panose="00000500000000000000" pitchFamily="50" charset="-79"/>
              <a:cs typeface="Gveret Levin AlefAlefAlef" panose="00000500000000000000" pitchFamily="50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13562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502228" y="1800644"/>
            <a:ext cx="9953898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באופן די פשוט</a:t>
            </a: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(ע"י פקודות של שפת </a:t>
            </a:r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לתיבת דו-שיח</a:t>
            </a:r>
          </a:p>
          <a:p>
            <a:pPr algn="ctr" rtl="1">
              <a:lnSpc>
                <a:spcPct val="150000"/>
              </a:lnSpc>
            </a:pPr>
            <a:r>
              <a:rPr lang="he-IL" sz="5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 אחד בלבד(!)</a:t>
            </a:r>
          </a:p>
        </p:txBody>
      </p:sp>
    </p:spTree>
    <p:extLst>
      <p:ext uri="{BB962C8B-B14F-4D97-AF65-F5344CB8AC3E}">
        <p14:creationId xmlns:p14="http://schemas.microsoft.com/office/powerpoint/2010/main" val="3682347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222" y="2732480"/>
            <a:ext cx="9381159" cy="2646403"/>
          </a:xfrm>
          <a:prstGeom prst="rect">
            <a:avLst/>
          </a:prstGeom>
        </p:spPr>
      </p:pic>
      <p:pic>
        <p:nvPicPr>
          <p:cNvPr id="4" name="תמונה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5043429" y="56709"/>
            <a:ext cx="381435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תיבת דו-שיח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הסבר מלבני מעוגל 8"/>
          <p:cNvSpPr/>
          <p:nvPr/>
        </p:nvSpPr>
        <p:spPr>
          <a:xfrm>
            <a:off x="718456" y="1077590"/>
            <a:ext cx="2757431" cy="1074818"/>
          </a:xfrm>
          <a:prstGeom prst="wedgeRoundRectCallout">
            <a:avLst>
              <a:gd name="adj1" fmla="val 28866"/>
              <a:gd name="adj2" fmla="val 11581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יצירת  רכיב</a:t>
            </a:r>
          </a:p>
        </p:txBody>
      </p:sp>
      <p:sp>
        <p:nvSpPr>
          <p:cNvPr id="13" name="הסבר מלבני מעוגל 12"/>
          <p:cNvSpPr/>
          <p:nvPr/>
        </p:nvSpPr>
        <p:spPr>
          <a:xfrm>
            <a:off x="1045027" y="5737840"/>
            <a:ext cx="4545876" cy="1074818"/>
          </a:xfrm>
          <a:prstGeom prst="wedgeRoundRectCallout">
            <a:avLst>
              <a:gd name="adj1" fmla="val -7923"/>
              <a:gd name="adj2" fmla="val -11145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הוספת  רכיב  לתיבת דו-שיח</a:t>
            </a:r>
          </a:p>
        </p:txBody>
      </p:sp>
      <p:sp>
        <p:nvSpPr>
          <p:cNvPr id="14" name="הסבר מלבני מעוגל 13"/>
          <p:cNvSpPr/>
          <p:nvPr/>
        </p:nvSpPr>
        <p:spPr>
          <a:xfrm>
            <a:off x="8249774" y="5267577"/>
            <a:ext cx="3663550" cy="1074818"/>
          </a:xfrm>
          <a:prstGeom prst="wedgeRoundRectCallout">
            <a:avLst>
              <a:gd name="adj1" fmla="val -37441"/>
              <a:gd name="adj2" fmla="val -164933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תכונות  הרכיב</a:t>
            </a:r>
          </a:p>
        </p:txBody>
      </p:sp>
    </p:spTree>
    <p:extLst>
      <p:ext uri="{BB962C8B-B14F-4D97-AF65-F5344CB8AC3E}">
        <p14:creationId xmlns:p14="http://schemas.microsoft.com/office/powerpoint/2010/main" val="10596129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2081</TotalTime>
  <Words>243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Assistant</vt:lpstr>
      <vt:lpstr>Consolas</vt:lpstr>
      <vt:lpstr>Gveret Levin AlefAlefAlef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176</cp:revision>
  <dcterms:created xsi:type="dcterms:W3CDTF">2019-01-05T16:01:25Z</dcterms:created>
  <dcterms:modified xsi:type="dcterms:W3CDTF">2022-01-02T09:46:07Z</dcterms:modified>
</cp:coreProperties>
</file>