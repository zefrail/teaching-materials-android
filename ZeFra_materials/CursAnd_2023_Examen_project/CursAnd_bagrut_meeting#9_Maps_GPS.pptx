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12" r:id="rId3"/>
    <p:sldId id="339" r:id="rId4"/>
    <p:sldId id="340" r:id="rId5"/>
    <p:sldId id="341" r:id="rId6"/>
    <p:sldId id="342" r:id="rId7"/>
    <p:sldId id="343" r:id="rId8"/>
    <p:sldId id="344" r:id="rId9"/>
    <p:sldId id="345" r:id="rId10"/>
    <p:sldId id="346" r:id="rId11"/>
    <p:sldId id="347" r:id="rId12"/>
    <p:sldId id="348" r:id="rId13"/>
    <p:sldId id="313" r:id="rId14"/>
    <p:sldId id="325" r:id="rId15"/>
    <p:sldId id="326" r:id="rId16"/>
    <p:sldId id="327" r:id="rId17"/>
    <p:sldId id="328" r:id="rId18"/>
    <p:sldId id="330" r:id="rId19"/>
    <p:sldId id="331" r:id="rId20"/>
    <p:sldId id="336" r:id="rId21"/>
    <p:sldId id="333" r:id="rId22"/>
    <p:sldId id="334" r:id="rId23"/>
    <p:sldId id="335" r:id="rId24"/>
    <p:sldId id="337" r:id="rId25"/>
    <p:sldId id="338" r:id="rId26"/>
    <p:sldId id="324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כ"ט/שבט/תשפ"ג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5" name="מלבן 1">
            <a:extLst>
              <a:ext uri="{FF2B5EF4-FFF2-40B4-BE49-F238E27FC236}">
                <a16:creationId xmlns:a16="http://schemas.microsoft.com/office/drawing/2014/main" id="{834F6CFC-9AC4-127D-8D20-D3DC21AB43DF}"/>
              </a:ext>
            </a:extLst>
          </p:cNvPr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9D25C2-5FAF-B1CC-2939-4A1F00188229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3998559" y="1834710"/>
            <a:ext cx="4381328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Google Maps</a:t>
            </a:r>
          </a:p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Street View</a:t>
            </a:r>
          </a:p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GPS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F1CEBDF-9B22-F81E-6EAA-91EF9D1735CB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487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905795" y="629228"/>
            <a:ext cx="542830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מיקום לפי כתובת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436913" y="1337223"/>
            <a:ext cx="10411098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להשתמש בנתינים האלה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להציג מיקום גיאוגרפי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בעזרת מפה 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Google Maps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795" y="3675153"/>
            <a:ext cx="5721531" cy="286946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9114" y="-31956"/>
            <a:ext cx="737793" cy="1016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C5E2FA0-670D-5B6D-1979-C882C1C5BA97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82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731518" y="2660301"/>
            <a:ext cx="10411098" cy="41549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להשתמש בנתינים האלה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כדי להציג מיקום גיאוגרפי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בעזרת מפה (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Google Maps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קלט=כתובת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פלט=מפה</a:t>
            </a:r>
          </a:p>
        </p:txBody>
      </p:sp>
      <p:sp>
        <p:nvSpPr>
          <p:cNvPr id="10" name="מלבן 9"/>
          <p:cNvSpPr/>
          <p:nvPr/>
        </p:nvSpPr>
        <p:spPr>
          <a:xfrm>
            <a:off x="3905795" y="1043747"/>
            <a:ext cx="542830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מיקום לפי כתובת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-30429"/>
            <a:ext cx="737793" cy="1016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0D42746-F591-F43C-82BA-9583A20B3B03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329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5568" y="2096316"/>
            <a:ext cx="9088233" cy="4173855"/>
          </a:xfrm>
          <a:prstGeom prst="rect">
            <a:avLst/>
          </a:prstGeom>
        </p:spPr>
      </p:pic>
      <p:sp>
        <p:nvSpPr>
          <p:cNvPr id="7" name="מלבן 6"/>
          <p:cNvSpPr/>
          <p:nvPr/>
        </p:nvSpPr>
        <p:spPr>
          <a:xfrm>
            <a:off x="3435531" y="952605"/>
            <a:ext cx="542830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מיקום לפי כתובת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A3D08C68-FE25-0A26-84B1-148C9BF17C36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547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897124" y="1016317"/>
            <a:ext cx="542830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מיקום לפי כתובת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270" y="2821577"/>
            <a:ext cx="3293893" cy="1497880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2971" y="837980"/>
            <a:ext cx="3305647" cy="587303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63405A2-4745-E2DD-55A7-57D665EBE24A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636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905795" y="601289"/>
            <a:ext cx="542830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מיקום לפי נתונים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436913" y="2035309"/>
            <a:ext cx="10411098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להציג מיקום (מפה)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בעזרת הזנת נתונים גיאוגרפיים 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(אם הם ידועים...)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726" y="4823546"/>
            <a:ext cx="5054375" cy="192473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9114" y="0"/>
            <a:ext cx="737793" cy="1016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D1DBB1C-8943-C6FF-F384-421C66B46360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038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905795" y="502973"/>
            <a:ext cx="542830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מיקום לפי נתונים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49" y="2727246"/>
            <a:ext cx="7873731" cy="406431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C1DEBBE-B6ED-E9F2-28CC-950DC78E1A99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192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1299379" y="791675"/>
            <a:ext cx="5428306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מיקום לפי נתונים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940" y="2827341"/>
            <a:ext cx="3961141" cy="1467531"/>
          </a:xfrm>
          <a:prstGeom prst="rect">
            <a:avLst/>
          </a:prstGeom>
        </p:spPr>
      </p:pic>
      <p:pic>
        <p:nvPicPr>
          <p:cNvPr id="3" name="תמונה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079" y="791675"/>
            <a:ext cx="3351312" cy="59541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B171DE5-2C44-D49F-73CF-B7205523BEB4}"/>
              </a:ext>
            </a:extLst>
          </p:cNvPr>
          <p:cNvSpPr/>
          <p:nvPr/>
        </p:nvSpPr>
        <p:spPr>
          <a:xfrm>
            <a:off x="8704735" y="-96797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0802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653799" y="692941"/>
            <a:ext cx="422652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Street View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436913" y="1838667"/>
            <a:ext cx="1041109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אפשר להציג תמונה משירות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Street View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5767" y="3661502"/>
            <a:ext cx="4807466" cy="303173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27E8714-1949-41F9-A509-0FE7C68B6760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6287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982738" y="819308"/>
            <a:ext cx="422652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Street View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9661" y="2280420"/>
            <a:ext cx="8189382" cy="405506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13063"/>
            <a:ext cx="737793" cy="1016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416A612-BF74-0B50-9D07-0C439CAE314A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5121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618228" y="888411"/>
            <a:ext cx="4226524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Street View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866" y="3273672"/>
            <a:ext cx="3966608" cy="2561211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833" y="888411"/>
            <a:ext cx="3301293" cy="58652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4207" y="13063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4091772-4A9E-A89D-57C8-2BC2781EF596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8234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/>
          <p:cNvSpPr/>
          <p:nvPr/>
        </p:nvSpPr>
        <p:spPr>
          <a:xfrm>
            <a:off x="718457" y="955656"/>
            <a:ext cx="10855236" cy="280076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הנושא – אחד </a:t>
            </a:r>
            <a:r>
              <a:rPr lang="he-IL" sz="4400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מה"מושכים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בו זמני בין "הלא מוגבלים"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גם מבחינת האפשרויות,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מבחינת תכנות</a:t>
            </a:r>
          </a:p>
        </p:txBody>
      </p:sp>
      <p:sp>
        <p:nvSpPr>
          <p:cNvPr id="9" name="מלבן 8"/>
          <p:cNvSpPr/>
          <p:nvPr/>
        </p:nvSpPr>
        <p:spPr>
          <a:xfrm>
            <a:off x="1066800" y="4553257"/>
            <a:ext cx="10855236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לפני </a:t>
            </a:r>
            <a:r>
              <a:rPr lang="he-IL" sz="4400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הכל</a:t>
            </a:r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כדאי לחזור קצת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על מושגים גאוגרפיים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2E4B0E3-643F-B9E8-A96B-1A1A3AC1406D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3834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5486400" y="1979874"/>
            <a:ext cx="6596743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 אורך=</a:t>
            </a:r>
            <a:r>
              <a:rPr lang="en-US" sz="4400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Longitude</a:t>
            </a:r>
            <a:endParaRPr lang="he-IL" sz="44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Meridian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קו רוחב=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Latitude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Circle of latitude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1026" name="Picture 2" descr="מה ההבדל בין קו אורך ורוחב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47263"/>
            <a:ext cx="5329646" cy="5426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63E4A97-72A2-9BC5-B2DA-98581A090CBD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055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672045" y="1337223"/>
            <a:ext cx="9130938" cy="550920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קיימת מערכת מידע עולמי אשר מספקת נתיני מיקום על פני כדור הארץ: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GPS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(global positioning system)</a:t>
            </a:r>
          </a:p>
          <a:p>
            <a:pPr algn="ctr" rtl="1"/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מבוססת על מערכת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לווינים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(שייכת למשרד ההגנה של ארה"ב)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0991F1F-ED6D-A409-8C6F-C22401B4D055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6952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749835" y="1897662"/>
            <a:ext cx="9130938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טלפונים כחמים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וטבלטים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יכולים לקבל מידע זה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ללא צורך בחיבור לרשת טלפוניה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(אבל מומלץ גם שימוש ב-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WiFi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FFDC09F-4E50-B24F-CD4D-E0D4DF767F97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4179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מלבן 8"/>
          <p:cNvSpPr/>
          <p:nvPr/>
        </p:nvSpPr>
        <p:spPr>
          <a:xfrm>
            <a:off x="1658982" y="2055680"/>
            <a:ext cx="9130938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הצגת נתוני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GPS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יכולה להיות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בצרה מספרית (מקורית)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וגם בצורה הגרפית (מפות)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המשתמשת בצורה המקורית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2A38E1F-8EE0-2A5E-1A48-CF3B89A4CB9C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3096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4258491" y="1033913"/>
            <a:ext cx="507561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הוספת הרשאות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436913" y="2467933"/>
            <a:ext cx="9130938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קודם כל לרשום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הרשאות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מתכנת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ב-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AndroidManifest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823" y="4710477"/>
            <a:ext cx="11409868" cy="16323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1CB97B8-9FB0-8E80-0ED7-48E2600BABA8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7837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4258491" y="601295"/>
            <a:ext cx="507561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הוספת הרשאות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436913" y="2035315"/>
            <a:ext cx="9130938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אחרי זה להוסיף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"בקשת אישור מהמשתמש"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בקובץ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java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528" y="4483191"/>
            <a:ext cx="9412839" cy="222714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A0DDBD-EFC0-3CB1-C073-4212A7F4DB8F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765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629227" y="887684"/>
            <a:ext cx="507561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הוספת "מאזין"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436913" y="1927154"/>
            <a:ext cx="9130938" cy="34778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במערכת קיים "מאזין"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אשר "יכול לשמוע"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שמכשיר שינה מיקום (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גיאוגרופי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).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מוסיפים אותו למחלקה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330" y="5796921"/>
            <a:ext cx="7657181" cy="9453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6F7F02F-4968-173C-F572-5BA15C219EF3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209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626336" y="502376"/>
            <a:ext cx="507561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הוספת "מאזין"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374161" y="1157929"/>
            <a:ext cx="913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כמובן, מוסיפים גם פעולות חובה של "מאזין"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0182" y="2009867"/>
            <a:ext cx="6078895" cy="484813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0"/>
            <a:ext cx="737793" cy="1016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EFADD50-B0D6-8529-6E21-F2FD91200944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087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1457781" y="608800"/>
            <a:ext cx="636883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טיפול בקבלת נתוני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GPS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436913" y="1412076"/>
            <a:ext cx="9130938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מגדירים משתנים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עבור פעולות הקשורות ל-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GPS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776" y="2778300"/>
            <a:ext cx="3210781" cy="1209255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6913" y="4225544"/>
            <a:ext cx="10480212" cy="1459446"/>
          </a:xfrm>
          <a:prstGeom prst="rect">
            <a:avLst/>
          </a:prstGeom>
        </p:spPr>
      </p:pic>
      <p:sp>
        <p:nvSpPr>
          <p:cNvPr id="10" name="הסבר מלבני מעוגל 9"/>
          <p:cNvSpPr/>
          <p:nvPr/>
        </p:nvSpPr>
        <p:spPr>
          <a:xfrm>
            <a:off x="4269316" y="6038083"/>
            <a:ext cx="5786544" cy="833718"/>
          </a:xfrm>
          <a:prstGeom prst="wedgeRoundRectCallout">
            <a:avLst>
              <a:gd name="adj1" fmla="val 16417"/>
              <a:gd name="adj2" fmla="val -101527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3200" dirty="0"/>
              <a:t>שימו לב: חובה(!) להוסיף בדיקות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4207" y="0"/>
            <a:ext cx="737793" cy="98415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1590B83-F57C-9DD3-4860-2401DC327599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035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6913" y="2342639"/>
            <a:ext cx="9357058" cy="3418925"/>
          </a:xfrm>
          <a:prstGeom prst="rect">
            <a:avLst/>
          </a:prstGeom>
        </p:spPr>
      </p:pic>
      <p:sp>
        <p:nvSpPr>
          <p:cNvPr id="5" name="מלבן 4"/>
          <p:cNvSpPr/>
          <p:nvPr/>
        </p:nvSpPr>
        <p:spPr>
          <a:xfrm>
            <a:off x="2931026" y="744133"/>
            <a:ext cx="636883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טיפול בקבלת נתוני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GPS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436913" y="1573198"/>
            <a:ext cx="1041109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מערכת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Android studio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r>
              <a:rPr lang="he-IL" sz="440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מוסיפה בדיקה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10" name="הסבר מלבני מעוגל 9"/>
          <p:cNvSpPr/>
          <p:nvPr/>
        </p:nvSpPr>
        <p:spPr>
          <a:xfrm>
            <a:off x="3109110" y="5933685"/>
            <a:ext cx="5786544" cy="833718"/>
          </a:xfrm>
          <a:prstGeom prst="wedgeRoundRectCallout">
            <a:avLst>
              <a:gd name="adj1" fmla="val 17436"/>
              <a:gd name="adj2" fmla="val -116858"/>
              <a:gd name="adj3" fmla="val 16667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3200" dirty="0"/>
              <a:t>שימו לב: חובה(!) להוסיף בדיקות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9114" y="0"/>
            <a:ext cx="737793" cy="1016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756A12-BFF8-7EBA-38AD-708FA38D3E10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383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161915" y="1143211"/>
            <a:ext cx="636883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טיפול בקבלת נתוני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GPS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269764" y="2399107"/>
            <a:ext cx="1041109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מקבלים נתוני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GPS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 ומציגים אותם</a:t>
            </a:r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226" y="3786746"/>
            <a:ext cx="4921159" cy="1543322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9058" y="3905794"/>
            <a:ext cx="6208708" cy="284854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4207" y="-11384"/>
            <a:ext cx="737793" cy="10163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F4D5A98-151F-6C7E-29C7-6B85FD5A9091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0648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3310563" y="1061401"/>
            <a:ext cx="6368832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טיפול בקבלת נתוני </a:t>
            </a:r>
            <a:r>
              <a:rPr lang="en-US" sz="4400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GPS</a:t>
            </a:r>
            <a:endParaRPr lang="he-IL" sz="4400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sp>
        <p:nvSpPr>
          <p:cNvPr id="9" name="מלבן 8"/>
          <p:cNvSpPr/>
          <p:nvPr/>
        </p:nvSpPr>
        <p:spPr>
          <a:xfrm>
            <a:off x="1289430" y="1887829"/>
            <a:ext cx="10411098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אם רוצים לקבל עדכונים אוטומטי,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יש לרשום את הפקודות האלה  בפעולת חובה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של "מאזין"</a:t>
            </a:r>
          </a:p>
        </p:txBody>
      </p:sp>
      <p:pic>
        <p:nvPicPr>
          <p:cNvPr id="3" name="תמונה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9227" y="4125460"/>
            <a:ext cx="5504874" cy="262304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4207" y="-11384"/>
            <a:ext cx="737793" cy="101631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E5F6329-73F5-9480-F6C0-E4CD983CBA32}"/>
              </a:ext>
            </a:extLst>
          </p:cNvPr>
          <p:cNvSpPr/>
          <p:nvPr/>
        </p:nvSpPr>
        <p:spPr>
          <a:xfrm>
            <a:off x="8538202" y="-78658"/>
            <a:ext cx="2749472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Maps+GPS</a:t>
            </a:r>
            <a:endParaRPr lang="en-US" sz="4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B0F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06533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4207" y="-31955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451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4113</TotalTime>
  <Words>406</Words>
  <Application>Microsoft Office PowerPoint</Application>
  <PresentationFormat>Widescreen</PresentationFormat>
  <Paragraphs>114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Assistant</vt:lpstr>
      <vt:lpstr>Consolas</vt:lpstr>
      <vt:lpstr>Segoe UI Semibold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440</cp:revision>
  <dcterms:created xsi:type="dcterms:W3CDTF">2019-01-05T16:01:25Z</dcterms:created>
  <dcterms:modified xsi:type="dcterms:W3CDTF">2023-02-20T06:55:05Z</dcterms:modified>
</cp:coreProperties>
</file>