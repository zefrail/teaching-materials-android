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77" r:id="rId3"/>
    <p:sldId id="319" r:id="rId4"/>
    <p:sldId id="318" r:id="rId5"/>
    <p:sldId id="320" r:id="rId6"/>
    <p:sldId id="321" r:id="rId7"/>
    <p:sldId id="322" r:id="rId8"/>
    <p:sldId id="328" r:id="rId9"/>
    <p:sldId id="323" r:id="rId10"/>
    <p:sldId id="324" r:id="rId11"/>
    <p:sldId id="325" r:id="rId12"/>
    <p:sldId id="326" r:id="rId13"/>
    <p:sldId id="32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ח'/ניסן/תשפ"ג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925490" y="1884420"/>
            <a:ext cx="590738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חיישנים</a:t>
            </a:r>
          </a:p>
          <a:p>
            <a:pPr algn="ctr" rtl="1"/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ContentProvider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ED2-C3B1-E14A-8D5C-8077B425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E0C300-734D-C7F6-AC5D-CC70113C03C9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2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351508"/>
            <a:ext cx="97364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מדובר במנגנון של מערכת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Android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המאפשר גישה לנתונים: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אפליקציה אחת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מקבלת גישה לנתונים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 אפליקציה אחרת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05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351508"/>
            <a:ext cx="973644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חשוב מאוד לציין: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מדובר ב"ספק נתונים",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אלא ב"ספק גישה".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מעביר נתונים בין האפליקציות,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כמו שזה עושה, למשל,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2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26" name="Picture 2" descr="שליחים – הצטרפו עכשיו ל-Gett שליחים">
            <a:extLst>
              <a:ext uri="{FF2B5EF4-FFF2-40B4-BE49-F238E27FC236}">
                <a16:creationId xmlns:a16="http://schemas.microsoft.com/office/drawing/2014/main" id="{034BAFF4-AF9D-3C68-314D-41E305DCB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745" y="1365148"/>
            <a:ext cx="4116336" cy="26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Вектор Аэропорта Металлоискатель Ворота И Безопасности Человека Плоский  Стиль — стоковая векторная графика и другие изображения на тему Охранник -  iStock">
            <a:extLst>
              <a:ext uri="{FF2B5EF4-FFF2-40B4-BE49-F238E27FC236}">
                <a16:creationId xmlns:a16="http://schemas.microsoft.com/office/drawing/2014/main" id="{E39C9F59-FB4B-C31B-5201-0AF3386E1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55" y="1144845"/>
            <a:ext cx="3269839" cy="326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73379A53-11DB-43BA-1945-4BEB887D3D72}"/>
              </a:ext>
            </a:extLst>
          </p:cNvPr>
          <p:cNvSpPr/>
          <p:nvPr/>
        </p:nvSpPr>
        <p:spPr>
          <a:xfrm>
            <a:off x="7148052" y="5368413"/>
            <a:ext cx="2222090" cy="747252"/>
          </a:xfrm>
          <a:prstGeom prst="wedgeRoundRectCallout">
            <a:avLst>
              <a:gd name="adj1" fmla="val 22972"/>
              <a:gd name="adj2" fmla="val -22565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Bahnschrift" panose="020B0502040204020203" pitchFamily="34" charset="0"/>
              </a:rPr>
              <a:t>Intent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206C3C5-6A2F-4E6E-8B25-52EB44FC69AA}"/>
              </a:ext>
            </a:extLst>
          </p:cNvPr>
          <p:cNvSpPr/>
          <p:nvPr/>
        </p:nvSpPr>
        <p:spPr>
          <a:xfrm>
            <a:off x="1184786" y="5196348"/>
            <a:ext cx="3770671" cy="747252"/>
          </a:xfrm>
          <a:prstGeom prst="wedgeRoundRectCallout">
            <a:avLst>
              <a:gd name="adj1" fmla="val 547"/>
              <a:gd name="adj2" fmla="val -15197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latin typeface="Bahnschrift" panose="020B0502040204020203" pitchFamily="34" charset="0"/>
              </a:rPr>
              <a:t>ContentProvider</a:t>
            </a:r>
            <a:endParaRPr lang="en-US" sz="3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49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725134"/>
            <a:ext cx="97364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מאפשר לאפליקציות לגשת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לנתונים דרך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URI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(),שהוא בדרך כלל בפורמט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"content://&lt;authority&gt;/&lt;path&gt;"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בנוסף, "ספק התוכן" מספק מנגנון הגנה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באמצעות הרשאות.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12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725134"/>
            <a:ext cx="973644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"נותן" לאפליקציה ממשק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העובד בסגנון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RESTful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("פניה – תגובה")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ומשתמש במנגנון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ContentProviderClient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/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ContentResolver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37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26" name="Picture 2" descr="Royal guard Vector Art Stock Images | Depositphotos">
            <a:extLst>
              <a:ext uri="{FF2B5EF4-FFF2-40B4-BE49-F238E27FC236}">
                <a16:creationId xmlns:a16="http://schemas.microsoft.com/office/drawing/2014/main" id="{511D48E1-C58D-B1AC-0F2F-D1F12E1A5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14" y="1362382"/>
            <a:ext cx="2505075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88 Castle Gate High Res Vector Graphics - Getty Images">
            <a:extLst>
              <a:ext uri="{FF2B5EF4-FFF2-40B4-BE49-F238E27FC236}">
                <a16:creationId xmlns:a16="http://schemas.microsoft.com/office/drawing/2014/main" id="{2ED64743-C979-FBF6-6833-CC70DC75D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56" y="2165402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24698DBF-2E6E-56C0-CA0D-55A2C6C2FF09}"/>
              </a:ext>
            </a:extLst>
          </p:cNvPr>
          <p:cNvSpPr/>
          <p:nvPr/>
        </p:nvSpPr>
        <p:spPr>
          <a:xfrm>
            <a:off x="7823404" y="4970207"/>
            <a:ext cx="3342968" cy="1504335"/>
          </a:xfrm>
          <a:prstGeom prst="wedgeRoundRectCallout">
            <a:avLst>
              <a:gd name="adj1" fmla="val -13186"/>
              <a:gd name="adj2" fmla="val -16364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800" dirty="0"/>
              <a:t>אפליקציה שלי</a:t>
            </a:r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 err="1"/>
              <a:t>ContentProvider</a:t>
            </a:r>
            <a:endParaRPr lang="en-US" sz="2800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1889908-77AF-BDD4-60AA-BF00DDF827DF}"/>
              </a:ext>
            </a:extLst>
          </p:cNvPr>
          <p:cNvSpPr/>
          <p:nvPr/>
        </p:nvSpPr>
        <p:spPr>
          <a:xfrm>
            <a:off x="1565172" y="4970207"/>
            <a:ext cx="3342968" cy="1504335"/>
          </a:xfrm>
          <a:prstGeom prst="wedgeRoundRectCallout">
            <a:avLst>
              <a:gd name="adj1" fmla="val -29951"/>
              <a:gd name="adj2" fmla="val -1133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800" dirty="0"/>
              <a:t>אפליקציה אחרת</a:t>
            </a:r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 err="1"/>
              <a:t>ContentResolver</a:t>
            </a:r>
            <a:endParaRPr lang="en-US" sz="28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2BC4AD7-FA67-57C6-4F69-938E126D3E21}"/>
              </a:ext>
            </a:extLst>
          </p:cNvPr>
          <p:cNvSpPr/>
          <p:nvPr/>
        </p:nvSpPr>
        <p:spPr>
          <a:xfrm>
            <a:off x="3913239" y="2165402"/>
            <a:ext cx="4277032" cy="597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725134"/>
            <a:ext cx="97364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ContentProviderClient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/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ContentResolver</a:t>
            </a:r>
            <a:endParaRPr lang="ru-RU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הן שתי מחלקות של מערכת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מכילות פעולות דרושות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ל"טיפול" בגישה ופעילויות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הנתונים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843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776748" y="2108592"/>
            <a:ext cx="1067118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FileProvider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סוג של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המספק גישה לקבצים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24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776748" y="2108592"/>
            <a:ext cx="1067118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SQLiteOpenHelper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סוג של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המספק גישה לטבלאות של בסיס נתונים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97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726038" y="1566923"/>
            <a:ext cx="1109078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אם יש צורך בכך,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לצור באפליקציה מחלקה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תרוש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ממחלקת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ContentProvider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 מערכת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Android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עצמה.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329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589935" y="1016317"/>
            <a:ext cx="1109078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במחלקה "משלנו" יהיה צורך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להגדיר פעולות</a:t>
            </a:r>
          </a:p>
          <a:p>
            <a:pPr algn="ctr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onCreate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(), query(), insert(), update(), delete()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גם כן צריך להגדיר בה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URI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 מקורות נתונים המיועדים לגישה מבחוץ.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חובה גם לרשום את המחלקה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C193-E79D-BB9D-F7A9-62DAB2800DE3}"/>
              </a:ext>
            </a:extLst>
          </p:cNvPr>
          <p:cNvSpPr/>
          <p:nvPr/>
        </p:nvSpPr>
        <p:spPr>
          <a:xfrm>
            <a:off x="7392031" y="68826"/>
            <a:ext cx="40067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ContentProvider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240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3826</TotalTime>
  <Words>220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Assistant</vt:lpstr>
      <vt:lpstr>Bahnschrift</vt:lpstr>
      <vt:lpstr>Consolas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363</cp:revision>
  <dcterms:created xsi:type="dcterms:W3CDTF">2019-01-05T16:01:25Z</dcterms:created>
  <dcterms:modified xsi:type="dcterms:W3CDTF">2023-03-30T14:14:45Z</dcterms:modified>
</cp:coreProperties>
</file>