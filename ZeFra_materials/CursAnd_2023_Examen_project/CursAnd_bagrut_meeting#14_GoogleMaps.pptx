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77" r:id="rId3"/>
    <p:sldId id="318" r:id="rId4"/>
    <p:sldId id="339" r:id="rId5"/>
    <p:sldId id="340" r:id="rId6"/>
    <p:sldId id="329" r:id="rId7"/>
    <p:sldId id="341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7" r:id="rId18"/>
    <p:sldId id="354" r:id="rId19"/>
    <p:sldId id="358" r:id="rId20"/>
    <p:sldId id="355" r:id="rId21"/>
    <p:sldId id="359" r:id="rId22"/>
    <p:sldId id="360" r:id="rId23"/>
    <p:sldId id="356" r:id="rId24"/>
    <p:sldId id="361" r:id="rId25"/>
    <p:sldId id="362" r:id="rId26"/>
    <p:sldId id="363" r:id="rId27"/>
    <p:sldId id="364" r:id="rId28"/>
    <p:sldId id="365" r:id="rId29"/>
    <p:sldId id="36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0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1 441 24575,'0'413'0,"1"-396"0,2 1 0,0-1 0,1 0 0,0 0 0,2 0 0,12 28 0,8 24 0,-24-59 0,2 1 0,-1-1 0,1 1 0,1-1 0,0 0 0,0 0 0,1-1 0,1 0 0,-1 0 0,1 0 0,1-1 0,-1 0 0,2 0 0,14 11 0,86 63 0,-86-68 0,-5-2 0,1 0 0,0-2 0,0 0 0,1-1 0,1-1 0,0-1 0,25 5 0,26 3 0,73 27 0,15 3 0,-157-44 0,313 60 0,-131-21 0,-14-1 0,-4-14 0,-149-21 0,0 1 0,-1 0 0,19 10 0,28 8 0,-11-11 0,0-2 0,69 4 0,-25-3 0,48 4 0,583-14 0,-343-3 0,-348 4 0,56 9 0,18 2 0,457-10 0,-291-5 0,1718 2 0,-1977 0 0,1 2 0,-1 0 0,0 1 0,1 0 0,-1 2 0,20 8 0,-10-5 0,0-1 0,1-1 0,-1-1 0,44 1 0,122-8 0,-78-1 0,1302 3 0,-1374 3 0,0 1 0,0 3 0,0 1 0,77 25 0,-92-25 0,0-2 0,0-1 0,48 3 0,90-9 0,26 2 0,-170 2 0,1 1 0,-1 0 0,0 2 0,0 1 0,-1 1 0,31 14 0,-37-15 0,0-2 0,1 1 0,0-2 0,0 0 0,1-1 0,25 1 0,110-6 0,-60-1 0,9 2 0,124 3 0,-207 0 0,-1 2 0,0-1 0,33 13 0,-31-9 0,0-1 0,39 6 0,53-5 0,117-8 0,-80-2 0,2809 4 0,-2891-5 0,0-3 0,88-19 0,-87 13 0,-19 2 0,80-30 0,-37 10 0,358-113-1181,-413 134 1421,46-9-1,-52 14-15,0-2 0,50-18 0,-37 9-213,2 3-1,86-16 1,39-10-13,-138 29 2,23-7 0,-1-3 0,59-29 0,-94 38 0,-7 5 0,0 0 0,-1-1 0,1-1 0,16-14 0,-25 18 0,0 0 0,-1 0 0,0-1 0,1 1 0,-1-1 0,-1 0 0,1 1 0,-1-1 0,1 0 0,-1-1 0,-1 1 0,1 0 0,-1-1 0,0 1 0,0-10 0,-2-144 0,-3 71 0,4 79 0,0-1 0,-1 0 0,-1 0 0,0 1 0,0-1 0,-1 1 0,0-1 0,-6-11 0,-2 2 0,0 1 0,-24-30 0,-31-49 0,30 41 0,-57-94 0,84 129 0,1 0 0,-10-40 0,14 45 0,0 0 0,-1 0 0,0 1 0,-2 0 0,0 0 0,0 0 0,-10-13 0,-18-22 0,14 20 0,-32-37 0,19 30 0,22 22 0,0 1 0,-1 1 0,0 0 0,-1 1 0,-1 0 0,-20-13 0,23 20 0,1 1 0,-1-1 0,0 2 0,0 0 0,0 0 0,-22-1 0,17 2 0,1-1 0,-30-8 0,18 2 0,0 1 0,0 2 0,0 1 0,-34-2 0,-115 5 0,128 3 0,32-2 0,1-1 0,0 0 0,1-1 0,-1-1 0,-27-11 0,25 9 0,-2 0 0,1 0 0,-29-2 0,-284 4 0,172 6 0,76-3 0,-98 3 0,163 1 0,1 0 0,0 1 0,-33 13 0,-12 3 0,11-8 0,0-3 0,0-2 0,-82 2 0,105-7 0,0 1 0,0 1 0,1 1 0,-49 17 0,-69 11 0,52-13 0,58-14 0,-1-1 0,0-2 0,-41-1 0,-18 1 0,81-1 0,0 1 0,0 1 0,1 0 0,-22 9 0,-23 7 0,-138 17 0,174-33 0,1 2 0,-1 0 0,-28 14 0,13-6 0,1-1 0,0-1 0,0-2 0,-1-2 0,0-1 0,-1-2 0,-48 1 0,-1885-10 0,1292 5 0,650 1 0,0 1 0,0 2 0,0 1 0,-53 18 0,50-13 0,0-2 0,0-1 0,-51 4 0,32-6 0,-70 16 0,73-12 0,-81 7 0,-305-14 0,215-6 0,-839 3 0,1037 0 0,-1-1 0,1-1 0,0-1 0,-1-1 0,1-1 0,1-1 0,-1-1 0,1-1 0,0-1 0,-29-17 0,24 13 0,0 1 0,-1 1 0,-1 1 0,-30-7 0,-19-7 0,-152-65 0,198 78 0,-1 0 0,0 2 0,-1 1 0,-56-5 0,71 11 0,0-1 0,1-1 0,-1-1 0,-21-8 0,21 6 0,-1 1 0,0 1 0,-34-5 0,-250 7 0,155 5 0,-45 12 0,4 0 0,-1573-15 0,1696 4 0,1 3 0,-1 2 0,-79 22 0,53-1 0,62-18 0,-48 11 0,22-11 0,0-3 0,-96 3 0,41-14 0,-115 5 0,116 10 0,-60 3 0,-638-14 0,390-3 0,75 2-1365,316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4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4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7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9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52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4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4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7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49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1:52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6:09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572 759 24575,'-16'2'0,"6"-1"0,21 12 0,-3-8 0,1 1 0,0-2 0,1 1 0,-1-1 0,1 0 0,-1-1 0,1 0 0,0-1 0,17 2 0,98 4 0,-108-8 0,245-17 0,-75 1 0,-146 15 0,1 2 0,63 8 0,52 26 0,-106-21 0,0-3 0,75 7 0,83-8 0,183 15 0,-274-14 0,0-4 0,0-6 0,0-5 0,154-25 0,-50-15 0,62-10 0,-191 40 0,102-1 0,-14 13 0,-53 3 0,200-26 0,-56-26 0,178-22 0,-402 71 0,-1 2 0,92 12 0,92 31 0,28 4 0,-115-36 0,189-10 0,-300-2 0,0-2 0,-1-1 0,1-2 0,-1-1 0,0-2 0,-1 0 0,0-3 0,0 0 0,-2-2 0,1-1 0,41-29 0,-61 36 0,0 0 0,-1-1 0,0 0 0,0 0 0,-1-1 0,0 0 0,-1-1 0,0 1 0,-1-2 0,0 1 0,0 0 0,-2-1 0,1 0 0,-1-1 0,-1 1 0,0 0 0,-1-1 0,1-13 0,-3 15 0,0 0 0,0 0 0,-1 1 0,0-1 0,-1 1 0,0-1 0,-1 1 0,0-1 0,-1 1 0,0 0 0,0 1 0,-1-1 0,0 1 0,-1 0 0,0 0 0,-1 0 0,1 1 0,-2 0 0,1 1 0,-1-1 0,-17-11 0,-2 2 0,-1 1 0,0 1 0,-2 2 0,1 1 0,-54-14 0,11 9 0,-102-11 0,72 19 0,0 5 0,-126 10 0,-207 41 0,241-23 0,-542 26 0,495-50 0,-255-34 0,300 9 0,-162-15 0,264 33 0,-171 12 0,156 7 0,1 5 0,-193 57 0,289-70 0,-285 73 0,265-72 0,-1 0 0,0-3 0,-1-1 0,1-1 0,0-1 0,0-3 0,-40-8 0,31 4 0,-2 1 0,1 3 0,-1 1 0,-68 5 0,-175 32 0,44-3 0,48-19 0,56-5 0,-142 26 0,184-18 0,-83 19 0,162-29 0,0 1 0,0 0 0,1 2 0,0 0 0,0 1 0,1 0 0,-24 19 0,35-24 0,1 1 0,0-1 0,1 1 0,-1 0 0,1 0 0,0 0 0,0 0 0,0 1 0,1-1 0,0 1 0,0 0 0,0 0 0,1 0 0,0-1 0,0 1 0,0 0 0,1 7 0,0 5 0,1 0 0,0-1 0,1 1 0,8 29 0,-6-35 7,0-1-1,0 1 0,1-1 0,1 0 1,0 0-1,0-1 0,1 1 0,0-2 1,1 1-1,0-1 0,0 0 0,1 0 1,1-1-1,-1-1 0,1 0 1,0 0-1,18 9 0,12 2-321,0-1 0,1-3 0,66 16-1,-94-27 99,16 4-6609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3T10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א'/ניסן/תשפ"ג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customXml" Target="../ink/ink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19.png"/><Relationship Id="rId5" Type="http://schemas.openxmlformats.org/officeDocument/2006/relationships/customXml" Target="../ink/ink3.xml"/><Relationship Id="rId10" Type="http://schemas.openxmlformats.org/officeDocument/2006/relationships/customXml" Target="../ink/ink8.xml"/><Relationship Id="rId4" Type="http://schemas.openxmlformats.org/officeDocument/2006/relationships/image" Target="../media/image18.png"/><Relationship Id="rId9" Type="http://schemas.openxmlformats.org/officeDocument/2006/relationships/customXml" Target="../ink/ink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21.png"/><Relationship Id="rId3" Type="http://schemas.openxmlformats.org/officeDocument/2006/relationships/customXml" Target="../ink/ink9.xml"/><Relationship Id="rId7" Type="http://schemas.openxmlformats.org/officeDocument/2006/relationships/customXml" Target="../ink/ink12.xml"/><Relationship Id="rId12" Type="http://schemas.openxmlformats.org/officeDocument/2006/relationships/customXml" Target="../ink/ink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11" Type="http://schemas.openxmlformats.org/officeDocument/2006/relationships/image" Target="../media/image20.png"/><Relationship Id="rId5" Type="http://schemas.openxmlformats.org/officeDocument/2006/relationships/customXml" Target="../ink/ink10.xml"/><Relationship Id="rId10" Type="http://schemas.openxmlformats.org/officeDocument/2006/relationships/customXml" Target="../ink/ink15.xml"/><Relationship Id="rId4" Type="http://schemas.openxmlformats.org/officeDocument/2006/relationships/image" Target="../media/image18.png"/><Relationship Id="rId9" Type="http://schemas.openxmlformats.org/officeDocument/2006/relationships/customXml" Target="../ink/ink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688517" y="1884420"/>
            <a:ext cx="438132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חיישנים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Google Maps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E0C300-734D-C7F6-AC5D-CC70113C03C9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24847" y="2028616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בנוסף לשימוש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 maps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הבסיסי,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לגשת לפעולות מתקדמות יותר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בתחום המפות.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השימוש המתקדם הזה דורש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רישום לאתר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וקבלת "מפתח"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(עבור כל אפליקציה בנפרד)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03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תהליך רישום הוא "קצת" ארוך...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קודם כל צריך לצור אפליקציה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בה יהיה צורך להשתמש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באפשרויות המתקדמות שך מפות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ובה יהיה צורך יכלול "מפתח"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63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CE98E-4D75-1757-9F87-08A444CF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49" y="1414523"/>
            <a:ext cx="9662979" cy="54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2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92BB8-223C-C322-2654-FCCBAF604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281" y="1092606"/>
            <a:ext cx="9775436" cy="549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8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51B92-053F-F56C-E6CE-EC57CAF1A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9" y="1337188"/>
            <a:ext cx="9430226" cy="530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7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8C3CF-33B1-57D6-403B-B509FB33B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826" y="1092606"/>
            <a:ext cx="9929032" cy="55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4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F22E8-60EF-FD65-188B-1359FA215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526" y="1225345"/>
            <a:ext cx="9515113" cy="53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43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1A208-815F-78F7-B848-AD30332C3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29" y="1092606"/>
            <a:ext cx="9910916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2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7F680-AFDF-3E11-5D93-BF902BE48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8" y="1092606"/>
            <a:ext cx="9802762" cy="551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0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25EBB-AAD8-D2A8-F871-F3775F792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28" y="1092606"/>
            <a:ext cx="9733943" cy="5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2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4A12B-5414-6706-C7A2-0B70978B1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672" y="1092606"/>
            <a:ext cx="9832258" cy="553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96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E2BA5-09AB-6C58-6D50-84AC3E640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692" y="1092606"/>
            <a:ext cx="10009238" cy="563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96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22095" y="323165"/>
            <a:ext cx="25478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צעד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FCF00-48DC-1D50-0ACF-76A9E48BD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5" y="1092606"/>
            <a:ext cx="10068233" cy="566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61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בגלל שיכול להיות מצב,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בו אנחנו נצטרך להשתמש ב"מפתוח"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פעם נוספת,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עדיף לשמור אותו גם "בצד",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באיזה קובץ נפרד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44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2753032" y="1838633"/>
            <a:ext cx="629335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באפליקציה צריך להשתמש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או בהוספת רכיב מסוג "מפה",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או להוסיף אקטיביטי מסוג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 maps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850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6B362F-E0C6-5ABC-0331-0775D08E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805190"/>
            <a:ext cx="9122110" cy="5890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477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76516" y="911281"/>
            <a:ext cx="928719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דרושים גם צעדים נוספים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 רישום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ידיני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הגדרות נוספות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במספר קבצים: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AndroidManufest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53E97-42D2-D230-757B-211CF997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47" y="3790706"/>
            <a:ext cx="9723132" cy="1086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55599E-AC2E-D175-6261-23579134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6267" y="5304963"/>
            <a:ext cx="8677444" cy="10860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6A69DF-4760-4FA2-F946-1789E837AB97}"/>
                  </a:ext>
                </a:extLst>
              </p14:cNvPr>
              <p14:cNvContentPartPr/>
              <p14:nvPr/>
            </p14:nvContentPartPr>
            <p14:xfrm>
              <a:off x="4571977" y="5848901"/>
              <a:ext cx="5793480" cy="750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6A69DF-4760-4FA2-F946-1789E837AB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63337" y="5840261"/>
                <a:ext cx="5811120" cy="76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5218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76516" y="911281"/>
            <a:ext cx="928719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דרושים גם צעדים נוספים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 רישום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ידיני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הגדרות נוספות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במספר קבצים: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build.gradle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(Module :app)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E182DB-D0AE-98AC-BC27-5BD066B55699}"/>
              </a:ext>
            </a:extLst>
          </p:cNvPr>
          <p:cNvGrpSpPr/>
          <p:nvPr/>
        </p:nvGrpSpPr>
        <p:grpSpPr>
          <a:xfrm>
            <a:off x="6115657" y="3254381"/>
            <a:ext cx="360" cy="360"/>
            <a:chOff x="6115657" y="3254381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3142BE-ACB4-395D-7D11-C5D39D40F1B8}"/>
                    </a:ext>
                  </a:extLst>
                </p14:cNvPr>
                <p14:cNvContentPartPr/>
                <p14:nvPr/>
              </p14:nvContentPartPr>
              <p14:xfrm>
                <a:off x="6115657" y="3254381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3142BE-ACB4-395D-7D11-C5D39D40F1B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6657" y="3245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52BEE4-D91D-07DD-8BDE-2A43F7DBBE9E}"/>
                    </a:ext>
                  </a:extLst>
                </p14:cNvPr>
                <p14:cNvContentPartPr/>
                <p14:nvPr/>
              </p14:nvContentPartPr>
              <p14:xfrm>
                <a:off x="6115657" y="3254381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52BEE4-D91D-07DD-8BDE-2A43F7DBBE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6657" y="3245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952183-7CFF-31EB-04ED-7DE665DE1576}"/>
                    </a:ext>
                  </a:extLst>
                </p14:cNvPr>
                <p14:cNvContentPartPr/>
                <p14:nvPr/>
              </p14:nvContentPartPr>
              <p14:xfrm>
                <a:off x="6115657" y="3254381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952183-7CFF-31EB-04ED-7DE665DE15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6657" y="3245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BB01D9-D1D0-879C-30C9-06B17E976061}"/>
              </a:ext>
            </a:extLst>
          </p:cNvPr>
          <p:cNvGrpSpPr/>
          <p:nvPr/>
        </p:nvGrpSpPr>
        <p:grpSpPr>
          <a:xfrm>
            <a:off x="5309257" y="3175541"/>
            <a:ext cx="360" cy="360"/>
            <a:chOff x="5309257" y="3175541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464B32-7783-9F23-D866-F5EF901171B0}"/>
                    </a:ext>
                  </a:extLst>
                </p14:cNvPr>
                <p14:cNvContentPartPr/>
                <p14:nvPr/>
              </p14:nvContentPartPr>
              <p14:xfrm>
                <a:off x="5309257" y="3175541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464B32-7783-9F23-D866-F5EF901171B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0257" y="31669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C5F32D-9586-7014-B9E9-75C1FB887436}"/>
                    </a:ext>
                  </a:extLst>
                </p14:cNvPr>
                <p14:cNvContentPartPr/>
                <p14:nvPr/>
              </p14:nvContentPartPr>
              <p14:xfrm>
                <a:off x="5309257" y="317554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C5F32D-9586-7014-B9E9-75C1FB88743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0257" y="31669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6B1599-7445-4BAD-A83E-5A7B1329C90A}"/>
                  </a:ext>
                </a:extLst>
              </p14:cNvPr>
              <p14:cNvContentPartPr/>
              <p14:nvPr/>
            </p14:nvContentPartPr>
            <p14:xfrm>
              <a:off x="9478417" y="2241701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6B1599-7445-4BAD-A83E-5A7B1329C9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69417" y="22327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571C198-415F-595B-BA14-478221DC6E04}"/>
                  </a:ext>
                </a:extLst>
              </p14:cNvPr>
              <p14:cNvContentPartPr/>
              <p14:nvPr/>
            </p14:nvContentPartPr>
            <p14:xfrm>
              <a:off x="6144817" y="3194981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571C198-415F-595B-BA14-478221DC6E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6177" y="318634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50186F9D-CD21-8634-19EE-8EB0F421EE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1204" y="4506321"/>
            <a:ext cx="9067225" cy="84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31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81781" y="-113308"/>
            <a:ext cx="928719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דרושים גם צעדים נוספים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 רישום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ידיני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הגדרות נוספות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במספר קבצים: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עבור שימוש במפות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E182DB-D0AE-98AC-BC27-5BD066B55699}"/>
              </a:ext>
            </a:extLst>
          </p:cNvPr>
          <p:cNvGrpSpPr/>
          <p:nvPr/>
        </p:nvGrpSpPr>
        <p:grpSpPr>
          <a:xfrm>
            <a:off x="6115657" y="3254381"/>
            <a:ext cx="360" cy="360"/>
            <a:chOff x="6115657" y="3254381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3142BE-ACB4-395D-7D11-C5D39D40F1B8}"/>
                    </a:ext>
                  </a:extLst>
                </p14:cNvPr>
                <p14:cNvContentPartPr/>
                <p14:nvPr/>
              </p14:nvContentPartPr>
              <p14:xfrm>
                <a:off x="6115657" y="3254381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3142BE-ACB4-395D-7D11-C5D39D40F1B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6657" y="3245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52BEE4-D91D-07DD-8BDE-2A43F7DBBE9E}"/>
                    </a:ext>
                  </a:extLst>
                </p14:cNvPr>
                <p14:cNvContentPartPr/>
                <p14:nvPr/>
              </p14:nvContentPartPr>
              <p14:xfrm>
                <a:off x="6115657" y="3254381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52BEE4-D91D-07DD-8BDE-2A43F7DBBE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6657" y="3245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952183-7CFF-31EB-04ED-7DE665DE1576}"/>
                    </a:ext>
                  </a:extLst>
                </p14:cNvPr>
                <p14:cNvContentPartPr/>
                <p14:nvPr/>
              </p14:nvContentPartPr>
              <p14:xfrm>
                <a:off x="6115657" y="3254381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952183-7CFF-31EB-04ED-7DE665DE15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6657" y="3245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BB01D9-D1D0-879C-30C9-06B17E976061}"/>
              </a:ext>
            </a:extLst>
          </p:cNvPr>
          <p:cNvGrpSpPr/>
          <p:nvPr/>
        </p:nvGrpSpPr>
        <p:grpSpPr>
          <a:xfrm>
            <a:off x="5309257" y="3175541"/>
            <a:ext cx="360" cy="360"/>
            <a:chOff x="5309257" y="3175541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464B32-7783-9F23-D866-F5EF901171B0}"/>
                    </a:ext>
                  </a:extLst>
                </p14:cNvPr>
                <p14:cNvContentPartPr/>
                <p14:nvPr/>
              </p14:nvContentPartPr>
              <p14:xfrm>
                <a:off x="5309257" y="3175541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464B32-7783-9F23-D866-F5EF901171B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0257" y="31669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C5F32D-9586-7014-B9E9-75C1FB887436}"/>
                    </a:ext>
                  </a:extLst>
                </p14:cNvPr>
                <p14:cNvContentPartPr/>
                <p14:nvPr/>
              </p14:nvContentPartPr>
              <p14:xfrm>
                <a:off x="5309257" y="317554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C5F32D-9586-7014-B9E9-75C1FB88743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0257" y="31669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6B1599-7445-4BAD-A83E-5A7B1329C90A}"/>
                  </a:ext>
                </a:extLst>
              </p14:cNvPr>
              <p14:cNvContentPartPr/>
              <p14:nvPr/>
            </p14:nvContentPartPr>
            <p14:xfrm>
              <a:off x="9478417" y="2241701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6B1599-7445-4BAD-A83E-5A7B1329C9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69417" y="22327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571C198-415F-595B-BA14-478221DC6E04}"/>
                  </a:ext>
                </a:extLst>
              </p14:cNvPr>
              <p14:cNvContentPartPr/>
              <p14:nvPr/>
            </p14:nvContentPartPr>
            <p14:xfrm>
              <a:off x="6144817" y="3194981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571C198-415F-595B-BA14-478221DC6E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6177" y="318634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F074B8B-F36A-E8B6-C0F2-1DF120B633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23024" y="2659627"/>
            <a:ext cx="6750473" cy="40169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A0CD94C-A4C8-3081-7870-74D14108F3F0}"/>
                  </a:ext>
                </a:extLst>
              </p14:cNvPr>
              <p14:cNvContentPartPr/>
              <p14:nvPr/>
            </p14:nvContentPartPr>
            <p14:xfrm>
              <a:off x="2686657" y="4389124"/>
              <a:ext cx="2544840" cy="335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A0CD94C-A4C8-3081-7870-74D14108F3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77657" y="4380484"/>
                <a:ext cx="2562480" cy="3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9581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17882" y="2387894"/>
            <a:ext cx="955623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 עבור אקטיביטי "מפות"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יהיה בצורה קצת שונה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מ"אקטיביטי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ריקה"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9815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6C8DEF9-E73A-3772-C419-4D17DE244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253" y="884722"/>
            <a:ext cx="8055772" cy="587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13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901386" y="210095"/>
            <a:ext cx="95562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לבטל שימוש "כללי"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בממשק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OnMapReadyCallback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ולבפעיל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אותו בדרך כלשהי אחרת,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למש – על יד שימוש בממשק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"לחיצה על מפה":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EF95F02-11D3-F277-DC15-E38AA2EB0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737" y="3128624"/>
            <a:ext cx="9648526" cy="360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90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80C7D5F-AEAF-E512-7C9E-16C6B9581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771" y="4488815"/>
            <a:ext cx="6939871" cy="1397212"/>
          </a:xfrm>
          <a:prstGeom prst="rect">
            <a:avLst/>
          </a:prstGeom>
        </p:spPr>
      </p:pic>
      <p:sp>
        <p:nvSpPr>
          <p:cNvPr id="7" name="מלבן 1">
            <a:extLst>
              <a:ext uri="{FF2B5EF4-FFF2-40B4-BE49-F238E27FC236}">
                <a16:creationId xmlns:a16="http://schemas.microsoft.com/office/drawing/2014/main" id="{22C92D19-502C-2ED3-1818-8EAF14A19919}"/>
              </a:ext>
            </a:extLst>
          </p:cNvPr>
          <p:cNvSpPr/>
          <p:nvPr/>
        </p:nvSpPr>
        <p:spPr>
          <a:xfrm>
            <a:off x="1347433" y="1167297"/>
            <a:ext cx="95562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לבטל שימוש "כללי"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בממשק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OnMapReadyCallback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ולבפעיל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אותו בדרך כלשהי אחרת,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למש – על יד שימוש בממשק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"לחיצה על מפה"</a:t>
            </a:r>
          </a:p>
        </p:txBody>
      </p:sp>
    </p:spTree>
    <p:extLst>
      <p:ext uri="{BB962C8B-B14F-4D97-AF65-F5344CB8AC3E}">
        <p14:creationId xmlns:p14="http://schemas.microsoft.com/office/powerpoint/2010/main" val="1058108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116321" y="1296513"/>
            <a:ext cx="995935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כאשר אחרי לחיצה מקבלים מיקום על המפה,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להשתמש בו כדי להציג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Marker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על המפה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DD6A740-D8B6-E3D6-9B9E-4A2328523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369" y="4008583"/>
            <a:ext cx="9571371" cy="190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3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498263" y="15265"/>
            <a:ext cx="95562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להציג גם מסלול...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1BE8877-DE8F-9CF8-D44E-F75EE970A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658" y="799971"/>
            <a:ext cx="8284400" cy="590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3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881721" y="2345511"/>
            <a:ext cx="955623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כמובן, שיש עוד הרבה</a:t>
            </a:r>
          </a:p>
          <a:p>
            <a:pPr algn="ctr" rtl="1"/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אפשרויות נוספות...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F312-4C1C-5BAE-C2FF-A6A194E3C53B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14:cNvPr>
              <p14:cNvContentPartPr/>
              <p14:nvPr/>
            </p14:nvContentPartPr>
            <p14:xfrm>
              <a:off x="6528577" y="70774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30704-1E06-F5C1-5DA9-5D68F2E35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937" y="69910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0238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3743</TotalTime>
  <Words>312</Words>
  <Application>Microsoft Office PowerPoint</Application>
  <PresentationFormat>Widescreen</PresentationFormat>
  <Paragraphs>100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Assistant</vt:lpstr>
      <vt:lpstr>Consolas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353</cp:revision>
  <dcterms:created xsi:type="dcterms:W3CDTF">2019-01-05T16:01:25Z</dcterms:created>
  <dcterms:modified xsi:type="dcterms:W3CDTF">2023-03-23T10:52:25Z</dcterms:modified>
</cp:coreProperties>
</file>