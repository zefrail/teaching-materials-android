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8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50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2T19:24:2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1473 2 24575,'-140'-2'0,"-150"5"0,269-1 0,0 2 0,-38 12 0,-19 3 0,-2-12 0,62-7 0,0 1 0,-1 1 0,1 1 0,0 1 0,0 0 0,-20 8 0,18-4 0,1 1 0,1 0 0,0 2 0,-31 22 0,7 1 0,2 2 0,-63 72 0,95-99 0,-10 13 0,0 1 0,2 0 0,-16 31 0,-3 2 0,26-42 0,-1 0 0,-12 29 0,-3 14 0,10-25 0,-19 61 0,9-22 0,18-57 0,1 1 0,0 0 0,2 1 0,0-1 0,-3 26 0,-4 59 0,-2 44 0,11-58 0,5 234 0,-1-296 0,2 0 0,0 0 0,2-1 0,0 0 0,1 0 0,2 0 0,0-1 0,16 26 0,-13-26 0,0-1 0,0 1 0,-2 0 0,-1 1 0,13 42 0,-16-37 0,1-1 0,2 0 0,1 0 0,1-1 0,1 0 0,1-1 0,1 0 0,1-1 0,24 27 0,-18-21 0,-16-23 0,-1 0 0,1-1 0,0 1 0,0-1 0,11 9 0,1 0 0,-2 0 0,0 2 0,0-1 0,-2 2 0,0 0 0,-1 0 0,13 28 0,-23-43 0,4 8 0,0-1 0,1 0 0,0 0 0,1 0 0,0-1 0,1 0 0,0-1 0,0 0 0,0 0 0,1-1 0,1 0 0,-1-1 0,1 0 0,0 0 0,0-1 0,0-1 0,1 0 0,0-1 0,0 0 0,20 3 0,4-1 0,1 3 0,49 16 0,-57-15 0,1 0 0,0-2 0,0-2 0,50 4 0,-46-8 0,59-8 0,-80 5 0,0-1 0,0 0 0,-1-1 0,1 0 0,-1-1 0,0-1 0,18-11 0,11-7 0,-22 14 0,-2-1 0,1 0 0,-2-1 0,0-1 0,16-16 0,-23 20 0,1 1 0,0 0 0,0 1 0,1 0 0,0 1 0,0 0 0,0 1 0,0 0 0,1 1 0,16-4 0,25-11 0,-5 1 0,-34 14 0,-1 0 0,0-1 0,0-1 0,-1 0 0,16-10 0,-9 5 0,0 0 0,0 2 0,1 0 0,1 1 0,35-9 0,32-12 0,-51 14 0,-22 10 0,-1 0 0,1-1 0,-1-1 0,0 0 0,-1-1 0,0-1 0,0 0 0,18-17 0,75-86 0,-100 106 0,-1-1 0,0 0 0,-1-1 0,0 1 0,0-1 0,0 0 0,-1 1 0,0-2 0,1-7 0,1-8 0,3-44 0,-7 47 0,1-1 0,10-37 0,1 9 0,8-54 0,1-3 0,-13 70 0,-1 0 0,-3-1 0,2-45 0,-8-477 0,1 548 0,-1 1 0,0 0 0,0 0 0,-1 0 0,-1 0 0,0 0 0,-1 1 0,1-1 0,-8-12 0,1 7 0,0 0 0,-1 0 0,0 1 0,-23-22 0,5 6 0,7 7 0,-35-29 0,48 46 0,1 0 0,-1 1 0,-1 1 0,1-1 0,-1 2 0,0-1 0,0 1 0,-14-3 0,-23-7 0,1-3 0,0-1 0,-77-43 0,69 24 0,47 30 0,-1 1 0,0 0 0,-1 1 0,1-1 0,-1 2 0,0-1 0,-1 1 0,-18-5 0,14 6 0,0-1 0,0-1 0,1 0 0,0 0 0,0-1 0,0-1 0,0 0 0,1-1 0,1 0 0,-1-1 0,-11-12 0,-9-8-455,1-1 0,-35-44 0,52 57-6371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02T19:28:12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1 132 9040 0 0,'0'0'0'0'0,"12"-33"8"0"0,1 8-8 0 0,-1-1 0 0 0,2 1-304 0 0,0 2-8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02T19:28:18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172 369 1400 0 0,'-4'-3'7'0'0,"-22"-18"3"0"0,23 21-8 0 0,1 0-1 0 0,0 0 1 0 0,0 0-1 0 0,-1 0 0 0 0,1 1 1 0 0,0-1-1 0 0,0 1 1 0 0,-1 0-1 0 0,1-1 0 0 0,0 1 1 0 0,-3 2-1 0 0,-3 0 5 0 0,-16 2-158 0 0,-53 16 17488 0 0,75-19-16869 0 0,2-1-216 0 0,0 1-1 0 0,0-1 1 0 0,0 0 0 0 0,0 0-1 0 0,0 0 1 0 0,0 0 0 0 0,0 0-1 0 0,1 0 1 0 0,-1 0-1 0 0,0 0 1 0 0,1 0 0 0 0,-1 0-1 0 0,0 0 1 0 0,2 2 0 0 0,-1 0-89 0 0,1 0 1 0 0,-1 0-1 0 0,0 0 1 0 0,0 1 0 0 0,-1-1-1 0 0,1 0 1 0 0,0 5-1 0 0,-1 2 91 0 0,1 1-1 0 0,0-1 1 0 0,1 0 0 0 0,1 1-1 0 0,-1-1 1 0 0,2 0-1 0 0,7 16 1 0 0,40 66 579 0 0,-31-58-533 0 0,-16-30-265 0 0,-1 0 0 0 0,1 0-1 0 0,-1 0 1 0 0,1 0 0 0 0,1 0-1 0 0,-1-1 1 0 0,0 0 0 0 0,1 0 0 0 0,-1 0-1 0 0,8 3 1 0 0,-7-3 4 0 0,1 0-1 0 0,-1 0 1 0 0,0 0 0 0 0,0 1-1 0 0,0 0 1 0 0,-1 0 0 0 0,5 5-1 0 0,-2 0 16 0 0,0-1-1 0 0,1 0 1 0 0,-1 0 0 0 0,2-1-1 0 0,16 12 1 0 0,16 17 85 0 0,-36-31-118 0 0,-1-1 0 0 0,1 1 0 0 0,0-1-1 0 0,0 1 1 0 0,0-2 0 0 0,1 1 0 0 0,-1 0 0 0 0,1-1-1 0 0,0 0 1 0 0,0-1 0 0 0,0 1 0 0 0,0-1 0 0 0,1 0-1 0 0,-1-1 1 0 0,0 1 0 0 0,13 0 0 0 0,-15-2-2 0 0,1 1 0 0 0,-1-1 1 0 0,1 1-1 0 0,-1 0 0 0 0,0 0 0 0 0,0 0 1 0 0,1 1-1 0 0,-1-1 0 0 0,0 1 0 0 0,0 0 1 0 0,-1 0-1 0 0,5 3 0 0 0,27 13 79 0 0,-27-16-84 0 0,0 0-1 0 0,1-1 1 0 0,-1-1-1 0 0,0 1 1 0 0,1-1-1 0 0,-1-1 0 0 0,0 1 1 0 0,1-1-1 0 0,13-4 1 0 0,34-2 41 0 0,-23 9-29 0 0,1 1-1 0 0,0 2 1 0 0,34 9 0 0 0,-36-9-16 0 0,-1-1 0 0 0,1-1 0 0 0,-1-1 0 0 0,42-4 0 0 0,127-23 18 0 0,-126 14-7 0 0,-17 7 4 0 0,105 3 1 0 0,-67 3 38 0 0,8 2-21 0 0,-60-1-29 0 0,0-2 0 0 0,75-9 0 0 0,-70 4 22 0 0,-1 1-1 0 0,61 5 1 0 0,-19 1-35 0 0,205-21 0 0 0,-168 7 25 0 0,-98 10-7 0 0,0 1 0 0 0,1 1-1 0 0,-1 2 1 0 0,34 6-1 0 0,105 36 15 0 0,-49-12-10 0 0,-73-22-16 0 0,0-2 0 0 0,1-2 0 0 0,0-2 0 0 0,0-2 1 0 0,0-2-1 0 0,1-2 0 0 0,66-10 0 0 0,114-20-6 0 0,54-11 0 0 0,-262 39-1 0 0,1 0-1 0 0,-1 2 1 0 0,1 0-1 0 0,36 3 1 0 0,81 20-11 0 0,-51-7 15 0 0,259 10 38 0 0,-271-23-35 0 0,7 1-6 0 0,0-4 1 0 0,115-15 0 0 0,191-26 54 0 0,-234 45-25 0 0,-87 1-21 0 0,310-14 23 0 0,-131-2-31 0 0,81 1-1 0 0,-141 15 0 0 0,-66 0 0 0 0,231-23 0 0 0,-342 18 0 0 0,116-18 0 0 0,1 5 0 0 0,150 4 0 0 0,-131 16 7 0 0,232 5-7 0 0,-292-13 6 0 0,0-3 0 0 0,120-24 0 0 0,-189 26-2 0 0,-1-1-1 0 0,1 0 0 0 0,-1-1 0 0 0,0-1 1 0 0,0 0-1 0 0,0-1 0 0 0,-1 0 0 0 0,16-12 1 0 0,-17 10 2 0 0,-1-1-1 0 0,0 0 1 0 0,-1 0 0 0 0,0-1 0 0 0,-1 0-1 0 0,0-1 1 0 0,-1 0 0 0 0,0-1 0 0 0,-1 1-1 0 0,0-1 1 0 0,-1-1 0 0 0,-1 1 0 0 0,0-1-1 0 0,-1 0 1 0 0,0 0 0 0 0,2-16 0 0 0,-5 20-6 0 0,1 0 1 0 0,-2 0 0 0 0,1-1-1 0 0,-1 1 1 0 0,-1 0 0 0 0,0 0-1 0 0,0 0 1 0 0,-1 0 0 0 0,0 0 0 0 0,-1 0-1 0 0,0 0 1 0 0,-1 0 0 0 0,0 1-1 0 0,0 0 1 0 0,-1-1 0 0 0,0 2-1 0 0,-1-1 1 0 0,0 1 0 0 0,0 0 0 0 0,-1 0-1 0 0,0 0 1 0 0,0 1 0 0 0,-12-9-1 0 0,-2 2 4 0 0,0 2 0 0 0,-1 1 0 0 0,0 0 0 0 0,0 2 1 0 0,-1 0-1 0 0,-1 2 0 0 0,1 0 0 0 0,-40-5 0 0 0,-6 4 13 0 0,-123-1 1 0 0,120 9-13 0 0,-64 2 38 0 0,-264-33-1 0 0,241 10-4 0 0,-167 0 0 0 0,-137-10-21 0 0,-1 0-17 0 0,235 4 0 0 0,107 11 0 0 0,-190-1 0 0 0,-539 75 0 0 0,368 9 49 0 0,253-15 51 0 0,75-15-57 0 0,29-16-19 0 0,-216 8 0 0 0,142-17-24 0 0,-266-2 0 0 0,313-11-8 0 0,-133-4 8 0 0,133 6 0 0 0,-156 21 0 0 0,217-17-4 0 0,-182-13 1 0 0,13-2 2 0 0,25 28 1 0 0,179-12 1 0 0,12-3 6 0 0,0-2-1 0 0,0-2 0 0 0,0-2 0 0 0,-74-14 0 0 0,67 9 11 0 0,-1 2-1 0 0,-96 3 1 0 0,-106 26-10 0 0,229-20-1 0 0,3 0-6 0 0,1 0 1 0 0,-40 13-1 0 0,49-12 0 0 0,0 1 0 0 0,1 0 0 0 0,-1-1 1 0 0,0 0 6 0 0,1 0 1 0 0,3 1-1 0 0,-1 0-6 0 0,0-1-1 0 0,-9 5-63 0 0,9-6-88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12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הודעות "נדחפות",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אפשר להפעיל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רק בזמן ביצוע אפליקציה,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(ובעיקר!) כאשר היא כבר לא פעילה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(על ידי מערכת שבמכשיר)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</p:spTree>
    <p:extLst>
      <p:ext uri="{BB962C8B-B14F-4D97-AF65-F5344CB8AC3E}">
        <p14:creationId xmlns:p14="http://schemas.microsoft.com/office/powerpoint/2010/main" val="281895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668382" y="2367171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קיים הבדל עקרוני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בשיטות הפעלת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בגרסאות שונות של מערכת אנדרואיד.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</p:spTree>
    <p:extLst>
      <p:ext uri="{BB962C8B-B14F-4D97-AF65-F5344CB8AC3E}">
        <p14:creationId xmlns:p14="http://schemas.microsoft.com/office/powerpoint/2010/main" val="368951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קיימים מספר שלבים (דרישות)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אותם יש לעבור (לעמוד בהן)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להפעיל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</a:p>
          <a:p>
            <a:pPr algn="ctr" rtl="1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"ערוצים"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</p:spTree>
    <p:extLst>
      <p:ext uri="{BB962C8B-B14F-4D97-AF65-F5344CB8AC3E}">
        <p14:creationId xmlns:p14="http://schemas.microsoft.com/office/powerpoint/2010/main" val="412983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מדובר בהגדרת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רמות שונות למטרות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channel, category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242326" y="0"/>
            <a:ext cx="705674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: מחלקת "ערוצים"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  <p:sp>
        <p:nvSpPr>
          <p:cNvPr id="4" name="מלבן 12">
            <a:extLst>
              <a:ext uri="{FF2B5EF4-FFF2-40B4-BE49-F238E27FC236}">
                <a16:creationId xmlns:a16="http://schemas.microsoft.com/office/drawing/2014/main" id="{60E2F157-F2B2-A79E-D8EC-2E7DC8899482}"/>
              </a:ext>
            </a:extLst>
          </p:cNvPr>
          <p:cNvSpPr/>
          <p:nvPr/>
        </p:nvSpPr>
        <p:spPr>
          <a:xfrm>
            <a:off x="1248879" y="4347824"/>
            <a:ext cx="10155151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להגדיר "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ערוץ</a:t>
            </a: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 בכל אקטיביטי,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כמחלקה פנימית,</a:t>
            </a:r>
            <a:endParaRPr lang="he-IL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נוח יותר לעשות זאת בקובץ נפרד,</a:t>
            </a:r>
          </a:p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שלא לחזור ליצירת ערוץ שוב ושוב</a:t>
            </a:r>
          </a:p>
        </p:txBody>
      </p:sp>
    </p:spTree>
    <p:extLst>
      <p:ext uri="{BB962C8B-B14F-4D97-AF65-F5344CB8AC3E}">
        <p14:creationId xmlns:p14="http://schemas.microsoft.com/office/powerpoint/2010/main" val="857583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מחלקה עבור הגדרת "ערוצים"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D3585-599D-EE76-4FFD-E160C273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003" y="2157942"/>
            <a:ext cx="7565976" cy="1176929"/>
          </a:xfrm>
          <a:prstGeom prst="rect">
            <a:avLst/>
          </a:prstGeom>
        </p:spPr>
      </p:pic>
      <p:sp>
        <p:nvSpPr>
          <p:cNvPr id="6" name="מלבן 8">
            <a:extLst>
              <a:ext uri="{FF2B5EF4-FFF2-40B4-BE49-F238E27FC236}">
                <a16:creationId xmlns:a16="http://schemas.microsoft.com/office/drawing/2014/main" id="{F4C96A15-BE5C-FB89-8726-684AC5BC108A}"/>
              </a:ext>
            </a:extLst>
          </p:cNvPr>
          <p:cNvSpPr/>
          <p:nvPr/>
        </p:nvSpPr>
        <p:spPr>
          <a:xfrm>
            <a:off x="1051237" y="3475136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מגדירים בה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לפחות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"ערוץ" אחד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4C05CA-4882-C591-5286-6F05CE009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003" y="4886867"/>
            <a:ext cx="7911926" cy="56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0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יוצרים מחלקה ידני,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היא לא רשומה אוטומטי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לכן יש לרשום אותה ידני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(מוסיפים שורה להגדרות הקיימות)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0C7AB-D3D0-A482-34ED-C1B5328F8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412" y="4280921"/>
            <a:ext cx="7396491" cy="212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62978" y="686560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למחלקת "ערוצים" פעולה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onCreate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לרשום פעולות ופקודות דרושות בה,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 אפשר לרשום בה זימון לפעולה אחרת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BA65A-CA0C-8A75-D0D5-66893F774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404" y="3487326"/>
            <a:ext cx="5681020" cy="313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5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רושמים בפעולה הגדרות "ערוצים"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865AF-1A1B-1D87-ECD5-3F6B72C2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412" y="2558026"/>
            <a:ext cx="9668091" cy="295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6E3F71D8-9DAA-D5EB-9E78-38CDC6FD235D}"/>
              </a:ext>
            </a:extLst>
          </p:cNvPr>
          <p:cNvSpPr/>
          <p:nvPr/>
        </p:nvSpPr>
        <p:spPr>
          <a:xfrm>
            <a:off x="898837" y="1248236"/>
            <a:ext cx="1085523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קיימים מספר שלבים (דרישות)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אותם יש לעבור (לעמוד בהן)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להפעיל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</a:p>
          <a:p>
            <a:pPr algn="ctr" rtl="1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"ערוצים"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השלב השני ממש דומה לעבודה עם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AlertDialog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כי בשלב השני יוצרים "בונה"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53961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הפקודה האחרונה – הפעלת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152BF-7735-BE14-3929-A3970624B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57" y="2249596"/>
            <a:ext cx="10601560" cy="43036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08E811-4986-B071-AAF2-CD4E98615FEF}"/>
                  </a:ext>
                </a:extLst>
              </p14:cNvPr>
              <p14:cNvContentPartPr/>
              <p14:nvPr/>
            </p14:nvContentPartPr>
            <p14:xfrm>
              <a:off x="10218621" y="2760508"/>
              <a:ext cx="889200" cy="99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08E811-4986-B071-AAF2-CD4E98615F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00981" y="2742508"/>
                <a:ext cx="924840" cy="10321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F7ABF5B-BDF9-19B1-2D7B-79D4B2F8E6E5}"/>
              </a:ext>
            </a:extLst>
          </p:cNvPr>
          <p:cNvSpPr/>
          <p:nvPr/>
        </p:nvSpPr>
        <p:spPr>
          <a:xfrm>
            <a:off x="9699812" y="4500670"/>
            <a:ext cx="2294965" cy="654423"/>
          </a:xfrm>
          <a:prstGeom prst="wedgeRoundRectCallout">
            <a:avLst>
              <a:gd name="adj1" fmla="val -1784"/>
              <a:gd name="adj2" fmla="val -23976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נכון אך ורק</a:t>
            </a:r>
          </a:p>
          <a:p>
            <a:pPr algn="ctr" rtl="1"/>
            <a:r>
              <a:rPr lang="he-IL" dirty="0"/>
              <a:t>עד </a:t>
            </a:r>
            <a:r>
              <a:rPr lang="en-US" dirty="0"/>
              <a:t> !API 30</a:t>
            </a:r>
          </a:p>
        </p:txBody>
      </p:sp>
    </p:spTree>
    <p:extLst>
      <p:ext uri="{BB962C8B-B14F-4D97-AF65-F5344CB8AC3E}">
        <p14:creationId xmlns:p14="http://schemas.microsoft.com/office/powerpoint/2010/main" val="2623664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9AA1F3E-C091-96A3-ADB6-06BD8490D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56" y="2114161"/>
            <a:ext cx="9171003" cy="4535412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898837" y="1248236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הפקודה האחרונה – הפעלת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357651" y="0"/>
            <a:ext cx="29498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Notification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F7ABF5B-BDF9-19B1-2D7B-79D4B2F8E6E5}"/>
              </a:ext>
            </a:extLst>
          </p:cNvPr>
          <p:cNvSpPr/>
          <p:nvPr/>
        </p:nvSpPr>
        <p:spPr>
          <a:xfrm>
            <a:off x="9699812" y="4500670"/>
            <a:ext cx="2294965" cy="654423"/>
          </a:xfrm>
          <a:prstGeom prst="wedgeRoundRectCallout">
            <a:avLst>
              <a:gd name="adj1" fmla="val -85768"/>
              <a:gd name="adj2" fmla="val -22606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החל מגרסה 31 </a:t>
            </a:r>
            <a:r>
              <a:rPr lang="en-US" dirty="0"/>
              <a:t>API</a:t>
            </a:r>
            <a:endParaRPr lang="he-IL" dirty="0"/>
          </a:p>
          <a:p>
            <a:pPr algn="ctr" rtl="1"/>
            <a:r>
              <a:rPr lang="he-IL" dirty="0"/>
              <a:t>!!!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4975790-E536-0F8F-41B1-1A7D9E6113A0}"/>
                  </a:ext>
                </a:extLst>
              </p14:cNvPr>
              <p14:cNvContentPartPr/>
              <p14:nvPr/>
            </p14:nvContentPartPr>
            <p14:xfrm>
              <a:off x="5622501" y="3173068"/>
              <a:ext cx="23760" cy="47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4975790-E536-0F8F-41B1-1A7D9E6113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4861" y="3155068"/>
                <a:ext cx="594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2F6AA9A-9F8D-3158-D468-2365845D1347}"/>
                  </a:ext>
                </a:extLst>
              </p14:cNvPr>
              <p14:cNvContentPartPr/>
              <p14:nvPr/>
            </p14:nvContentPartPr>
            <p14:xfrm>
              <a:off x="5603781" y="3082348"/>
              <a:ext cx="3269520" cy="360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2F6AA9A-9F8D-3158-D468-2365845D13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86141" y="3064708"/>
                <a:ext cx="3305160" cy="39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3583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4971</TotalTime>
  <Words>247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Assistant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463</cp:revision>
  <dcterms:created xsi:type="dcterms:W3CDTF">2019-01-05T16:01:25Z</dcterms:created>
  <dcterms:modified xsi:type="dcterms:W3CDTF">2023-02-02T19:30:12Z</dcterms:modified>
</cp:coreProperties>
</file>