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85" r:id="rId3"/>
    <p:sldId id="466" r:id="rId4"/>
    <p:sldId id="486" r:id="rId5"/>
    <p:sldId id="487" r:id="rId6"/>
    <p:sldId id="488" r:id="rId7"/>
    <p:sldId id="489" r:id="rId8"/>
    <p:sldId id="493" r:id="rId9"/>
    <p:sldId id="490" r:id="rId10"/>
    <p:sldId id="491" r:id="rId11"/>
    <p:sldId id="494" r:id="rId12"/>
    <p:sldId id="492" r:id="rId13"/>
    <p:sldId id="495" r:id="rId14"/>
    <p:sldId id="496" r:id="rId15"/>
    <p:sldId id="497" r:id="rId16"/>
    <p:sldId id="49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7:20:57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4 137 96 0 0,'0'0'0'0'0,"-1"0"0"0"0,1 0 0 0 0,-1 0 0 0 0,0 0 0 0 0,1 0 0 0 0,1 0 0 0 0,2 0 43 0 0,-1 1 1 0 0,1-1-1 0 0,0 1 0 0 0,-1 0 1 0 0,1-1-1 0 0,-1 1 0 0 0,0 1 1 0 0,1-1-1 0 0,-1 0 0 0 0,0 0 1 0 0,0 1-1 0 0,0-1 0 0 0,1 1 1 0 0,-2 0-1 0 0,1 0 0 0 0,0 0 1 0 0,0 0-1 0 0,-1 0 0 0 0,1 0 0 0 0,-1 0 1 0 0,1 0-1 0 0,1 5 0 0 0,3 6 387 0 0,0 0 0 0 0,7 27 0 0 0,-10-31-363 0 0,-1 4 297 0 0,1-1-1 0 0,-2 1 0 0 0,0 0 1 0 0,0 22-1 0 0,-2-22 294 0 0,2 0 0 0 0,-1 0 1 0 0,2 0-1 0 0,3 17 0 0 0,-4-28-456 0 0,8 25 1719 0 0,-5-20-884 0 0,-1-14-51 0 0,1-10-838 0 0,1 1 0 0 0,1-1 0 0 0,0 1 1 0 0,1 0-1 0 0,15-25 0 0 0,-4 5 1 0 0,-5 9-87 0 0,1 1 0 0 0,0 1 0 0 0,2 0 0 0 0,1 1 0 0 0,1 1 0 0 0,1 0-1 0 0,0 2 1 0 0,2 0 0 0 0,33-25 0 0 0,-48 39-58 0 0,-5 6-2 0 0,0-1 0 0 0,0 1 0 0 0,1 0 0 0 0,-1-1 0 0 0,0 1 1 0 0,0 0-1 0 0,1 0 0 0 0,-1 0 0 0 0,0 0 0 0 0,1 0 0 0 0,-1 0 1 0 0,1 0-1 0 0,-1 1 0 0 0,1-1 0 0 0,0 0 0 0 0,-1 1 0 0 0,1 0 1 0 0,-1-1-1 0 0,1 1 0 0 0,0 0 0 0 0,3 0 0 0 0,-3 0 10 0 0,-1 1-8 0 0,0 0-3 0 0,1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7:21:04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80 404 96 0 0,'2'5'0'0'0,"1"2"0"0"0,4 9 0 0 0,0-1 0 0 0,1 0 0 0 0,1-1 0 0 0,1 0 0 0 0,0 0 0 0 0,1-1 0 0 0,0 0 0 0 0,1-1 0 0 0,0 0 0 0 0,1-1 0 0 0,0 0 0 0 0,1-1 0 0 0,0-1 0 0 0,1 0 0 0 0,21 9 0 0 0,201 90 617 0 0,-206-97-262 0 0,1-2-1 0 0,1 0 0 0 0,-1-3 1 0 0,44 5-1 0 0,138-2 1707 0 0,-138-7-1444 0 0,614-15 5314 0 0,-639 9-5584 0 0,40-2 340 0 0,1-4 0 0 0,111-26 0 0 0,-186 31-647 0 0,1 0 0 0 0,-1-2 0 0 0,0 0-1 0 0,0 0 1 0 0,-1-2 0 0 0,0 0 0 0 0,0 0-1 0 0,21-19 1 0 0,-33 25-31 0 0,0-1 0 0 0,1 0 1 0 0,-1-1-1 0 0,-1 1 0 0 0,1-1 0 0 0,-1 1 0 0 0,0-1 1 0 0,0 0-1 0 0,0 0 0 0 0,-1-1 0 0 0,1 1 0 0 0,-1-1 1 0 0,-1 1-1 0 0,1-1 0 0 0,-1 1 0 0 0,0-1 0 0 0,0 0 0 0 0,0 0 1 0 0,-1 1-1 0 0,0-1 0 0 0,0 0 0 0 0,-1 0 0 0 0,0 0 1 0 0,0 1-1 0 0,0-1 0 0 0,0 0 0 0 0,-1 1 0 0 0,0-1 1 0 0,0 1-1 0 0,-4-8 0 0 0,-2-1 15 0 0,-1 1-1 0 0,0-1 1 0 0,0 1 0 0 0,-1 1-1 0 0,-1 0 1 0 0,0 0 0 0 0,-1 1-1 0 0,0 1 1 0 0,-1 0 0 0 0,-14-9-1 0 0,-21-10 174 0 0,-81-36 0 0 0,39 21-116 0 0,28 14-89 0 0,0 1 1 0 0,-2 4 0 0 0,-1 2 0 0 0,-1 4 0 0 0,0 2 0 0 0,-2 3 0 0 0,0 3 0 0 0,-121-4 0 0 0,84 15 1 0 0,0 6 1 0 0,0 4 0 0 0,1 4 0 0 0,0 5 0 0 0,-103 34 0 0 0,-110 51-107 0 0,301-99 82 0 0,0 0 0 0 0,1 1 0 0 0,0 1 1 0 0,0 0-1 0 0,0 1 0 0 0,1 1 0 0 0,0 0 0 0 0,1 1 1 0 0,0 0-1 0 0,-19 21 0 0 0,29-27 15 0 0,1 0 0 0 0,0 0 1 0 0,0 0-1 0 0,1 1 0 0 0,-1-1 1 0 0,1 1-1 0 0,0-1 0 0 0,0 1 0 0 0,1-1 1 0 0,-1 1-1 0 0,1 0 0 0 0,0-1 1 0 0,0 1-1 0 0,1 0 0 0 0,-1-1 0 0 0,1 1 1 0 0,0 0-1 0 0,0-1 0 0 0,0 1 0 0 0,1-1 1 0 0,0 0-1 0 0,0 0 0 0 0,4 8 1 0 0,-2-5-10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7:21:11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1 248 96 0 0,'1'4'0'0'0,"1"1"0"0"0,25 53 0 0 0,-11-27 0 0 0,12 57 17 0 0,-24-79 880 0 0,-1 1 0 0 0,-1 0-1 0 0,3 19 1 0 0,10-73-21 0 0,-2-1-534 0 0,2 2 1 0 0,2-1-1 0 0,2 2 0 0 0,47-77 1 0 0,-58 104-284 0 0,1 0 0 0 0,1 1 0 0 0,0 0 1 0 0,1 1-1 0 0,0 0 0 0 0,1 0 0 0 0,1 1 0 0 0,0 1 1 0 0,28-19-1 0 0,-32 26-51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7:21:14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170 473 96 0 0,'2'0'0'0'0,"1"2"0"0"0,0-1 0 0 0,3 1 0 0 0,16 7 188 0 0,1-1-1 0 0,0-1 1 0 0,1 0 0 0 0,0-2 0 0 0,0-1-1 0 0,27 1 1 0 0,142-6 1968 0 0,-77-3-1570 0 0,-41 3 796 0 0,0-3 0 0 0,0-3 1 0 0,124-29-1 0 0,-176 28-924 0 0,0 0 0 0 0,-1-2 0 0 0,0 0 0 0 0,0-1-1 0 0,-2-2 1 0 0,27-19 0 0 0,-41 28-330 0 0,2 0 57 0 0,-1-1-1 0 0,0-1 1 0 0,0 1 0 0 0,0-1-1 0 0,-1-1 1 0 0,10-10-1 0 0,-14 13-147 0 0,0 0 0 0 0,0 0-1 0 0,0 0 1 0 0,0-1-1 0 0,-1 1 1 0 0,0 0 0 0 0,0-1-1 0 0,0 1 1 0 0,0 0 0 0 0,-1-1-1 0 0,1 0 1 0 0,-1 1-1 0 0,0-1 1 0 0,-2-8 0 0 0,1 3-16 0 0,-1 1 1 0 0,0-1 0 0 0,0 1 0 0 0,-1 0-1 0 0,0-1 1 0 0,-1 1 0 0 0,0 0 0 0 0,0 1-1 0 0,-1-1 1 0 0,0 1 0 0 0,-11-14 0 0 0,7 13 41 0 0,0 0 0 0 0,-1 0 0 0 0,0 1 0 0 0,0 0 1 0 0,0 0-1 0 0,-1 2 0 0 0,0-1 0 0 0,-13-5 1 0 0,-3 2 39 0 0,0 1 0 0 0,0 1 0 0 0,-1 1 1 0 0,0 1-1 0 0,0 2 0 0 0,0 1 0 0 0,-41 1 0 0 0,-83 0-327 0 0,-234 9-733 0 0,361-4 824 0 0,0 1 1 0 0,0 1-1 0 0,0 1 0 0 0,1 1 0 0 0,0 1 0 0 0,1 2 1 0 0,0 0-1 0 0,0 1 0 0 0,-21 15 0 0 0,28-15-271 0 0,1 1 0 0 0,0 1 0 0 0,0 0 0 0 0,1 1 0 0 0,1 0 0 0 0,1 1 0 0 0,0 1 0 0 0,-14 24 0 0 0,23-34 391 0 0,1 1 0 0 0,1-1 0 0 0,-1 1 0 0 0,1-1 0 0 0,0 1 0 0 0,1-1 0 0 0,-1 1 0 0 0,1 0 0 0 0,1-1 0 0 0,-1 1 0 0 0,1-1 0 0 0,0 1 0 0 0,1-1-1 0 0,0 1 1 0 0,0-1 0 0 0,0 0 0 0 0,4 8 0 0 0,6 11 295 0 0,1 1-1 0 0,25 35 1 0 0,-33-54-213 0 0,1 0 1 0 0,0 0 0 0 0,1-1 0 0 0,0 1-1 0 0,0-1 1 0 0,0-1 0 0 0,1 0 0 0 0,0 0-1 0 0,0 0 1 0 0,0-1 0 0 0,0 0 0 0 0,1 0-1 0 0,0-1 1 0 0,-1 0 0 0 0,1-1 0 0 0,0 0-1 0 0,0-1 1 0 0,1 1 0 0 0,10-1-1 0 0,5 0 0 0 0,0-2-1 0 0,-1 0 1 0 0,1-1-1 0 0,-1-2 0 0 0,1 0 1 0 0,24-9-1 0 0,-23 5-37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7:21:19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1 147 96 0 0,'0'0'0'0'0,"1"1"0"0"0,0-1 0 0 0,1 0 0 0 0,0 0 0 0 0,0 1 1 0 0,2 1 83 0 0,-1 0-1 0 0,1 0 0 0 0,-1 1 1 0 0,0 0-1 0 0,0-1 1 0 0,0 1-1 0 0,0 1 0 0 0,-1-1 1 0 0,5 6-1 0 0,1 2 249 0 0,3 5 435 0 0,0 1 0 0 0,-1 0 0 0 0,0 0 0 0 0,-2 1 0 0 0,8 20 0 0 0,-1 22 1159 0 0,-8-28-349 0 0,7-83-505 0 0,42-133-254 0 0,-48 162-707 0 0,2 0 1 0 0,0 1 0 0 0,1 0 0 0 0,1 1-1 0 0,1 0 1 0 0,18-20 0 0 0,-25 34-112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7:21:23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201 692 96 0 0,'-1'-1'0'0'0,"-1"1"0"0"0,1 0 0 0 0,1 0 0 0 0,1 0 0 0 0,0 0 0 0 0,1 0 0 0 0,11 0 0 0 0,1 1 0 0 0,-1 0 0 0 0,0 1 0 0 0,0 1 0 0 0,0 0 0 0 0,0 0 0 0 0,-1 1 0 0 0,17 9 0 0 0,20 4 0 0 0,416 100 4960 0 0,-372-99-3892 0 0,146 8 0 0 0,98-15 1445 0 0,-160-8-1232 0 0,138-2 161 0 0,-77-3-1346 0 0,-81-12 196 0 0,-48-6-7 0 0,-60 9-129 0 0,60-23 1 0 0,-78 22-90 0 0,1-2 0 0 0,51-31 0 0 0,-59 29-23 0 0,41-34-1 0 0,-52 38-36 0 0,1 0-1 0 0,-2-1 1 0 0,1-1-1 0 0,-2 0 1 0 0,0 0-1 0 0,9-16 1 0 0,-17 24-5 0 0,0 0 0 0 0,-1 0 0 0 0,1 1 0 0 0,-1-1 0 0 0,-1 0 0 0 0,1-1 0 0 0,-1 1 1 0 0,0 0-1 0 0,-1 0 0 0 0,1-1 0 0 0,-1 1 0 0 0,0 0 0 0 0,-1-1 0 0 0,0 1 0 0 0,0 0 0 0 0,0 0 0 0 0,-1 0 0 0 0,1 0 0 0 0,-1 0 0 0 0,-6-11 1 0 0,-1 0 1 0 0,-1-1 1 0 0,-1 2-1 0 0,0 0 0 0 0,-1 0 1 0 0,-1 1-1 0 0,-25-24 1 0 0,19 23 1 0 0,-2 0 0 0 0,0 1 0 0 0,0 1 0 0 0,-2 1 0 0 0,0 2 0 0 0,0 0 0 0 0,-49-16 1 0 0,-43-4-696 0 0,-166-22 0 0 0,-182-10 724 0 0,-119 23 163 0 0,192 56 43 0 0,374-14-220 0 0,-304 33 367 0 0,258-24-284 0 0,1 2 0 0 0,0 3 0 0 0,-64 25 0 0 0,106-34-30 0 0,1 1-1 0 0,1 1 1 0 0,-1 1-1 0 0,1 0 1 0 0,1 1 0 0 0,-25 20-1 0 0,37-26-54 0 0,-1 0-1 0 0,0 0 1 0 0,1 0 0 0 0,0 0-1 0 0,0 0 1 0 0,0 1 0 0 0,1 0-1 0 0,0 0 1 0 0,0 0 0 0 0,0 0-1 0 0,1 0 1 0 0,0 1-1 0 0,0-1 1 0 0,1 1 0 0 0,0-1-1 0 0,0 1 1 0 0,0 0 0 0 0,1-1-1 0 0,0 1 1 0 0,0 0 0 0 0,0-1-1 0 0,4 14 1 0 0,-1-9-17 0 0,1 1-1 0 0,1-1 1 0 0,-1 0 0 0 0,2 0 0 0 0,0 0-1 0 0,0-1 1 0 0,1 0 0 0 0,0 0 0 0 0,1-1-1 0 0,0 0 1 0 0,13 12 0 0 0,14 9 10 0 0,64 43 0 0 0,-70-53-10 0 0,0 0-4 0 0,1-1 0 0 0,0-1 1 0 0,1-2-1 0 0,64 23 1 0 0,-78-34 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7:21:29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0 197 96 0 0,'1'0'0'0'0,"-1"1"0"0"0,1 2 168 0 0,0 0 0 0 0,0 0 0 0 0,0 0 0 0 0,1-1 0 0 0,-1 1 0 0 0,1 0 0 0 0,-1-1 0 0 0,1 0 0 0 0,0 1 0 0 0,3 2 0 0 0,5 8 479 0 0,9 22 1932 0 0,24 63-1 0 0,-27-61-1356 0 0,-9-15-249 0 0,-7-20-14 0 0,1-5-137 0 0,-1-13-505 0 0,3-17-124 0 0,1 1-1 0 0,1-1 1 0 0,2 1 0 0 0,2 1 0 0 0,0-1-1 0 0,2 1 1 0 0,2 1 0 0 0,30-54 0 0 0,-36 74-176 0 0,0 0 0 0 0,1 1 0 0 0,0 0 0 0 0,1 0 0 0 0,0 1 0 0 0,15-11 1 0 0,-17 14-18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7:21:31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268 662 96 0 0,'45'-1'29'0'0,"0"-2"1"0"0,68-14-1 0 0,-75 9-2 0 0,-1-1 1 0 0,0-3-1 0 0,-1 0 0 0 0,-1-3 0 0 0,0-1 0 0 0,36-22 1 0 0,-57 29 135 0 0,0 0 0 0 0,-1-2 0 0 0,0 1 0 0 0,-1-2 0 0 0,0 1 1 0 0,-1-2-1 0 0,0 0 0 0 0,-1 0 0 0 0,-1-1 0 0 0,0 0 0 0 0,8-16 1 0 0,-14 22-34 0 0,1 0 1 0 0,-1 0-1 0 0,-1 0 0 0 0,1 0 1 0 0,-2-1-1 0 0,1 1 1 0 0,-1-1-1 0 0,0 1 1 0 0,-1-1-1 0 0,0 1 1 0 0,0-1-1 0 0,-1 0 1 0 0,0 1-1 0 0,0-1 1 0 0,-1 1-1 0 0,0 0 1 0 0,-1-1-1 0 0,0 1 0 0 0,0 0 1 0 0,-1 1-1 0 0,1-1 1 0 0,-2 1-1 0 0,-6-10 1 0 0,1 4-18 0 0,-2 1-1 0 0,1 0 1 0 0,-2 1 0 0 0,1 0 0 0 0,-1 0 0 0 0,-1 2 0 0 0,0 0-1 0 0,-1 0 1 0 0,1 1 0 0 0,-1 1 0 0 0,-1 1 0 0 0,0 0 0 0 0,-23-6-1 0 0,-3 3 62 0 0,0 1 0 0 0,0 2 0 0 0,0 2 0 0 0,-49 1 0 0 0,70 4-110 0 0,-1 1 1 0 0,1 1-1 0 0,-1 1 0 0 0,1 1 0 0 0,0 0 0 0 0,1 2 1 0 0,-1 0-1 0 0,1 2 0 0 0,1 0 0 0 0,0 1 1 0 0,0 1-1 0 0,1 1 0 0 0,0 0 0 0 0,1 2 0 0 0,0 0 1 0 0,1 0-1 0 0,-23 29 0 0 0,34-36 8 0 0,0 0 0 0 0,1 0 1 0 0,-1 0-1 0 0,2 1 0 0 0,-1-1 0 0 0,1 1 1 0 0,0 0-1 0 0,1 0 0 0 0,0 0 0 0 0,0 0 0 0 0,1 1 1 0 0,0-1-1 0 0,0 0 0 0 0,1 1 0 0 0,0-1 1 0 0,0 0-1 0 0,1 1 0 0 0,0-1 0 0 0,1 0 0 0 0,4 16 1 0 0,-3-14 10 0 0,1 1 0 0 0,0-1 0 0 0,1-1 0 0 0,-1 1 0 0 0,2-1 1 0 0,-1 0-1 0 0,2 0 0 0 0,-1 0 0 0 0,1-1 0 0 0,0 0 1 0 0,1 0-1 0 0,-1-1 0 0 0,2 0 0 0 0,-1 0 0 0 0,1-1 0 0 0,9 5 1 0 0,9 3 7 0 0,-1-2 1 0 0,2-1 0 0 0,0-1-1 0 0,0-1 1 0 0,0-2 0 0 0,1-1 0 0 0,0-1-1 0 0,43 2 1 0 0,-53-7-53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7:21:32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1 336 96 0 0,'3'25'147'0'0,"0"-9"57"0"0,2 6 207 0 0,6 16 369 0 0,-7-28-598 0 0,0-1 0 0 0,1 1 0 0 0,8 12 1 0 0,-13-22-140 0 0,0 0 0 0 0,0 1 0 0 0,0-1 1 0 0,0 0-1 0 0,0 0 0 0 0,0 0 0 0 0,0 0 1 0 0,1 0-1 0 0,-1 0 0 0 0,0 0 0 0 0,0 0 1 0 0,0 0-1 0 0,0 0 0 0 0,0 1 0 0 0,1-1 1 0 0,-1 0-1 0 0,0 0 0 0 0,0 0 0 0 0,0 0 0 0 0,0 0 1 0 0,1 0-1 0 0,-1 0 0 0 0,0 0 0 0 0,0 0 1 0 0,0 0-1 0 0,0 0 0 0 0,1 0 0 0 0,-1 0 1 0 0,0-1-1 0 0,0 1 0 0 0,0 0 0 0 0,0 0 1 0 0,0 0-1 0 0,1 0 0 0 0,-1 0 0 0 0,0 0 1 0 0,0 0-1 0 0,0 0 0 0 0,0 0 0 0 0,0-1 1 0 0,0 1-1 0 0,0 0 0 0 0,1 0 0 0 0,-1 0 1 0 0,0 0-1 0 0,0 0 0 0 0,0 0 0 0 0,0-1 1 0 0,0 1-1 0 0,8-13 625 0 0,3-16-295 0 0,-11 28-319 0 0,14-44 874 0 0,0-1-116 0 0,2 1 1 0 0,2 0-1 0 0,45-81 0 0 0,-53 110-722 0 0,0 0 0 0 0,2 0 0 0 0,0 1-1 0 0,0 1 1 0 0,1 0 0 0 0,1 1 0 0 0,19-14 0 0 0,-25 22-90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7:21:34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323 534 96 0 0,'15'7'0'0'0,"6"2"0"0"0,-12-5 0 0 0,1-2 0 0 0,-1 1 0 0 0,19 2 0 0 0,13-3 124 0 0,1-2 0 0 0,-1-1 1 0 0,0-2-1 0 0,0-2 0 0 0,-1-2 0 0 0,44-13 0 0 0,-70 17 118 0 0,0-2-1 0 0,-1 0 0 0 0,1 0 0 0 0,-1-1 0 0 0,0-1 1 0 0,0 0-1 0 0,-1-1 0 0 0,0 0 0 0 0,0-1 1 0 0,-1 0-1 0 0,0-1 0 0 0,0 0 0 0 0,10-14 1 0 0,-16 17-42 0 0,0-1 0 0 0,0 0 0 0 0,0 0 0 0 0,-1 0 0 0 0,-1 0 0 0 0,1 0 0 0 0,-1-1 0 0 0,0 0 0 0 0,-1 1 0 0 0,0-1 0 0 0,-1 0 0 0 0,0 0 0 0 0,0 0 0 0 0,-1-1 0 0 0,0 1 0 0 0,0 0 0 0 0,-1 0 0 0 0,0 0 1 0 0,-1 0-1 0 0,0 0 0 0 0,0 1 0 0 0,-5-10 0 0 0,2 4-149 0 0,0 2 0 0 0,-1-1-1 0 0,-1 0 1 0 0,0 1 0 0 0,-1 1 0 0 0,0-1 0 0 0,0 1 0 0 0,-15-14 0 0 0,14 18-19 0 0,1 0 1 0 0,-1 0-1 0 0,0 1 1 0 0,-1 0-1 0 0,0 0 1 0 0,0 1-1 0 0,0 1 1 0 0,-1-1-1 0 0,1 2 1 0 0,-1 0-1 0 0,-11-3 1 0 0,-21-1-57 0 0,0 1 0 0 0,-1 3 0 0 0,1 1 0 0 0,-1 2 0 0 0,0 2 0 0 0,1 2 0 0 0,0 2 0 0 0,-68 18 0 0 0,94-19 50 0 0,0 1 0 0 0,0 0-1 0 0,1 1 1 0 0,0 1 0 0 0,0 1 0 0 0,1 0 0 0 0,0 1 0 0 0,0 1 0 0 0,1 0 0 0 0,1 1 0 0 0,0 1 0 0 0,0 0-1 0 0,1 0 1 0 0,1 1 0 0 0,1 1 0 0 0,0 0 0 0 0,0 0 0 0 0,2 1 0 0 0,0 0 0 0 0,-12 34 0 0 0,19-44 9 0 0,-1 0 0 0 0,0 0 0 0 0,1 0-1 0 0,0 1 1 0 0,1-1 0 0 0,-1 1 0 0 0,1-1 0 0 0,1 0 0 0 0,-1 1 0 0 0,1-1 0 0 0,0 0 0 0 0,0 1 0 0 0,1-1 0 0 0,0 0 0 0 0,0 0 0 0 0,0 0 0 0 0,1 0 0 0 0,0-1 0 0 0,0 1 0 0 0,1-1 0 0 0,-1 1-1 0 0,1-1 1 0 0,8 8 0 0 0,-4-6 34 0 0,1 0 0 0 0,0 0 0 0 0,0 0 0 0 0,1-1-1 0 0,-1-1 1 0 0,1 1 0 0 0,1-2 0 0 0,-1 1 0 0 0,1-2 0 0 0,0 1-1 0 0,0-1 1 0 0,18 2 0 0 0,54 3 318 0 0,-59-7-307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01T09:46:12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6:46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78 96 0 0,'-2'-4'0'0'0,"0"5"0"0"0,3 5 0 0 0,3-5 0 0 0,-2-2 138 0 0,1 1 0 0 0,0-1 1 0 0,0 0-1 0 0,0 0 0 0 0,0 0 0 0 0,-1 0 0 0 0,1 0 1 0 0,-1-1-1 0 0,1 1 0 0 0,-1-1 0 0 0,3-1 0 0 0,22-13 1052 0 0,-13 11-1034 0 0,13-6 482 0 0,36-9 0 0 0,-26 14 426 0 0,0 3-1 0 0,65 1 1 0 0,-2-1-569 0 0,-84 3-437 0 0,1 0 0 0 0,-1 1-1 0 0,0 1 1 0 0,18 4-1 0 0,22 2 19 0 0,322 14 874 0 0,-361-21-894 0 0,250 7 896 0 0,-73 1-291 0 0,1 0-37 0 0,135-9 219 0 0,-238 1-608 0 0,122 16 0 0 0,-107-6-104 0 0,-45-5-65 0 0,328 17 403 0 0,-282-24-300 0 0,95 2 158 0 0,-112-2-193 0 0,112-16-1 0 0,-18 1-66 0 0,57 2-41 0 0,182-8 22 0 0,-350 20-47 0 0,329 0 28 0 0,-291 5-26 0 0,90 7 13 0 0,-185-8-11 0 0,538 45 69 0 0,-16-64-38 0 0,-407 8-32 0 0,205 6 60 0 0,-257 3-12 0 0,-58-1-12 0 0,-1 0 0 0 0,0 2 0 0 0,0 0 0 0 0,0 2 0 0 0,39 8 0 0 0,-47-10-3 0 0,-11-1-14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6:48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96 0 0,'0'-1'0'0'0,"1"3"0"0"0,3 6 0 0 0,1 0 0 0 0,-3 0 0 0 0,0-2 0 0 0,-1 1 58 0 0,0-1 1 0 0,0 0-1 0 0,0 1 0 0 0,-1 10 0 0 0,-1-12 4 0 0,1 1 0 0 0,1-1 1 0 0,-1 0-1 0 0,1 1 0 0 0,2 9 0 0 0,92 267 2190 0 0,-69-200-1504 0 0,-3 1 0 0 0,22 166 0 0 0,-8 33 276 0 0,-2-33-234 0 0,-2-23-163 0 0,48 383 613 0 0,-10-252-332 0 0,-5-31 115 0 0,-59-277-828 0 0,-3 1 0 0 0,-1 56 0 0 0,-13 101 282 0 0,-1 16-79 0 0,-15 189 120 0 0,2-100-243 0 0,-4 4-36 0 0,0 3 9 0 0,-1 295 188 0 0,0-322-307 0 0,7-90-38 0 0,9-59-30 0 0,-20 289 55 0 0,28 29-22 0 0,1-59-20 0 0,4-34 29 0 0,-4-189-40 0 0,-1 11 24 0 0,44 448 660 0 0,-31-527-615 0 0,60 571 317 0 0,-30-359-303 0 0,-28-251-132 0 0,-4-1 1 0 0,-2 1 0 0 0,-4 0-1 0 0,-3 0 1 0 0,-14 82-1 0 0,5-54-28 0 0,5 2 0 0 0,8 175 0 0 0,5-152-44 0 0,6 0 0 0 0,45 205 1 0 0,-1-160 57 0 0,-25-81 0 0 0,-4-15-2 0 0,-11-34-2 0 0,15 67 0 0 0,-20-38-13 0 0,-3 0 0 0 0,-3 119 0 0 0,3 33-10 0 0,21 187 19 0 0,-23-330 8 0 0,6 46 0 0 0,-9-106 0 0 0,-2 0 0 0 0,0 0 0 0 0,-1-1 0 0 0,-2 19 0 0 0,-1 35-10 0 0,3-62-11 0 0,0-7 12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6:51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 0 0,'3'0'0'0'0,"1"0"0"0"0,-1 0 1 0 0,-3 0 6 0 0,128 0 1249 0 0,151 8 431 0 0,-191-4-1220 0 0,47 5 414 0 0,-89-5-439 0 0,50-1 0 0 0,27 1 613 0 0,44 3 437 0 0,-91-6-928 0 0,55-5 532 0 0,-119 4-1017 0 0,0-1 0 0 0,-1 0 0 0 0,1-1-1 0 0,14-4 1 0 0,-14 4 8 0 0,0-1 0 0 0,24-1 0 0 0,-7-7-36 0 0,-28 11-55 0 0,0 0 0 0 0,0 1 0 0 0,0-1 0 0 0,0 0 0 0 0,0 0 1 0 0,0 1-1 0 0,0-1 0 0 0,0 1 0 0 0,0-1 0 0 0,0 1 0 0 0,0 0 1 0 0,0-1-1 0 0,-1 1 0 0 0,1 0 0 0 0,0-1 0 0 0,0 1 0 0 0,-1 0 1 0 0,1 0-1 0 0,0 0 0 0 0,-1-1 0 0 0,1 1 0 0 0,-1 0 0 0 0,1 0 1 0 0,0 2-1 0 0,9 37-202 0 0,-9-24 131 0 0,0 0 1 0 0,-1 1-1 0 0,-2 16 1 0 0,0-6 110 0 0,2 0 1 0 0,0 0 0 0 0,2 0-1 0 0,5 28 1 0 0,2 16 36 0 0,21 140 557 0 0,-22-163-487 0 0,15 90 182 0 0,57 359 617 0 0,-31-262-502 0 0,-1-5-96 0 0,-33-136-226 0 0,22 199 180 0 0,-6-1 66 0 0,-11-129-72 0 0,13 264 442 0 0,33 202-178 0 0,-2-56-366 0 0,-50-146 31 0 0,-3-162-82 0 0,0-15-9 0 0,-11-193-106 0 0,16 619 188 0 0,-5-489-164 0 0,16 182 18 0 0,-5 467 6 0 0,-48-502-5 0 0,5-105 0 0 0,19-20-16 0 0,1-43-35 0 0,-12-25-12 0 0,0 8-1 0 0,4 81-1 0 0,-3 135 5 0 0,-20 96 125 0 0,28-427-111 0 0,-20 133 82 0 0,-3 44 23 0 0,-51 452 226 0 0,30-317-269 0 0,-8 50 133 0 0,-21 142 224 0 0,53-311-305 0 0,14-140-89 0 0,-19 109 84 0 0,-7 73 284 0 0,24-170-208 0 0,6-59-87 0 0,-1 55-1 0 0,7-51-65 0 0,3 83 27 0 0,9 75-64 0 0,-5-57-39 0 0,-1-77 1 0 0,-4 1 1 0 0,-7 74-1 0 0,4-132 22 0 0,-8 31 0 0 0,7-31 0 0 0,2 0-1 0 0,2-11-2 0 0,1-10-1 0 0,-3-13 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6:5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96 0 0,'-2'0'0'0'0,"0"0"0"0"0,-1 0 0 0 0,-1 0 0 0 0,-2 0 0 0 0,2 0 0 0 0,0 0 0 0 0,1 0 495 0 0,93-1 815 0 0,196 9 886 0 0,-120 4-1157 0 0,-66-6-162 0 0,123 23-1 0 0,83 7 790 0 0,-37-7-492 0 0,160 32 193 0 0,-133-22-762 0 0,-146-23-294 0 0,199-6-1 0 0,-60-4-32 0 0,457-12 330 0 0,-661 3-543 0 0,484-7 366 0 0,-349 8-215 0 0,-102-1-92 0 0,153 2 241 0 0,203-5 98 0 0,-213-3-386 0 0,-15 2-18 0 0,-89 0-57 0 0,113-11 4 0 0,-39-4-3 0 0,31-5 2 0 0,-209 22 7 0 0,-1 1 0 0 0,95 7 1 0 0,-83 3-8 0 0,54 1 1 0 0,-114-6-6 0 0,-5 0 0 0 0,44-6 0 0 0,-30 1 0 0 0,0 1 0 0 0,1 2 0 0 0,-1-2 0 0 0,-6 1 0 0 0,0 1 0 0 0,2 0 0 0 0,-1 1 0 0 0,-1-4 0 0 0,-2 2 0 0 0,0 1 0 0 0,-1-1 0 0 0,1 1 0 0 0,-1 0 0 0 0,1 1 0 0 0,0 0 0 0 0,-1 0 0 0 0,0 0 0 0 0,0 0 0 0 0,-1 0 0 0 0,0 1 0 0 0,0-1 0 0 0,0 0 0 0 0,0 1 0 0 0,0 0 0 0 0,0 0 0 0 0,-1 0 0 0 0,4 1 0 0 0,11 4 0 0 0,-15-6 0 0 0,28 3-11 0 0,1 2 0 0 0,40 11 1 0 0,-52-7-16 0 0,-17-8 10 0 0,1 1 0 0 0,-1-1-1 0 0,1 0 1 0 0,-1 0-1 0 0,1 0 1 0 0,0 0-1 0 0,0-1 1 0 0,-1 1-1 0 0,1-1 1 0 0,0 0-1 0 0,3 1 1 0 0,71-1-83 0 0,-75 0 96 0 0,-1 1 0 0 0,0-1 0 0 0,0 1-1 0 0,1-1 1 0 0,-1 1 0 0 0,0 0 0 0 0,0 0-1 0 0,0 0 1 0 0,0 0 0 0 0,0 0 0 0 0,0 0-1 0 0,2 2 1 0 0,-2-2-1 0 0,-1-1-4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6:5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96 0 0,'0'-2'0'0'0,"0"5"0"0"0,0 1 0 0 0,1-1 0 0 0,0-2 0 0 0,4 0 0 0 0,8 4 0 0 0,9 1 0 0 0,6-3 0 0 0,3-3 0 0 0,1 0 0 0 0,219-1 359 0 0,-88 11 674 0 0,-55-13 3 0 0,58 2 520 0 0,-155 1-1432 0 0,0-1-1 0 0,0 0 1 0 0,0 0-1 0 0,14-5 1 0 0,-13 3 80 0 0,0 1 0 0 0,24-2 1 0 0,64 2 493 0 0,-68 17-309 0 0,-28-13-367 0 0,-1-1 0 0 0,1 1 0 0 0,-1 0 0 0 0,1 0-1 0 0,-1 0 1 0 0,0 1 0 0 0,0-1 0 0 0,5 6-1 0 0,7 5 71 0 0,-10-8-56 0 0,0-1-1 0 0,-1 2 1 0 0,1-1-1 0 0,-1 0 1 0 0,-1 1-1 0 0,1 0 1 0 0,3 8-1 0 0,-1-3 11 0 0,-2-2-21 0 0,-1 0 0 0 0,0 0 0 0 0,0 1 0 0 0,-1-1 0 0 0,0 1 0 0 0,1 16 0 0 0,2 11 33 0 0,10 26 116 0 0,31 83-1 0 0,0-2 23 0 0,-37-102-66 0 0,-2 2 0 0 0,2 69 0 0 0,2 11 273 0 0,-10-105-291 0 0,0 0 0 0 0,-1 0 0 0 0,-4 27 1 0 0,-1 23 237 0 0,4-60-310 0 0,0 1 0 0 0,0-1 0 0 0,-1 0 0 0 0,-6 17 0 0 0,1-2-16 0 0,2-10-16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6:5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4008 0 0,'0'27'98'0'0,"2"16"172"0"0,0 0 74 0 0,2 23 127 0 0,0 6-318 0 0,-2-54-109 0 0,1 0 1 0 0,0 0 0 0 0,10 27-1 0 0,-7-26 11 0 0,0 0 1 0 0,4 36-1 0 0,-6-24 38 0 0,3 0 0 0 0,0-1 0 0 0,13 34 0 0 0,3 8 167 0 0,-7-9 55 0 0,-5-17 262 0 0,2-1 1 0 0,2 0-1 0 0,21 44 1 0 0,-27-70-299 0 0,0-1-1 0 0,1 0 0 0 0,1 0 1 0 0,1-1-1 0 0,0 0 1 0 0,29 28-1 0 0,-38-42-209 0 0,0 0 0 0 0,-1 0-1 0 0,1 0 1 0 0,-1 0-1 0 0,0 1 1 0 0,0-1 0 0 0,0 1-1 0 0,0-1 1 0 0,2 8-1 0 0,5 10 273 0 0,-5-15-234 0 0,0 1 0 0 0,1-1 0 0 0,0 0 0 0 0,6 6 0 0 0,-7-7-48 0 0,1 0 1 0 0,-1 1-1 0 0,1-1 1 0 0,-2 1-1 0 0,1-1 0 0 0,3 8 1 0 0,-6-11-31 0 0,0 0 0 0 0,1 1 0 0 0,-1-1 0 0 0,1 0 0 0 0,-1 0 0 0 0,1 0 0 0 0,0 0 0 0 0,0 0 0 0 0,0 0 0 0 0,0-1 0 0 0,1 1 0 0 0,-1 0 1 0 0,0-1-1 0 0,1 0 0 0 0,-1 0 0 0 0,1 0 0 0 0,-1 0 0 0 0,1 0 0 0 0,-1 0 0 0 0,1 0 0 0 0,0-1 0 0 0,-1 0 0 0 0,1 1 0 0 0,0-1 0 0 0,-1 0 0 0 0,4-1 1 0 0,10 1 31 0 0,-1-1 1 0 0,0-1 0 0 0,22-6 0 0 0,-22 5-38 0 0,14-5 64 0 0,43-16 0 0 0,-46 15-38 0 0,0 0 0 0 0,32-6 0 0 0,-13 7 2 0 0,87-11 130 0 0,91-7 163 0 0,-59 26-129 0 0,-105-2-145 0 0,-45 4-55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6:5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96 0 0,'0'-3'0'0'0,"1"2"17"0"0,-1 0 0 0 0,0 0 0 0 0,0 0 0 0 0,0 0-1 0 0,1 0 1 0 0,-1 0 0 0 0,0 0 0 0 0,1 1 0 0 0,-1-1 0 0 0,1 0 0 0 0,-1 0 0 0 0,1 0-1 0 0,0 0 1 0 0,-1 0 0 0 0,1 1 0 0 0,0-1 0 0 0,0 0 0 0 0,-1 1 0 0 0,1-1 0 0 0,0 1-1 0 0,0-1 1 0 0,0 0 0 0 0,0 1 0 0 0,0 0 0 0 0,0-1 0 0 0,0 1 0 0 0,-1 0 0 0 0,1-1-1 0 0,2 1 1 0 0,17-2 636 0 0,11-1 62 0 0,56 0 0 0 0,-7 2 104 0 0,237-12 1087 0 0,-51 3-620 0 0,361-1 1826 0 0,-471 11-2439 0 0,195 15 558 0 0,342-33 271 0 0,-355-10-528 0 0,169-10 151 0 0,-334 28-689 0 0,-160 10-396 0 0,0 1 0 0 0,-1 1 0 0 0,1 0 1 0 0,-1 1-1 0 0,1 1 0 0 0,-1 0 0 0 0,14 6 0 0 0,-4 2-29 0 0,0 1-1 0 0,-1 1 1 0 0,0 0-1 0 0,-1 2 1 0 0,-1 1-1 0 0,-1 0 1 0 0,0 1-1 0 0,-1 1 1 0 0,23 33 0 0 0,-25-24-11 0 0,-1 1 0 0 0,-1 1 0 0 0,16 59 0 0 0,-21-49 0 0 0,-1 0 1 0 0,-3 0 0 0 0,0 70 0 0 0,0 12 4 0 0,10 38 71 0 0,22 334 585 0 0,-23-353-274 0 0,53 238 1 0 0,-46-280-339 0 0,-11-64-36 0 0,2-1 0 0 0,1 0 0 0 0,17 32 0 0 0,-12-27-7 0 0,18 57 0 0 0,-34-93-6 0 0,0 1 1 0 0,-1 0 0 0 0,1 0-1 0 0,0 0 1 0 0,-1 0-1 0 0,0-1 1 0 0,0 1 0 0 0,0 0-1 0 0,0 0 1 0 0,-2 5-1 0 0,-3 3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00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1 488 0 0,'6'22'278'0'0,"-5"10"689"0"0,-1-12-388 0 0,7 26 311 0 0,2-1 1 0 0,2 0-1 0 0,30 80 1 0 0,-19-65-419 0 0,14 72-1 0 0,28 108 450 0 0,-3-15-359 0 0,95 684 1932 0 0,-151-855-2306 0 0,-3-1 0 0 0,-1 1-1 0 0,-3-1 1 0 0,-3 1 0 0 0,-1-1-1 0 0,-3 0 1 0 0,-29 92 0 0 0,13-83 13 0 0,-3-1 0 0 0,-50 80 0 0 0,61-110-116 0 0,3-10 13 0 0,-1 0 0 0 0,-1-2 0 0 0,-1 0 1 0 0,-37 33-1 0 0,28-28 36 0 0,-2-1 38 0 0,22-19-114 0 0,0 0-1 0 0,1 1 0 0 0,0 0 0 0 0,0-1 1 0 0,0 1-1 0 0,-8 11 0 0 0,13-15-50 0 0,0 0 0 0 0,1 0 0 0 0,-1 0 0 0 0,0 0-1 0 0,0 0 1 0 0,0 0 0 0 0,1 0 0 0 0,-1 0 0 0 0,1 0-1 0 0,-1-1 1 0 0,0 1 0 0 0,1 0 0 0 0,-1 0 0 0 0,1 0 0 0 0,0-1-1 0 0,-1 1 1 0 0,1 0 0 0 0,0-1 0 0 0,-1 1 0 0 0,1 0 0 0 0,0-1-1 0 0,0 1 1 0 0,0-1 0 0 0,1 1 0 0 0,30 5 9 0 0,1-1 0 0 0,0-2 0 0 0,0-1-1 0 0,0-2 1 0 0,34-4 0 0 0,171-31 51 0 0,-118 15 4 0 0,-32 7-10 0 0,527-74 589 0 0,416-34 684 0 0,-883 104-1052 0 0,535-49 811 0 0,-90 15-357 0 0,-389 33-532 0 0,-1 0-32 0 0,-133 11-112 0 0,-47 6-62 0 0,1-2 0 0 0,-1 0-1 0 0,0-1 1 0 0,41-14-1 0 0,-61 18-1052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02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523 189 96 0 0,'3'0'0'0'0,"2"0"0"0"0,3 1 0 0 0,8 5 0 0 0,26 5 0 0 0,-31-11 0 0 0,0-1 0 0 0,580 36 536 0 0,-483-32-237 0 0,147 2 858 0 0,-79-3 578 0 0,183 25-1 0 0,68 20 221 0 0,62-38-576 0 0,-293-11-773 0 0,501-1 1330 0 0,-559-3-1787 0 0,226-39 1 0 0,-289 31-489 0 0,1-2 0 0 0,-2-4 0 0 0,91-37 0 0 0,-154 52 120 0 0,-1 1 0 0 0,0-2 1 0 0,1 1-1 0 0,-2-1 0 0 0,14-11 1 0 0,-22 16 188 0 0,-1 0 1 0 0,1 0 0 0 0,0 1-1 0 0,-1-1 1 0 0,1 0 0 0 0,-1 1-1 0 0,1-1 1 0 0,0 1-1 0 0,0-1 1 0 0,-1 1 0 0 0,1-1-1 0 0,0 1 1 0 0,0 0 0 0 0,0-1-1 0 0,-1 1 1 0 0,1 0 0 0 0,0 0-1 0 0,0-1 1 0 0,0 1-1 0 0,0 0 1 0 0,0 0 0 0 0,0 0-1 0 0,-1 0 1 0 0,1 0 0 0 0,0 0-1 0 0,0 0 1 0 0,1 1 0 0 0,-1 0 9 0 0,0-1 1 0 0,0 1 0 0 0,0 0-1 0 0,0 0 1 0 0,0 1 0 0 0,0-1 0 0 0,0 0-1 0 0,0 0 1 0 0,-1 0 0 0 0,1 0-1 0 0,-1 1 1 0 0,1-1 0 0 0,-1 0 0 0 0,1 1-1 0 0,0 1 1 0 0,1 11 1 0 0,0 0 0 0 0,1 26 0 0 0,-2-29-71 0 0,-1 317-122 0 0,-5-140 646 0 0,5-62 215 0 0,7 427 4040 0 0,-8-486-4181 0 0,0-45-313 0 0,0 1 1 0 0,2-1-1 0 0,4 23 1 0 0,-1-21 175 0 0,1 0 1 0 0,15 39-1 0 0,-16-48 17 0 0,-4-12-333 0 0,0 0-1 0 0,1-1 1 0 0,0 1 0 0 0,0 0 0 0 0,0-1 0 0 0,0 1-1 0 0,0-1 1 0 0,0 1 0 0 0,2 1 0 0 0,-1-1-43 0 0,0-1 35 0 0,-1 0 0 0 0,0 0-1 0 0,1-1 1 0 0,-1 1 0 0 0,0 0 0 0 0,0 0 0 0 0,0 1-1 0 0,-1-1 1 0 0,1 0 0 0 0,0 0 0 0 0,-1 0 0 0 0,1 0 0 0 0,-1 3-1 0 0,0-4-46 0 0,-1 0-1 0 0,1 0 1 0 0,-1-1-1 0 0,1 1 0 0 0,-1 0 1 0 0,0-1-1 0 0,1 1 0 0 0,-1 0 1 0 0,0-1-1 0 0,0 1 0 0 0,1-1 1 0 0,-1 1-1 0 0,0-1 0 0 0,0 0 1 0 0,0 1-1 0 0,0-1 0 0 0,1 0 1 0 0,-1 1-1 0 0,0-1 0 0 0,0 0 1 0 0,0 0-1 0 0,0 0 0 0 0,0 0 1 0 0,0 0-1 0 0,-1 0 0 0 0,0 0-2 0 0,-35 6-23 0 0,0-2 1 0 0,-1-2-1 0 0,-45-2 1 0 0,-114-19-210 0 0,-50-12-299 0 0,51 8 33 0 0,-155-12-601 0 0,-120 23-212 0 0,-416-19-22 0 0,751 19 1222 0 0,-46-2-72 0 0,-97-16-125 0 0,122 9 199 0 0,16 5 79 0 0,-632-80 147 0 0,447 23 542 0 0,249 54-445 0 0,32 5 277 0 0,-73-33 0 0 0,75 28 4 0 0,6 6 151 0 0,25 9-401 0 0,0-1 0 0 0,0 0 0 0 0,1 0 0 0 0,-1-1 0 0 0,-18-14 0 0 0,28 19-233 0 0,-1-3-4 0 0,-2-1-4 0 0,4 3-2 0 0,0 1 0 0 0,0-1 0 0 0,0 0 0 0 0,0 0 0 0 0,0 0 0 0 0,0 0 0 0 0,0-1 0 0 0,1 1 0 0 0,-1 0 0 0 0,1 0 0 0 0,-1 0 0 0 0,1 0 0 0 0,0-1 0 0 0,0 1 0 0 0,0-3 0 0 0,7-34-1 0 0,-4 25 2 0 0,38-321-16 0 0,9-61 87 0 0,-48 384-63 0 0,39-255 391 0 0,-39 244-338 0 0,2 1 0 0 0,0 0 0 0 0,9-23 0 0 0,-12 41-70 0 0,4-4 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12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96 0 0,'2'-2'0'0'0,"-1"5"0"0"0,-1 4 0 0 0,0-2 0 0 0,0 0 0 0 0,0-1 0 0 0,4-2 0 0 0,0-1 0 0 0,1-1 0 0 0,0 0 0 0 0,4 1 0 0 0,2 4 0 0 0,2 1 0 0 0,1-2 0 0 0,-10-2 12 0 0,1-1-1 0 0,-1 0 1 0 0,1 0 0 0 0,0-1 0 0 0,0 1-1 0 0,-1-1 1 0 0,1 0 0 0 0,8-1-1 0 0,6-1 37 0 0,211 5 1280 0 0,-180 0-545 0 0,90 15 0 0 0,12 3 381 0 0,14-19-229 0 0,-44-1-416 0 0,33 8 162 0 0,110-1 309 0 0,368-21-205 0 0,11-16-58 0 0,-98 20 417 0 0,-307 26-594 0 0,10-1 12 0 0,90-5 396 0 0,-2 1 730 0 0,-217-7-1183 0 0,27 0 305 0 0,-50-2 1 0 0,-92-3-807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13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5224 0 0,'0'7'211'0'0,"0"0"0"0"0,-1 1 0 0 0,0-1 0 0 0,-1 0 0 0 0,-2 9 0 0 0,4-16-182 0 0,0 1-1 0 0,0-1 0 0 0,0 0 0 0 0,0 1 0 0 0,0-1 0 0 0,0 1 1 0 0,1-1-1 0 0,-1 0 0 0 0,0 1 0 0 0,0-1 0 0 0,0 1 0 0 0,1-1 1 0 0,-1 0-1 0 0,0 1 0 0 0,1-1 0 0 0,-1 0 0 0 0,0 1 1 0 0,1-1-1 0 0,-1 0 0 0 0,0 0 0 0 0,1 1 0 0 0,-1-1 0 0 0,1 0 1 0 0,-1 0-1 0 0,0 0 0 0 0,1 0 0 0 0,-1 1 0 0 0,1-1 0 0 0,-1 0 1 0 0,0 0-1 0 0,1 0 0 0 0,-1 0 0 0 0,1 0 0 0 0,-1 0 0 0 0,1 0 1 0 0,-1 0-1 0 0,1 0 0 0 0,-1 0 0 0 0,0 0 0 0 0,1-1 0 0 0,-1 1 1 0 0,1 0-1 0 0,-1 0 0 0 0,1 0 0 0 0,9 0 182 0 0,14 7-160 0 0,40 7 1 0 0,16 3-8 0 0,86 23-120 0 0,-26-7 11 0 0,36 6 22 0 0,19 5 56 0 0,-86-1 59 0 0,-76-29 66 0 0,58 18 0 0 0,-59-20 251 0 0,-31-12-361 0 0,1 1-1 0 0,-1-1 1 0 0,0 1 0 0 0,0 0 0 0 0,0 0-1 0 0,1 0 1 0 0,-1 0 0 0 0,0 0 0 0 0,0 0-1 0 0,0 0 1 0 0,0 0 0 0 0,-1 0 0 0 0,1 0-1 0 0,0 0 1 0 0,0 1 0 0 0,-1-1 0 0 0,1 0-1 0 0,-1 1 1 0 0,1-1 0 0 0,0 2 0 0 0,4 4 125 0 0,-4-7-149 0 0,-1 0-1 0 0,0 0 0 0 0,0 0 0 0 0,0 0 1 0 0,0 0-1 0 0,1 0 0 0 0,-1 0 1 0 0,0 0-1 0 0,0 0 0 0 0,0 1 0 0 0,0-1 1 0 0,1 0-1 0 0,-1 0 0 0 0,0 0 0 0 0,0 0 1 0 0,0 1-1 0 0,0-1 0 0 0,0 0 1 0 0,0 0-1 0 0,0 0 0 0 0,1 0 0 0 0,-1 1 1 0 0,0-1-1 0 0,0 0 0 0 0,0 0 0 0 0,0 0 1 0 0,0 1-1 0 0,0-1 0 0 0,0 0 1 0 0,0 0-1 0 0,0 1 0 0 0,0-1 0 0 0,0 0 1 0 0,0 0-1 0 0,0 0 0 0 0,0 1 0 0 0,0-1 1 0 0,-1 0-1 0 0,1 0 0 0 0,0 0 1 0 0,0 0-1 0 0,0 1 0 0 0,0-1 0 0 0,0 0 1 0 0,0 0-1 0 0,0 0 0 0 0,-1 0 1 0 0,1 1-1 0 0,0-1 0 0 0,0 0 0 0 0,0 0 1 0 0,0 0-1 0 0,-1 0 0 0 0,1 0 0 0 0,0 1 1 0 0,-3 2 6 0 0,0-1 1 0 0,0 1-1 0 0,0 0 1 0 0,0-1 0 0 0,-1 0-1 0 0,1 0 1 0 0,-1 0-1 0 0,1 0 1 0 0,-1 0 0 0 0,0-1-1 0 0,0 1 1 0 0,-4 0-1 0 0,-57 12 30 0 0,47-11-25 0 0,-252 41 367 0 0,157-23-94 0 0,-259 60 572 0 0,321-68-751 0 0,20-5-17 0 0,1 0-1 0 0,0 2 1 0 0,-56 27-1 0 0,75-30-80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14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855 751 96 0 0,'8'-1'0'0'0,"1"7"0"0"0,-8-5 0 0 0,0 1 0 0 0,0-1 0 0 0,0 0 0 0 0,0 0 0 0 0,0 0 0 0 0,0 0 0 0 0,0 0 0 0 0,0 0 0 0 0,1 0 0 0 0,-1 0 0 0 0,0 0 0 0 0,1 0 0 0 0,-1-1 0 0 0,0 1 0 0 0,1 0 0 0 0,2 0 0 0 0,0-1 3 0 0,6 0 11 0 0,10-6 47 0 0,-1-2 0 0 0,1 0 0 0 0,-1-1 1 0 0,-1 0-1 0 0,1-2 0 0 0,-2 0 0 0 0,0-1 0 0 0,23-20 0 0 0,-28 21 29 0 0,-1-1 0 0 0,0 0 0 0 0,0-1 1 0 0,-1 0-1 0 0,-1 0 0 0 0,0-1 0 0 0,-1 0 0 0 0,0-1 1 0 0,-1 0-1 0 0,-1 0 0 0 0,8-27 0 0 0,-7 13 95 0 0,-1-1-1 0 0,2-34 1 0 0,-7 53-139 0 0,-1 0 0 0 0,-1 0 0 0 0,0 0 0 0 0,0 1 0 0 0,-1-1 0 0 0,0 0 0 0 0,-1 0 0 0 0,-1 1 0 0 0,-5-13 0 0 0,0 2 45 0 0,-2 0 0 0 0,0 1 1 0 0,-1 0-1 0 0,-29-35 1 0 0,34 47-56 0 0,-2-1 1 0 0,1 1 0 0 0,-1 1 0 0 0,-1-1-1 0 0,1 2 1 0 0,-1-1 0 0 0,0 1-1 0 0,-1 1 1 0 0,1 0 0 0 0,-1 0-1 0 0,-17-4 1 0 0,10 5 13 0 0,1 0 0 0 0,-1 1 1 0 0,0 1-1 0 0,1 1 0 0 0,-1 0 1 0 0,0 2-1 0 0,0 0 0 0 0,0 1 0 0 0,1 0 1 0 0,-1 2-1 0 0,1 0 0 0 0,-1 1 1 0 0,-22 9-1 0 0,12-3 4 0 0,1 1-1 0 0,0 1 1 0 0,1 1 0 0 0,0 2 0 0 0,-25 19 0 0 0,-4 8 84 0 0,31-25-29 0 0,0 0 0 0 0,1 1-1 0 0,1 2 1 0 0,1 0 0 0 0,-35 47-1 0 0,28-24 109 0 0,-43 89 1 0 0,59-105-131 0 0,1 1 0 0 0,2 0 0 0 0,1 1 1 0 0,-7 48-1 0 0,-28 190 489 0 0,-8-18 25 0 0,33-171-423 0 0,11-43-17 0 0,-2 0 0 0 0,-16 42 0 0 0,15-56-55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15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4512 0 0,'2'5'22'0'0,"0"1"34"0"0,-2 1 24 0 0,-1 5 75 0 0,0 8 125 0 0,1-6-222 0 0,1 23 68 0 0,-2 1 0 0 0,-1-1 1 0 0,-2 0-1 0 0,-17 70 0 0 0,12-73 151 0 0,1 0-1 0 0,2 1 0 0 0,1 0 1 0 0,0 66-1 0 0,5-100-196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16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1 3504 0 0,'-2'4'0'0'0,"-1"5"68"0"0,1 0 0 0 0,0 0 0 0 0,1 0 0 0 0,0 0 0 0 0,0 0 0 0 0,2 15 0 0 0,-1-14 20 0 0,0-4-75 0 0,1 0 0 0 0,0 0-1 0 0,0 0 1 0 0,1 0 0 0 0,0 0 0 0 0,0-1 0 0 0,0 1 0 0 0,0-1 0 0 0,6 10-1 0 0,-4-9-8 0 0,4 12 22 0 0,2 0 0 0 0,16 25 0 0 0,-25-42-25 0 0,15 23 41 0 0,5 1 22 0 0,-19-23-54 0 0,78 103 507 0 0,-28-47 1083 0 0,-48-48 304 0 0,-12-9 302 0 0,-8 1-2454 0 0,-472 87 394 0 0,454-83-144 0 0,5-2 13 0 0,-48 16-1 0 0,69-18-11 0 0,0 1 0 0 0,0 1 1 0 0,0 0-1 0 0,1 0 0 0 0,-1 0 0 0 0,1 1 0 0 0,0 0 1 0 0,0 0-1 0 0,1 1 0 0 0,-8 8 0 0 0,12-13 13 0 0,0 1 1 0 0,0 0-1 0 0,0 0 0 0 0,0 0 0 0 0,1 0 0 0 0,-1 0 0 0 0,1 0 1 0 0,-1 1-1 0 0,1-1 0 0 0,0 0 0 0 0,0 1 0 0 0,0-1 0 0 0,0 1 1 0 0,0-1-1 0 0,1 1 0 0 0,-1 0 0 0 0,1-1 0 0 0,0 1 0 0 0,-1 0 0 0 0,1-1 1 0 0,0 1-1 0 0,1 0 0 0 0,-1-1 0 0 0,0 1 0 0 0,1-1 0 0 0,0 1 1 0 0,-1 0-1 0 0,1-1 0 0 0,0 1 0 0 0,0-1 0 0 0,0 0 0 0 0,1 1 1 0 0,1 2-1 0 0,4 8 49 0 0,1 0 0 0 0,0-1 1 0 0,0 0-1 0 0,1-1 1 0 0,1 0-1 0 0,0 0 0 0 0,0-1 1 0 0,19 14-1 0 0,-11-11-5 0 0,0-2 1 0 0,1 0-1 0 0,0-1 0 0 0,0-1 1 0 0,26 9-1 0 0,-4-6 15 0 0,1-2 0 0 0,-1-1 0 0 0,1-3 0 0 0,1-1 0 0 0,59-1 0 0 0,-74-4-28 0 0,-9 1 103 0 0,-1-1 0 0 0,36-5 0 0 0,-49 4-123 0 0,0 0-1 0 0,0-1 0 0 0,0 1 1 0 0,0-1-1 0 0,0 0 0 0 0,-1 0 1 0 0,1-1-1 0 0,-1 1 0 0 0,1-1 0 0 0,-1 0 1 0 0,0 0-1 0 0,0 0 0 0 0,0-1 1 0 0,-1 0-1 0 0,5-4 0 0 0,-6 6-18 0 0,0 0 0 0 0,0 1 0 0 0,0-1 0 0 0,0 1 0 0 0,1-1 0 0 0,-1 1 0 0 0,1 0 0 0 0,3-1 0 0 0,4-3 2 0 0,-8 4-2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16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8536 0 0,'-5'12'7'0'0,"-1"5"9"0"0,3 1 6 0 0,-1 8 25 0 0,-1 8 58 0 0,3-25-53 0 0,1-1 0 0 0,1 1 1 0 0,0 0-1 0 0,1 15 0 0 0,0 1 11 0 0,-2-7 6 0 0,-1 0 1 0 0,0 0-1 0 0,-2-1 0 0 0,-6 20 1 0 0,4-16 120 0 0,-5 42 1 0 0,7-43-36 0 0,0 1 0 0 0,-1-1 0 0 0,-1 1 0 0 0,-1-1 0 0 0,-1-1 0 0 0,-10 20 0 0 0,-4 11 320 0 0,20-46-383 0 0,1-1 1 0 0,-1 1-1 0 0,1 0 0 0 0,0-1 0 0 0,0 1 1 0 0,1 0-1 0 0,-1 0 0 0 0,1 7 1 0 0,0-10-29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18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96 0 0,'0'-1'0'0'0,"0"4"0"0"0,0 4 0 0 0,0-2 0 0 0,0-4 78 0 0,1 1 0 0 0,-1-1 0 0 0,0 0-1 0 0,0 0 1 0 0,1 0 0 0 0,-1 1 0 0 0,1-1 0 0 0,-1 0 0 0 0,1 0 0 0 0,-1 0-1 0 0,1 0 1 0 0,0 0 0 0 0,-1 0 0 0 0,1 0 0 0 0,0 0 0 0 0,0 0 0 0 0,0 0-1 0 0,0 0 1 0 0,0-1 0 0 0,0 1 0 0 0,0 0 0 0 0,0-1 0 0 0,0 1 0 0 0,0-1-1 0 0,1 1 1 0 0,1 1 19 0 0,11 4 401 0 0,0-1 0 0 0,0 0 0 0 0,0-2-1 0 0,0 1 1 0 0,1-2 0 0 0,-1 0 0 0 0,26 1 0 0 0,18 3 295 0 0,51 6 671 0 0,137-3 0 0 0,-23-1-729 0 0,263 6 167 0 0,-27-2-423 0 0,486 54 17 0 0,-565-41-422 0 0,795 63 168 0 0,-601-56-8 0 0,-123-10 0 0 0,-181-15-81 0 0,-208-8-57 0 0,-1 2 0 0 0,117 18 0 0 0,-122-16-80 0 0,-39-3-14 0 0,-6 0-2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19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6520 0 0,'0'3'26'0'0,"0"3"211"0"0,5 5 363 0 0,29 19 101 0 0,86 57-696 0 0,-93-65-28 0 0,2-1 1 0 0,0-1-1 0 0,2-2 0 0 0,0-1 1 0 0,37 14-1 0 0,53 7-13 0 0,-82-28 58 0 0,-1 1 1 0 0,-1 2 0 0 0,0 2 0 0 0,37 20-1 0 0,-66-29 88 0 0,0-1 0 0 0,-1 1 0 0 0,0 1 0 0 0,0-1 0 0 0,0 1-1 0 0,-1 0 1 0 0,8 13 0 0 0,-13-19-97 0 0,-1 0 0 0 0,1 0 0 0 0,-1 0 0 0 0,1 0 1 0 0,-1 0-1 0 0,0 0 0 0 0,1 0 0 0 0,-1 0 0 0 0,0 0 0 0 0,0 0 0 0 0,0 1 0 0 0,0-1 0 0 0,0 0 0 0 0,0 0 0 0 0,0 0 1 0 0,0 0-1 0 0,-1 0 0 0 0,1 1 0 0 0,0-1 0 0 0,-1 0 0 0 0,1 0 0 0 0,-1 0 0 0 0,1 0 0 0 0,-1 0 0 0 0,1 0 1 0 0,-1 0-1 0 0,0 0 0 0 0,1-1 0 0 0,-1 1 0 0 0,0 0 0 0 0,0 0 0 0 0,0 0 0 0 0,0-1 0 0 0,0 1 0 0 0,0 0 0 0 0,0-1 1 0 0,-1 2-1 0 0,-40 16 185 0 0,42-18-197 0 0,-52 17 164 0 0,-90 25 78 0 0,101-33-199 0 0,-14 4 68 0 0,0-3-1 0 0,-102 5 1 0 0,54-11 287 0 0,116-30-298 0 0,96-161-58 0 0,-104 181-40 0 0,-3-7 12 0 0,1-13-9 0 0,-3 15 2 0 0,0 6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08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4912 0 0,'0'9'48'0'0,"2"41"753"0"0,1-30-645 0 0,2-1 1 0 0,0 1-1 0 0,9 21 0 0 0,-5-18-150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17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 96 0 0,'0'-2'0'0'0,"-5"5"0"0"0,-7 4 0 0 0,1-3 0 0 0,5-4 0 0 0,1 0 0 0 0,-3 0 0 0 0,3 0 0 0 0,0 0 0 0 0,1 0 0 0 0,0 0 0 0 0,-2 0 0 0 0,2 0 0 0 0,0 0 0 0 0,3 0 10 0 0,1 1 0 0 0,-1-1 0 0 0,1 0 0 0 0,0 0 0 0 0,-1 0-1 0 0,1 0 1 0 0,-1 1 0 0 0,1-1 0 0 0,-1 0 0 0 0,1 0 0 0 0,0 1 0 0 0,-1-1 0 0 0,1 0 0 0 0,-1 1 0 0 0,1-1 0 0 0,0 1-1 0 0,-1-1 1 0 0,1 0 0 0 0,0 1 0 0 0,0-1 0 0 0,-1 1 0 0 0,1-1 0 0 0,0 0 0 0 0,0 1 0 0 0,0-1 0 0 0,0 1-1 0 0,-1-1 1 0 0,1 1 0 0 0,0-1 0 0 0,0 1 0 0 0,0-1 0 0 0,0 1 0 0 0,0-1 0 0 0,0 1 0 0 0,0-1 0 0 0,0 1 0 0 0,1-1-1 0 0,-1 1 1 0 0,0-1 0 0 0,0 1 0 0 0,0-1 0 0 0,0 1 0 0 0,1-1 0 0 0,-1 1 0 0 0,0-1 0 0 0,0 0 0 0 0,1 1 0 0 0,11 24 688 0 0,-12-24-608 0 0,7 6 42 0 0,1-1 0 0 0,-1 1 0 0 0,1-2 0 0 0,0 1 0 0 0,1-2 0 0 0,-1 1 0 0 0,1-1 0 0 0,0 0 0 0 0,12 3 0 0 0,30 12 199 0 0,-11-4 96 0 0,51 12 0 0 0,107 22 943 0 0,289 53 349 0 0,362-27-75 0 0,-192-21-480 0 0,-286-16-589 0 0,279 35 171 0 0,132 10-92 0 0,-735-80-616 0 0,896 71 555 0 0,168 78-171 0 0,376 55-75 0 0,-1091-162-202 0 0,-157-29 43 0 0,-220-16-154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18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96 0 0,'4'6'0'0'0,"1"6"0"0"0,6 2 1 0 0,2-1 49 0 0,1-1 0 0 0,0 0 0 0 0,1-1 0 0 0,0 0 0 0 0,26 12 0 0 0,91 37 459 0 0,-60-29-135 0 0,-8-2 65 0 0,151 76 1627 0 0,-147-76-803 0 0,-67-29-1244 0 0,-1 0 0 0 0,0 0 0 0 0,1 0 0 0 0,-1 0 0 0 0,1 1 0 0 0,-1-1 0 0 0,0 0 0 0 0,1 0 0 0 0,-1 0 0 0 0,0 0 0 0 0,1 1 0 0 0,-1-1 0 0 0,1 0 0 0 0,-1 0 0 0 0,0 1 0 0 0,0-1 0 0 0,1 0 0 0 0,-1 1 0 0 0,0-1 0 0 0,0 0 0 0 0,1 1 0 0 0,-1-1 0 0 0,0 0 0 0 0,0 1 0 0 0,0-1 0 0 0,1 0 0 0 0,-1 1 0 0 0,0-1 0 0 0,0 1 0 0 0,0-1 0 0 0,0 0 0 0 0,0 1 0 0 0,0-1 0 0 0,0 1 0 0 0,0-1 0 0 0,0 0 0 0 0,0 1 0 0 0,0-1 0 0 0,0 1 0 0 0,0-1 0 0 0,0 0 0 0 0,-1 1 0 0 0,1-1 0 0 0,0 1 0 0 0,0-1 0 0 0,0 0 0 0 0,0 1 0 0 0,-1-1 0 0 0,1 0 0 0 0,0 1 0 0 0,0-1 0 0 0,-1 0 0 0 0,1 0 0 0 0,0 1 0 0 0,-1-1 0 0 0,1 0 0 0 0,0 0 0 0 0,-1 1 0 0 0,1-1 0 0 0,0 0 0 0 0,-1 0 0 0 0,1 0 0 0 0,-1 0 0 0 0,1 1 0 0 0,0-1 0 0 0,-2 0 0 0 0,-23 12 228 0 0,-21 3-97 0 0,1-3 1 0 0,-95 13-1 0 0,-99-6 378 0 0,177-15-491 0 0,39-2-39 0 0,-46 1-15 0 0,64-3 16 0 0,0 0-1 0 0,0-1 0 0 0,0 1 0 0 0,0-1 0 0 0,0 0 0 0 0,0 0 0 0 0,0-1 1 0 0,1 0-1 0 0,-1 0 0 0 0,-4-2 0 0 0,6 2-22 0 0,1-1-1 0 0,-1 1 1 0 0,1 0-1 0 0,0-1 1 0 0,0 1 0 0 0,0-1-1 0 0,1 0 1 0 0,-1 0-1 0 0,0 0 1 0 0,1 0-1 0 0,0 0 1 0 0,0 0-1 0 0,0 0 1 0 0,0 0 0 0 0,0 0-1 0 0,1-1 1 0 0,-1 1-1 0 0,1 0 1 0 0,0 0-1 0 0,0-1 1 0 0,0 1 0 0 0,1 0-1 0 0,-1 0 1 0 0,2-6-1 0 0,1-5-61 0 0,0 1 0 0 0,1 0-1 0 0,1 0 1 0 0,8-18-1 0 0,-5 13-13 0 0,-7 13 76 0 0,1 0 0 0 0,0 0 0 0 0,0 1 0 0 0,1-1 0 0 0,-1 1 0 0 0,1-1 0 0 0,0 1 0 0 0,0 0 0 0 0,6-5 0 0 0,-9 9 24 0 0,0-1-1 0 0,1 1 0 0 0,-1 0 0 0 0,0 0 0 0 0,0 0 0 0 0,0 0 1 0 0,0 0-1 0 0,1 0 0 0 0,-1 0 0 0 0,0-1 0 0 0,0 1 0 0 0,0 0 0 0 0,0 0 1 0 0,0 0-1 0 0,1 0 0 0 0,-1-1 0 0 0,0 1 0 0 0,0 0 0 0 0,0 0 1 0 0,0 0-1 0 0,0 0 0 0 0,0-1 0 0 0,0 1 0 0 0,0 0 0 0 0,0 0 1 0 0,0 0-1 0 0,0-1 0 0 0,0 1 0 0 0,0 0 0 0 0,0 0 0 0 0,0 0 0 0 0,0-1 1 0 0,0 1-1 0 0,0 0 0 0 0,0 0 0 0 0,0 0 0 0 0,0-1 0 0 0,0 1 1 0 0,0 0-1 0 0,-1-1-1 0 0,1 1 1 0 0,0-1 0 0 0,0 1 0 0 0,0 0-1 0 0,0-1 1 0 0,0 1 0 0 0,0-1 0 0 0,0 1-1 0 0,0-1 1 0 0,0 1 0 0 0,0-1 0 0 0,0 1-1 0 0,0 0 1 0 0,0-1 0 0 0,1 1 0 0 0,-1-1-1 0 0,0 1 1 0 0,0-1 0 0 0,0 1 0 0 0,1 0 0 0 0,-1-1-1 0 0,0 1 1 0 0,0 0 0 0 0,1-1 0 0 0,-1 1-1 0 0,0 0 1 0 0,1-1 0 0 0,-1 1 0 0 0,0 0-1 0 0,1-1 1 0 0,-1 1 0 0 0,0 0 0 0 0,1 0-1 0 0,-1 0 1 0 0,1-1 0 0 0,0 1 5 0 0,-1 0 1 0 0,1 0-1 0 0,-1 0 1 0 0,1-1 0 0 0,-1 1-1 0 0,1 0 1 0 0,-1 0-1 0 0,0 0 1 0 0,1 0-1 0 0,-1 0 1 0 0,1 0-1 0 0,-1 0 1 0 0,1 0-1 0 0,-1 0 1 0 0,1 0 0 0 0,-1 1-1 0 0,1-1 1 0 0,-1 0-1 0 0,1 0 1 0 0,-1 0-1 0 0,1 0 1 0 0,-1 1-1 0 0,0-1 1 0 0,1 0-1 0 0,-1 1 1 0 0,0-1 0 0 0,1 0-1 0 0,-1 1 1 0 0,1-1-1 0 0,-1 0 1 0 0,0 1-1 0 0,0-1 1 0 0,1 0-1 0 0,-1 1 1 0 0,0-1-1 0 0,0 1 1 0 0,1 0 0 0 0,5 11 98 0 0,51 58 1226 0 0,-50-59-1066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497 900 96 0 0,'1'0'60'0'0,"4"-3"39"0"0,10-3 297 0 0,-6 2-242 0 0,0 0 1 0 0,0 0-1 0 0,-1-1 0 0 0,0 0 1 0 0,0-1-1 0 0,0 0 1 0 0,-1 0-1 0 0,0 0 1 0 0,0-1-1 0 0,-1 0 0 0 0,9-12 1 0 0,-2-7 141 0 0,-1-1 0 0 0,11-40 0 0 0,-15 41-178 0 0,-2 9-36 0 0,-1 0 0 0 0,-1-1 0 0 0,0 1 0 0 0,-1-1-1 0 0,0-23 1 0 0,-3-3 41 0 0,-3 1-1 0 0,-1-1 1 0 0,-11-47-1 0 0,8 66-73 0 0,0-1 0 0 0,-1 2 0 0 0,-1-1 0 0 0,-2 1 1 0 0,0 0-1 0 0,-22-32 0 0 0,26 46-33 0 0,-1 1 1 0 0,1 0 0 0 0,-1 1 0 0 0,-1 0 0 0 0,0 0-1 0 0,0 1 1 0 0,0 0 0 0 0,-1 0 0 0 0,0 1 0 0 0,0 0 0 0 0,-16-5-1 0 0,19 8-4 0 0,-1 0 0 0 0,0 0 0 0 0,0 1 0 0 0,0 1 0 0 0,0-1 0 0 0,0 1 0 0 0,0 0 0 0 0,-1 1 0 0 0,1 0 0 0 0,0 1 0 0 0,0-1 0 0 0,-1 1 0 0 0,1 1 0 0 0,0 0 0 0 0,0 0 0 0 0,-15 6 0 0 0,17-4 5 0 0,-1 0 1 0 0,1 0-1 0 0,0 1 1 0 0,0 0-1 0 0,0 0 0 0 0,1 0 1 0 0,0 1-1 0 0,-5 6 1 0 0,-35 55 135 0 0,28-41-91 0 0,-10 18 172 0 0,2 0 0 0 0,2 2 0 0 0,2 1 0 0 0,2 1 0 0 0,3 1 0 0 0,-20 90 0 0 0,22-59 481 0 0,4 1 1 0 0,4-1-1 0 0,5 129 1 0 0,8-67 82 0 0,5 213 652 0 0,-13-314-1314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1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1200 0 0,'12'27'1918'0'0,"-11"-25"-1727"0"0,0-1 0 0 0,0 1 1 0 0,0-1-1 0 0,0 1 0 0 0,0-1 0 0 0,-1 1 0 0 0,1 0 0 0 0,-1-1 0 0 0,1 1 1 0 0,-1 0-1 0 0,0 0 0 0 0,1-1 0 0 0,-1 1 0 0 0,0 0 0 0 0,0 0 1 0 0,-1 2-1 0 0,0 12 104 0 0,-1-7-79 0 0,2 1 0 0 0,-1 0 0 0 0,1-1 0 0 0,1 1-1 0 0,2 14 1 0 0,2 18 47 0 0,-5-42-274 0 0,0 0 0 0 0,0 0 0 0 0,0 1 0 0 0,0-1 0 0 0,0 0 0 0 0,0 0 0 0 0,0 0 0 0 0,0 0 0 0 0,0 1 0 0 0,0-1 0 0 0,0 0 0 0 0,0 0 0 0 0,0 0 0 0 0,0 1 0 0 0,0-1 0 0 0,0 0 0 0 0,0 0-1 0 0,0 0 1 0 0,0 1 0 0 0,0-1 0 0 0,0 0 0 0 0,0 0 0 0 0,1 0 0 0 0,-1 0 0 0 0,0 0 0 0 0,0 1 0 0 0,0-1 0 0 0,0 0 0 0 0,0 0 0 0 0,1 0 0 0 0,-1 0 0 0 0,0 0 0 0 0,0 0 0 0 0,0 0 0 0 0,0 0 0 0 0,1 1 0 0 0,-1-1 0 0 0,0 0 0 0 0,0 0 0 0 0,0 0 0 0 0,1 0 0 0 0,-1 0 0 0 0,0 0 0 0 0,0 0 0 0 0,0 0 0 0 0,1 0 0 0 0,-1 0 0 0 0,0 0-1 0 0,0 0 1 0 0,1-1 0 0 0,11-6-310 0 0,4-9 96 0 0,6-8-93 0 0,-1-2 1 0 0,30-47 0 0 0,16-20-490 0 0,-53 76 672 0 0,-6 8-157 0 0,0 0 1 0 0,0 0-1 0 0,15-12 1 0 0,-19 18 190 0 0,-1 1 1 0 0,1 0-1 0 0,0 0 1 0 0,0 0-1 0 0,0 0 0 0 0,1 0 1 0 0,-1 1-1 0 0,0 0 1 0 0,1 0-1 0 0,-1 0 1 0 0,1 0-1 0 0,-1 1 0 0 0,6 0 1 0 0,-6 0 75 0 0,0 1 1 0 0,1 0-1 0 0,-1 0 0 0 0,0 1 1 0 0,1-1-1 0 0,-1 1 0 0 0,0 0 1 0 0,0 0-1 0 0,-1 1 0 0 0,1-1 1 0 0,0 1-1 0 0,-1-1 0 0 0,1 1 1 0 0,-1 0-1 0 0,0 1 0 0 0,0-1 1 0 0,0 0-1 0 0,-1 1 0 0 0,1 0 1 0 0,-1-1-1 0 0,0 1 0 0 0,3 8 1 0 0,3 4 23 0 0,-1 1 0 0 0,0 0 0 0 0,-2 0 0 0 0,6 25 0 0 0,-10-32 26 0 0,0-1 0 0 0,-1 1 1 0 0,0 0-1 0 0,0 0 0 0 0,-3 14 0 0 0,1-12 117 0 0,1-1 0 0 0,0 0 0 0 0,2 16 0 0 0,-5 2 652 0 0,4-27-595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 96 0 0,'-3'-2'0'0'0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2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96 0 0,'15'-15'4'0'0,"-5"3"16"0"0,3 3 68 0 0,-6 6-64 0 0,19-8 144 0 0,1 1 0 0 0,1 1 0 0 0,0 2 0 0 0,0 1 0 0 0,0 1 0 0 0,1 1 0 0 0,0 1 0 0 0,0 2 0 0 0,41 3 0 0 0,-49 3-97 0 0,0 1 1 0 0,0 1-1 0 0,0 1 1 0 0,-1 0-1 0 0,-1 2 1 0 0,1 0-1 0 0,-1 1 1 0 0,-1 1-1 0 0,26 23 1 0 0,-24-19 24 0 0,-1 1 1 0 0,-1 1 0 0 0,-1 0 0 0 0,-1 1 0 0 0,0 1-1 0 0,-2 1 1 0 0,0 0 0 0 0,-1 1 0 0 0,-1 1 0 0 0,-2-1 0 0 0,0 2-1 0 0,9 30 1 0 0,-15-28 191 0 0,-1 1-1 0 0,-1-1 1 0 0,-3 46 0 0 0,0-51-140 0 0,1-11-78 0 0,-2-1 0 0 0,1 1 1 0 0,-1 0-1 0 0,-1-1 0 0 0,1 1 0 0 0,-2-1 1 0 0,1 0-1 0 0,-1 0 0 0 0,-1 0 1 0 0,1-1-1 0 0,-2 1 0 0 0,-8 11 0 0 0,-2-1 98 0 0,-1-1-1 0 0,-1 0 0 0 0,-35 28 0 0 0,40-37-92 0 0,0-1 0 0 0,-1-1 0 0 0,0 1 0 0 0,0-2 0 0 0,0 0 0 0 0,-1-1 0 0 0,0 0 0 0 0,0-2 0 0 0,0 1 0 0 0,0-2 0 0 0,0 0 0 0 0,-22 0 0 0 0,19-2-19 0 0,0 0 1 0 0,0-2-1 0 0,0 0 1 0 0,1 0-1 0 0,-1-2 0 0 0,1 0 1 0 0,-1-2-1 0 0,1 1 0 0 0,1-2 1 0 0,-23-12-1 0 0,37 18-48 0 0,0-1 0 0 0,-1 1-1 0 0,1-1 1 0 0,1 1 0 0 0,-1-1 0 0 0,0 0 0 0 0,0 0-1 0 0,1 0 1 0 0,-1 0 0 0 0,1 0 0 0 0,-1 0-1 0 0,1 0 1 0 0,0 0 0 0 0,0-1 0 0 0,0 1 0 0 0,0 0-1 0 0,1-1 1 0 0,-1 1 0 0 0,0-1 0 0 0,1-3 0 0 0,-1 1 5 0 0,1 0 0 0 0,1 0 0 0 0,-1 1 0 0 0,1-1 0 0 0,0 0 0 0 0,0 0 0 0 0,0 0 0 0 0,0 1 1 0 0,4-7-1 0 0,-4 10-11 0 0,0 0 0 0 0,0 0 0 0 0,0-1 0 0 0,0 1 0 0 0,0 0 0 0 0,0 0 0 0 0,1 0 0 0 0,-1 0 0 0 0,0 1-1 0 0,1-1 1 0 0,-1 0 0 0 0,0 1 0 0 0,1-1 0 0 0,-1 1 0 0 0,1-1 0 0 0,0 1 0 0 0,-1-1 0 0 0,1 1 0 0 0,-1 0 0 0 0,1 0 0 0 0,-1 0 0 0 0,3 0 0 0 0,38 3 9 0 0,-37-3-10 0 0,15 3 16 0 0,0 1 0 0 0,0 1 0 0 0,-1 1 0 0 0,0 1 1 0 0,0 0-1 0 0,0 2 0 0 0,-1 0 0 0 0,23 15 0 0 0,2 6 139 0 0,-2 1 0 0 0,42 41-1 0 0,-48-38 32 0 0,-1 1 0 0 0,30 41 0 0 0,-49-56-65 0 0,-1 0 0 0 0,0 2 0 0 0,-2-1 0 0 0,-1 2 1 0 0,16 42-1 0 0,-25-58-77 0 0,0 0 0 0 0,0 0 0 0 0,0 0 0 0 0,-1 1 0 0 0,-1-1 0 0 0,1 1 1 0 0,-1-1-1 0 0,0 0 0 0 0,-1 1 0 0 0,0-1 0 0 0,0 1 0 0 0,0-1 0 0 0,-1 0 0 0 0,0 0 1 0 0,-6 13-1 0 0,4-12-3 0 0,-1-1 0 0 0,0 0 0 0 0,0 0 0 0 0,-1-1 0 0 0,1 1 0 0 0,-1-1 0 0 0,-1 0 0 0 0,1-1 0 0 0,-1 0 0 0 0,0 0 0 0 0,0 0 0 0 0,0-1 0 0 0,-13 6 0 0 0,3-3-1 0 0,-1-1 0 0 0,0 0 0 0 0,0-1 0 0 0,-1-1-1 0 0,0-1 1 0 0,-32 2 0 0 0,-116-8 109 0 0,142 1-122 0 0,-108-11 104 0 0,76 6-93 0 0,22 3-20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2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6824 0 0,'-1'14'53'0'0,"-5"2"147"0"0,-5 13 19 0 0,8-17-198 0 0,-7 27 116 0 0,1 1-1 0 0,-5 77 0 0 0,20 348 1021 0 0,5-315-372 0 0,32 162 1 0 0,-28-202-364 0 0,-9-61 42 0 0,15 62 1 0 0,2-53-86 0 0,-13-35-195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2608 0 0,'3'7'46'0'0,"-2"4"515"0"0,-5 11 821 0 0,4-21-1518 0 0,-2 41 401 0 0,-2 0 0 0 0,-1-1 1 0 0,-2 0-1 0 0,-2 0 0 0 0,-2-1 0 0 0,-28 67 0 0 0,37-100-253 0 0,0 0 0 0 0,0 0 0 0 0,0 0-1 0 0,1 0 1 0 0,0 1 0 0 0,0 7 0 0 0,1-6-4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2304 0 0,'8'14'18'0'0,"-1"-3"38"0"0,-2 4 63 0 0,-3 40 29 0 0,-2-50-146 0 0,0 50 20 0 0,-1-23-25 0 0,-1-21 2 0 0,1 1 1 0 0,-1 0 0 0 0,-1 0 0 0 0,0 0 0 0 0,0-1 0 0 0,-1 1-1 0 0,-1-1 1 0 0,0 0 0 0 0,-9 15 0 0 0,3-7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1400 0 0,'0'-3'4'0'0,"0"2"17"0"0,0-1-1 0 0,0 1 1 0 0,0-1 0 0 0,1 1 0 0 0,-1-1 0 0 0,0 1-1 0 0,1-1 1 0 0,0 1 0 0 0,-1 0 0 0 0,1-1-1 0 0,0 1 1 0 0,0 0 0 0 0,-1 0 0 0 0,1-1-1 0 0,0 1 1 0 0,0 0 0 0 0,0 0 0 0 0,1 0-1 0 0,-1 0 1 0 0,0 0 0 0 0,0 0 0 0 0,0 1-1 0 0,1-1 1 0 0,-1 0 0 0 0,3 0 0 0 0,38-11 607 0 0,-35 11-667 0 0,66-13 454 0 0,-24 2 104 0 0,1 3 0 0 0,0 2 0 0 0,0 2 1 0 0,80 3-1 0 0,-118 3-375 0 0,0 0 0 0 0,-1 1 0 0 0,1 1 0 0 0,0 0 0 0 0,-1 0 0 0 0,18 9 0 0 0,-22-9 0 0 0,-1 0-1 0 0,0 1 0 0 0,-1-1 1 0 0,1 2-1 0 0,-1-1 0 0 0,0 0 0 0 0,0 1 1 0 0,0 0-1 0 0,0 0 0 0 0,-1 1 1 0 0,0-1-1 0 0,0 1 0 0 0,3 7 0 0 0,-4-6-19 0 0,0-1 0 0 0,0 1 0 0 0,0 0-1 0 0,-1 0 1 0 0,-1 0 0 0 0,1 0 0 0 0,-1 0-1 0 0,0 0 1 0 0,-1 1 0 0 0,1-1 0 0 0,-1 0 0 0 0,-1 0-1 0 0,0 1 1 0 0,0-1 0 0 0,0 0 0 0 0,-4 11-1 0 0,2-5 6 0 0,-1-1 0 0 0,-1 1 0 0 0,0-1 0 0 0,0 0 0 0 0,-1-1 0 0 0,-15 22 0 0 0,4-8 50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5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7528 0 0,'7'6'227'0'0,"4"15"478"0"0,-7-13-461 0 0,7 9 21 0 0,-6-11-234 0 0,-1 1 1 0 0,0-1 0 0 0,0 1 0 0 0,-1 0 0 0 0,0 0 0 0 0,0 0 0 0 0,0 1 0 0 0,-1-1 0 0 0,-1 1 0 0 0,1-1 0 0 0,-1 1 0 0 0,0-1 0 0 0,-1 1 0 0 0,0 8 0 0 0,0 49 57 0 0,0-61-66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1 5224 0 0,'1'3'-3'0'0,"-1"1"10"0"0,0 0 12 0 0,-3 4 26 0 0,-1 5 46 0 0,3-3-26 0 0,1-1-43 0 0,-1-1 0 0 0,0 1 0 0 0,0-1 0 0 0,-1 1 0 0 0,0-1-1 0 0,-1 1 1 0 0,1-1 0 0 0,-2 0 0 0 0,1 0 0 0 0,-1-1 0 0 0,-8 13 0 0 0,-2 6 35 0 0,-21 54 38 0 0,26-57-54 0 0,0 0 0 0 0,-22 36-1 0 0,25-52-20 0 0,0 0-1 0 0,0-1 1 0 0,0 1-1 0 0,0-1 0 0 0,-1-1 1 0 0,-8 6-1 0 0,-16 15 210 0 0,30-25-212 0 0,0 0 0 0 0,1 0 0 0 0,-1 0-1 0 0,0 0 1 0 0,0 0 0 0 0,0 0 0 0 0,0 0-1 0 0,0 0 1 0 0,0-1 0 0 0,0 1 0 0 0,0 0-1 0 0,0-1 1 0 0,0 1 0 0 0,0-1 0 0 0,-1 1-1 0 0,1-1 1 0 0,0 1 0 0 0,0-1 0 0 0,-1 0-1 0 0,1 0 1 0 0,0 1 0 0 0,0-1 0 0 0,-1 0-1 0 0,1 0 1 0 0,0 0 0 0 0,-1-1 0 0 0,1 1-1 0 0,0 0 1 0 0,0 0 0 0 0,-1-1 0 0 0,1 1-1 0 0,0-1 1 0 0,0 1 0 0 0,0-1 0 0 0,0 1-1 0 0,-1-1 1 0 0,1 0 0 0 0,0 1 0 0 0,0-1-1 0 0,0 0 1 0 0,0 0 0 0 0,1 0 0 0 0,-1 0-1 0 0,0 0 1 0 0,0 0 0 0 0,0 0 0 0 0,1 0-1 0 0,-1 0 1 0 0,1 0 0 0 0,-2-2 0 0 0,-2-7-8 0 0,-1-1 1 0 0,1 1 0 0 0,1-1 0 0 0,-4-17 0 0 0,6 20 22 0 0,-35-217 43 0 0,36 224-81 0 0,0 1 0 0 0,0-1 1 0 0,0 1-1 0 0,0-1 0 0 0,0 1 0 0 0,0-1 0 0 0,0 1 0 0 0,0-1 1 0 0,0 1-1 0 0,0-1 0 0 0,0 1 0 0 0,0-1 0 0 0,0 1 0 0 0,0-1 1 0 0,-1 1-1 0 0,1-1 0 0 0,0 1 0 0 0,0-1 0 0 0,-1 1 0 0 0,1 0 1 0 0,0-1-1 0 0,-1 1 0 0 0,1-1 0 0 0,0 1 0 0 0,-1 0 0 0 0,1-1 1 0 0,0 1-1 0 0,-1 0 0 0 0,1-1 0 0 0,-1 1 0 0 0,1 0 0 0 0,-1 0 1 0 0,1-1-1 0 0,-1 1 0 0 0,0 0 0 0 0,-12 14-134 0 0,-8 30 47 0 0,6 13 106 0 0,2 1 0 0 0,4 0 0 0 0,-4 78 0 0 0,13-129 102 0 0,-1-1 0 0 0,1 0-1 0 0,-1 1 1 0 0,0-1 0 0 0,0 0-1 0 0,-1 0 1 0 0,0 1 0 0 0,0-1-1 0 0,-1-1 1 0 0,-5 12 0 0 0,3-4 365 0 0,4-11-240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6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9 290 4720 0 0,'-1'0'20'0'0,"1"0"0"0"0,0 0-1 0 0,-1 0 1 0 0,1 0 0 0 0,0 0 0 0 0,-1 0 0 0 0,1 0-1 0 0,-1 0 1 0 0,1-1 0 0 0,0 1 0 0 0,-1 0 0 0 0,1 0 0 0 0,0-1-1 0 0,0 1 1 0 0,-1 0 0 0 0,1 0 0 0 0,0-1 0 0 0,-1 1 0 0 0,1 0-1 0 0,0-1 1 0 0,0 1 0 0 0,0 0 0 0 0,-1-1 0 0 0,1 1 0 0 0,0 0-1 0 0,0-1 1 0 0,0 1 0 0 0,0 0 0 0 0,0-1 0 0 0,0 1 0 0 0,0-1-1 0 0,0 0 1 0 0,1-1 587 0 0,5 8-346 0 0,15-2 57 0 0,38 13-296 0 0,-23-5-20 0 0,0 2-2 0 0,-1 0 0 0 0,2-1 0 0 0,-21-9 45 0 0,0 0 0 0 0,0-1 0 0 0,0-1 0 0 0,1 0 0 0 0,-1-2 0 0 0,0 1 0 0 0,1-2 0 0 0,-1 0 0 0 0,0-1 0 0 0,0-1 0 0 0,0 0 0 0 0,0-2-1 0 0,0 1 1 0 0,20-11 0 0 0,-27 10 102 0 0,0 0 0 0 0,-1-1 0 0 0,0-1 0 0 0,0 1 0 0 0,-1-1 0 0 0,1-1 0 0 0,-2 1 0 0 0,1-1 0 0 0,-1-1 0 0 0,0 1 0 0 0,-1-1-1 0 0,0 0 1 0 0,6-14 0 0 0,-8 15-42 0 0,0 1-1 0 0,0-1 0 0 0,-1 0 0 0 0,0 0 1 0 0,-1 0-1 0 0,0 0 0 0 0,0 0 0 0 0,-1 0 0 0 0,0 0 1 0 0,0 0-1 0 0,-1 0 0 0 0,0 0 0 0 0,0 0 1 0 0,-1 0-1 0 0,0 0 0 0 0,-1 1 0 0 0,-4-12 1 0 0,5 14-72 0 0,-1 1 0 0 0,1-1 0 0 0,-1 1-1 0 0,0 0 1 0 0,0 0 0 0 0,-1 0 0 0 0,1 0 0 0 0,-1 0 0 0 0,0 1 0 0 0,0-1 0 0 0,0 1 0 0 0,-1 0 0 0 0,1 0 0 0 0,-1 1 0 0 0,1 0 0 0 0,-1-1 0 0 0,-6 0 0 0 0,4 1-3 0 0,0 0 1 0 0,0 1-1 0 0,-1 1 1 0 0,1-1-1 0 0,-1 1 1 0 0,1 0-1 0 0,-1 1 0 0 0,1 0 1 0 0,0 0-1 0 0,-1 0 1 0 0,-11 5-1 0 0,-4 2-26 0 0,1 1 0 0 0,1 1 0 0 0,0 1-1 0 0,0 1 1 0 0,1 0 0 0 0,1 2-1 0 0,0 0 1 0 0,1 1 0 0 0,0 1 0 0 0,1 1-1 0 0,1 1 1 0 0,1 0 0 0 0,1 0 0 0 0,-18 31-1 0 0,28-41-43 0 0,0 0-1 0 0,1 1 1 0 0,0-1-1 0 0,1 1 1 0 0,0 0-1 0 0,0-1 1 0 0,1 1-1 0 0,0 0 1 0 0,1 0 0 0 0,0 0-1 0 0,0 0 1 0 0,1 0-1 0 0,0 0 1 0 0,0 0-1 0 0,1-1 1 0 0,0 1-1 0 0,1 0 1 0 0,0-1-1 0 0,0 0 1 0 0,1 0-1 0 0,0 0 1 0 0,0 0-1 0 0,1 0 1 0 0,0-1-1 0 0,1 0 1 0 0,-1 0-1 0 0,12 11 1 0 0,-4-6-33 0 0,0 0 0 0 0,1-1 1 0 0,1 0-1 0 0,-1-1 0 0 0,2 0 0 0 0,-1-2 0 0 0,1 0 1 0 0,0 0-1 0 0,28 7 0 0 0,-19-8 24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6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 2000 0 0,'-1'-3'0'0'0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77 96 0 0,'12'-31'213'0'0,"-2"17"77"0"0,9 0 281 0 0,-12 11-355 0 0,0 1-1 0 0,0 0 1 0 0,0 0 0 0 0,0 0 0 0 0,0 1 0 0 0,12-1 0 0 0,-2 0-58 0 0,47 1 131 0 0,-62 1-282 0 0,0 0 0 0 0,0 0 0 0 0,0 0 1 0 0,-1 0-1 0 0,1 0 0 0 0,0 1 0 0 0,0-1 0 0 0,-1 0 1 0 0,1 1-1 0 0,0-1 0 0 0,-1 1 0 0 0,3 1 0 0 0,1 0 11 0 0,-4-2-14 0 0,0 1 0 0 0,0-1 0 0 0,0 1 0 0 0,0-1 0 0 0,0 1 0 0 0,0-1 0 0 0,0 1 0 0 0,-1-1 0 0 0,1 1 0 0 0,0 0 0 0 0,0-1 0 0 0,0 1 0 0 0,-1 0 0 0 0,1 0 0 0 0,0 0 0 0 0,-1-1 0 0 0,1 1 0 0 0,-1 0 0 0 0,1 0 0 0 0,-1 0 0 0 0,0 0 0 0 0,1 2 0 0 0,0-2 9 0 0,4 6 18 0 0,0 1 0 0 0,-1 0 1 0 0,0 0-1 0 0,0 1 0 0 0,-1-1 0 0 0,0 1 1 0 0,0-1-1 0 0,-1 1 0 0 0,2 14 1 0 0,-2 3 130 0 0,-1 49 1 0 0,-1-58-97 0 0,-2-1 5 0 0,0 0 0 0 0,0 0 1 0 0,-2-1-1 0 0,0 1 0 0 0,0-1 0 0 0,-2 0 1 0 0,-12 26-1 0 0,5-17 125 0 0,-1 0 0 0 0,-1-1-1 0 0,-30 36 1 0 0,32-47 7 0 0,1 0-1 0 0,-2 0 1 0 0,1-1-1 0 0,-2-1 1 0 0,1 0-1 0 0,-28 13 1 0 0,8-7 357 0 0,-1-2 1 0 0,-39 11 0 0 0,8-12 400 0 0,52-11-730 0 0,-1 0 1 0 0,1 2-1 0 0,0-1 1 0 0,-24 11 0 0 0,36-13-202 0 0,0 1 1 0 0,1-1-1 0 0,-1 1 0 0 0,0 0 1 0 0,1-1-1 0 0,-1 1 1 0 0,1 0-1 0 0,0 0 1 0 0,0 0-1 0 0,0 0 1 0 0,0 0-1 0 0,0 0 0 0 0,0 1 1 0 0,0-1-1 0 0,1 0 1 0 0,-1 3-1 0 0,-7 45 105 0 0,6-35-59 0 0,-1 35 59 0 0,1 0 0 0 0,3 1 0 0 0,2-1 0 0 0,17 88 1 0 0,-11-96-67 0 0,3-1 0 0 0,1 0 0 0 0,2-1 0 0 0,25 48 0 0 0,19 50 187 0 0,-50-117-163 0 0,2-1 0 0 0,0-1-1 0 0,0 0 1 0 0,2 0 0 0 0,0-2 0 0 0,18 19 0 0 0,-14-15 49 0 0,-8-11-39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7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5320 0 0,'0'3'0'0'0,"0"5"192"0"0,0 3 184 0 0,0 18-184 0 0,-2-7 216 0 0,-2 3 0 0 0,-2 0 0 0 0,5 0 8 0 0,-2-3-88 0 0,1 0 16 0 0,0-4-8 0 0,2-5 8 0 0,0-2-168 0 0,0-4 208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8:28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4416 0 0,'-7'15'121'0'0,"1"5"89"0"0,5-11-54 0 0,0-1 0 0 0,1 1 0 0 0,1 15 1 0 0,0 8 303 0 0,-11 60 856 0 0,5-57-538 0 0,-1 48 0 0 0,6-75-687 0 0,0-1 1 0 0,-1 1 0 0 0,1 0 0 0 0,-1 0-1 0 0,-1-1 1 0 0,1 1 0 0 0,-1-1-1 0 0,-6 14 1 0 0,-1-4 83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47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204 200 96 0 0,'0'5'0'0'0,"0"0"0"0"0,0 4 233 0 0,0-9-159 0 0,-1 1 0 0 0,1-1-1 0 0,0 1 1 0 0,0-1-1 0 0,0 1 1 0 0,-1-1-1 0 0,1 1 1 0 0,0-1-1 0 0,0 1 1 0 0,0-1-1 0 0,0 1 1 0 0,0-1-1 0 0,0 1 1 0 0,0-1-1 0 0,0 1 1 0 0,0-1-1 0 0,0 1 1 0 0,1-1-1 0 0,-1 1 1 0 0,0-1-1 0 0,0 1 1 0 0,0-1-1 0 0,1 1 1 0 0,-1-1-1 0 0,0 1 1 0 0,0-1-1 0 0,1 0 1 0 0,-1 1 0 0 0,1-1-1 0 0,-1 1 1 0 0,0-1-1 0 0,1 0 1 0 0,-1 1-1 0 0,1-1 1 0 0,-1 0-1 0 0,0 0 1 0 0,1 1-1 0 0,-1-1 1 0 0,1 0-1 0 0,-1 0 1 0 0,1 0-1 0 0,-1 1 1 0 0,1-1-1 0 0,-1 0 1 0 0,1 0-1 0 0,-1 0 1 0 0,1 0-1 0 0,-1 0 1 0 0,1 0-1 0 0,-1 0 1 0 0,1 0-1 0 0,0 0 1 0 0,-1-1-1 0 0,1 1 1 0 0,0 0 0 0 0,-1 0-25 0 0,0 0 0 0 0,1 0 0 0 0,-1 0 0 0 0,0 0 0 0 0,1 1 0 0 0,-1-1 0 0 0,0 0 0 0 0,1 0 0 0 0,-1 0 0 0 0,0 0 0 0 0,1 1 1 0 0,-1-1-1 0 0,0 0 0 0 0,1 0 0 0 0,-1 1 0 0 0,0-1 0 0 0,0 0 0 0 0,1 1 0 0 0,-1-1 0 0 0,0 0 0 0 0,0 1 0 0 0,0-1 0 0 0,1 0 1 0 0,-1 1-1 0 0,0-1 0 0 0,0 0 0 0 0,0 1 0 0 0,0-1 0 0 0,0 1 0 0 0,0-1 0 0 0,0 0 0 0 0,0 1 0 0 0,0 0 39 0 0,0-1-1 0 0,0 1 0 0 0,0-1 1 0 0,0 1-1 0 0,1-1 1 0 0,-1 1-1 0 0,0-1 1 0 0,0 1-1 0 0,0-1 0 0 0,1 1 1 0 0,-1-1-1 0 0,0 0 1 0 0,0 1-1 0 0,1-1 0 0 0,-1 1 1 0 0,0-1-1 0 0,1 0 1 0 0,-1 1-1 0 0,0-1 1 0 0,1 0-1 0 0,-1 1 0 0 0,1-1 1 0 0,-1 0-1 0 0,0 0 1 0 0,1 1-1 0 0,-1-1 0 0 0,1 0 1 0 0,-1 0-1 0 0,1 0 1 0 0,-1 1-1 0 0,1-1 1 0 0,-1 0-1 0 0,2 0 0 0 0,10 3 3628 0 0,-11-2-3643 0 0,-1 0 1 0 0,0-1-1 0 0,0 1 0 0 0,1 0 1 0 0,-1-1-1 0 0,0 1 0 0 0,0 0 1 0 0,0 0-1 0 0,0-1 0 0 0,0 1 0 0 0,0 0 1 0 0,0 0-1 0 0,0 0 0 0 0,0-1 1 0 0,0 1-1 0 0,0 0 0 0 0,-1 1 1 0 0,1-1-73 0 0,0 0 0 0 0,-1 0 1 0 0,1 1-1 0 0,0-1 0 0 0,0 0 1 0 0,0 0-1 0 0,0 0 0 0 0,0 0 1 0 0,0 1-1 0 0,0-1 0 0 0,0 0 1 0 0,0 0-1 0 0,1 0 0 0 0,-1 0 1 0 0,1 1-1 0 0,-1-1 0 0 0,0 0 1 0 0,1 0-1 0 0,0 0 0 0 0,-1 0 1 0 0,1 0-1 0 0,0 0 0 0 0,-1 0 1 0 0,1 0-1 0 0,0-1 0 0 0,1 2 1 0 0,5 2 23 0 0,-1-1 1 0 0,1 0 0 0 0,0 0 0 0 0,0 0-1 0 0,1-1 1 0 0,-1-1 0 0 0,14 3 0 0 0,-2-2 48 0 0,0 0 0 0 0,26-1 0 0 0,-19-4 72 0 0,1-1 1 0 0,27-8-1 0 0,28-4 136 0 0,-50 10-217 0 0,1-2 0 0 0,-1-1 0 0 0,0-1 0 0 0,-1-2 0 0 0,43-23 0 0 0,-50 27-59 0 0,8-7 0 0 0,-25 8-5 0 0,0-5 0 0 0,-1-1 0 0 0,-4 8 0 0 0,0 1 0 0 0,0-1 1 0 0,-1 1-1 0 0,0-1 0 0 0,0 1 1 0 0,0-1-1 0 0,-1 0 0 0 0,1 1 1 0 0,-1-1-1 0 0,0 0 0 0 0,0 1 1 0 0,-1-1-1 0 0,1 0 0 0 0,-1 1 1 0 0,-2-7-1 0 0,1 7 1 0 0,0 1 0 0 0,0-1 0 0 0,0 0 0 0 0,0 1-1 0 0,-1-1 1 0 0,1 1 0 0 0,-1 0 0 0 0,0 0 0 0 0,0 0 0 0 0,0 0 0 0 0,0 1 0 0 0,-1-1 0 0 0,-6-3 0 0 0,-3 0 1 0 0,0 1 1 0 0,0 0 0 0 0,0 0 0 0 0,-1 2-1 0 0,0 0 1 0 0,1 0 0 0 0,-25-1 0 0 0,14 4 6 0 0,1 0 0 0 0,0 2 1 0 0,0 0-1 0 0,-33 8 1 0 0,-89 32 7 0 0,106-29-13 0 0,-109 41-2 0 0,127-44-12 0 0,0 0 1 0 0,1 1-1 0 0,1 0 1 0 0,-32 26-1 0 0,36-22-7 0 0,0 1 1 0 0,2 0-1 0 0,0 1 0 0 0,1 0 0 0 0,1 1 0 0 0,0 1 1 0 0,1-1-1 0 0,1 2 0 0 0,-6 21 0 0 0,13-36 17 0 0,1 1 0 0 0,0-1 0 0 0,0 1 0 0 0,0-1-1 0 0,1 1 1 0 0,0 0 0 0 0,0-1 0 0 0,1 1 0 0 0,-1 0 0 0 0,1-1 0 0 0,1 1-1 0 0,-1-1 1 0 0,1 1 0 0 0,-1-1 0 0 0,2 0 0 0 0,4 10 0 0 0,-3-7 7 0 0,1 0 1 0 0,1 0 0 0 0,-1 0 0 0 0,1-1-1 0 0,0 0 1 0 0,1 0 0 0 0,0 0-1 0 0,0-1 1 0 0,9 7 0 0 0,-3-6 35 0 0,-1 0 1 0 0,1 0-1 0 0,1-2 0 0 0,-1 0 1 0 0,1 0-1 0 0,-1-1 0 0 0,1-1 1 0 0,1 0-1 0 0,-1-1 0 0 0,0-1 1 0 0,16 0-1 0 0,18-2 148 0 0,93-15 0 0 0,-97 10-149 0 0,7-4 1 0 0,1-3 1 0 0,-1-2-1 0 0,60-26 1 0 0,-99 36-44 0 0,1 0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48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48 8136 0 0,'5'5'2'0'0,"6"6"25"0"0,8 1 41 0 0,-12-10-55 0 0,0-1 0 0 0,0 1-1 0 0,-1-1 1 0 0,1-1 0 0 0,0 1 0 0 0,14-2-1 0 0,20-1-61 0 0,0-2-1 0 0,0-2 0 0 0,-1-2 0 0 0,53-17 0 0 0,-52 13-82 0 0,73-11-1 0 0,-111 23 148 0 0,1-1 1 0 0,-1 1-1 0 0,0-1 1 0 0,1 1-1 0 0,-1 0 0 0 0,0 0 1 0 0,1 1-1 0 0,-1-1 1 0 0,0 1-1 0 0,4 1 1 0 0,-6-1 15 0 0,1 0 1 0 0,-1 0 0 0 0,1 0 0 0 0,-1 0 0 0 0,0 1 0 0 0,0-1 0 0 0,0 0 0 0 0,0 1 0 0 0,0-1 0 0 0,0 1 0 0 0,0 0 0 0 0,0-1-1 0 0,0 1 1 0 0,-1 0 0 0 0,1-1 0 0 0,-1 1 0 0 0,1 0 0 0 0,-1 0 0 0 0,1-1 0 0 0,-1 5 0 0 0,13 41 562 0 0,-10-41-503 0 0,0 1-1 0 0,-1-1 1 0 0,0 1 0 0 0,-1 0-1 0 0,1 0 1 0 0,-2 0-1 0 0,1 0 1 0 0,0 0-1 0 0,-1 0 1 0 0,-1 9-1 0 0,1 23 607 0 0,2-17-256 0 0,-2-20-413 0 0,-1 0 1 0 0,0 0-1 0 0,0-1 0 0 0,0 1 1 0 0,0-1-1 0 0,0 1 1 0 0,-1-1-1 0 0,1 1 1 0 0,0-1-1 0 0,-1 0 1 0 0,1 1-1 0 0,0-1 1 0 0,-3 1-1 0 0,-6 6 62 0 0,7-4-72 0 0,-1-1 0 0 0,0 0 1 0 0,0-1-1 0 0,0 1 0 0 0,0-1 0 0 0,-1 0 1 0 0,1 0-1 0 0,-1 0 0 0 0,1-1 1 0 0,-1 1-1 0 0,1-1 0 0 0,-1 0 0 0 0,-8 0 1 0 0,-6 1 12 0 0,1-1 1 0 0,-24-1-1 0 0,15-3-25 0 0,0 0 0 0 0,0-2 0 0 0,0-1 0 0 0,1-1 0 0 0,-40-17 0 0 0,27 7 1 0 0,0-2 0 0 0,-64-44 1 0 0,98 59-16 0 0,-1 0 0 0 0,-1 1 0 0 0,1-1 1 0 0,0 1-1 0 0,-1 0 0 0 0,-10-2 0 0 0,14 4 6 0 0,1 1-1 0 0,0-1 0 0 0,-1 1 0 0 0,1 0 0 0 0,-1 0 1 0 0,1 0-1 0 0,-1 0 0 0 0,1 1 0 0 0,-1-1 0 0 0,1 1 1 0 0,-1-1-1 0 0,1 1 0 0 0,0 0 0 0 0,-1 0 0 0 0,1 0 1 0 0,0 0-1 0 0,0 0 0 0 0,0 1 0 0 0,-1-1 0 0 0,2 1 1 0 0,-1-1-1 0 0,-3 4 0 0 0,-15 13-63 0 0,-2 0 1 0 0,-24 15-1 0 0,23-17 44 0 0,1 0-1 0 0,-21 21 1 0 0,20-15 35 0 0,1 2-1 0 0,1 1 1 0 0,1 0 0 0 0,2 2-1 0 0,0 0 1 0 0,2 1 0 0 0,-14 31-1 0 0,23-41 14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37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985 331 96 0 0,'0'3'0'0'0,"-2"-2"0"0"0,-11-1 96 0 0,13-1-67 0 0,-1 1-1 0 0,0 0 0 0 0,0 0 1 0 0,0-1-1 0 0,0 1 1 0 0,0 0-1 0 0,0 0 0 0 0,1 0 1 0 0,-1 0-1 0 0,0 0 0 0 0,0 0 1 0 0,0 0-1 0 0,0 1 1 0 0,0-1-1 0 0,0 0 0 0 0,1 0 1 0 0,-1 1-1 0 0,0-1 0 0 0,0 1 1 0 0,0-1-1 0 0,1 1 1 0 0,-1-1-1 0 0,0 1 0 0 0,0-1 1 0 0,1 1-1 0 0,-1-1 0 0 0,0 1 1 0 0,1 0-1 0 0,-1-1 1 0 0,0 2-1 0 0,-1 2 188 0 0,-1 0-1 0 0,0-1 1 0 0,0 0-1 0 0,0 1 1 0 0,0-1 0 0 0,-1 0-1 0 0,1-1 1 0 0,-1 1 0 0 0,0-1-1 0 0,-6 4 1 0 0,-42 16 2036 0 0,52-21-2179 0 0,-1-1 1 0 0,0 0 0 0 0,0 1-1 0 0,1-1 1 0 0,-1 0-1 0 0,0 0 1 0 0,0 1-1 0 0,0-1 1 0 0,1 0-1 0 0,-1 0 1 0 0,0 0 0 0 0,0 0-1 0 0,0 0 1 0 0,1 0-1 0 0,-1 0 1 0 0,0 0-1 0 0,0-1 1 0 0,0 1-1 0 0,1 0 1 0 0,-1 0 0 0 0,0-1-1 0 0,0 1 1 0 0,1 0-1 0 0,-1-1 1 0 0,0 1-1 0 0,1-1 1 0 0,-1 1 0 0 0,1-1-1 0 0,-1 1 1 0 0,0-1-1 0 0,1 1 1 0 0,-1-1-1 0 0,1 0 1 0 0,-1 1-1 0 0,0-2 1 0 0,-18-31 622 0 0,14 23-458 0 0,-25-48 326 0 0,-5-2 108 0 0,31 52-583 0 0,-1 1 0 0 0,0 0-1 0 0,0-1 1 0 0,-8-7-1 0 0,2 3 45 0 0,8 7-56 0 0,-1 0-1 0 0,2-1 0 0 0,-1 1 1 0 0,0-1-1 0 0,-2-12 0 0 0,-14-26 430 0 0,-43-43 569 0 0,72 196-564 0 0,-8-61-461 0 0,-2 0 0 0 0,-3-1 0 0 0,-11 68 0 0 0,-42 141 326 0 0,46-213-310 0 0,-2 0 1 0 0,-2 0-1 0 0,-2-1 1 0 0,-23 42-1 0 0,31-68-58 0 0,-2-1 1 0 0,0 0-1 0 0,0-1 0 0 0,-1 0 1 0 0,-1-1-1 0 0,0 0 1 0 0,-1-1-1 0 0,0 0 0 0 0,-1-1 1 0 0,0-1-1 0 0,-1 0 0 0 0,0-1 1 0 0,-21 9-1 0 0,4-2 23 0 0,18-9-2 0 0,-1 0 1 0 0,0 0-1 0 0,0-1 0 0 0,-1-1 0 0 0,-16 3 1 0 0,28-7-20 0 0,1-1 1 0 0,-1 1 0 0 0,1-1 0 0 0,-1 0-1 0 0,1 0 1 0 0,-1-1 0 0 0,1 1 0 0 0,-1 0-1 0 0,1-1 1 0 0,0 0 0 0 0,-1 0 0 0 0,1 0-1 0 0,0 0 1 0 0,0-1 0 0 0,0 1 0 0 0,0-1-1 0 0,0 0 1 0 0,0 0 0 0 0,0 0 0 0 0,0 0-1 0 0,1 0 1 0 0,-1-1 0 0 0,1 1 0 0 0,-1-1-1 0 0,1 0 1 0 0,0 0 0 0 0,0 0 0 0 0,1 1-1 0 0,-3-7 1 0 0,0 0 15 0 0,1 0 0 0 0,0 0-1 0 0,1 0 1 0 0,0-1 0 0 0,0 1 0 0 0,1-1-1 0 0,1 0 1 0 0,-1 1 0 0 0,2-1 0 0 0,-1 0-1 0 0,3-12 1 0 0,1-3 22 0 0,2 0-1 0 0,0 0 0 0 0,11-25 1 0 0,-12 36-19 0 0,1 0 1 0 0,1 0-1 0 0,0 1 1 0 0,1-1-1 0 0,0 1 0 0 0,17-19 1 0 0,-18 25-18 0 0,-1 0 0 0 0,2 0 1 0 0,-1 1-1 0 0,1 1 0 0 0,0-1 0 0 0,0 1 1 0 0,0 0-1 0 0,1 1 0 0 0,0 0 1 0 0,-1 0-1 0 0,18-3 0 0 0,7-1-65 0 0,1 3-1 0 0,0 1 0 0 0,53 0 1 0 0,-77 4-35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38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1 6128 0 0,'1'4'1'0'0,"-1"-1"2"0"0,0-1 4 0 0,-19 29 6 0 0,12-14-39 0 0,0 0 0 0 0,2 0 1 0 0,0 1-1 0 0,0 0 0 0 0,-2 26 0 0 0,3-20-20 0 0,-12 47-1 0 0,9-51 73 0 0,3-7 261 0 0,0-1 1 0 0,-1 0-1 0 0,-8 17 1 0 0,13-28-241 0 0,-1-1 1 0 0,1 1-1 0 0,0-1 1 0 0,0 1-1 0 0,0-1 1 0 0,-1 1-1 0 0,1-1 1 0 0,0 0-1 0 0,-1 1 1 0 0,1-1 0 0 0,0 1-1 0 0,-1-1 1 0 0,1 0-1 0 0,0 1 1 0 0,-1-1-1 0 0,1 0 1 0 0,-1 1-1 0 0,1-1 1 0 0,-1 0-1 0 0,1 1 1 0 0,-1-1-1 0 0,1 0 1 0 0,-1 0-1 0 0,1 0 1 0 0,-1 0-1 0 0,1 0 1 0 0,-1 1-1 0 0,1-1 1 0 0,-1 0-1 0 0,1 0 1 0 0,-1 0-1 0 0,0 0 1 0 0,-8-15 716 0 0,2-25-296 0 0,8-12-260 0 0,1 31-111 0 0,-2-1-1 0 0,0 1 0 0 0,-1 0 1 0 0,-6-25-1 0 0,7 44-83 0 0,0 1-1 0 0,0 0 1 0 0,-1 0 0 0 0,1-1-1 0 0,-1 1 1 0 0,1 0-1 0 0,-1 0 1 0 0,1-1-1 0 0,-1 1 1 0 0,0 0-1 0 0,0 0 1 0 0,1 0-1 0 0,-1 0 1 0 0,0 0-1 0 0,0 0 1 0 0,0 0 0 0 0,0 0-1 0 0,0 0 1 0 0,-1 1-1 0 0,1-1 1 0 0,0 0-1 0 0,0 1 1 0 0,0-1-1 0 0,-2 0 1 0 0,1 1 0 0 0,-1-1-1 0 0,0 1 1 0 0,1 0 0 0 0,-1 0 0 0 0,1 0 0 0 0,-1 0-1 0 0,0 1 1 0 0,1-1 0 0 0,-1 1 0 0 0,1-1-1 0 0,-5 3 1 0 0,-2 1 13 0 0,0 0-1 0 0,0 1 1 0 0,0 0-1 0 0,0 0 1 0 0,-8 8-1 0 0,-72 71 248 0 0,33-29-8 0 0,42-40-136 0 0,1 0 0 0 0,0 1 0 0 0,-13 24 0 0 0,-9 10 179 0 0,29-38-214 0 0,6-10-52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3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 6632 0 0,'0'0'41'0'0,"0"1"-29"0"0,0 0-4 0 0,-1 5 30 0 0,0-5-1 0 0,-23 34 315 0 0,-41 44 0 0 0,49-62-281 0 0,1 0 0 0 0,1 1 0 0 0,0 0 0 0 0,2 1 0 0 0,0 1 0 0 0,1 0 0 0 0,1 0 0 0 0,-9 28-1 0 0,18-46-57 0 0,-7 21 247 0 0,1 1 0 0 0,1 0 0 0 0,2 0 1 0 0,-4 44-1 0 0,13-47 276 0 0,-4-20-408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39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1545 1 6632 0 0,'-4'8'26'0'0,"0"0"80"0"0,-5 9 84 0 0,-45 70 824 0 0,41-61-892 0 0,-20 34 1 0 0,21-41-106 0 0,1 1 0 0 0,-13 32 0 0 0,-15 39 46 0 0,21-55-9 0 0,-12 43-1 0 0,26-68-11 0 0,1 0 0 0 0,0 0 0 0 0,0 1-1 0 0,2-1 1 0 0,-1 1 0 0 0,1 0-1 0 0,1-1 1 0 0,0 1 0 0 0,1 0 0 0 0,0-1-1 0 0,1 1 1 0 0,0-1 0 0 0,5 16-1 0 0,3-1 132 0 0,1 0-1 0 0,1-1 0 0 0,1 0 0 0 0,23 31 0 0 0,23 44 197 0 0,-55-92-335 0 0,-1 0 1 0 0,0 1 0 0 0,0 0-1 0 0,0-1 1 0 0,-1 1 0 0 0,0 0-1 0 0,-1 0 1 0 0,0 1 0 0 0,0-1-1 0 0,-1 0 1 0 0,-1 0 0 0 0,1 0-1 0 0,-1 0 1 0 0,-1 1 0 0 0,0-1-1 0 0,0-1 1 0 0,-1 1 0 0 0,-5 12-1 0 0,2-8 15 0 0,-1 0 0 0 0,-1 0-1 0 0,0-1 1 0 0,-1 0-1 0 0,0-1 1 0 0,-1 0 0 0 0,0 0-1 0 0,-1-1 1 0 0,0-1-1 0 0,-23 16 1 0 0,-6 0 56 0 0,-1-3-1 0 0,-1-1 1 0 0,0-2 0 0 0,-2-1-1 0 0,-69 17 1 0 0,23-15 124 0 0,-169 18 1 0 0,184-32-112 0 0,-1-3 1 0 0,1-3 0 0 0,-1-4-1 0 0,1-3 1 0 0,-123-28 0 0 0,185 33-93 0 0,9 1-16 0 0,0 1 0 0 0,1-1 0 0 0,-1 0 0 0 0,0 0 0 0 0,1 0 1 0 0,-1-1-1 0 0,1 1 0 0 0,0-1 0 0 0,-1 0 0 0 0,1 0 0 0 0,0 0 0 0 0,0 0 0 0 0,-4-4 1 0 0,6-2-2 0 0,4 3-10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4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4912 0 0,'8'20'79'0'0,"-7"-19"-74"0"0,-1 0 0 0 0,1 0 0 0 0,0 0 0 0 0,0 0 0 0 0,0 0 0 0 0,0 0 0 0 0,0 0 1 0 0,1 0-1 0 0,-1-1 0 0 0,0 1 0 0 0,0 0 0 0 0,1-1 0 0 0,-1 1 0 0 0,0-1 0 0 0,3 1 0 0 0,2 0 7 0 0,0-1-1 0 0,0 1 0 0 0,1-1 1 0 0,-1-1-1 0 0,0 1 1 0 0,9-3-1 0 0,105-9 724 0 0,233 7 0 0 0,-266 16 1788 0 0,-79-10-1996 0 0,-6 0-398 0 0,0-1 0 0 0,0 1 1 0 0,-1-1-1 0 0,1 1 1 0 0,0 0-1 0 0,0 0 0 0 0,0 0 1 0 0,-1 0-1 0 0,1 0 0 0 0,-1 0 1 0 0,1 0-1 0 0,-1 1 0 0 0,1-1 1 0 0,-1 1-1 0 0,0-1 0 0 0,1 1 1 0 0,-1-1-1 0 0,0 1 1 0 0,0 0-1 0 0,0-1 0 0 0,0 1 1 0 0,-1 0-1 0 0,1 0 0 0 0,0 0 1 0 0,-1 0-1 0 0,1-1 0 0 0,-1 1 1 0 0,0 0-1 0 0,1 0 1 0 0,-1 0-1 0 0,0 0 0 0 0,0 0 1 0 0,-1 0-1 0 0,1 0 0 0 0,-1 4 1 0 0,0 1-39 0 0,0 1 1 0 0,-1-1-1 0 0,0 0 1 0 0,0 0 0 0 0,-1 0-1 0 0,1 0 1 0 0,-2 0-1 0 0,-3 7 1 0 0,-5 0-32 0 0,-4 1-9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4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9848 0 0,'1'1'113'0'0,"4"5"68"0"0,6 9 420 0 0,-10-14-360 0 0,-1 8-77 0 0,1-4-126 0 0,-1 1 0 0 0,0-1-1 0 0,0 0 1 0 0,-1 1 0 0 0,1-1 0 0 0,-1 0 0 0 0,0 1 0 0 0,-1-1 0 0 0,1 0 0 0 0,-1 0-1 0 0,0 0 1 0 0,0 0 0 0 0,0 0 0 0 0,-1 0 0 0 0,0 0 0 0 0,-7 7 0 0 0,2 0-19 0 0,2-3 51 0 0,1-1 0 0 0,-2 0-1 0 0,1-1 1 0 0,-15 13 0 0 0,20-19-54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4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54 295 4416 0 0,'2'1'13'0'0,"0"0"10"0"0,-1 1 7 0 0,0 1 22 0 0,1 3 51 0 0,2-3-28 0 0,100 68 93 0 0,-86-60-130 0 0,0 0-1 0 0,0 2 1 0 0,-1 0-1 0 0,-1 1 1 0 0,15 17-1 0 0,-25-25 39 0 0,0 1 0 0 0,0-1 0 0 0,-1 1 0 0 0,0 1 0 0 0,0-1 0 0 0,-1 1 0 0 0,6 15 0 0 0,-10-23-76 0 0,3 7 138 0 0,0 0 0 0 0,-1 0 1 0 0,0 1-1 0 0,0-1 0 0 0,1 12 0 0 0,-3-18-103 0 0,0 1 0 0 0,-1 0 0 0 0,1 0 0 0 0,0-1 0 0 0,0 1 0 0 0,-1 0 0 0 0,1 0 0 0 0,-1-1 0 0 0,0 1 0 0 0,1 0 0 0 0,-1-1 0 0 0,0 1 0 0 0,0-1 0 0 0,0 1 0 0 0,0-1 0 0 0,0 0 0 0 0,0 1 0 0 0,0-1 0 0 0,-1 0 0 0 0,1 0 0 0 0,0 1 0 0 0,-1-1 0 0 0,1 0 0 0 0,-1-1 0 0 0,1 1 0 0 0,-1 0 0 0 0,-3 1 0 0 0,-14 7 325 0 0,14-6-288 0 0,-1-1-1 0 0,1 0 1 0 0,-1 0-1 0 0,1 0 1 0 0,-1 0-1 0 0,0-1 1 0 0,-7 1-1 0 0,-5 0 169 0 0,-1-1-1 0 0,1 0 0 0 0,0-2 0 0 0,-29-4 0 0 0,41 4-173 0 0,1 0 0 0 0,-1-1 0 0 0,1 0 0 0 0,-1 0 0 0 0,1 0 0 0 0,0 0 0 0 0,0-1 0 0 0,0 0 0 0 0,0 0 0 0 0,1-1 1 0 0,-1 1-1 0 0,1-1 0 0 0,0 0 0 0 0,0 0 0 0 0,0 0 0 0 0,0-1 0 0 0,1 1 0 0 0,-5-10 0 0 0,2 3-23 0 0,1 1 0 0 0,0-1 1 0 0,1 0-1 0 0,0 0 0 0 0,1-1 0 0 0,0 1 1 0 0,1-1-1 0 0,0 1 0 0 0,1-1 0 0 0,0 0 1 0 0,1 0-1 0 0,0 1 0 0 0,1-1 0 0 0,2-12 1 0 0,0 14-19 0 0,-1 0 0 0 0,2 0 0 0 0,-1 0 1 0 0,2 0-1 0 0,-1 1 0 0 0,1 0 0 0 0,0 0 0 0 0,1 0 1 0 0,0 0-1 0 0,1 1 0 0 0,0 0 0 0 0,0 0 0 0 0,0 1 1 0 0,1 0-1 0 0,0 0 0 0 0,9-5 0 0 0,24-11 84 0 0,0 1-1 0 0,1 2 1 0 0,81-25-1 0 0,-75 28-43 0 0,235-63 278 0 0,-109 36-161 0 0,-133 33 56 0 0,-41 11-57 0 0,-18 9-117 0 0,9-2-48 0 0,-4-1 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4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39 7936 0 0,'5'-1'7'0'0,"1"0"15"0"0,-2 3 13 0 0,0 1 41 0 0,0 1 23 0 0,0-2-20 0 0,1-2-24 0 0,0 1-1 0 0,0-1 1 0 0,0 0-1 0 0,0-1 0 0 0,0 1 1 0 0,5-2-1 0 0,-4 1-33 0 0,-1 0 0 0 0,1 0 0 0 0,0 1 0 0 0,-1 0 0 0 0,1 0 0 0 0,0 0-1 0 0,5 2 1 0 0,10 1-16 0 0,-1-1-1 0 0,31 0 1 0 0,11 1-63 0 0,-59-3 54 0 0,0 0 1 0 0,1 1-1 0 0,-1-1 0 0 0,0 1 0 0 0,0 0 0 0 0,1 0 0 0 0,-1 0 0 0 0,0 0 0 0 0,0 0 0 0 0,0 1 0 0 0,0 0 0 0 0,-1-1 0 0 0,4 4 0 0 0,-4-4-1 0 0,-1 0-1 0 0,0 1 0 0 0,0-1 0 0 0,0 1 1 0 0,0-1-1 0 0,0 1 0 0 0,0 0 0 0 0,0-1 1 0 0,0 1-1 0 0,-1 0 0 0 0,1 0 0 0 0,-1 0 1 0 0,1-1-1 0 0,-1 1 0 0 0,0 0 1 0 0,1 0-1 0 0,-1 3 0 0 0,-1 0-4 0 0,0 1 1 0 0,0-1-1 0 0,0 0 1 0 0,-1 0-1 0 0,0 0 0 0 0,0 0 1 0 0,0 0-1 0 0,0 0 0 0 0,-1 0 1 0 0,0-1-1 0 0,0 1 1 0 0,0-1-1 0 0,-1 0 0 0 0,-3 5 1 0 0,-1-2 25 0 0,1-1 0 0 0,-1 0 0 0 0,0 0 0 0 0,0 0 0 0 0,0-1 0 0 0,-1 0 0 0 0,0-1 0 0 0,0 0 1 0 0,0 0-1 0 0,0-1 0 0 0,-1 0 0 0 0,1-1 0 0 0,-1 0 0 0 0,0 0 0 0 0,1-1 0 0 0,-1 0 0 0 0,0-1 0 0 0,0 0 0 0 0,0-1 1 0 0,0 0-1 0 0,-10-2 0 0 0,4-1 14 0 0,1 0 1 0 0,-1 0 0 0 0,1-2-1 0 0,-1 0 1 0 0,2 0-1 0 0,-1-2 1 0 0,1 0 0 0 0,0 0-1 0 0,0-1 1 0 0,1-1-1 0 0,1-1 1 0 0,-13-12 0 0 0,5 0 211 0 0,-30-45-1 0 0,33 43-56 0 0,16 23-161 0 0,-1 1 1 0 0,1-1-1 0 0,0 1 1 0 0,0-1 0 0 0,-1 1-1 0 0,1 0 1 0 0,-1 0-1 0 0,1 0 1 0 0,-1-1 0 0 0,0 2-1 0 0,1-1 1 0 0,-1 0-1 0 0,0 0 1 0 0,-2 0 0 0 0,-1-1 50 0 0,0 3-38 0 0,0 0 0 0 0,0 0 0 0 0,0 1 0 0 0,0-1 0 0 0,0 1 0 0 0,1 0 0 0 0,-8 5 0 0 0,-3 4 36 0 0,1 1 1 0 0,0 1-1 0 0,1 0 1 0 0,1 1-1 0 0,0 0 1 0 0,-19 29-1 0 0,-13 16 246 0 0,-58 80 345 0 0,84-117-569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09:47:44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128 228 96 0 0,'3'-1'0'0'0,"-2"-1"0"0"0,-1 1 0 0 0,1-2 0 0 0,1 2 0 0 0,-1 0 132 0 0,0 0 1 0 0,0 1-1 0 0,1-1 0 0 0,-1 0 1 0 0,0 0-1 0 0,0 0 0 0 0,0 0 1 0 0,-1 0-1 0 0,1 0 1 0 0,0 0-1 0 0,0 0 0 0 0,0 0 1 0 0,-1-1-1 0 0,1 1 0 0 0,-1 0 1 0 0,1 0-1 0 0,-1-1 0 0 0,1 1 1 0 0,-1 0-1 0 0,0-1 0 0 0,0 1 1 0 0,1 0-1 0 0,-1-1 1 0 0,0 1-1 0 0,0 0 0 0 0,0-1 1 0 0,-1 1-1 0 0,1-1 0 0 0,-1-1 1 0 0,1-3 124 0 0,-16-5 988 0 0,11 7-1033 0 0,0 0-1 0 0,1 0 1 0 0,0-1-1 0 0,0 1 1 0 0,0-1-1 0 0,1 0 1 0 0,0 0-1 0 0,0 0 0 0 0,-4-10 1 0 0,-16-49 1121 0 0,22 62-1248 0 0,1 0 1 0 0,-1-1-1 0 0,0 1 0 0 0,0 0 0 0 0,-1 0 1 0 0,1 0-1 0 0,0 0 0 0 0,-1 1 0 0 0,1-1 0 0 0,-1 0 1 0 0,1 1-1 0 0,-1-1 0 0 0,0 1 0 0 0,0-1 1 0 0,0 1-1 0 0,0 0 0 0 0,-4-2 0 0 0,-32-9 1084 0 0,37 12-1041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1-01T09:46:12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11:02:38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0 128 96 0 0,'5'-2'0'0'0,"10"5"0"0"0,9-1 0 0 0,-3-2 0 0 0,-14-3 0 0 0,-4 2 0 0 0,2-1 0 0 0,2-1 0 0 0,1-1 0 0 0,4 0 0 0 0,6-1 0 0 0,3 0 0 0 0,2 0 0 0 0,1-1 0 0 0,-1-1 0 0 0,-1 3 0 0 0,31-9 144 0 0,-8 6 575 0 0,-42 6-622 0 0,0 0 1 0 0,-1 0 0 0 0,1 1-1 0 0,0-1 1 0 0,0 1-1 0 0,0 0 1 0 0,0 0 0 0 0,-1 0-1 0 0,1 0 1 0 0,0 0 0 0 0,0 0-1 0 0,0 1 1 0 0,0 0-1 0 0,-1-1 1 0 0,1 1 0 0 0,0 0-1 0 0,4 2 1 0 0,22 6 817 0 0,-23-6-812 0 0,1 0 1 0 0,0 0 0 0 0,0 0-1 0 0,0-1 1 0 0,1 0 0 0 0,-1-1 0 0 0,0 1-1 0 0,1-1 1 0 0,-1-1 0 0 0,1 1-1 0 0,-1-1 1 0 0,1-1 0 0 0,8-1 0 0 0,10 2 252 0 0,-12-1-229 0 0,-1-1 1 0 0,0 0 0 0 0,0 0 0 0 0,25-9 0 0 0,17-3 282 0 0,82 3 1088 0 0,-55-7-1076 0 0,-4 9-189 0 0,-20-5 440 0 0,-53 12-443 0 0,1 0-1 0 0,-1 1 0 0 0,0 0 1 0 0,1 0-1 0 0,-1 1 0 0 0,6-1 1 0 0,-10 1-126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11:02:43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273 1051 96 0 0,'-2'3'2824'0'0,"9"-2"-1720"0"0,3-1-840 0 0,9 8-305 0 0,-17-7 33 0 0,0 1-1 0 0,0-1 1 0 0,1 0-1 0 0,-1 0 1 0 0,0 0-1 0 0,1 0 1 0 0,-1 0-1 0 0,1-1 1 0 0,4 2 0 0 0,48-1-35 0 0,-37-1 43 0 0,2 0 122 0 0,0 0 0 0 0,-1-1 0 0 0,1-1 0 0 0,0-1 0 0 0,-1 0 0 0 0,0-2 0 0 0,25-9 0 0 0,-26 9 66 0 0,0 1 0 0 0,0 1 1 0 0,0 0-1 0 0,0 1 0 0 0,0 1 1 0 0,24 2-1 0 0,-15-1 157 0 0,42-4 0 0 0,-26-2 217 0 0,45 1 1 0 0,8 1 29 0 0,-47-3-293 0 0,-40 5-266 0 0,34-4 322 0 0,49-15 1 0 0,-49 7 230 0 0,56-27-1 0 0,-57 23-208 0 0,52-17-1 0 0,-50 26-172 0 0,-33 7-146 0 0,1 0 0 0 0,0-1 0 0 0,12-4 0 0 0,-10 3-26 0 0,-1 1 1 0 0,1 1 0 0 0,-1 0-1 0 0,1 1 1 0 0,0 0 0 0 0,16 2-1 0 0,-11-1-3 0 0,30-2 68 0 0,89-17 1 0 0,5 0-13 0 0,-6 18 22 0 0,-12 2 10 0 0,346-41 630 0 0,-367 30-622 0 0,12-7 54 0 0,146-40 0 0 0,-14 2-49 0 0,76-12 162 0 0,68-11 69 0 0,-123 41-47 0 0,54 24 27 0 0,-170 9-180 0 0,-11 4-58 0 0,90-7-36 0 0,-66-8-56 0 0,133-19 4 0 0,99-40 47 0 0,139-23 32 0 0,-173 46 49 0 0,-251 34-70 0 0,129-14 115 0 0,-120 22-112 0 0,302-15 124 0 0,78 0 7 0 0,-335 16-113 0 0,1-1-10 0 0,57-1-26 0 0,-91 6-36 0 0,626 16-164 0 0,-491 13 19 0 0,-231-20 96 0 0,63 18 0 0 0,3 1-3 0 0,285 56 197 0 0,-30-5 537 0 0,-284-57-705 0 0,0 2 0 0 0,-1 4 0 0 0,-2 3 1 0 0,109 57-1 0 0,-144-62-114 0 0,0 1 1 0 0,-1 3-1 0 0,51 46 0 0 0,-21-17 74 0 0,-23-15 38 0 0,-1 2 0 0 0,44 55-1 0 0,-69-77 8 0 0,3 3 19 0 0,-1 0 0 0 0,-1 1 0 0 0,30 52 0 0 0,-41-58 75 0 0,0 0 0 0 0,-1 1 0 0 0,0 0-1 0 0,-2 0 1 0 0,0 0 0 0 0,0 21-1 0 0,-3-28-57 0 0,0 1 0 0 0,-1-1 0 0 0,-1 0-1 0 0,0 1 1 0 0,0-1 0 0 0,-1 0 0 0 0,-1 0-1 0 0,0 0 1 0 0,-1 0 0 0 0,-8 19 0 0 0,0-7-27 0 0,8-16-10 0 0,1 0 0 0 0,-2-1 0 0 0,1 1 0 0 0,-6 6 0 0 0,-12 12-25 0 0,-2 0 0 0 0,0-2 0 0 0,-1-1 0 0 0,-2-1 1 0 0,0-2-1 0 0,-1 0 0 0 0,-60 30 0 0 0,66-41 19 0 0,0-1 0 0 0,-1-1 0 0 0,0 0 0 0 0,0-2 0 0 0,-1-1 0 0 0,-33 2 0 0 0,-144-8-28 0 0,149-2 23 0 0,0 3 0 0 0,0 2-1 0 0,-73 10 1 0 0,44 8-38 0 0,-94 35-1 0 0,143-44 45 0 0,-48 12-70 0 0,-2-4 0 0 0,0-4 0 0 0,-97 5 0 0 0,107-12-32 0 0,-131 2 175 0 0,132-1 180 0 0,-120 28 0 0 0,-37 33-75 0 0,163-57-164 0 0,-1-3-1 0 0,-97 1 0 0 0,86-6-3 0 0,-139 1 124 0 0,-19 1-2 0 0,-77 21 136 0 0,83-3 58 0 0,-102 7 0 0 0,-14-2-246 0 0,-29 5-8 0 0,-113 5 28 0 0,355-39-158 0 0,-134-19-1 0 0,164 9 42 0 0,-184 5-1 0 0,187 10-49 0 0,27-3-128 0 0,-136 24-1 0 0,81-7-234 0 0,7-2 148 0 0,32-2 350 0 0,-139 7 0 0 0,-92-18 134 0 0,227-4-184 0 0,-166-12-64 0 0,-121 7-48 0 0,162-2 116 0 0,-108-1 23 0 0,276 8-32 0 0,-410 9 318 0 0,-221-5 339 0 0,545-8-618 0 0,-90-7 77 0 0,-91-39 201 0 0,37 26-153 0 0,256 24-143 0 0,0 0-1 0 0,-26 5 1 0 0,-24 1 26 0 0,47-5-145 0 0,-36 7 0 0 0,25-3 16 0 0,-21 0-109 0 0,0-3 1 0 0,-1-2-1 0 0,1-3 0 0 0,-60-10 0 0 0,52 3 116 0 0,-23-3 3 0 0,-131-4 0 0 0,193 15 37 0 0,0-1 1 0 0,0-1-1 0 0,0-2 1 0 0,-46-15-1 0 0,-34-7-369 0 0,95 25 316 0 0,0-1 1 0 0,0-1-1 0 0,1 0 0 0 0,-1-1 0 0 0,1 0 0 0 0,1 0 1 0 0,-1-2-1 0 0,1 1 0 0 0,-10-10 0 0 0,13 9 75 0 0,1 0 0 0 0,0 0 0 0 0,0-1 0 0 0,0 1 0 0 0,1-1 0 0 0,1-1 0 0 0,0 1 0 0 0,0-1 0 0 0,0 0 1 0 0,-1-10-1 0 0,-3-14 69 0 0,-4-52 1 0 0,11 73-45 0 0,1 1 3 0 0,0 1-1 0 0,1-1 0 0 0,0 1 0 0 0,1 0 1 0 0,0-1-1 0 0,1 1 0 0 0,1 0 0 0 0,-1 0 1 0 0,2 1-1 0 0,6-13 0 0 0,15-49-53 0 0,-22 59 4 0 0,1 0 0 0 0,1 0-1 0 0,7-13 1 0 0,10-24-178 0 0,-19 41 142 0 0,1 0 0 0 0,0 0 0 0 0,0 1 0 0 0,1 0 0 0 0,0 0-1 0 0,1 1 1 0 0,-1-1 0 0 0,1 1 0 0 0,1 1 0 0 0,13-10 0 0 0,-11 8 13 0 0,0 1-1 0 0,0-1 1 0 0,13-15 0 0 0,23-17-140 0 0,-17 23 89 0 0,1 2 0 0 0,0 0 0 0 0,42-12 0 0 0,-46 18 80 0 0,-26 8 18 0 0,136-42 16 0 0,192-76-33 0 0,-273 97 16 0 0,5-1-21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11:21:30.8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20 490 96 0 0,'-2'-4'0'0'0,"-3"2"0"0"0,7 1 0 0 0,2 1 0 0 0,0 0 0 0 0,0 0 0 0 0,0 0 0 0 0,2-4 0 0 0,-2-2 0 0 0,3-2 0 0 0,2 1 0 0 0,4 0 0 0 0,1-1 0 0 0,-1-1 0 0 0,0 1 0 0 0,0 3 0 0 0,-5 1 0 0 0,-1-1 0 0 0,-2 0 0 0 0,1 1 0 0 0,1 0 0 0 0,2-1 0 0 0,-1 0 0 0 0,3 1 0 0 0,3-3 0 0 0,4 2 0 0 0,-2-1 0 0 0,-3 1 0 0 0,1-1 0 0 0,2 1 0 0 0,5-1 0 0 0,6 0 0 0 0,8-7 0 0 0,5-4 0 0 0,-2 0 0 0 0,19-7 0 0 0,-46 22 0 0 0,48-13 0 0 0,-38 10 0 0 0,0-1 0 0 0,26-10 0 0 0,62-17 40 0 0,-96 30-28 0 0,0 0 1 0 0,-1 1-1 0 0,1 0 1 0 0,0 1-1 0 0,19 0 1 0 0,13-1 51 0 0,-17 3 7 0 0,7-2 30 0 0,-8-2-2 0 0,-1 0 1 0 0,1 2 0 0 0,40 3-1 0 0,-4 0 47 0 0,-13-4 27 0 0,64-11 1 0 0,-4 0 44 0 0,150 1 242 0 0,-148 8-247 0 0,155-18 182 0 0,-32-12-76 0 0,342-4 150 0 0,-540 37-448 0 0,208-13 99 0 0,-228 12-112 0 0,315-15 128 0 0,-268 15-112 0 0,218 3 55 0 0,-145 8-30 0 0,160 33-1 0 0,-243-32-39 0 0,65 17 12 0 0,-18-1 4 0 0,-74-21-10 0 0,-1 1 1 0 0,1 1 0 0 0,-1 2 0 0 0,-1 1 0 0 0,38 19 0 0 0,-10 1 32 0 0,-37-22-13 0 0,0 0 1 0 0,-1 1 0 0 0,0 1-1 0 0,0 0 1 0 0,-1 1-1 0 0,23 24 1 0 0,36 55 124 0 0,-59-72-134 0 0,-1 1 1 0 0,-1 0-1 0 0,-1 1 1 0 0,-1 0-1 0 0,0 1 1 0 0,6 24-1 0 0,-13-34-15 0 0,5 11 28 0 0,-2 1 0 0 0,-1 0 0 0 0,-1 0 1 0 0,2 46-1 0 0,-6-54-6 0 0,0 0 0 0 0,-1 0 1 0 0,-1 0-1 0 0,0-1 0 0 0,-5 16 1 0 0,4-23-21 0 0,1 0-1 0 0,-1 0 1 0 0,-1-1 0 0 0,1 1 0 0 0,-1-1 0 0 0,0 0 0 0 0,0 0 0 0 0,-1 0 0 0 0,1 0 0 0 0,-2-1 0 0 0,1 0 0 0 0,-8 7 0 0 0,-3-2 14 0 0,1 0 0 0 0,-2 0-1 0 0,1-1 1 0 0,-1-1 0 0 0,-24 7 0 0 0,-96 23 89 0 0,32-10-65 0 0,-147 28 127 0 0,232-52-154 0 0,-23 1 16 0 0,1-1-1 0 0,-1-2 0 0 0,1-2 0 0 0,-78-9 0 0 0,-502-14 243 0 0,208 50-201 0 0,213-5-65 0 0,114-12-13 0 0,-80 5 1 0 0,123-14 3 0 0,26 0 1 0 0,0-1 0 0 0,0 0 1 0 0,1-2-1 0 0,-32-5 0 0 0,48 7-8 0 0,-60-17 40 0 0,-1 3 0 0 0,0 3 0 0 0,-115-5 0 0 0,13 23-42 0 0,14 15-20 0 0,115-16 12 0 0,0 1-24 0 0,1-2 0 0 0,-49 2 0 0 0,51-8 11 0 0,1 0 1 0 0,-1-2 0 0 0,-47-10-1 0 0,-55-31-76 0 0,90 27 46 0 0,-49-11-1 0 0,-151-30-98 0 0,172 37 128 0 0,26 6-16 0 0,0 3 0 0 0,-89-13 0 0 0,110 22 28 0 0,1-2 0 0 0,-45-13 0 0 0,-14-4-15 0 0,-65 1-85 0 0,49-7-1 0 0,36 8 79 0 0,47 14-24 0 0,0-1 0 0 0,0 0-1 0 0,-20-14 1 0 0,31 18 30 0 0,2 1 12 0 0,1 0 0 0 0,-1-1 0 0 0,1 1 0 0 0,-1 0-1 0 0,1-1 1 0 0,0 0 0 0 0,0 0 0 0 0,0 0 0 0 0,0 0 0 0 0,0 0-1 0 0,1 0 1 0 0,-3-5 0 0 0,-10-40-215 0 0,14 48 226 0 0,-2-45-336 0 0,3 27 143 0 0,-1 9 102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11:21:34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1292 242 96 0 0,'18'1'0'0'0,"9"1"0"0"0,0 1 0 0 0,14 4 0 0 0,18 2 0 0 0,-19-5 0 0 0,470-16 0 0 0,-356 4 0 0 0,14-2 0 0 0,297-57 0 0 0,-326 44 93 0 0,204-8 0 0 0,-278 27-79 0 0,115 4 110 0 0,-34 1 8 0 0,96 0 92 0 0,-84 2-69 0 0,117 8 106 0 0,83-2 67 0 0,11-16-73 0 0,167-28 11 0 0,-258 12-82 0 0,-59 7 30 0 0,206-13 276 0 0,41 13 52 0 0,-81 6-171 0 0,417 9 283 0 0,-602 8-491 0 0,122 11 49 0 0,135 32 21 0 0,227 28-81 0 0,-483-50-127 0 0,30 2 14 0 0,2 7 5 0 0,-116-14-15 0 0,19 2 67 0 0,182 59-1 0 0,-294-76-66 0 0,55 17 79 0 0,106 51-1 0 0,-163-65-48 0 0,-1 0-1 0 0,0 2 1 0 0,-1 0 0 0 0,0 1 0 0 0,-1 1 0 0 0,-1 1-1 0 0,0 1 1 0 0,-1 0 0 0 0,22 31 0 0 0,-25-26 84 0 0,-2 1 1 0 0,12 29-1 0 0,-8-17 9 0 0,-11-21-98 0 0,-1 0-1 0 0,0 0 0 0 0,-1 0 1 0 0,0 0-1 0 0,0 20 0 0 0,2 4 13 0 0,0-9-60 0 0,-1 1 1 0 0,-2 0-1 0 0,-1 0 1 0 0,-1-1 0 0 0,-1 1-1 0 0,-2 0 1 0 0,-1 0-1 0 0,-2-1 1 0 0,0 0-1 0 0,-19 50 1 0 0,-27 75-3 0 0,6-19 0 0 0,33-101-3 0 0,-120 284 46 0 0,124-298-33 0 0,-1 0 0 0 0,-1-1 1 0 0,-1-1-1 0 0,0 0 0 0 0,-2-1 1 0 0,0 0-1 0 0,-23 21 0 0 0,-10 2 59 0 0,19-15 56 0 0,-1-1-1 0 0,0-1 1 0 0,-2-2-1 0 0,-1-1 1 0 0,-38 18-1 0 0,-5-8-39 0 0,-1-3 0 0 0,-152 31 0 0 0,-166-8 7 0 0,174-31-52 0 0,-211 12 23 0 0,67-9 18 0 0,-236 6 127 0 0,154-14-123 0 0,-159-3-50 0 0,293-9 43 0 0,-91-6 51 0 0,-8-22 57 0 0,186 14-131 0 0,-27-6 0 0 0,-435-9 193 0 0,307 31-275 0 0,-76 4-9 0 0,-541 39-33 0 0,889-42 108 0 0,1 5 0 0 0,0 6 0 0 0,0 3 0 0 0,-176 58 1 0 0,62-10 12 0 0,45-16 36 0 0,-610 168-111 0 0,517-177-90 0 0,200-33 63 0 0,18-5-32 0 0,-1-3 0 0 0,1-2 0 0 0,0-2 0 0 0,-55-11 0 0 0,-19-1-258 0 0,-63 2-167 0 0,-4 13 300 0 0,184-1 176 0 0,-1 0 0 0 0,0 0 0 0 0,0-1 0 0 0,1-1 0 0 0,-1 1 0 0 0,1-1 0 0 0,-1 0 0 0 0,1-1 0 0 0,0 0-1 0 0,0-1 1 0 0,1 1 0 0 0,-1-1 0 0 0,1-1 0 0 0,0 1 0 0 0,-7-9 0 0 0,-5-5-19 0 0,2-1 0 0 0,0 0 0 0 0,-26-42 0 0 0,33 42 24 0 0,0-1 0 0 0,1 0 0 0 0,-11-40-1 0 0,-9-22 4 0 0,8 33 47 0 0,3 0 0 0 0,1-2 0 0 0,-10-59 0 0 0,21 75 39 0 0,1 1-1 0 0,2-1 1 0 0,1 0-1 0 0,3 0 0 0 0,7-60 1 0 0,34-137 307 0 0,-29 180-206 0 0,2 0 1 0 0,29-64 0 0 0,32-75 222 0 0,-55 137-214 0 0,-10 21 35 0 0,-2 0 1 0 0,8-64-1 0 0,-15 84-152 0 0,40-228 771 0 0,15 21-519 0 0,-34 159-219 0 0,33-67-1 0 0,-41 97-79 0 0,-12 27-3 0 0,11-18-24 0 0,1 1 0 0 0,29-34 0 0 0,-11 33-90 0 0,-14 11 32 0 0,-1 2 9 0 0,-1 2-1 0 0,1 0 0 0 0,0 1 1 0 0,1 1-1 0 0,0 0 0 0 0,0 2 1 0 0,37-5-1 0 0,-26 5 33 0 0,1-1-1 0 0,-1 1-1 0 0,1 1 1 0 0,52 3 0 0 0,-12 10-93 0 0,94 25 1 0 0,-117-27 97 0 0,-1-2 1 0 0,1-2-1 0 0,-1-2 1 0 0,64-6-1 0 0,-4 2 153 0 0,-93 1-112 0 0,0 2-1 0 0,0 0 1 0 0,22 4 0 0 0,-17 0-14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11:21:37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0 330 96 0 0,'3'0'1'0'0,"20"-1"24"0"0,2-2 25 0 0,-13 1-29 0 0,92-19 168 0 0,119-42 0 0 0,-82 21-47 0 0,201-46 1377 0 0,-283 73-1180 0 0,-10 1 107 0 0,87-12 0 0 0,14 5 337 0 0,52-5 172 0 0,73 19 366 0 0,-146 10-738 0 0,127 5 340 0 0,-177-4-682 0 0,0 4 0 0 0,0 3 0 0 0,98 27 0 0 0,-43-8 6 0 0,-19-4-80 0 0,6 3-45 0 0,71 22 24 0 0,-164-41-117 0 0,-1 1-1 0 0,-1 1 0 0 0,0 1 0 0 0,0 2 0 0 0,25 19 1 0 0,-36-23 19 0 0,0 1 0 0 0,-1 0 0 0 0,-1 1 0 0 0,0 1 0 0 0,0 0 0 0 0,-1 1 0 0 0,-1 0 0 0 0,-1 1 0 0 0,9 17 0 0 0,-15-24 20 0 0,-1 1 0 0 0,0 0 0 0 0,0 0 0 0 0,-1 0 1 0 0,0 0-1 0 0,-1 0 0 0 0,0 0 0 0 0,-1 17 0 0 0,-1-6 65 0 0,-2 0-1 0 0,0 0 0 0 0,-6 23 0 0 0,2-24-77 0 0,0 0 0 0 0,-2-1 0 0 0,0 0 0 0 0,-1-1-1 0 0,-1 0 1 0 0,-1-1 0 0 0,-15 18 0 0 0,-7 13-24 0 0,6-11-6 0 0,0-2 0 0 0,-3 0 1 0 0,-1-2-1 0 0,-1-2 0 0 0,-69 51 1 0 0,37-32 2 0 0,30-22 6 0 0,-38 23 1 0 0,68-49-5 0 0,1 0 0 0 0,-1 0 0 0 0,0 0 0 0 0,0 0 0 0 0,0-1 0 0 0,0 0 0 0 0,0 0 0 0 0,-1 0 0 0 0,1-1 0 0 0,0 1 0 0 0,-10-2 0 0 0,8 1 38 0 0,2-3-32 0 0,1-20 13 0 0,5 15-47 0 0,1 1 0 0 0,-1-1 0 0 0,1 0 0 0 0,1 0 0 0 0,0 1 0 0 0,0-1 1 0 0,0 1-1 0 0,1 0 0 0 0,0 0 0 0 0,0 0 0 0 0,1 0 0 0 0,7-8 0 0 0,-5 6 3 0 0,-1 0 0 0 0,0 0 0 0 0,0 0 0 0 0,-1-1 0 0 0,0 1 0 0 0,5-18 0 0 0,-4 7 25 0 0,15-34 0 0 0,-13 38-17 0 0,-2 0 0 0 0,0-1 0 0 0,5-26 0 0 0,5-31-2052 0 0,-26 116 1932 0 0,-2 0 0 0 0,-2-2 0 0 0,-33 67 0 0 0,36-83 86 0 0,6-15 17 0 0,0-1 0 0 0,0 1 0 0 0,-1-1 0 0 0,0-1 0 0 0,-14 14 0 0 0,13-13 0 0 0,-1 0 0 0 0,1 1 0 0 0,-12 17 0 0 0,15-19 3 0 0,1-1 2 0 0,1-1-1 0 0,-1 1 1 0 0,1-1-1 0 0,1 1 1 0 0,-1 0-1 0 0,0 11 0 0 0,-7 4 104 0 0,8-19-83 0 0,0 0 0 0 0,0 0 0 0 0,0 0-1 0 0,1 0 1 0 0,-1 0 0 0 0,0 0 0 0 0,1 0 0 0 0,-1 0 0 0 0,1 0 0 0 0,0 5 0 0 0,0-7 87 0 0,13 8 358 0 0,8-8-416 0 0,1-2-1 0 0,0 0 0 0 0,-1-2 1 0 0,1 0-1 0 0,-1-1 1 0 0,31-12-1 0 0,25-6 81 0 0,118-36 151 0 0,-1 1 37 0 0,-157 50-165 0 0,0 1 1 0 0,1 1 0 0 0,55 1 0 0 0,-92 5-149 0 0,2-1 18 0 0,0 1-1 0 0,0 0 1 0 0,-1 0 0 0 0,1 0 0 0 0,0 0 0 0 0,0 1-1 0 0,-1-1 1 0 0,1 1 0 0 0,0-1 0 0 0,-1 1 0 0 0,1 0 0 0 0,0 0-1 0 0,-1 0 1 0 0,1 1 0 0 0,-1-1 0 0 0,0 0 0 0 0,1 1-1 0 0,2 2 1 0 0,-4-3-5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11:21:53.0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849 442 96 0 0,'16'-8'0'0'0,"5"-4"0"0"0,-7 4 0 0 0,4-1 0 0 0,1 1 0 0 0,0 0 0 0 0,0 2 0 0 0,1 0 0 0 0,31-4 0 0 0,27-9 0 0 0,10-11 1 0 0,164-61 5 0 0,-206 75 83 0 0,1 2 1 0 0,86-14-1 0 0,-38 10 172 0 0,110-18 416 0 0,-16 2-151 0 0,87-25 103 0 0,-227 50-460 0 0,0 3 0 0 0,1 1-1 0 0,-1 3 1 0 0,88 7 0 0 0,-12 4 5 0 0,257 23 297 0 0,-293-24-389 0 0,1-3 1 0 0,109-9-1 0 0,71-14 63 0 0,132-6 38 0 0,-223 28-119 0 0,-90 0-27 0 0,122-10 25 0 0,-112 7-13 0 0,0 4 0 0 0,0 4 1 0 0,102 24-1 0 0,-43-3 43 0 0,-93-20-9 0 0,-1 3 0 0 0,119 40 0 0 0,183 112 304 0 0,-334-147-327 0 0,-2 2-1 0 0,39 32 1 0 0,-15-10 23 0 0,-34-29-41 0 0,-1 2-1 0 0,-1 1 0 0 0,0 0 1 0 0,-1 1-1 0 0,15 20 0 0 0,-23-26 36 0 0,0 0 0 0 0,-2 0-1 0 0,1 1 1 0 0,-1 0-1 0 0,-1 1 1 0 0,0 0 0 0 0,-1 0-1 0 0,0 0 1 0 0,-1 0 0 0 0,4 22-1 0 0,-5-18 21 0 0,2 0 0 0 0,-1 0 0 0 0,10 20-1 0 0,0 4 64 0 0,-2-4 10 0 0,2-1-1 0 0,21 38 1 0 0,-31-63-123 0 0,0 1 0 0 0,-1-1 0 0 0,-1 0 0 0 0,0 1 0 0 0,0 0 0 0 0,-1 0 0 0 0,-1 11 0 0 0,3 15 57 0 0,-1-8-44 0 0,0 0 0 0 0,-2 0-1 0 0,-2 1 1 0 0,0-1 0 0 0,-10 40 0 0 0,9-57-54 0 0,-2 0 0 0 0,0-1 0 0 0,0 0 0 0 0,-1 1 1 0 0,0-2-1 0 0,-1 1 0 0 0,0-1 0 0 0,-1 0 0 0 0,-1-1 0 0 0,1 1 1 0 0,-20 15-1 0 0,12-12 4 0 0,-1 0 0 0 0,-1-1 0 0 0,0-1 0 0 0,0-1 0 0 0,-1 0 0 0 0,-31 11 0 0 0,-37 14 18 0 0,43-17 9 0 0,-2-2-1 0 0,-55 14 1 0 0,-265 67 49 0 0,277-69-86 0 0,-1 1-35 0 0,-132 25-1 0 0,-332 21 65 0 0,477-71 17 0 0,0-5 0 0 0,-90-9 0 0 0,-40-2 160 0 0,-378 42 600 0 0,472-22-505 0 0,-87 22-56 0 0,85-10-203 0 0,-224 38 94 0 0,31-27 43 0 0,91-14-78 0 0,-220 36-164 0 0,320-44-167 0 0,-192-7 0 0 0,305-4 223 0 0,-360-17-255 0 0,150-3 261 0 0,50 3-5 0 0,84 11-137 0 0,1-4 0 0 0,-95-24 0 0 0,148 26 92 0 0,0 0 1 0 0,0-1 0 0 0,1-2-1 0 0,1 0 1 0 0,0-2 0 0 0,0 0 0 0 0,2-2-1 0 0,0-1 1 0 0,0 0 0 0 0,2-2-1 0 0,0 0 1 0 0,2-1 0 0 0,0-1-1 0 0,-26-40 1 0 0,31 40 91 0 0,1-1 1 0 0,0 0-1 0 0,2 0 1 0 0,1-1-1 0 0,1-1 1 0 0,1 0-1 0 0,1 0 0 0 0,1 0 1 0 0,1 0-1 0 0,1-1 1 0 0,1 0-1 0 0,1 1 0 0 0,2-1 1 0 0,0 0-1 0 0,7-34 1 0 0,0 4 1 0 0,0 0 46 0 0,2 0 1 0 0,25-78 0 0 0,-7 53-200 0 0,4 1 1 0 0,50-91 0 0 0,-62 138 61 0 0,1 0 1 0 0,1 2-1 0 0,2 0 1 0 0,1 2-1 0 0,1 1 1 0 0,1 0-1 0 0,2 3 1 0 0,0 0-1 0 0,2 2 0 0 0,1 1 1 0 0,0 1-1 0 0,1 2 1 0 0,66-26-1 0 0,-92 42 39 0 0,60-20-126 0 0,85-18 1 0 0,-15 13-162 0 0,-100 19 200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11:21:54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2574 1 96 0 0,'-9'3'0'0'0,"-4"5"0"0"0,0 3 0 0 0,0 0 0 0 0,1-1 0 0 0,-1 0 0 0 0,-1 0 0 0 0,0-2 0 0 0,0 0 0 0 0,-1 0 0 0 0,-16 5 0 0 0,17-7 0 0 0,0 0 0 0 0,0 1 0 0 0,-13 9 0 0 0,-414 303 7 0 0,219-161 379 0 0,-212 196 1 0 0,294-225 295 0 0,-149 177 0 0 0,192-181-380 0 0,5 5 0 0 0,-87 167 1 0 0,124-203-187 0 0,15-27 9 0 0,-35 81-1 0 0,60-111-84 0 0,-158 406 359 0 0,150-370-327 0 0,3 1 0 0 0,3 0 0 0 0,3 2 0 0 0,-4 93 0 0 0,32 129 126 0 0,-8-252-163 0 0,2-2 0 0 0,2 1-1 0 0,2-1 1 0 0,25 61 0 0 0,87 163 123 0 0,-77-187-80 0 0,3-2-1 0 0,94 112 0 0 0,-117-157-54 0 0,52 65 97 0 0,4-4 0 0 0,142 124 0 0 0,-128-134 25 0 0,-10-6 26 0 0,3-5-1 0 0,124 77 0 0 0,92 26 318 0 0,-286-165-413 0 0,112 69 424 0 0,183 83 0 0 0,-66-47-75 0 0,-114-51-289 0 0,-82-41-87 0 0,324 146 360 0 0,-254-114-376 0 0,-94-45-32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1-01T11:21:56.2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352 0 96 0 0,'-1'4'0'0'0,"-5"3"0"0"0,3 1 0 0 0,6 0 0 0 0,2 1 0 0 0,4-1 0 0 0,3 4 0 0 0,-7-5 4 0 0,0 0 0 0 0,1-1 0 0 0,0 0-1 0 0,0-1 1 0 0,0 1 0 0 0,1-1 0 0 0,-1 0 0 0 0,1-1 0 0 0,0 1-1 0 0,9 2 1 0 0,19 13 17 0 0,27 22 32 0 0,4 13 158 0 0,-29-23 15 0 0,26 20 117 0 0,-44-37-188 0 0,-4-1-83 0 0,2 5 96 0 0,14 17 117 0 0,5 8 72 0 0,-18-21-53 0 0,2 0 0 0 0,26 24 0 0 0,-36-38 53 0 0,-1 0 0 0 0,16 20-1 0 0,1 2 1415 0 0,-95-14 237 0 0,46-11-1959 0 0,1 0 0 0 0,0 1-1 0 0,0 1 1 0 0,-34 18-1 0 0,-84 57 89 0 0,12-7-70 0 0,-33 15 46 0 0,80-42 167 0 0,-116 50-1 0 0,154-87-163 0 0,24-9-53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ח'/טבת/תשפ"ג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5.xml"/><Relationship Id="rId18" Type="http://schemas.openxmlformats.org/officeDocument/2006/relationships/image" Target="../media/image13.png"/><Relationship Id="rId3" Type="http://schemas.openxmlformats.org/officeDocument/2006/relationships/image" Target="../media/image5.png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10.png"/><Relationship Id="rId17" Type="http://schemas.openxmlformats.org/officeDocument/2006/relationships/customXml" Target="../ink/ink7.xml"/><Relationship Id="rId2" Type="http://schemas.openxmlformats.org/officeDocument/2006/relationships/image" Target="../media/image3.png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customXml" Target="../ink/ink4.xml"/><Relationship Id="rId24" Type="http://schemas.openxmlformats.org/officeDocument/2006/relationships/image" Target="../media/image16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10" Type="http://schemas.openxmlformats.org/officeDocument/2006/relationships/image" Target="../media/image9.png"/><Relationship Id="rId19" Type="http://schemas.openxmlformats.org/officeDocument/2006/relationships/customXml" Target="../ink/ink8.xml"/><Relationship Id="rId4" Type="http://schemas.openxmlformats.org/officeDocument/2006/relationships/image" Target="../media/image6.png"/><Relationship Id="rId9" Type="http://schemas.openxmlformats.org/officeDocument/2006/relationships/customXml" Target="../ink/ink3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4.png"/><Relationship Id="rId21" Type="http://schemas.openxmlformats.org/officeDocument/2006/relationships/customXml" Target="../ink/ink20.xml"/><Relationship Id="rId42" Type="http://schemas.openxmlformats.org/officeDocument/2006/relationships/image" Target="../media/image42.png"/><Relationship Id="rId47" Type="http://schemas.openxmlformats.org/officeDocument/2006/relationships/customXml" Target="../ink/ink33.xml"/><Relationship Id="rId63" Type="http://schemas.openxmlformats.org/officeDocument/2006/relationships/image" Target="../media/image52.png"/><Relationship Id="rId68" Type="http://schemas.openxmlformats.org/officeDocument/2006/relationships/image" Target="../media/image54.png"/><Relationship Id="rId84" Type="http://schemas.openxmlformats.org/officeDocument/2006/relationships/image" Target="../media/image62.png"/><Relationship Id="rId89" Type="http://schemas.openxmlformats.org/officeDocument/2006/relationships/customXml" Target="../ink/ink55.xml"/><Relationship Id="rId16" Type="http://schemas.openxmlformats.org/officeDocument/2006/relationships/image" Target="../media/image29.png"/><Relationship Id="rId11" Type="http://schemas.openxmlformats.org/officeDocument/2006/relationships/customXml" Target="../ink/ink15.xml"/><Relationship Id="rId32" Type="http://schemas.openxmlformats.org/officeDocument/2006/relationships/image" Target="../media/image37.png"/><Relationship Id="rId37" Type="http://schemas.openxmlformats.org/officeDocument/2006/relationships/customXml" Target="../ink/ink28.xml"/><Relationship Id="rId53" Type="http://schemas.openxmlformats.org/officeDocument/2006/relationships/image" Target="../media/image47.png"/><Relationship Id="rId58" Type="http://schemas.openxmlformats.org/officeDocument/2006/relationships/customXml" Target="../ink/ink39.xml"/><Relationship Id="rId74" Type="http://schemas.openxmlformats.org/officeDocument/2006/relationships/image" Target="../media/image57.png"/><Relationship Id="rId79" Type="http://schemas.openxmlformats.org/officeDocument/2006/relationships/customXml" Target="../ink/ink50.xml"/><Relationship Id="rId5" Type="http://schemas.openxmlformats.org/officeDocument/2006/relationships/customXml" Target="../ink/ink12.xml"/><Relationship Id="rId90" Type="http://schemas.openxmlformats.org/officeDocument/2006/relationships/image" Target="../media/image65.png"/><Relationship Id="rId22" Type="http://schemas.openxmlformats.org/officeDocument/2006/relationships/image" Target="../media/image32.png"/><Relationship Id="rId27" Type="http://schemas.openxmlformats.org/officeDocument/2006/relationships/customXml" Target="../ink/ink23.xml"/><Relationship Id="rId43" Type="http://schemas.openxmlformats.org/officeDocument/2006/relationships/customXml" Target="../ink/ink31.xml"/><Relationship Id="rId48" Type="http://schemas.openxmlformats.org/officeDocument/2006/relationships/image" Target="../media/image45.png"/><Relationship Id="rId64" Type="http://schemas.openxmlformats.org/officeDocument/2006/relationships/customXml" Target="../ink/ink42.xml"/><Relationship Id="rId69" Type="http://schemas.openxmlformats.org/officeDocument/2006/relationships/customXml" Target="../ink/ink45.xml"/><Relationship Id="rId8" Type="http://schemas.openxmlformats.org/officeDocument/2006/relationships/image" Target="../media/image25.png"/><Relationship Id="rId51" Type="http://schemas.openxmlformats.org/officeDocument/2006/relationships/image" Target="../media/image46.png"/><Relationship Id="rId72" Type="http://schemas.openxmlformats.org/officeDocument/2006/relationships/image" Target="../media/image56.png"/><Relationship Id="rId80" Type="http://schemas.openxmlformats.org/officeDocument/2006/relationships/image" Target="../media/image60.png"/><Relationship Id="rId85" Type="http://schemas.openxmlformats.org/officeDocument/2006/relationships/customXml" Target="../ink/ink53.xml"/><Relationship Id="rId93" Type="http://schemas.openxmlformats.org/officeDocument/2006/relationships/customXml" Target="../ink/ink57.xml"/><Relationship Id="rId3" Type="http://schemas.openxmlformats.org/officeDocument/2006/relationships/customXml" Target="../ink/ink11.xml"/><Relationship Id="rId12" Type="http://schemas.openxmlformats.org/officeDocument/2006/relationships/image" Target="../media/image27.png"/><Relationship Id="rId17" Type="http://schemas.openxmlformats.org/officeDocument/2006/relationships/customXml" Target="../ink/ink18.xml"/><Relationship Id="rId25" Type="http://schemas.openxmlformats.org/officeDocument/2006/relationships/customXml" Target="../ink/ink22.xml"/><Relationship Id="rId33" Type="http://schemas.openxmlformats.org/officeDocument/2006/relationships/customXml" Target="../ink/ink26.xml"/><Relationship Id="rId38" Type="http://schemas.openxmlformats.org/officeDocument/2006/relationships/image" Target="../media/image40.png"/><Relationship Id="rId46" Type="http://schemas.openxmlformats.org/officeDocument/2006/relationships/image" Target="../media/image44.png"/><Relationship Id="rId59" Type="http://schemas.openxmlformats.org/officeDocument/2006/relationships/image" Target="../media/image50.png"/><Relationship Id="rId67" Type="http://schemas.openxmlformats.org/officeDocument/2006/relationships/customXml" Target="../ink/ink44.xml"/><Relationship Id="rId20" Type="http://schemas.openxmlformats.org/officeDocument/2006/relationships/image" Target="../media/image31.png"/><Relationship Id="rId41" Type="http://schemas.openxmlformats.org/officeDocument/2006/relationships/customXml" Target="../ink/ink30.xml"/><Relationship Id="rId54" Type="http://schemas.openxmlformats.org/officeDocument/2006/relationships/customXml" Target="../ink/ink37.xml"/><Relationship Id="rId62" Type="http://schemas.openxmlformats.org/officeDocument/2006/relationships/customXml" Target="../ink/ink41.xml"/><Relationship Id="rId70" Type="http://schemas.openxmlformats.org/officeDocument/2006/relationships/image" Target="../media/image55.png"/><Relationship Id="rId75" Type="http://schemas.openxmlformats.org/officeDocument/2006/relationships/customXml" Target="../ink/ink48.xml"/><Relationship Id="rId83" Type="http://schemas.openxmlformats.org/officeDocument/2006/relationships/customXml" Target="../ink/ink52.xml"/><Relationship Id="rId88" Type="http://schemas.openxmlformats.org/officeDocument/2006/relationships/image" Target="../media/image64.png"/><Relationship Id="rId91" Type="http://schemas.openxmlformats.org/officeDocument/2006/relationships/customXml" Target="../ink/ink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5" Type="http://schemas.openxmlformats.org/officeDocument/2006/relationships/customXml" Target="../ink/ink17.xml"/><Relationship Id="rId23" Type="http://schemas.openxmlformats.org/officeDocument/2006/relationships/customXml" Target="../ink/ink21.xml"/><Relationship Id="rId28" Type="http://schemas.openxmlformats.org/officeDocument/2006/relationships/image" Target="../media/image35.png"/><Relationship Id="rId36" Type="http://schemas.openxmlformats.org/officeDocument/2006/relationships/image" Target="../media/image39.png"/><Relationship Id="rId49" Type="http://schemas.openxmlformats.org/officeDocument/2006/relationships/customXml" Target="../ink/ink34.xml"/><Relationship Id="rId57" Type="http://schemas.openxmlformats.org/officeDocument/2006/relationships/image" Target="../media/image49.png"/><Relationship Id="rId10" Type="http://schemas.openxmlformats.org/officeDocument/2006/relationships/image" Target="../media/image26.png"/><Relationship Id="rId31" Type="http://schemas.openxmlformats.org/officeDocument/2006/relationships/customXml" Target="../ink/ink25.xml"/><Relationship Id="rId44" Type="http://schemas.openxmlformats.org/officeDocument/2006/relationships/image" Target="../media/image43.png"/><Relationship Id="rId52" Type="http://schemas.openxmlformats.org/officeDocument/2006/relationships/customXml" Target="../ink/ink36.xml"/><Relationship Id="rId60" Type="http://schemas.openxmlformats.org/officeDocument/2006/relationships/customXml" Target="../ink/ink40.xml"/><Relationship Id="rId65" Type="http://schemas.openxmlformats.org/officeDocument/2006/relationships/image" Target="../media/image53.png"/><Relationship Id="rId73" Type="http://schemas.openxmlformats.org/officeDocument/2006/relationships/customXml" Target="../ink/ink47.xml"/><Relationship Id="rId78" Type="http://schemas.openxmlformats.org/officeDocument/2006/relationships/image" Target="../media/image59.png"/><Relationship Id="rId81" Type="http://schemas.openxmlformats.org/officeDocument/2006/relationships/customXml" Target="../ink/ink51.xml"/><Relationship Id="rId86" Type="http://schemas.openxmlformats.org/officeDocument/2006/relationships/image" Target="../media/image63.png"/><Relationship Id="rId94" Type="http://schemas.openxmlformats.org/officeDocument/2006/relationships/image" Target="../media/image67.png"/><Relationship Id="rId4" Type="http://schemas.openxmlformats.org/officeDocument/2006/relationships/image" Target="../media/image23.png"/><Relationship Id="rId9" Type="http://schemas.openxmlformats.org/officeDocument/2006/relationships/customXml" Target="../ink/ink14.xml"/><Relationship Id="rId13" Type="http://schemas.openxmlformats.org/officeDocument/2006/relationships/customXml" Target="../ink/ink16.xml"/><Relationship Id="rId18" Type="http://schemas.openxmlformats.org/officeDocument/2006/relationships/image" Target="../media/image30.png"/><Relationship Id="rId39" Type="http://schemas.openxmlformats.org/officeDocument/2006/relationships/customXml" Target="../ink/ink29.xml"/><Relationship Id="rId34" Type="http://schemas.openxmlformats.org/officeDocument/2006/relationships/image" Target="../media/image38.png"/><Relationship Id="rId50" Type="http://schemas.openxmlformats.org/officeDocument/2006/relationships/customXml" Target="../ink/ink35.xml"/><Relationship Id="rId55" Type="http://schemas.openxmlformats.org/officeDocument/2006/relationships/image" Target="../media/image48.png"/><Relationship Id="rId76" Type="http://schemas.openxmlformats.org/officeDocument/2006/relationships/image" Target="../media/image58.png"/><Relationship Id="rId7" Type="http://schemas.openxmlformats.org/officeDocument/2006/relationships/customXml" Target="../ink/ink13.xml"/><Relationship Id="rId71" Type="http://schemas.openxmlformats.org/officeDocument/2006/relationships/customXml" Target="../ink/ink46.xml"/><Relationship Id="rId92" Type="http://schemas.openxmlformats.org/officeDocument/2006/relationships/image" Target="../media/image66.png"/><Relationship Id="rId2" Type="http://schemas.openxmlformats.org/officeDocument/2006/relationships/image" Target="../media/image3.png"/><Relationship Id="rId29" Type="http://schemas.openxmlformats.org/officeDocument/2006/relationships/customXml" Target="../ink/ink24.xml"/><Relationship Id="rId24" Type="http://schemas.openxmlformats.org/officeDocument/2006/relationships/image" Target="../media/image33.png"/><Relationship Id="rId40" Type="http://schemas.openxmlformats.org/officeDocument/2006/relationships/image" Target="../media/image41.png"/><Relationship Id="rId45" Type="http://schemas.openxmlformats.org/officeDocument/2006/relationships/customXml" Target="../ink/ink32.xml"/><Relationship Id="rId66" Type="http://schemas.openxmlformats.org/officeDocument/2006/relationships/customXml" Target="../ink/ink43.xml"/><Relationship Id="rId87" Type="http://schemas.openxmlformats.org/officeDocument/2006/relationships/customXml" Target="../ink/ink54.xml"/><Relationship Id="rId61" Type="http://schemas.openxmlformats.org/officeDocument/2006/relationships/image" Target="../media/image51.png"/><Relationship Id="rId82" Type="http://schemas.openxmlformats.org/officeDocument/2006/relationships/image" Target="../media/image61.png"/><Relationship Id="rId19" Type="http://schemas.openxmlformats.org/officeDocument/2006/relationships/customXml" Target="../ink/ink19.xml"/><Relationship Id="rId14" Type="http://schemas.openxmlformats.org/officeDocument/2006/relationships/image" Target="../media/image28.png"/><Relationship Id="rId30" Type="http://schemas.openxmlformats.org/officeDocument/2006/relationships/image" Target="../media/image36.png"/><Relationship Id="rId35" Type="http://schemas.openxmlformats.org/officeDocument/2006/relationships/customXml" Target="../ink/ink27.xml"/><Relationship Id="rId56" Type="http://schemas.openxmlformats.org/officeDocument/2006/relationships/customXml" Target="../ink/ink38.xml"/><Relationship Id="rId77" Type="http://schemas.openxmlformats.org/officeDocument/2006/relationships/customXml" Target="../ink/ink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0.xml"/><Relationship Id="rId5" Type="http://schemas.openxmlformats.org/officeDocument/2006/relationships/image" Target="../media/image71.png"/><Relationship Id="rId4" Type="http://schemas.openxmlformats.org/officeDocument/2006/relationships/customXml" Target="../ink/ink5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.xml"/><Relationship Id="rId13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5.png"/><Relationship Id="rId12" Type="http://schemas.openxmlformats.org/officeDocument/2006/relationships/customXml" Target="../ink/ink6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2.xml"/><Relationship Id="rId11" Type="http://schemas.openxmlformats.org/officeDocument/2006/relationships/image" Target="../media/image77.png"/><Relationship Id="rId5" Type="http://schemas.openxmlformats.org/officeDocument/2006/relationships/image" Target="../media/image74.png"/><Relationship Id="rId15" Type="http://schemas.openxmlformats.org/officeDocument/2006/relationships/image" Target="../media/image79.png"/><Relationship Id="rId10" Type="http://schemas.openxmlformats.org/officeDocument/2006/relationships/customXml" Target="../ink/ink64.xml"/><Relationship Id="rId4" Type="http://schemas.openxmlformats.org/officeDocument/2006/relationships/customXml" Target="../ink/ink61.xml"/><Relationship Id="rId9" Type="http://schemas.openxmlformats.org/officeDocument/2006/relationships/image" Target="../media/image76.png"/><Relationship Id="rId14" Type="http://schemas.openxmlformats.org/officeDocument/2006/relationships/customXml" Target="../ink/ink6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5" name="Star: 32 Points 4">
            <a:extLst>
              <a:ext uri="{FF2B5EF4-FFF2-40B4-BE49-F238E27FC236}">
                <a16:creationId xmlns:a16="http://schemas.microsoft.com/office/drawing/2014/main" id="{1F3A55FA-3471-422C-5DCB-22C79CA4ADC4}"/>
              </a:ext>
            </a:extLst>
          </p:cNvPr>
          <p:cNvSpPr/>
          <p:nvPr/>
        </p:nvSpPr>
        <p:spPr>
          <a:xfrm>
            <a:off x="4688541" y="3057289"/>
            <a:ext cx="5396753" cy="2142240"/>
          </a:xfrm>
          <a:prstGeom prst="star32">
            <a:avLst>
              <a:gd name="adj" fmla="val 4652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אפליקציה שלי</a:t>
            </a:r>
            <a:endParaRPr lang="en-US" sz="3600" dirty="0">
              <a:cs typeface="Guttman Yad-Brush" panose="02010401010101010101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3CAF1B-EBD4-EC6E-D7B4-61492D06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585" y="1016317"/>
            <a:ext cx="10303133" cy="118120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9E813D-5527-7142-B587-E5C5DBA65631}"/>
              </a:ext>
            </a:extLst>
          </p:cNvPr>
          <p:cNvSpPr/>
          <p:nvPr/>
        </p:nvSpPr>
        <p:spPr>
          <a:xfrm>
            <a:off x="2581835" y="3446929"/>
            <a:ext cx="1255059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 rtl="1"/>
            <a:r>
              <a:rPr lang="he-IL" dirty="0"/>
              <a:t>פתיחה</a:t>
            </a:r>
            <a:endParaRPr lang="en-US" dirty="0"/>
          </a:p>
          <a:p>
            <a:pPr algn="ctr" rtl="1"/>
            <a:r>
              <a:rPr lang="en-US" dirty="0"/>
              <a:t>(start)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A52EB8-1688-E131-79CC-134A19845FC2}"/>
              </a:ext>
            </a:extLst>
          </p:cNvPr>
          <p:cNvSpPr/>
          <p:nvPr/>
        </p:nvSpPr>
        <p:spPr>
          <a:xfrm>
            <a:off x="9466729" y="5059512"/>
            <a:ext cx="1398495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/>
            <a:r>
              <a:rPr lang="he-IL" dirty="0"/>
              <a:t>תגובה</a:t>
            </a:r>
          </a:p>
          <a:p>
            <a:pPr algn="ctr" rtl="1"/>
            <a:r>
              <a:rPr lang="he-IL" dirty="0"/>
              <a:t>()</a:t>
            </a:r>
            <a:r>
              <a:rPr lang="en-US" dirty="0"/>
              <a:t>feedback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BB08E29-A972-E275-ABCC-302FF05425BD}"/>
              </a:ext>
            </a:extLst>
          </p:cNvPr>
          <p:cNvSpPr/>
          <p:nvPr/>
        </p:nvSpPr>
        <p:spPr>
          <a:xfrm>
            <a:off x="3908611" y="4069976"/>
            <a:ext cx="770965" cy="2330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03DE7F46-BDA6-4988-B544-872E5B10CAB0}"/>
              </a:ext>
            </a:extLst>
          </p:cNvPr>
          <p:cNvSpPr/>
          <p:nvPr/>
        </p:nvSpPr>
        <p:spPr>
          <a:xfrm rot="1628268">
            <a:off x="8086167" y="5364333"/>
            <a:ext cx="1398495" cy="25667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29A467-A9F1-629E-D542-6051EC449068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258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92694" y="707886"/>
            <a:ext cx="10855236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פתיחה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חשוב להציג שם האפליקציה,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לתת כמה אפשרויות כניסה לאפליקציה,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להשתמש בכמה אפקטים...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8">
            <a:extLst>
              <a:ext uri="{FF2B5EF4-FFF2-40B4-BE49-F238E27FC236}">
                <a16:creationId xmlns:a16="http://schemas.microsoft.com/office/drawing/2014/main" id="{DF8B6C9C-90E8-486B-140C-BC2E93339634}"/>
              </a:ext>
            </a:extLst>
          </p:cNvPr>
          <p:cNvSpPr/>
          <p:nvPr/>
        </p:nvSpPr>
        <p:spPr>
          <a:xfrm>
            <a:off x="3307976" y="3603486"/>
            <a:ext cx="7485530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פותחים פרויקט חדש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בוחרים תבנית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בוחרים גרסת מינימום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מחליפים שם אקטיביטי (גם ב-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וגם ב-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מחליפים סוג תסדיר ראשי ("משטח",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layout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מעצבים מסך</a:t>
            </a:r>
          </a:p>
        </p:txBody>
      </p:sp>
    </p:spTree>
    <p:extLst>
      <p:ext uri="{BB962C8B-B14F-4D97-AF65-F5344CB8AC3E}">
        <p14:creationId xmlns:p14="http://schemas.microsoft.com/office/powerpoint/2010/main" val="3481490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3AC67-4779-30E0-CFFB-2D7A27907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07" y="220769"/>
            <a:ext cx="5827772" cy="4207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FC83CC-67FB-F8ED-F97C-960AA6AA7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1" y="2501153"/>
            <a:ext cx="5427384" cy="3918707"/>
          </a:xfrm>
          <a:prstGeom prst="rect">
            <a:avLst/>
          </a:prstGeom>
        </p:spPr>
      </p:pic>
      <p:sp>
        <p:nvSpPr>
          <p:cNvPr id="8" name="Arrow: Bent 7">
            <a:extLst>
              <a:ext uri="{FF2B5EF4-FFF2-40B4-BE49-F238E27FC236}">
                <a16:creationId xmlns:a16="http://schemas.microsoft.com/office/drawing/2014/main" id="{2F7FD827-E2F1-78EA-A547-107C3DDDF638}"/>
              </a:ext>
            </a:extLst>
          </p:cNvPr>
          <p:cNvSpPr/>
          <p:nvPr/>
        </p:nvSpPr>
        <p:spPr>
          <a:xfrm rot="5400000">
            <a:off x="6865693" y="739826"/>
            <a:ext cx="1075764" cy="2244006"/>
          </a:xfrm>
          <a:prstGeom prst="bentArrow">
            <a:avLst>
              <a:gd name="adj1" fmla="val 11088"/>
              <a:gd name="adj2" fmla="val 13572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79E94F-B363-2B3A-FAB7-B2A11C6C0181}"/>
                  </a:ext>
                </a:extLst>
              </p14:cNvPr>
              <p14:cNvContentPartPr/>
              <p14:nvPr/>
            </p14:nvContentPartPr>
            <p14:xfrm>
              <a:off x="6536580" y="3266895"/>
              <a:ext cx="155520" cy="163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79E94F-B363-2B3A-FAB7-B2A11C6C01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7940" y="3258255"/>
                <a:ext cx="17316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B84A233-2018-DA07-5BBD-20F25F332BD7}"/>
                  </a:ext>
                </a:extLst>
              </p14:cNvPr>
              <p14:cNvContentPartPr/>
              <p14:nvPr/>
            </p14:nvContentPartPr>
            <p14:xfrm>
              <a:off x="7128060" y="3221175"/>
              <a:ext cx="852120" cy="283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B84A233-2018-DA07-5BBD-20F25F332B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9060" y="3212535"/>
                <a:ext cx="86976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692702A-9956-21B1-5D35-540E7B638C1E}"/>
                  </a:ext>
                </a:extLst>
              </p14:cNvPr>
              <p14:cNvContentPartPr/>
              <p14:nvPr/>
            </p14:nvContentPartPr>
            <p14:xfrm>
              <a:off x="6529380" y="3542655"/>
              <a:ext cx="137160" cy="177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692702A-9956-21B1-5D35-540E7B638C1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20740" y="3534015"/>
                <a:ext cx="15480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748589A-148C-8601-CE7F-6BFBB9CA3794}"/>
                  </a:ext>
                </a:extLst>
              </p14:cNvPr>
              <p14:cNvContentPartPr/>
              <p14:nvPr/>
            </p14:nvContentPartPr>
            <p14:xfrm>
              <a:off x="7179180" y="3566055"/>
              <a:ext cx="492120" cy="204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748589A-148C-8601-CE7F-6BFBB9CA379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70180" y="3557415"/>
                <a:ext cx="5097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FB0A14D-207D-CA02-DFAE-EE77DD0F044B}"/>
                  </a:ext>
                </a:extLst>
              </p14:cNvPr>
              <p14:cNvContentPartPr/>
              <p14:nvPr/>
            </p14:nvContentPartPr>
            <p14:xfrm>
              <a:off x="6554940" y="3866655"/>
              <a:ext cx="111960" cy="146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FB0A14D-207D-CA02-DFAE-EE77DD0F044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46300" y="3858015"/>
                <a:ext cx="1296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A964CB6-FE49-60EB-D566-CCC1030FAA66}"/>
                  </a:ext>
                </a:extLst>
              </p14:cNvPr>
              <p14:cNvContentPartPr/>
              <p14:nvPr/>
            </p14:nvContentPartPr>
            <p14:xfrm>
              <a:off x="7527300" y="3766215"/>
              <a:ext cx="1086840" cy="329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A964CB6-FE49-60EB-D566-CCC1030FAA6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18660" y="3757575"/>
                <a:ext cx="110448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8409482-D2EA-8312-A281-88FAA2681F06}"/>
                  </a:ext>
                </a:extLst>
              </p14:cNvPr>
              <p14:cNvContentPartPr/>
              <p14:nvPr/>
            </p14:nvContentPartPr>
            <p14:xfrm>
              <a:off x="6572580" y="4119645"/>
              <a:ext cx="108000" cy="157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8409482-D2EA-8312-A281-88FAA2681F0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63580" y="4111005"/>
                <a:ext cx="1256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3CFAD19-5EC8-8C3D-5AB7-C86D94622F38}"/>
                  </a:ext>
                </a:extLst>
              </p14:cNvPr>
              <p14:cNvContentPartPr/>
              <p14:nvPr/>
            </p14:nvContentPartPr>
            <p14:xfrm>
              <a:off x="7189620" y="4082565"/>
              <a:ext cx="333360" cy="238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3CFAD19-5EC8-8C3D-5AB7-C86D94622F3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180980" y="4073565"/>
                <a:ext cx="3510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06B668D-16B1-D98B-23DF-A2466F77A9CF}"/>
                  </a:ext>
                </a:extLst>
              </p14:cNvPr>
              <p14:cNvContentPartPr/>
              <p14:nvPr/>
            </p14:nvContentPartPr>
            <p14:xfrm>
              <a:off x="6599940" y="4383885"/>
              <a:ext cx="116280" cy="1764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06B668D-16B1-D98B-23DF-A2466F77A9C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91300" y="4375245"/>
                <a:ext cx="1339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0BC8D01-C60F-4053-223F-A40891832F36}"/>
                  </a:ext>
                </a:extLst>
              </p14:cNvPr>
              <p14:cNvContentPartPr/>
              <p14:nvPr/>
            </p14:nvContentPartPr>
            <p14:xfrm>
              <a:off x="7173780" y="4391805"/>
              <a:ext cx="350640" cy="203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0BC8D01-C60F-4053-223F-A40891832F3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164780" y="4383165"/>
                <a:ext cx="368280" cy="2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939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18010" y="1765460"/>
            <a:ext cx="1085523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Shift + F6 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  <a:sym typeface="Wingdings" panose="05000000000000000000" pitchFamily="2" charset="2"/>
              </a:rPr>
              <a:t>  Rename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99F91-344C-B6B2-5F48-D36B8EB89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797" y="3010016"/>
            <a:ext cx="4449576" cy="2955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A6840A-ED89-6625-AB5B-E531C5BD5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086" y="3084582"/>
            <a:ext cx="4385125" cy="288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62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3732940" y="407368"/>
            <a:ext cx="3597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מחליפים תסדיר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1AEB1-F00E-186F-4310-3ACE2DB25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16" y="1231510"/>
            <a:ext cx="3157928" cy="18373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BE2582-3F53-171C-4688-52839DF57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2940" y="2691412"/>
            <a:ext cx="3724795" cy="34294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FB0BDC-6DAB-6D46-E8D3-DF2A8D0C2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968" y="4491318"/>
            <a:ext cx="4074922" cy="2155080"/>
          </a:xfrm>
          <a:prstGeom prst="rect">
            <a:avLst/>
          </a:prstGeom>
        </p:spPr>
      </p:pic>
      <p:sp>
        <p:nvSpPr>
          <p:cNvPr id="15" name="Arrow: Bent 14">
            <a:extLst>
              <a:ext uri="{FF2B5EF4-FFF2-40B4-BE49-F238E27FC236}">
                <a16:creationId xmlns:a16="http://schemas.microsoft.com/office/drawing/2014/main" id="{ED530073-5EFC-B025-FD87-FBB4D0A3419F}"/>
              </a:ext>
            </a:extLst>
          </p:cNvPr>
          <p:cNvSpPr/>
          <p:nvPr/>
        </p:nvSpPr>
        <p:spPr>
          <a:xfrm rot="5400000">
            <a:off x="8131697" y="2735952"/>
            <a:ext cx="1075764" cy="2244006"/>
          </a:xfrm>
          <a:prstGeom prst="bentArrow">
            <a:avLst>
              <a:gd name="adj1" fmla="val 11088"/>
              <a:gd name="adj2" fmla="val 13572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B25E6922-290E-285D-803C-00231E7A18F5}"/>
              </a:ext>
            </a:extLst>
          </p:cNvPr>
          <p:cNvSpPr/>
          <p:nvPr/>
        </p:nvSpPr>
        <p:spPr>
          <a:xfrm rot="5400000">
            <a:off x="4292823" y="1116344"/>
            <a:ext cx="1075764" cy="2244006"/>
          </a:xfrm>
          <a:prstGeom prst="bentArrow">
            <a:avLst>
              <a:gd name="adj1" fmla="val 11088"/>
              <a:gd name="adj2" fmla="val 13572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2FE00-042D-9DCD-15C6-47377A026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9647" y="1915459"/>
            <a:ext cx="4476076" cy="61546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6E12B78-1B12-B000-CD23-7F0DB3D5856D}"/>
              </a:ext>
            </a:extLst>
          </p:cNvPr>
          <p:cNvSpPr/>
          <p:nvPr/>
        </p:nvSpPr>
        <p:spPr>
          <a:xfrm rot="13729373">
            <a:off x="8912683" y="3269565"/>
            <a:ext cx="2747260" cy="2979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36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47681" y="707886"/>
            <a:ext cx="1085523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ממליץ לעשות סקיצה (או כמה...)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 הוספת רכיבים וקביעת תכונות העיצוב</a:t>
            </a:r>
            <a:endParaRPr lang="he-IL" sz="28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2C711F-8959-50AE-737E-8C0A8E3B2417}"/>
                  </a:ext>
                </a:extLst>
              </p14:cNvPr>
              <p14:cNvContentPartPr/>
              <p14:nvPr/>
            </p14:nvContentPartPr>
            <p14:xfrm>
              <a:off x="2698221" y="92342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2C711F-8959-50AE-737E-8C0A8E3B24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9221" y="91442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A631ADF-2F3E-D5FA-4DBF-A49D1EA8A47B}"/>
              </a:ext>
            </a:extLst>
          </p:cNvPr>
          <p:cNvGrpSpPr/>
          <p:nvPr/>
        </p:nvGrpSpPr>
        <p:grpSpPr>
          <a:xfrm>
            <a:off x="2458461" y="1869148"/>
            <a:ext cx="8696520" cy="5027040"/>
            <a:chOff x="2458461" y="1869148"/>
            <a:chExt cx="8696520" cy="50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9773D26-3F48-D948-457A-5B2BAEE649BA}"/>
                    </a:ext>
                  </a:extLst>
                </p14:cNvPr>
                <p14:cNvContentPartPr/>
                <p14:nvPr/>
              </p14:nvContentPartPr>
              <p14:xfrm>
                <a:off x="2496261" y="1869148"/>
                <a:ext cx="2497320" cy="45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9773D26-3F48-D948-457A-5B2BAEE649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87621" y="1860508"/>
                  <a:ext cx="2514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236E357-32BE-77C3-9C54-0BB329C41A03}"/>
                    </a:ext>
                  </a:extLst>
                </p14:cNvPr>
                <p14:cNvContentPartPr/>
                <p14:nvPr/>
              </p14:nvContentPartPr>
              <p14:xfrm>
                <a:off x="2458461" y="1890028"/>
                <a:ext cx="263880" cy="4785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236E357-32BE-77C3-9C54-0BB329C41A0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49461" y="1881388"/>
                  <a:ext cx="281520" cy="48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BBC7439-2F63-87C0-5A6F-1DA95C2D4F22}"/>
                    </a:ext>
                  </a:extLst>
                </p14:cNvPr>
                <p14:cNvContentPartPr/>
                <p14:nvPr/>
              </p14:nvContentPartPr>
              <p14:xfrm>
                <a:off x="4962261" y="1927468"/>
                <a:ext cx="757800" cy="4968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BBC7439-2F63-87C0-5A6F-1DA95C2D4F2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53261" y="1918468"/>
                  <a:ext cx="775440" cy="49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B4A4EE7-E5AE-3793-AD9F-E5194F1C37C2}"/>
                    </a:ext>
                  </a:extLst>
                </p14:cNvPr>
                <p14:cNvContentPartPr/>
                <p14:nvPr/>
              </p14:nvContentPartPr>
              <p14:xfrm>
                <a:off x="2713701" y="6703553"/>
                <a:ext cx="2811240" cy="90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B4A4EE7-E5AE-3793-AD9F-E5194F1C37C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04701" y="6694553"/>
                  <a:ext cx="2828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506680B-EFD9-4AED-BE8B-653B24A3E664}"/>
                    </a:ext>
                  </a:extLst>
                </p14:cNvPr>
                <p14:cNvContentPartPr/>
                <p14:nvPr/>
              </p14:nvContentPartPr>
              <p14:xfrm>
                <a:off x="4934181" y="2109953"/>
                <a:ext cx="484560" cy="429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506680B-EFD9-4AED-BE8B-653B24A3E6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925181" y="2100953"/>
                  <a:ext cx="5022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CAE3C91-0553-8A5A-7E74-BCA116588072}"/>
                    </a:ext>
                  </a:extLst>
                </p14:cNvPr>
                <p14:cNvContentPartPr/>
                <p14:nvPr/>
              </p14:nvContentPartPr>
              <p14:xfrm>
                <a:off x="4826181" y="2088713"/>
                <a:ext cx="509040" cy="464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CAE3C91-0553-8A5A-7E74-BCA11658807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17181" y="2079713"/>
                  <a:ext cx="52668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80F6DF2-D922-A3DA-5ED9-917B19D75D6E}"/>
                    </a:ext>
                  </a:extLst>
                </p14:cNvPr>
                <p14:cNvContentPartPr/>
                <p14:nvPr/>
              </p14:nvContentPartPr>
              <p14:xfrm>
                <a:off x="3455661" y="2747153"/>
                <a:ext cx="1571040" cy="857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80F6DF2-D922-A3DA-5ED9-917B19D75D6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46661" y="2738513"/>
                  <a:ext cx="1588680" cy="87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4C1CBDF-EDE3-648F-0FB0-D70B45C5B96E}"/>
                    </a:ext>
                  </a:extLst>
                </p14:cNvPr>
                <p14:cNvContentPartPr/>
                <p14:nvPr/>
              </p14:nvContentPartPr>
              <p14:xfrm>
                <a:off x="3416421" y="2838593"/>
                <a:ext cx="1583640" cy="1070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4C1CBDF-EDE3-648F-0FB0-D70B45C5B96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07421" y="2829953"/>
                  <a:ext cx="1601280" cy="10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A588C3-0B09-1764-FB3E-66AF33CBCC0D}"/>
                    </a:ext>
                  </a:extLst>
                </p14:cNvPr>
                <p14:cNvContentPartPr/>
                <p14:nvPr/>
              </p14:nvContentPartPr>
              <p14:xfrm>
                <a:off x="3118341" y="5404313"/>
                <a:ext cx="1796760" cy="649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A588C3-0B09-1764-FB3E-66AF33CBCC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09341" y="5395313"/>
                  <a:ext cx="181440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A33DE47-6B82-8DB3-09AD-A3F30DD15B6D}"/>
                    </a:ext>
                  </a:extLst>
                </p14:cNvPr>
                <p14:cNvContentPartPr/>
                <p14:nvPr/>
              </p14:nvContentPartPr>
              <p14:xfrm>
                <a:off x="5068101" y="2304353"/>
                <a:ext cx="1718640" cy="46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A33DE47-6B82-8DB3-09AD-A3F30DD15B6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59461" y="2295713"/>
                  <a:ext cx="1736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39D8DF-9018-723A-734B-79A7423A933D}"/>
                    </a:ext>
                  </a:extLst>
                </p14:cNvPr>
                <p14:cNvContentPartPr/>
                <p14:nvPr/>
              </p14:nvContentPartPr>
              <p14:xfrm>
                <a:off x="6512061" y="2224793"/>
                <a:ext cx="419400" cy="240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39D8DF-9018-723A-734B-79A7423A933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503421" y="2216153"/>
                  <a:ext cx="4370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139D27-0FA5-AEEF-BDD1-5052F45E7E2F}"/>
                    </a:ext>
                  </a:extLst>
                </p14:cNvPr>
                <p14:cNvContentPartPr/>
                <p14:nvPr/>
              </p14:nvContentPartPr>
              <p14:xfrm>
                <a:off x="8161941" y="1987553"/>
                <a:ext cx="445320" cy="533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139D27-0FA5-AEEF-BDD1-5052F45E7E2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52941" y="1978553"/>
                  <a:ext cx="46296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86C4389-54F7-AD65-AC52-170E8DC695EC}"/>
                    </a:ext>
                  </a:extLst>
                </p14:cNvPr>
                <p14:cNvContentPartPr/>
                <p14:nvPr/>
              </p14:nvContentPartPr>
              <p14:xfrm>
                <a:off x="7965381" y="2295353"/>
                <a:ext cx="22680" cy="201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86C4389-54F7-AD65-AC52-170E8DC695E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56381" y="2286353"/>
                  <a:ext cx="40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F7B3008-27FA-6DF9-80C5-6942F8C04B4E}"/>
                    </a:ext>
                  </a:extLst>
                </p14:cNvPr>
                <p14:cNvContentPartPr/>
                <p14:nvPr/>
              </p14:nvContentPartPr>
              <p14:xfrm>
                <a:off x="7602501" y="2277713"/>
                <a:ext cx="284400" cy="348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F7B3008-27FA-6DF9-80C5-6942F8C04B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93501" y="2269073"/>
                  <a:ext cx="3020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C02A09-5F45-0157-90ED-D90BC41739F9}"/>
                    </a:ext>
                  </a:extLst>
                </p14:cNvPr>
                <p14:cNvContentPartPr/>
                <p14:nvPr/>
              </p14:nvContentPartPr>
              <p14:xfrm>
                <a:off x="7465341" y="2295353"/>
                <a:ext cx="51840" cy="228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C02A09-5F45-0157-90ED-D90BC41739F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456701" y="2286353"/>
                  <a:ext cx="694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0D83C3-38E9-80C4-6D7A-67AB4520EDBF}"/>
                    </a:ext>
                  </a:extLst>
                </p14:cNvPr>
                <p14:cNvContentPartPr/>
                <p14:nvPr/>
              </p14:nvContentPartPr>
              <p14:xfrm>
                <a:off x="4641501" y="3098873"/>
                <a:ext cx="2132280" cy="142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0D83C3-38E9-80C4-6D7A-67AB4520EDB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32501" y="3089873"/>
                  <a:ext cx="21499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18C898-DB20-5AC4-560C-560BB672896F}"/>
                    </a:ext>
                  </a:extLst>
                </p14:cNvPr>
                <p14:cNvContentPartPr/>
                <p14:nvPr/>
              </p14:nvContentPartPr>
              <p14:xfrm>
                <a:off x="6626901" y="3100313"/>
                <a:ext cx="284040" cy="222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18C898-DB20-5AC4-560C-560BB672896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617901" y="3091313"/>
                  <a:ext cx="3016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3BB70CA-BE30-ADA9-45D5-1690E828726F}"/>
                    </a:ext>
                  </a:extLst>
                </p14:cNvPr>
                <p14:cNvContentPartPr/>
                <p14:nvPr/>
              </p14:nvContentPartPr>
              <p14:xfrm>
                <a:off x="10637661" y="4732553"/>
                <a:ext cx="14040" cy="65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3BB70CA-BE30-ADA9-45D5-1690E828726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628661" y="4723553"/>
                  <a:ext cx="31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37A0CB5-43DE-13AC-8988-21768646FEAB}"/>
                    </a:ext>
                  </a:extLst>
                </p14:cNvPr>
                <p14:cNvContentPartPr/>
                <p14:nvPr/>
              </p14:nvContentPartPr>
              <p14:xfrm>
                <a:off x="4619541" y="5721113"/>
                <a:ext cx="3070080" cy="412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37A0CB5-43DE-13AC-8988-21768646FE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10541" y="5712113"/>
                  <a:ext cx="308772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4668759-9F75-1210-3EF0-6C017E30D018}"/>
                    </a:ext>
                  </a:extLst>
                </p14:cNvPr>
                <p14:cNvContentPartPr/>
                <p14:nvPr/>
              </p14:nvContentPartPr>
              <p14:xfrm>
                <a:off x="7540941" y="6030713"/>
                <a:ext cx="268200" cy="172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4668759-9F75-1210-3EF0-6C017E30D01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531941" y="6021713"/>
                  <a:ext cx="285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19DBE6A-DD7D-7E9E-D6C6-0DF2056D5DA2}"/>
                    </a:ext>
                  </a:extLst>
                </p14:cNvPr>
                <p14:cNvContentPartPr/>
                <p14:nvPr/>
              </p14:nvContentPartPr>
              <p14:xfrm>
                <a:off x="10902981" y="5770073"/>
                <a:ext cx="252000" cy="563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19DBE6A-DD7D-7E9E-D6C6-0DF2056D5DA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94341" y="5761073"/>
                  <a:ext cx="26964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B549A59-CB11-0F66-7BA3-3A8806E86680}"/>
                    </a:ext>
                  </a:extLst>
                </p14:cNvPr>
                <p14:cNvContentPartPr/>
                <p14:nvPr/>
              </p14:nvContentPartPr>
              <p14:xfrm>
                <a:off x="10595901" y="6229073"/>
                <a:ext cx="168480" cy="122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B549A59-CB11-0F66-7BA3-3A8806E8668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87261" y="6220433"/>
                  <a:ext cx="186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7FD133B-8378-3CDA-ACF0-24D42D0DDA66}"/>
                    </a:ext>
                  </a:extLst>
                </p14:cNvPr>
                <p14:cNvContentPartPr/>
                <p14:nvPr/>
              </p14:nvContentPartPr>
              <p14:xfrm>
                <a:off x="10084701" y="5897873"/>
                <a:ext cx="1440" cy="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7FD133B-8378-3CDA-ACF0-24D42D0DDA6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75701" y="5888873"/>
                  <a:ext cx="190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F157714-BE28-9197-6693-CA399352FB67}"/>
                    </a:ext>
                  </a:extLst>
                </p14:cNvPr>
                <p14:cNvContentPartPr/>
                <p14:nvPr/>
              </p14:nvContentPartPr>
              <p14:xfrm>
                <a:off x="10147341" y="5783753"/>
                <a:ext cx="316440" cy="537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F157714-BE28-9197-6693-CA399352FB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38341" y="5774753"/>
                  <a:ext cx="334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98EADC2-34B8-DC4D-10EF-16D253A2384F}"/>
                    </a:ext>
                  </a:extLst>
                </p14:cNvPr>
                <p14:cNvContentPartPr/>
                <p14:nvPr/>
              </p14:nvContentPartPr>
              <p14:xfrm>
                <a:off x="9957261" y="6180833"/>
                <a:ext cx="48960" cy="556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98EADC2-34B8-DC4D-10EF-16D253A2384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948261" y="6171833"/>
                  <a:ext cx="6660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FDD1D11-48FD-49AF-1EF3-1C5509B22F96}"/>
                    </a:ext>
                  </a:extLst>
                </p14:cNvPr>
                <p14:cNvContentPartPr/>
                <p14:nvPr/>
              </p14:nvContentPartPr>
              <p14:xfrm>
                <a:off x="9367221" y="6058073"/>
                <a:ext cx="33120" cy="166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FDD1D11-48FD-49AF-1EF3-1C5509B22F9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58221" y="6049073"/>
                  <a:ext cx="50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7C59BA1-33E4-A24C-8C15-AC4DBEB481CE}"/>
                    </a:ext>
                  </a:extLst>
                </p14:cNvPr>
                <p14:cNvContentPartPr/>
                <p14:nvPr/>
              </p14:nvContentPartPr>
              <p14:xfrm>
                <a:off x="9465141" y="6049073"/>
                <a:ext cx="20160" cy="120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7C59BA1-33E4-A24C-8C15-AC4DBEB481C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56501" y="6040073"/>
                  <a:ext cx="37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C8070E1-494B-1FC7-9AD7-77115A996279}"/>
                    </a:ext>
                  </a:extLst>
                </p14:cNvPr>
                <p14:cNvContentPartPr/>
                <p14:nvPr/>
              </p14:nvContentPartPr>
              <p14:xfrm>
                <a:off x="8993901" y="6193073"/>
                <a:ext cx="240480" cy="129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C8070E1-494B-1FC7-9AD7-77115A99627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85261" y="6184433"/>
                  <a:ext cx="258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7B9B2DD-35AF-7D8E-2732-B52AFE53367C}"/>
                    </a:ext>
                  </a:extLst>
                </p14:cNvPr>
                <p14:cNvContentPartPr/>
                <p14:nvPr/>
              </p14:nvContentPartPr>
              <p14:xfrm>
                <a:off x="9060861" y="6326633"/>
                <a:ext cx="25560" cy="85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7B9B2DD-35AF-7D8E-2732-B52AFE5336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52221" y="6317633"/>
                  <a:ext cx="43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8FDFA18-0FB5-36CE-D012-51EB00B68147}"/>
                    </a:ext>
                  </a:extLst>
                </p14:cNvPr>
                <p14:cNvContentPartPr/>
                <p14:nvPr/>
              </p14:nvContentPartPr>
              <p14:xfrm>
                <a:off x="8740101" y="6227993"/>
                <a:ext cx="165600" cy="208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8FDFA18-0FB5-36CE-D012-51EB00B6814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31461" y="6219353"/>
                  <a:ext cx="183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5BDB9F6-755F-CB66-3970-1245F32CC5A4}"/>
                    </a:ext>
                  </a:extLst>
                </p14:cNvPr>
                <p14:cNvContentPartPr/>
                <p14:nvPr/>
              </p14:nvContentPartPr>
              <p14:xfrm>
                <a:off x="8403501" y="6198113"/>
                <a:ext cx="221040" cy="218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5BDB9F6-755F-CB66-3970-1245F32CC5A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94861" y="6189473"/>
                  <a:ext cx="2386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5954545-8C53-BA10-1051-5DE7AD3852A3}"/>
                    </a:ext>
                  </a:extLst>
                </p14:cNvPr>
                <p14:cNvContentPartPr/>
                <p14:nvPr/>
              </p14:nvContentPartPr>
              <p14:xfrm>
                <a:off x="8196861" y="6305393"/>
                <a:ext cx="720" cy="1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5954545-8C53-BA10-1051-5DE7AD3852A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88221" y="6296753"/>
                  <a:ext cx="183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800A6B7-136E-F53C-3878-62880CC301CA}"/>
                    </a:ext>
                  </a:extLst>
                </p14:cNvPr>
                <p14:cNvContentPartPr/>
                <p14:nvPr/>
              </p14:nvContentPartPr>
              <p14:xfrm>
                <a:off x="8101101" y="6202433"/>
                <a:ext cx="213480" cy="617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800A6B7-136E-F53C-3878-62880CC301C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92101" y="6193793"/>
                  <a:ext cx="23112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1A090EF-88E3-26A2-A486-71FD6039C199}"/>
                    </a:ext>
                  </a:extLst>
                </p14:cNvPr>
                <p14:cNvContentPartPr/>
                <p14:nvPr/>
              </p14:nvContentPartPr>
              <p14:xfrm>
                <a:off x="7969341" y="6075353"/>
                <a:ext cx="7200" cy="87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1A090EF-88E3-26A2-A486-71FD6039C19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60341" y="6066713"/>
                  <a:ext cx="248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16439C6-0A2C-1DCD-4A8D-A99314E3567C}"/>
                    </a:ext>
                  </a:extLst>
                </p14:cNvPr>
                <p14:cNvContentPartPr/>
                <p14:nvPr/>
              </p14:nvContentPartPr>
              <p14:xfrm>
                <a:off x="8061141" y="6027113"/>
                <a:ext cx="21240" cy="153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16439C6-0A2C-1DCD-4A8D-A99314E3567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052501" y="6018113"/>
                  <a:ext cx="38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F508C8F-89BF-78B6-1A5C-0CE85B5B61A7}"/>
                    </a:ext>
                  </a:extLst>
                </p14:cNvPr>
                <p14:cNvContentPartPr/>
                <p14:nvPr/>
              </p14:nvContentPartPr>
              <p14:xfrm>
                <a:off x="8682501" y="3221993"/>
                <a:ext cx="332640" cy="227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F508C8F-89BF-78B6-1A5C-0CE85B5B61A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673501" y="3213353"/>
                  <a:ext cx="3502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7F10F5E-C283-3C7D-F0ED-CDCC42DD7366}"/>
                    </a:ext>
                  </a:extLst>
                </p14:cNvPr>
                <p14:cNvContentPartPr/>
                <p14:nvPr/>
              </p14:nvContentPartPr>
              <p14:xfrm>
                <a:off x="8140701" y="3218393"/>
                <a:ext cx="366480" cy="191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7F10F5E-C283-3C7D-F0ED-CDCC42DD736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132061" y="3209393"/>
                  <a:ext cx="384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C633370-54C4-34B9-08E6-670E0C4F4E9C}"/>
                    </a:ext>
                  </a:extLst>
                </p14:cNvPr>
                <p14:cNvContentPartPr/>
                <p14:nvPr/>
              </p14:nvContentPartPr>
              <p14:xfrm>
                <a:off x="10771581" y="3283553"/>
                <a:ext cx="354600" cy="40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C633370-54C4-34B9-08E6-670E0C4F4E9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762581" y="3274913"/>
                  <a:ext cx="3722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A49C81A-8A2A-003A-4564-CF996A531EF9}"/>
                    </a:ext>
                  </a:extLst>
                </p14:cNvPr>
                <p14:cNvContentPartPr/>
                <p14:nvPr/>
              </p14:nvContentPartPr>
              <p14:xfrm>
                <a:off x="10726581" y="3294713"/>
                <a:ext cx="185040" cy="154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A49C81A-8A2A-003A-4564-CF996A531EF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717941" y="3286073"/>
                  <a:ext cx="202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CDBC42E-1875-F554-3EF2-3733C2839FC7}"/>
                    </a:ext>
                  </a:extLst>
                </p14:cNvPr>
                <p14:cNvContentPartPr/>
                <p14:nvPr/>
              </p14:nvContentPartPr>
              <p14:xfrm>
                <a:off x="10637661" y="3305153"/>
                <a:ext cx="89640" cy="182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CDBC42E-1875-F554-3EF2-3733C2839FC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28661" y="3296513"/>
                  <a:ext cx="107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EADB16-989E-6B4D-EF23-2BBFD536541E}"/>
                    </a:ext>
                  </a:extLst>
                </p14:cNvPr>
                <p14:cNvContentPartPr/>
                <p14:nvPr/>
              </p14:nvContentPartPr>
              <p14:xfrm>
                <a:off x="10077861" y="3294713"/>
                <a:ext cx="556560" cy="527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EADB16-989E-6B4D-EF23-2BBFD536541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068861" y="3286073"/>
                  <a:ext cx="57420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BDAD49C-F672-918A-9786-AEE5BBD9370E}"/>
                    </a:ext>
                  </a:extLst>
                </p14:cNvPr>
                <p14:cNvContentPartPr/>
                <p14:nvPr/>
              </p14:nvContentPartPr>
              <p14:xfrm>
                <a:off x="10316901" y="3327833"/>
                <a:ext cx="246600" cy="66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BDAD49C-F672-918A-9786-AEE5BBD9370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307901" y="3318833"/>
                  <a:ext cx="264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F3A2E12-0B85-4A46-7CB6-209A70AE516B}"/>
                    </a:ext>
                  </a:extLst>
                </p14:cNvPr>
                <p14:cNvContentPartPr/>
                <p14:nvPr/>
              </p14:nvContentPartPr>
              <p14:xfrm>
                <a:off x="10390341" y="3441953"/>
                <a:ext cx="30600" cy="69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F3A2E12-0B85-4A46-7CB6-209A70AE516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381701" y="3433313"/>
                  <a:ext cx="48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363E738-2905-6E3D-F7C9-DF8DDB6FE4C4}"/>
                    </a:ext>
                  </a:extLst>
                </p14:cNvPr>
                <p14:cNvContentPartPr/>
                <p14:nvPr/>
              </p14:nvContentPartPr>
              <p14:xfrm>
                <a:off x="9817581" y="3279233"/>
                <a:ext cx="324720" cy="241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363E738-2905-6E3D-F7C9-DF8DDB6FE4C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808941" y="3270593"/>
                  <a:ext cx="342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CF83AD8-59B9-ADFE-E313-A2A515D5656D}"/>
                    </a:ext>
                  </a:extLst>
                </p14:cNvPr>
                <p14:cNvContentPartPr/>
                <p14:nvPr/>
              </p14:nvContentPartPr>
              <p14:xfrm>
                <a:off x="9406821" y="3329273"/>
                <a:ext cx="318600" cy="128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CF83AD8-59B9-ADFE-E313-A2A515D5656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397821" y="3320633"/>
                  <a:ext cx="3362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321614-BA5A-0301-BBD4-62DBA6BBD046}"/>
                    </a:ext>
                  </a:extLst>
                </p14:cNvPr>
                <p14:cNvContentPartPr/>
                <p14:nvPr/>
              </p14:nvContentPartPr>
              <p14:xfrm>
                <a:off x="9754581" y="3306233"/>
                <a:ext cx="55080" cy="82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321614-BA5A-0301-BBD4-62DBA6BBD04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45581" y="3297593"/>
                  <a:ext cx="72720" cy="9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4742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47681" y="707886"/>
            <a:ext cx="108552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עכשיו אפשר להתחיל בעיצוב...</a:t>
            </a:r>
            <a:endParaRPr lang="he-IL" sz="28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2C711F-8959-50AE-737E-8C0A8E3B2417}"/>
                  </a:ext>
                </a:extLst>
              </p14:cNvPr>
              <p14:cNvContentPartPr/>
              <p14:nvPr/>
            </p14:nvContentPartPr>
            <p14:xfrm>
              <a:off x="2698221" y="92342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2C711F-8959-50AE-737E-8C0A8E3B24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9221" y="914428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6EF9141-372D-C607-60C8-6D81159EA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257" y="1743437"/>
            <a:ext cx="2552921" cy="4572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E7B036-370B-F7EB-5590-D716C0140F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6552" y="2212878"/>
            <a:ext cx="3676540" cy="255634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F80CFDA-892E-B1D7-289D-AA44125A6B18}"/>
              </a:ext>
            </a:extLst>
          </p:cNvPr>
          <p:cNvCxnSpPr>
            <a:cxnSpLocks/>
          </p:cNvCxnSpPr>
          <p:nvPr/>
        </p:nvCxnSpPr>
        <p:spPr>
          <a:xfrm>
            <a:off x="5056094" y="2411506"/>
            <a:ext cx="3792071" cy="13536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972ED30-00AA-84EF-ED90-50F7F90710BC}"/>
              </a:ext>
            </a:extLst>
          </p:cNvPr>
          <p:cNvCxnSpPr>
            <a:cxnSpLocks/>
          </p:cNvCxnSpPr>
          <p:nvPr/>
        </p:nvCxnSpPr>
        <p:spPr>
          <a:xfrm>
            <a:off x="5056094" y="3245224"/>
            <a:ext cx="3433482" cy="12460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A3A4301-E2B7-CF5E-0380-D6D65D3DDA4A}"/>
              </a:ext>
            </a:extLst>
          </p:cNvPr>
          <p:cNvCxnSpPr>
            <a:cxnSpLocks/>
          </p:cNvCxnSpPr>
          <p:nvPr/>
        </p:nvCxnSpPr>
        <p:spPr>
          <a:xfrm flipV="1">
            <a:off x="4464424" y="4114800"/>
            <a:ext cx="3953435" cy="1506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10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882587" y="1016317"/>
            <a:ext cx="4948519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תכונות שימושיות:</a:t>
            </a: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</a:t>
            </a:r>
            <a:r>
              <a:rPr lang="en-US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rientation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gravity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</a:t>
            </a:r>
            <a:r>
              <a:rPr lang="en-US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adding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background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</a:t>
            </a:r>
            <a:r>
              <a:rPr lang="en-US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argin</a:t>
            </a:r>
            <a:r>
              <a:rPr lang="en-US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</a:t>
            </a:r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כולל כל תת-סוגים</a:t>
            </a:r>
            <a:r>
              <a:rPr lang="en-US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width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h</a:t>
            </a:r>
            <a:r>
              <a:rPr lang="en-US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…</a:t>
            </a:r>
            <a:endParaRPr lang="he-IL" sz="3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43F71D67-D547-6620-D3B2-0EEADA96A03D}"/>
              </a:ext>
            </a:extLst>
          </p:cNvPr>
          <p:cNvSpPr/>
          <p:nvPr/>
        </p:nvSpPr>
        <p:spPr>
          <a:xfrm>
            <a:off x="7237204" y="1019622"/>
            <a:ext cx="4948519" cy="403187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ערכים</a:t>
            </a:r>
            <a:r>
              <a:rPr lang="he-IL" sz="32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שימושיים:</a:t>
            </a: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match_parent</a:t>
            </a:r>
            <a:endParaRPr lang="en-US" sz="3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wrap_content</a:t>
            </a:r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מספרי ביחידות ספציפיות</a:t>
            </a:r>
            <a:endParaRPr lang="en-US" sz="3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#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מספר </a:t>
            </a:r>
            <a:r>
              <a:rPr lang="he-IL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הקסדצימאלי</a:t>
            </a:r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ערך/הפניה@</a:t>
            </a:r>
            <a:endParaRPr lang="en-US" sz="3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…</a:t>
            </a:r>
            <a:endParaRPr lang="he-IL" sz="3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58400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18010" y="1765460"/>
            <a:ext cx="1085523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התכונה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החשובה ביותר(!)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היא 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מזהה (</a:t>
            </a:r>
            <a:r>
              <a:rPr lang="en-US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id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725836-BDD9-CE00-6207-941B71BBF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465" y="3688170"/>
            <a:ext cx="7539807" cy="26588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B939888-DCDE-257E-10FA-8216A0B8FB28}"/>
                  </a:ext>
                </a:extLst>
              </p14:cNvPr>
              <p14:cNvContentPartPr/>
              <p14:nvPr/>
            </p14:nvContentPartPr>
            <p14:xfrm>
              <a:off x="3721341" y="4336948"/>
              <a:ext cx="396720" cy="47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B939888-DCDE-257E-10FA-8216A0B8FB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03341" y="4318948"/>
                <a:ext cx="4323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4D740EC-A20B-23C5-3714-4CABBE0A77F3}"/>
                  </a:ext>
                </a:extLst>
              </p14:cNvPr>
              <p14:cNvContentPartPr/>
              <p14:nvPr/>
            </p14:nvContentPartPr>
            <p14:xfrm>
              <a:off x="3653301" y="3969028"/>
              <a:ext cx="4445640" cy="787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4D740EC-A20B-23C5-3714-4CABBE0A77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35661" y="3951028"/>
                <a:ext cx="4481280" cy="82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0188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2500" y="707886"/>
            <a:ext cx="10855236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ממליץ בקובץ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של כל אקטיביטי</a:t>
            </a:r>
          </a:p>
          <a:p>
            <a:pPr algn="ctr" rtl="1"/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לצור קודם כל הפניה לפעולה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מכילה פעולות בסיסיות ביותר</a:t>
            </a:r>
          </a:p>
          <a:p>
            <a:pPr algn="ctr" rtl="1"/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(יצירת קשר בין משתנה לרכיב, קביעת ערכים נפוצים...)</a:t>
            </a:r>
            <a:endParaRPr lang="he-IL" sz="1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2E941A-7C3E-EED4-CD38-55B857BDB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305" y="2835018"/>
            <a:ext cx="4850587" cy="39299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C231138-BEFE-684A-A968-EC712D811619}"/>
                  </a:ext>
                </a:extLst>
              </p14:cNvPr>
              <p14:cNvContentPartPr/>
              <p14:nvPr/>
            </p14:nvContentPartPr>
            <p14:xfrm>
              <a:off x="4540341" y="4870108"/>
              <a:ext cx="1854720" cy="417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C231138-BEFE-684A-A968-EC712D8116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22341" y="4852108"/>
                <a:ext cx="1890360" cy="45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D846EB02-3594-2505-E842-037F1B29AB3C}"/>
              </a:ext>
            </a:extLst>
          </p:cNvPr>
          <p:cNvGrpSpPr/>
          <p:nvPr/>
        </p:nvGrpSpPr>
        <p:grpSpPr>
          <a:xfrm>
            <a:off x="3345861" y="3071548"/>
            <a:ext cx="5276160" cy="3509280"/>
            <a:chOff x="3345861" y="3071548"/>
            <a:chExt cx="5276160" cy="350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572AA5B-D03E-D828-82B8-B592D7D31DC3}"/>
                    </a:ext>
                  </a:extLst>
                </p14:cNvPr>
                <p14:cNvContentPartPr/>
                <p14:nvPr/>
              </p14:nvContentPartPr>
              <p14:xfrm>
                <a:off x="4411821" y="5465908"/>
                <a:ext cx="4210200" cy="1114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572AA5B-D03E-D828-82B8-B592D7D31DC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93821" y="5448268"/>
                  <a:ext cx="4245840" cy="11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F387A63-DAB4-392B-2D8A-BEEC87869877}"/>
                    </a:ext>
                  </a:extLst>
                </p14:cNvPr>
                <p14:cNvContentPartPr/>
                <p14:nvPr/>
              </p14:nvContentPartPr>
              <p14:xfrm>
                <a:off x="6563901" y="4954348"/>
                <a:ext cx="1316880" cy="472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F387A63-DAB4-392B-2D8A-BEEC878698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45901" y="4936708"/>
                  <a:ext cx="135252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1584B3-5603-2172-948C-4D8832FF672D}"/>
                    </a:ext>
                  </a:extLst>
                </p14:cNvPr>
                <p14:cNvContentPartPr/>
                <p14:nvPr/>
              </p14:nvContentPartPr>
              <p14:xfrm>
                <a:off x="4305981" y="3071548"/>
                <a:ext cx="2400480" cy="817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1584B3-5603-2172-948C-4D8832FF67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87981" y="3053548"/>
                  <a:ext cx="2436120" cy="85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1BDC71-9A04-3071-9AB3-800602CD37CC}"/>
                    </a:ext>
                  </a:extLst>
                </p14:cNvPr>
                <p14:cNvContentPartPr/>
                <p14:nvPr/>
              </p14:nvContentPartPr>
              <p14:xfrm>
                <a:off x="3345861" y="3724948"/>
                <a:ext cx="1113840" cy="220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1BDC71-9A04-3071-9AB3-800602CD37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27861" y="3707308"/>
                  <a:ext cx="1149480" cy="22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01C388-3ABE-8A23-9B01-A1A5D525958D}"/>
                    </a:ext>
                  </a:extLst>
                </p14:cNvPr>
                <p14:cNvContentPartPr/>
                <p14:nvPr/>
              </p14:nvContentPartPr>
              <p14:xfrm>
                <a:off x="4161261" y="5728708"/>
                <a:ext cx="354240" cy="397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01C388-3ABE-8A23-9B01-A1A5D525958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43261" y="5710708"/>
                  <a:ext cx="389880" cy="43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3193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2500" y="707886"/>
            <a:ext cx="10855236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פעילויות </a:t>
            </a:r>
            <a:r>
              <a:rPr lang="he-IL" sz="44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הפתיחה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מעבר אחר לחיצה, 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מעבר אוטומטי, 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אפקטים שך תנועה (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build-in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he-IL" sz="2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Star: 32 Points 3">
            <a:extLst>
              <a:ext uri="{FF2B5EF4-FFF2-40B4-BE49-F238E27FC236}">
                <a16:creationId xmlns:a16="http://schemas.microsoft.com/office/drawing/2014/main" id="{98517D94-9CDC-5578-E044-DF83B9716DFA}"/>
              </a:ext>
            </a:extLst>
          </p:cNvPr>
          <p:cNvSpPr/>
          <p:nvPr/>
        </p:nvSpPr>
        <p:spPr>
          <a:xfrm>
            <a:off x="6320118" y="3057289"/>
            <a:ext cx="3765176" cy="2142240"/>
          </a:xfrm>
          <a:prstGeom prst="star32">
            <a:avLst>
              <a:gd name="adj" fmla="val 4652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6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אפליקציה שלי</a:t>
            </a:r>
            <a:endParaRPr lang="en-US" sz="3600" dirty="0">
              <a:cs typeface="Guttman Yad-Brush" panose="02010401010101010101" pitchFamily="2" charset="-79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790158-79BF-8F26-462B-B104FD63EA89}"/>
              </a:ext>
            </a:extLst>
          </p:cNvPr>
          <p:cNvSpPr/>
          <p:nvPr/>
        </p:nvSpPr>
        <p:spPr>
          <a:xfrm>
            <a:off x="1900518" y="3404346"/>
            <a:ext cx="1255059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 rtl="1"/>
            <a:r>
              <a:rPr lang="he-IL" dirty="0"/>
              <a:t>פתיחה</a:t>
            </a:r>
            <a:endParaRPr lang="en-US" dirty="0"/>
          </a:p>
          <a:p>
            <a:pPr algn="ctr" rtl="1"/>
            <a:r>
              <a:rPr lang="en-US" dirty="0"/>
              <a:t>(start)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55C61F-1A7E-44C8-D1A2-036AF600D996}"/>
              </a:ext>
            </a:extLst>
          </p:cNvPr>
          <p:cNvSpPr/>
          <p:nvPr/>
        </p:nvSpPr>
        <p:spPr>
          <a:xfrm>
            <a:off x="9466729" y="5059512"/>
            <a:ext cx="1398495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/>
            <a:r>
              <a:rPr lang="he-IL" dirty="0"/>
              <a:t>תגובה</a:t>
            </a:r>
          </a:p>
          <a:p>
            <a:pPr algn="ctr" rtl="1"/>
            <a:r>
              <a:rPr lang="he-IL" dirty="0"/>
              <a:t>()</a:t>
            </a:r>
            <a:r>
              <a:rPr lang="en-US" dirty="0"/>
              <a:t>feedback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E61887A-5C09-D7D4-ADAC-77FA629BED9A}"/>
              </a:ext>
            </a:extLst>
          </p:cNvPr>
          <p:cNvSpPr/>
          <p:nvPr/>
        </p:nvSpPr>
        <p:spPr>
          <a:xfrm>
            <a:off x="3352799" y="4069976"/>
            <a:ext cx="770965" cy="2330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3813CB5C-EA2A-382C-8DED-E0A13751647D}"/>
              </a:ext>
            </a:extLst>
          </p:cNvPr>
          <p:cNvSpPr/>
          <p:nvPr/>
        </p:nvSpPr>
        <p:spPr>
          <a:xfrm rot="1628268">
            <a:off x="8086167" y="5364333"/>
            <a:ext cx="1398495" cy="25667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68FCF4-02C3-AB99-D0CF-68E94B5945B4}"/>
              </a:ext>
            </a:extLst>
          </p:cNvPr>
          <p:cNvSpPr/>
          <p:nvPr/>
        </p:nvSpPr>
        <p:spPr>
          <a:xfrm>
            <a:off x="4320986" y="3404346"/>
            <a:ext cx="1900521" cy="1564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אקטיביטי</a:t>
            </a:r>
          </a:p>
          <a:p>
            <a:pPr algn="ctr" rtl="1"/>
            <a:r>
              <a:rPr lang="he-IL" dirty="0"/>
              <a:t>זיהוי/רישום/סתם</a:t>
            </a:r>
            <a:endParaRPr lang="en-US" dirty="0"/>
          </a:p>
          <a:p>
            <a:pPr algn="ctr" rtl="1"/>
            <a:r>
              <a:rPr lang="en-US" dirty="0"/>
              <a:t>(</a:t>
            </a:r>
            <a:r>
              <a:rPr lang="en-US" dirty="0" err="1"/>
              <a:t>LogRegCasual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1192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2500" y="707886"/>
            <a:ext cx="10855236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מעבר </a:t>
            </a:r>
            <a:r>
              <a:rPr lang="he-IL" sz="32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הבאה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לחיצת משתמש על רכיב</a:t>
            </a:r>
            <a:endParaRPr lang="he-IL" sz="1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7CC9C-1FD0-90BF-5BA7-7445E2AA7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591" y="1982580"/>
            <a:ext cx="6983053" cy="2142638"/>
          </a:xfrm>
          <a:prstGeom prst="rect">
            <a:avLst/>
          </a:prstGeom>
        </p:spPr>
      </p:pic>
      <p:sp>
        <p:nvSpPr>
          <p:cNvPr id="6" name="מלבן 8">
            <a:extLst>
              <a:ext uri="{FF2B5EF4-FFF2-40B4-BE49-F238E27FC236}">
                <a16:creationId xmlns:a16="http://schemas.microsoft.com/office/drawing/2014/main" id="{172FBAE0-B195-B2CB-F122-37AB8B195B23}"/>
              </a:ext>
            </a:extLst>
          </p:cNvPr>
          <p:cNvSpPr/>
          <p:nvPr/>
        </p:nvSpPr>
        <p:spPr>
          <a:xfrm>
            <a:off x="668382" y="4437204"/>
            <a:ext cx="10855236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הבעיה היא שבלי לחיצה לא קורה שום דבר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וזה עלול לצור הרגשה </a:t>
            </a: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"אפליקציה נתקעה"</a:t>
            </a:r>
            <a:endParaRPr lang="he-IL" sz="16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95257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2500" y="707886"/>
            <a:ext cx="1085523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ביצוע מעבר אוטומטי אחרי מספר שניות (4-6 שניות)</a:t>
            </a:r>
            <a:endParaRPr lang="he-IL" sz="1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29B9B-357C-3FD3-754F-705CE7158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45" y="1570613"/>
            <a:ext cx="2995438" cy="366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50F4B8-38F4-9391-8017-C5F5195D1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44" y="2418056"/>
            <a:ext cx="6770593" cy="3480721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5AC3D04E-C231-331D-FFCE-37B88FB05471}"/>
              </a:ext>
            </a:extLst>
          </p:cNvPr>
          <p:cNvSpPr/>
          <p:nvPr/>
        </p:nvSpPr>
        <p:spPr>
          <a:xfrm>
            <a:off x="8184778" y="1370211"/>
            <a:ext cx="1380564" cy="567191"/>
          </a:xfrm>
          <a:prstGeom prst="wedgeRoundRectCallout">
            <a:avLst>
              <a:gd name="adj1" fmla="val -390314"/>
              <a:gd name="adj2" fmla="val 2456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הצהרה</a:t>
            </a:r>
            <a:endParaRPr lang="en-US" dirty="0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D20AB9C-2FEF-9117-BDCA-AB5FF5797DDF}"/>
              </a:ext>
            </a:extLst>
          </p:cNvPr>
          <p:cNvSpPr/>
          <p:nvPr/>
        </p:nvSpPr>
        <p:spPr>
          <a:xfrm>
            <a:off x="9260543" y="3082470"/>
            <a:ext cx="1380564" cy="567191"/>
          </a:xfrm>
          <a:prstGeom prst="wedgeRoundRectCallout">
            <a:avLst>
              <a:gd name="adj1" fmla="val -533821"/>
              <a:gd name="adj2" fmla="val -11136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יצירה</a:t>
            </a:r>
            <a:endParaRPr lang="en-US" dirty="0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C404207F-EA50-988D-B38F-E530D67967D6}"/>
              </a:ext>
            </a:extLst>
          </p:cNvPr>
          <p:cNvSpPr/>
          <p:nvPr/>
        </p:nvSpPr>
        <p:spPr>
          <a:xfrm>
            <a:off x="8762550" y="6037911"/>
            <a:ext cx="1380564" cy="567191"/>
          </a:xfrm>
          <a:prstGeom prst="wedgeRoundRectCallout">
            <a:avLst>
              <a:gd name="adj1" fmla="val -538365"/>
              <a:gd name="adj2" fmla="val -9555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הפעלה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038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2500" y="707886"/>
            <a:ext cx="1085523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פעולות אנימציה מבנית</a:t>
            </a:r>
            <a:endParaRPr lang="he-IL" sz="1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06E29-BD62-01DE-AE2F-E280454C54E7}"/>
              </a:ext>
            </a:extLst>
          </p:cNvPr>
          <p:cNvSpPr txBox="1"/>
          <p:nvPr/>
        </p:nvSpPr>
        <p:spPr>
          <a:xfrm>
            <a:off x="2215819" y="1398494"/>
            <a:ext cx="8570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מדובר באנימציות הקיימות כחלק משפת</a:t>
            </a:r>
            <a:r>
              <a:rPr lang="en-US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 Java </a:t>
            </a:r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ו-</a:t>
            </a:r>
            <a:r>
              <a:rPr lang="en-US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xml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6DBF83-1D0E-1AD7-B33C-6C6CF6B49729}"/>
              </a:ext>
            </a:extLst>
          </p:cNvPr>
          <p:cNvSpPr txBox="1"/>
          <p:nvPr/>
        </p:nvSpPr>
        <p:spPr>
          <a:xfrm>
            <a:off x="1645156" y="2591174"/>
            <a:ext cx="91409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ניתן להפעיל אותן על ידי שימוש בפעולות הקיימות ובעזרת הגדרות</a:t>
            </a:r>
            <a:endParaRPr lang="en-US" sz="2400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ssistant" pitchFamily="2" charset="-79"/>
              <a:ea typeface="Tahoma" panose="020B0604030504040204" pitchFamily="34" charset="0"/>
              <a:cs typeface="Assistant" pitchFamily="2" charset="-79"/>
            </a:endParaRPr>
          </a:p>
          <a:p>
            <a:pPr algn="r" rtl="1"/>
            <a:endParaRPr lang="he-IL" sz="2400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ssistant" pitchFamily="2" charset="-79"/>
              <a:ea typeface="Tahoma" panose="020B0604030504040204" pitchFamily="34" charset="0"/>
              <a:cs typeface="Assistant" pitchFamily="2" charset="-79"/>
            </a:endParaRPr>
          </a:p>
          <a:p>
            <a:pPr algn="r" rtl="1"/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אנימציות האלה הן ממשות תופעות בסיסיות כגון: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תנועה (</a:t>
            </a:r>
            <a:r>
              <a:rPr lang="en-US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translate</a:t>
            </a:r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סיבוב (</a:t>
            </a:r>
            <a:r>
              <a:rPr lang="en-US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rotate</a:t>
            </a:r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שקיפות (</a:t>
            </a:r>
            <a:r>
              <a:rPr lang="en-US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alpha</a:t>
            </a:r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ממדים (</a:t>
            </a:r>
            <a:r>
              <a:rPr lang="en-US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scale</a:t>
            </a:r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)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ssistant" pitchFamily="2" charset="-79"/>
                <a:ea typeface="Tahoma" panose="020B0604030504040204" pitchFamily="34" charset="0"/>
                <a:cs typeface="Assistant" pitchFamily="2" charset="-79"/>
              </a:rPr>
              <a:t>ועוד כמה (כולל שילובים של כמה סוגים)</a:t>
            </a:r>
            <a:endParaRPr lang="en-US" sz="2400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ssistant" pitchFamily="2" charset="-79"/>
              <a:ea typeface="Tahoma" panose="020B0604030504040204" pitchFamily="34" charset="0"/>
              <a:cs typeface="Assistant" pitchFamily="2" charset="-79"/>
            </a:endParaRPr>
          </a:p>
          <a:p>
            <a:pPr algn="r" rtl="1"/>
            <a:endParaRPr lang="en-US" sz="2400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ssistant" pitchFamily="2" charset="-79"/>
              <a:ea typeface="Tahoma" panose="020B0604030504040204" pitchFamily="34" charset="0"/>
              <a:cs typeface="Assistant" pitchFamily="2" charset="-79"/>
            </a:endParaRP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4A7E26DB-5D5A-0535-E0B6-FB6AD8E39CC2}"/>
              </a:ext>
            </a:extLst>
          </p:cNvPr>
          <p:cNvSpPr/>
          <p:nvPr/>
        </p:nvSpPr>
        <p:spPr>
          <a:xfrm>
            <a:off x="480124" y="5857726"/>
            <a:ext cx="1085523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he-IL" sz="2400" i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ראו מצגת נפרדת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he-IL" sz="1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4523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2500" y="707886"/>
            <a:ext cx="10855236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לעשות עוד משהו?</a:t>
            </a:r>
          </a:p>
          <a:p>
            <a:pPr algn="ct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בהחלט!</a:t>
            </a:r>
          </a:p>
          <a:p>
            <a:pPr algn="ctr" rtl="1"/>
            <a:endParaRPr lang="he-IL" sz="32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הפעלת תמונות מתחלפות בעזרת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CountDownTimer</a:t>
            </a:r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החלפת הודעות טקסט כולל השמעת טקסט (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TextToSpeech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השמעת קטע קולי (מוסיקה) קצר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שינוי צבע רקע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הפעלת וידאו קצר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7457735" y="0"/>
            <a:ext cx="39901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אקטיביטי פתיחה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2886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3686</TotalTime>
  <Words>363</Words>
  <Application>Microsoft Office PowerPoint</Application>
  <PresentationFormat>Widescreen</PresentationFormat>
  <Paragraphs>108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Assistant</vt:lpstr>
      <vt:lpstr>Guttman Yad-Brush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402</cp:revision>
  <dcterms:created xsi:type="dcterms:W3CDTF">2019-01-05T16:01:25Z</dcterms:created>
  <dcterms:modified xsi:type="dcterms:W3CDTF">2023-01-01T20:44:52Z</dcterms:modified>
</cp:coreProperties>
</file>