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77" r:id="rId3"/>
    <p:sldId id="318" r:id="rId4"/>
    <p:sldId id="312" r:id="rId5"/>
    <p:sldId id="313" r:id="rId6"/>
    <p:sldId id="314" r:id="rId7"/>
    <p:sldId id="315" r:id="rId8"/>
    <p:sldId id="316" r:id="rId9"/>
    <p:sldId id="317" r:id="rId10"/>
    <p:sldId id="31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29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529 2204 9040 0 0,'0'0'5456'0'0,"-2"-4"-4784"0"0,-7-13 32 0 0,7 12 2953 0 0,30 21-2227 0 0,-4-7-1014 0 0,0 0-1 0 0,0-2 0 0 0,1 0 0 0 0,47 5 1 0 0,19 4 227 0 0,0 4-96 0 0,2-6 0 0 0,0-3-1 0 0,131-1 1 0 0,81-2 37 0 0,407-36 255 0 0,175 18-484 0 0,-809 11-343 0 0,48 2 18 0 0,213-4 82 0 0,120 0 18 0 0,-356 6-110 0 0,172-2-1 0 0,-216-6-17 0 0,467-13 13 0 0,-379 27 19 0 0,37 0 24 0 0,-14-12-35 0 0,169 2 6 0 0,-214 5-7 0 0,-16 1 34 0 0,-1-4 1 0 0,123-14-1 0 0,-168 3-26 0 0,316-35 127 0 0,5 26-73 0 0,-258 17-77 0 0,227 8 12 0 0,-151-5 17 0 0,269-30-1 0 0,-260 5-9 0 0,-48 4-7 0 0,175 2 0 0 0,-261 18-19 0 0,657-4 0 0 0,-200-5 4 0 0,-174 7 0 0 0,-161-3 9 0 0,212 25-1 0 0,-22-8 19 0 0,-219-13-31 0 0,70-4 0 0 0,-68 0 0 0 0,619-11 0 0 0,-185 39-1 0 0,-312-5 18 0 0,-261-19-14 0 0,304 7 27 0 0,58-30 25 0 0,10 0 44 0 0,-97 7-23 0 0,-182 5-2 0 0,0-5 0 0 0,-1-5 1 0 0,199-60-1 0 0,-270 60-46 0 0,0-2-1 0 0,-2-2 1 0 0,62-40 0 0 0,-97 54-21 0 0,-1-1-1 0 0,0 0 1 0 0,-1-1 0 0 0,0-1 0 0 0,-1 0-1 0 0,0-2 1 0 0,-1 1 0 0 0,-1-1 0 0 0,13-22-1 0 0,-20 29-2 0 0,-1 0-1 0 0,0 0 1 0 0,-1 0-1 0 0,0 0 0 0 0,0 0 1 0 0,0-1-1 0 0,-1 1 0 0 0,-1-1 1 0 0,0 0-1 0 0,0 1 1 0 0,0-1-1 0 0,-1 0 0 0 0,0 0 1 0 0,-1 0-1 0 0,0 1 0 0 0,-1-1 1 0 0,1 0-1 0 0,-2 1 1 0 0,1-1-1 0 0,-1 1 0 0 0,0 0 1 0 0,-7-12-1 0 0,0 3 4 0 0,-1 1 0 0 0,-1 1-1 0 0,0-1 1 0 0,-1 2 0 0 0,-1 0 0 0 0,-29-24 0 0 0,0 6 5 0 0,-55-31 0 0 0,37 29 1 0 0,-2 3 1 0 0,-103-36-1 0 0,-137-25-3 0 0,199 63-5 0 0,-532-131 11 0 0,346 91-8 0 0,-340-67 6 0 0,155 36-11 0 0,-549-73-3 0 0,65 46-8 0 0,-56-3 8 0 0,719 93 0 0 0,-806-68 8 0 0,-267 73 15 0 0,990 47-14 0 0,-1245 68 46 0 0,554 11-32 0 0,571-49-21 0 0,-432 72-2 0 0,8 42 0 0 0,370-39 0 0 0,312-64 0 0 0,-207 55-1 0 0,-493 194 1 0 0,881-282-6 0 0,2 3 1 0 0,0 2 0 0 0,-103 69-1 0 0,151-89 6 0 0,-13 8-6 0 0,0 0 0 0 0,-25 27 1 0 0,41-36 4 0 0,1 0 0 0 0,0 1 1 0 0,0-1-1 0 0,1 1 0 0 0,0 0 0 0 0,0 1 1 0 0,1-1-1 0 0,0 1 0 0 0,1 0 1 0 0,-4 15-1 0 0,2 0 0 0 0,2 1 0 0 0,1 0-1 0 0,1 0 1 0 0,0-1 0 0 0,2 1 0 0 0,1 0-1 0 0,2 0 1 0 0,0-1 0 0 0,1 0 0 0 0,2 0-1 0 0,10 28 1 0 0,1-6-1 0 0,3-1 1 0 0,1-1-1 0 0,3 0 0 0 0,48 66 0 0 0,-47-75 2 0 0,2-2-1 0 0,1 0 1 0 0,1-2 0 0 0,2-1-1 0 0,1-2 1 0 0,2-1 0 0 0,0-2-1 0 0,2-1 1 0 0,0-1 0 0 0,2-3-1 0 0,0-1 1 0 0,1-2 0 0 0,1-1-1 0 0,0-3 1 0 0,1-1-1 0 0,1-2 1 0 0,-1-2 0 0 0,61 3-1 0 0,6-9-3732 0 0,-87-2-14926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30.3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1194 16983 0 0,'0'0'530'0'0,"6"-4"82"0"0,7-6-146 0 0,0-1-1 0 0,0-1 1 0 0,-1 0 0 0 0,-1 0 0 0 0,0-1-1 0 0,0-1 1 0 0,13-24 0 0 0,-6 5-55 0 0,-1-1 1 0 0,18-57 0 0 0,50-107 590 0 0,1-4-176 0 0,-30 46-312 0 0,54-179 931 0 0,-107 321-1067 0 0,-2 10 109 0 0,1 13-260 0 0,0 1-309 0 0,13 82 256 0 0,3 122 0 0 0,-14 99-34 0 0,-4-243-111 0 0,-13 288 69 0 0,1-85-36 0 0,12-244-53 0 0,-2 98 70 0 0,-33 225-1 0 0,29-312-46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31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7024 0 0,'0'0'9554'0'0,"5"-4"-8933"0"0,2 1-454 0 0,0 0-1 0 0,0 0 1 0 0,1 1-1 0 0,-1 0 1 0 0,0 0-1 0 0,1 0 0 0 0,-1 1 1 0 0,1 0-1 0 0,0 1 1 0 0,14 0-1 0 0,328-3 2524 0 0,350 6 453 0 0,-629-1-2850 0 0,-26-1 188 0 0,-1 1 0 0 0,86 16 0 0 0,-130-18-466 0 0,1-1 0 0 0,-1 1 0 0 0,0 0-1 0 0,1 0 1 0 0,-1 0 0 0 0,0 0 0 0 0,1 0-1 0 0,-1 0 1 0 0,0 0 0 0 0,1 0 0 0 0,-1 1-1 0 0,0-1 1 0 0,1 0 0 0 0,-1 0 0 0 0,0 0 0 0 0,1 0-1 0 0,-1 0 1 0 0,0 0 0 0 0,0 1 0 0 0,1-1-1 0 0,-1 0 1 0 0,0 0 0 0 0,0 0 0 0 0,1 1-1 0 0,-1-1 1 0 0,0 0 0 0 0,0 0 0 0 0,1 1 0 0 0,-1-1-1 0 0,0 0 1 0 0,0 0 0 0 0,0 1 0 0 0,0-1-1 0 0,0 0 1 0 0,1 1 0 0 0,-1-1 0 0 0,0 0-1 0 0,0 1 1 0 0,0-1 0 0 0,0 0 0 0 0,0 1 0 0 0,0-1-1 0 0,0 0 1 0 0,0 1 0 0 0,0-1 0 0 0,0 0-1 0 0,0 1 1 0 0,0-1 0 0 0,0 0 0 0 0,-1 0-1 0 0,1 1 1 0 0,0-1 0 0 0,0 0 0 0 0,0 1 0 0 0,-1-1-1 0 0,-12 10-3523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37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1032 17 3808 0 0,'-10'2'5'0'0,"6"-1"1"0"0,1 0-1 0 0,-1 0 1 0 0,0 0 0 0 0,0 0 0 0 0,1 1 0 0 0,-1-1 0 0 0,1 1 0 0 0,0 0 0 0 0,-7 5 0 0 0,-7 6 338 0 0,0 1 0 0 0,0 1 0 0 0,2 1 0 0 0,0 0 0 0 0,-25 35 0 0 0,39-49 74 0 0,-1 0 0 0 0,1 0-1 0 0,-1 0 1 0 0,0 0 0 0 0,0-1 0 0 0,1 1 0 0 0,-1-1 0 0 0,-1 1-1 0 0,1-1 1 0 0,0 1 0 0 0,0-1 0 0 0,0 0 0 0 0,-1 0 0 0 0,1 0 0 0 0,-1-1-1 0 0,-3 2 1 0 0,-1-1 424 0 0,0-1-1 0 0,1 0 0 0 0,-1 0 1 0 0,-11-2-1 0 0,13 1-606 0 0,1 0 0 0 0,-1 1 1 0 0,1-1-1 0 0,-1 1 0 0 0,1 0 0 0 0,-1 0 1 0 0,1 1-1 0 0,-1-1 0 0 0,1 1 0 0 0,-1 0 0 0 0,-6 3 1 0 0,-19 10 1025 0 0,15-7-920 0 0,0 0 1 0 0,1 1-1 0 0,0 0 1 0 0,0 1-1 0 0,1 1 1 0 0,-18 16 0 0 0,-1 8-90 0 0,2 2 1 0 0,1 1 0 0 0,2 1-1 0 0,2 1 1 0 0,-23 48 0 0 0,-16 34 221 0 0,-97 199 248 0 0,136-256-621 0 0,4 1 0 0 0,-17 84 1 0 0,26-100-54 0 0,-8 41 40 0 0,4 1 0 0 0,5 0 0 0 0,3 1 0 0 0,6 135 0 0 0,10 163 126 0 0,-7-245-125 0 0,11 183 63 0 0,-9-183-117 0 0,-4-95-26 0 0,11 93 1 0 0,5-60-9 0 0,9 71-1 0 0,14 143 7 0 0,-7-167-4 0 0,-19-92 4 0 0,-3 0 1 0 0,-1 1 0 0 0,-1 0-1 0 0,0 49 1 0 0,-3-24 22 0 0,2-1 1 0 0,3 0-1 0 0,26 97 0 0 0,-24-115-10 0 0,-1-3-6 0 0,1 0 0 0 0,18 41 0 0 0,-15-43 21 0 0,-1 0 0 0 0,-2 1 0 0 0,-1 0 1 0 0,3 45-1 0 0,-2-20 50 0 0,-3-21 60 0 0,3 90 1 0 0,-18-11 148 0 0,9-99-245 0 0,2-1 0 0 0,1 1-1 0 0,1-1 1 0 0,0 0-1 0 0,2 0 1 0 0,20 40-1 0 0,-15-39-34 0 0,1-1 0 0 0,1 0-1 0 0,1-1 1 0 0,1-1-1 0 0,1 0 1 0 0,1-2 0 0 0,0 0-1 0 0,2-1 1 0 0,34 25-1 0 0,-21-18 2 0 0,99 73 48 0 0,-116-86-57 0 0,-1 0 0 0 0,-1 1 0 0 0,0 1 0 0 0,-1 0 0 0 0,-1 1 0 0 0,14 20 0 0 0,-10-15 5 0 0,0-2-1 0 0,2 0 1 0 0,25 20 0 0 0,11 11 34 0 0,-21-18-37 0 0,2-2 0 0 0,0-2 0 0 0,2-1 0 0 0,1-2 0 0 0,1-2-1 0 0,1-2 1 0 0,54 21 0 0 0,-63-31-2 0 0,0-2 0 0 0,1-2 0 0 0,1 0 0 0 0,42 2 1 0 0,138-7 19 0 0,36-28-19 0 0,-112 8-7 0 0,244-8 0 0 0,-84 23 0 0 0,-153 4 0 0 0,74-5 7 0 0,507 15 17 0 0,501-8-6 0 0,-1112-6-19 0 0,388-21 2 0 0,796-141 1 0 0,-934 99 12 0 0,696-77 42 0 0,-674 99-34 0 0,518-41-4 0 0,-203 13-1 0 0,-556 55-12 0 0,511-70 17 0 0,-533 69-18 0 0,300-54 20 0 0,723-221 0 0 0,-940 220 40 0 0,-2-8-1 0 0,-5-9 1 0 0,-3-9-1 0 0,231-156 1 0 0,-358 206-17 0 0,-3-3 0 0 0,-1-3 1 0 0,107-117-1 0 0,-66 46 27 0 0,92-144 0 0 0,-170 226-54 0 0,-1-1 0 0 0,-3-1 0 0 0,-1-2 0 0 0,-3 0 0 0 0,25-82 0 0 0,-30 74 14 0 0,-3 12 1 0 0,12-67 0 0 0,-21 85-26 0 0,27-225 36 0 0,-27 190-44 0 0,-2-1-1 0 0,-8-68 1 0 0,-31-270-1 0 0,33 348 0 0 0,4-65 0 0 0,2 66 0 0 0,-7-72 0 0 0,-3 60-3 0 0,-2 1 0 0 0,-22-71 0 0 0,14 72-3 0 0,1 2 4 0 0,-2 0 0 0 0,-2 1-1 0 0,-46-85 1 0 0,30 82 2 0 0,-2 1 0 0 0,-3 2 0 0 0,-3 1 0 0 0,-2 3 0 0 0,-3 2 0 0 0,-2 2 0 0 0,-1 2 0 0 0,-110-73 0 0 0,93 74 2 0 0,2 1-12 0 0,-129-67 1 0 0,104 69 7 0 0,-3 4-1 0 0,-165-46 1 0 0,-741-74 2 0 0,820 143 0 0 0,-107-14 0 0 0,-309-51-56 0 0,469 69 38 0 0,-1 5 0 0 0,-1 7 0 0 0,-225 25 0 0 0,-266 5 18 0 0,503-34 0 0 0,-147-26 0 0 0,-536-53 0 0 0,567 76 0 0 0,-46-5 0 0 0,-129-5 0 0 0,164 12 0 0 0,-288 7 0 0 0,135 4 0 0 0,-119 11-28 0 0,448-13 25 0 0,-169 16-4 0 0,-79 2 0 0 0,238-20 6 0 0,0-3 0 0 0,-79-13 0 0 0,-25-9-5 0 0,0 7 1 0 0,-330 13-1 0 0,444 13-7 0 0,1 3-1 0 0,0 2 1 0 0,-79 28 0 0 0,-64 15-12 0 0,155-47 21 0 0,-1-2-1 0 0,0-3 0 0 0,-64-3 1 0 0,-173-21 5 0 0,181 7-8 0 0,-127-7-17 0 0,-43 20 14 0 0,-297-2-8 0 0,502-2-15 0 0,-1-3-1 0 0,-89-19 0 0 0,80 0-4 0 0,66 16 16 0 0,-1 2 0 0 0,-41-7 0 0 0,32 11 8 0 0,-1 2 1 0 0,1 2-1 0 0,0 0 1 0 0,0 2-1 0 0,0 2 0 0 0,-45 12 1 0 0,-188 73-94 0 0,244-81 84 0 0,-74 30-35 0 0,-39 15-9 0 0,114-47 57 0 0,0-2 1 0 0,-1 0-1 0 0,0-1 0 0 0,-38 1 0 0 0,-8-6-4 0 0,48-1 5 0 0,-1 2 1 0 0,1 0-1 0 0,-1 1 1 0 0,1 0-1 0 0,0 2 1 0 0,-1 1-1 0 0,-36 11 1 0 0,15 5-93 0 0,25-11-3622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39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974 619 16983 0 0,'0'0'5560'0'0,"-7"3"-5437"0"0,-12 6-45 0 0,1 1 1 0 0,0 1-1 0 0,-26 20 0 0 0,31-21 15 0 0,-1 0 0 0 0,0 0-1 0 0,0-1 1 0 0,-1-1 0 0 0,0-1 0 0 0,0 0-1 0 0,-1-1 1 0 0,-25 7 0 0 0,24-11 3 0 0,1-1 0 0 0,0-1 0 0 0,0 0 0 0 0,-1-1-1 0 0,1-1 1 0 0,0 0 0 0 0,0-1 0 0 0,0-1 0 0 0,0-1 0 0 0,1 0 0 0 0,0-1 0 0 0,0 0 0 0 0,0-2-1 0 0,1 0 1 0 0,0 0 0 0 0,-22-18 0 0 0,24 17-43 0 0,0-1 0 0 0,1 0 1 0 0,1 0-1 0 0,0-1 0 0 0,0 0 0 0 0,1-1 0 0 0,0 0 0 0 0,1-1 0 0 0,1 1 1 0 0,0-1-1 0 0,1-1 0 0 0,0 0 0 0 0,1 1 0 0 0,0-2 0 0 0,1 1 0 0 0,1 0 1 0 0,0-1-1 0 0,-1-25 0 0 0,5 23-15 0 0,1 1 0 0 0,1-1 0 0 0,0 0 1 0 0,1 1-1 0 0,0 0 0 0 0,2 0 0 0 0,0 0 0 0 0,1 1 0 0 0,0 0 0 0 0,1 0 1 0 0,1 1-1 0 0,0 0 0 0 0,1 0 0 0 0,1 1 0 0 0,0 1 0 0 0,13-13 1 0 0,-7 9 5 0 0,0 1 0 0 0,1 0 0 0 0,1 1 0 0 0,1 1 0 0 0,0 1 1 0 0,0 1-1 0 0,1 1 0 0 0,1 0 0 0 0,-1 2 0 0 0,1 0 0 0 0,24-4 0 0 0,-29 9-18 0 0,-1 1 0 0 0,1 0 0 0 0,-1 1 0 0 0,1 1 0 0 0,0 1 0 0 0,0 0 0 0 0,-1 1 0 0 0,21 5 0 0 0,-28-5-12 0 0,0 1 0 0 0,0 0 0 0 0,-1 1 0 0 0,1-1 0 0 0,-1 2 0 0 0,0-1 0 0 0,0 1 0 0 0,0 0 0 0 0,-1 1 0 0 0,0 0 0 0 0,0 0 0 0 0,0 0 0 0 0,-1 1 0 0 0,0 0 0 0 0,0 1 0 0 0,6 10 0 0 0,-3 1 15 0 0,0 0-1 0 0,-2 0 0 0 0,0 1 0 0 0,-1 0 1 0 0,-1 0-1 0 0,-1 0 0 0 0,-1 1 0 0 0,2 31 1 0 0,-4 13 58 0 0,-9 87-1 0 0,-4-44-9 0 0,-5 0 0 0 0,-5-2-1 0 0,-4 0 1 0 0,-5-2 0 0 0,-83 189-1 0 0,83-228-11 0 0,-4-1-1 0 0,-69 97 1 0 0,78-126-28 0 0,-2-2 1 0 0,-1-1 0 0 0,-1-1 0 0 0,-2-2 0 0 0,-62 45-1 0 0,72-60-14 0 0,0-1 0 0 0,0-1 0 0 0,-38 14 0 0 0,48-22-13 0 0,1 0-1 0 0,0-1 1 0 0,-1-1 0 0 0,0 1-1 0 0,1-2 1 0 0,-1 0 0 0 0,0 0-1 0 0,0-1 1 0 0,-23-3-1 0 0,28 1-4 0 0,1 0-1 0 0,-1 0 0 0 0,1 0 0 0 0,0-1 0 0 0,0 0 1 0 0,0-1-1 0 0,0 1 0 0 0,1-1 0 0 0,-1-1 0 0 0,1 1 1 0 0,0 0-1 0 0,0-1 0 0 0,1 0 0 0 0,-1 0 0 0 0,1-1 1 0 0,0 1-1 0 0,1-1 0 0 0,-1 0 0 0 0,1 0 0 0 0,0 0 1 0 0,1 0-1 0 0,-4-13 0 0 0,3 9-1 0 0,0 0 0 0 0,1-1 1 0 0,0 1-1 0 0,1 0 0 0 0,0-1 0 0 0,0 1 1 0 0,1-1-1 0 0,1 1 0 0 0,0 0 0 0 0,0-1 1 0 0,1 1-1 0 0,0 0 0 0 0,1 0 1 0 0,5-13-1 0 0,-1 11-2 0 0,0 0 1 0 0,1 1-1 0 0,0 1 1 0 0,0-1 0 0 0,1 1-1 0 0,1 0 1 0 0,0 1-1 0 0,0 0 1 0 0,1 1-1 0 0,0 0 1 0 0,0 1-1 0 0,0 0 1 0 0,1 1 0 0 0,1 0-1 0 0,17-6 1 0 0,-18 7-1 0 0,1 1-1 0 0,0 0 1 0 0,0 1 0 0 0,0 0 0 0 0,0 1 0 0 0,0 1 0 0 0,1 0 0 0 0,-1 1-1 0 0,0 0 1 0 0,1 1 0 0 0,-1 1 0 0 0,0 0 0 0 0,0 0 0 0 0,0 1 0 0 0,20 8-1 0 0,-14-1 2 0 0,-1 1-1 0 0,0 1 1 0 0,0 1-1 0 0,-1 0 0 0 0,-1 1 1 0 0,0 1-1 0 0,-1 0 0 0 0,24 32 1 0 0,6 16 5 0 0,40 76 0 0 0,-56-89-2 0 0,46 89 12 0 0,-46-80-2 0 0,3-1 1 0 0,66 91-1 0 0,-86-135-9 0 0,0 1 0 0 0,1-2 0 0 0,0 0 0 0 0,1 0 0 0 0,0-1 0 0 0,1-1 0 0 0,1 0 0 0 0,-1-1 0 0 0,2-1 0 0 0,-1-1 0 0 0,1 0 0 0 0,1-1 0 0 0,-1-1-1 0 0,22 5 1 0 0,-23-8 3 0 0,0-1-1 0 0,1-1 1 0 0,-1 0-1 0 0,0-2 1 0 0,1 1-1 0 0,-1-2 0 0 0,0 0 1 0 0,0-1-1 0 0,20-7 1 0 0,12-6 32 0 0,74-37 0 0 0,-110 48-34 0 0,-1 0-5 0 0,-1 7 4 0 0,-2 8-3775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42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4174 555 16280 0 0,'0'0'104'0'0,"-8"-1"102"0"0,-106-13 1939 0 0,-136-8-470 0 0,184 21-1379 0 0,27-1 24 0 0,-75 7 0 0 0,-186 15 837 0 0,284-20-1099 0 0,-110 6 351 0 0,60-2-168 0 0,-1-2 1 0 0,-88-10-1 0 0,-24-20 148 0 0,-33-5 191 0 0,143 25-382 0 0,2-1 105 0 0,-79 1-1 0 0,73 8-113 0 0,-4-1 77 0 0,0 4 1 0 0,-93 16-1 0 0,-49 31 416 0 0,-239 88 0 0 0,358-107-503 0 0,-103 39 127 0 0,-337 212 87 0 0,513-265-367 0 0,1 0 0 0 0,1 2 0 0 0,1 1 0 0 0,1 0 0 0 0,0 2 0 0 0,-31 40 0 0 0,46-51-16 0 0,1 0 0 0 0,0 0-1 0 0,1 1 1 0 0,0 0 0 0 0,1 1 0 0 0,1-1 0 0 0,0 1 0 0 0,0 0 0 0 0,1 0 0 0 0,1 0 0 0 0,0 0-1 0 0,1 1 1 0 0,0-1 0 0 0,1 1 0 0 0,0-1 0 0 0,2 0 0 0 0,3 22 0 0 0,2-6-2 0 0,1-1 1 0 0,1 0 0 0 0,1 0-1 0 0,1-1 1 0 0,2 0-1 0 0,1-1 1 0 0,17 25-1 0 0,-4-13-3 0 0,2-2 0 0 0,2 0 0 0 0,1-2 0 0 0,1-1-1 0 0,2-2 1 0 0,1-2 0 0 0,53 34 0 0 0,-6-12 12 0 0,3-4 1 0 0,135 54-1 0 0,-47-39 34 0 0,3-7-1 0 0,198 33 1 0 0,-12-23 49 0 0,465 23 0 0 0,726 48 289 0 0,-1313-112-330 0 0,241 30 64 0 0,344 28 35 0 0,-408-64-99 0 0,1-18 0 0 0,652-84-1 0 0,-663 26-51 0 0,718-98-7 0 0,-828 112 33 0 0,-3-13-1 0 0,444-145 0 0 0,-441 83-4 0 0,-252 96-21 0 0,-1-2-1 0 0,-1-1 1 0 0,-1-3 0 0 0,46-40 0 0 0,-74 55-5 0 0,0-1 1 0 0,-1-1 0 0 0,-1 0 0 0 0,0-1 0 0 0,-1 0-1 0 0,-1-1 1 0 0,0 0 0 0 0,-2-1 0 0 0,0 0-1 0 0,-1 0 1 0 0,-1-1 0 0 0,-1 0 0 0 0,6-34-1 0 0,-9 35 0 0 0,-1 1 0 0 0,-1-1 0 0 0,0 0 0 0 0,-2 0 0 0 0,0 0 0 0 0,-1 1 0 0 0,-1-1 0 0 0,0 1 0 0 0,-2-1 0 0 0,0 1 0 0 0,-1 0 0 0 0,-1 1 0 0 0,-1 0 0 0 0,0 0 0 0 0,-14-21 0 0 0,-10-8 2 0 0,-1 2 0 0 0,-77-78 0 0 0,83 97-4 0 0,-1 1-1 0 0,-1 1 1 0 0,-1 2-1 0 0,0 1 1 0 0,-51-25 0 0 0,-24 0-12 0 0,-161-47 0 0 0,-119-3-3 0 0,-333-29-16 0 0,206 39-34 0 0,-20-8 22 0 0,-183-35 38 0 0,24-38 4 0 0,-69-13 19 0 0,660 164-1 0 0,-1 6-1 0 0,-198 6 1 0 0,-201 48 32 0 0,355-29-38 0 0,-278 54-6 0 0,389-63-2 0 0,-29 7 0 0 0,1 3 0 0 0,-75 31 0 0 0,-111 62-3 0 0,245-109 0 0 0,-30 14 0 0 0,-1-2 0 0 0,-1-2 0 0 0,0-1 0 0 0,0-2 0 0 0,0-1 0 0 0,-38 3 0 0 0,5-4 4 0 0,1-3-1 0 0,-1-3 1 0 0,-88-12 0 0 0,120 11 230 0 0,9 0-881 0 0,10-1-2776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07:57:43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136 166 11856 0 0,'0'0'1497'0'0,"-4"-2"-76"0"0,-104-60 1868 0 0,87 60-2290 0 0,18 3-246 0 0,19-2-401 0 0,315-37 1698 0 0,-41 2-804 0 0,169 36 305 0 0,-135-4-493 0 0,-171-1-601 0 0,54-11 569 0 0,-205 16-901 0 0,-15 6 93 0 0,-62 20-15 0 0,39-15-126 0 0,-47 22 0 0 0,-13 21 10 0 0,3 4 0 0 0,-120 96-1 0 0,106-73-65 0 0,-18 17 6 0 0,78-58-10 0 0,-1-3 0 0 0,-2-1 0 0 0,-106 55 0 0 0,151-88-14 0 0,0-1 0 0 0,0 0 0 0 0,0-1-1 0 0,-1 1 1 0 0,1-1 0 0 0,0 0 0 0 0,-8 0 0 0 0,-4-2 6 0 0,6-7-2 0 0,11 7-7 0 0,-1 0 0 0 0,1 0 0 0 0,0-1 0 0 0,0 1 0 0 0,0 0 0 0 0,0 0 0 0 0,-1 0 0 0 0,2 0 0 0 0,-1-1 0 0 0,0 1 0 0 0,0 0 0 0 0,0 0 0 0 0,0 0 1 0 0,1 0-1 0 0,-1 0 0 0 0,1-1 0 0 0,-1 1 0 0 0,1 0 0 0 0,-1 0 0 0 0,1 0 0 0 0,-1 0 0 0 0,1 0 0 0 0,0 0 0 0 0,0 1 0 0 0,0-1 0 0 0,-1 0 0 0 0,1 0 0 0 0,2-1 0 0 0,29-21 0 0 0,-31 22 0 0 0,23-13 1 0 0,0 2-1 0 0,1 0 0 0 0,1 2 1 0 0,-1 1-1 0 0,44-10 1 0 0,140-15 29 0 0,-148 25-9 0 0,1 4-1 0 0,0 2 0 0 0,1 2 0 0 0,-1 4 0 0 0,65 10 0 0 0,-99-7-7 0 0,0 1 1 0 0,0 1-1 0 0,0 1 0 0 0,-1 2 1 0 0,36 18-1 0 0,-44-17-2 0 0,0 0 0 0 0,-1 0 0 0 0,0 2 0 0 0,-1 1 0 0 0,0 0 0 0 0,-1 0 0 0 0,25 34-1 0 0,-20-18 6 0 0,0 1-1 0 0,-2 0 1 0 0,-2 1-1 0 0,-1 1 0 0 0,-1 1 1 0 0,-2 0-1 0 0,-2 1 0 0 0,-1 0 1 0 0,-2 1-1 0 0,6 62 1 0 0,-12-72-5 0 0,-2-1 0 0 0,0 0 0 0 0,-2 0 0 0 0,-1 0 0 0 0,-1 0 0 0 0,-15 49 0 0 0,12-55-5 0 0,-1 0 1 0 0,-1-1-1 0 0,-1-1 1 0 0,0 1 0 0 0,-1-2-1 0 0,-1 1 1 0 0,0-1-1 0 0,-2-1 1 0 0,-21 20-1 0 0,18-21 1 0 0,-1-2 0 0 0,0 0-1 0 0,0-1 1 0 0,-1-1 0 0 0,-1-1-1 0 0,0-1 1 0 0,0 0-1 0 0,-1-2 1 0 0,-29 7 0 0 0,7-4 8 0 0,-1-2 0 0 0,0-2 0 0 0,-76 0 0 0 0,44-8 17 0 0,-134-22-1 0 0,-70-35 34 0 0,232 49-48 0 0,1-3-1 0 0,1-1 1 0 0,0-3 0 0 0,-57-28-1 0 0,90 37-7 0 0,-1 0-1 0 0,1-1 1 0 0,1-1-1 0 0,-1 0 1 0 0,2 0-1 0 0,-1-1 1 0 0,-14-19-1 0 0,20 22-3 0 0,1-1 0 0 0,0 1-1 0 0,0-1 1 0 0,1 0 0 0 0,0 0 0 0 0,0 0-1 0 0,1-1 1 0 0,0 1 0 0 0,1-1-1 0 0,0 0 1 0 0,1 0 0 0 0,0 0 0 0 0,0-10-1 0 0,2 11-5 0 0,0 0 0 0 0,0-1 0 0 0,1 1 0 0 0,0 0 0 0 0,1 1 0 0 0,0-1 0 0 0,1 0 0 0 0,-1 1 0 0 0,2 0 0 0 0,7-13 0 0 0,11-13-3698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customXml" Target="../ink/ink5.xml"/><Relationship Id="rId17" Type="http://schemas.openxmlformats.org/officeDocument/2006/relationships/image" Target="../media/image11.png"/><Relationship Id="rId2" Type="http://schemas.openxmlformats.org/officeDocument/2006/relationships/image" Target="../media/image3.png"/><Relationship Id="rId16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7.png"/><Relationship Id="rId1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165718" y="1038846"/>
            <a:ext cx="7505581" cy="39703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תהליך אסינכרוני</a:t>
            </a:r>
          </a:p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הוא תהליך המתבצע ברקע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Thread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4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("זרם")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4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811A1E-1943-976D-375D-C0CA1E9C4248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באפליקציה תמיד קיים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לפחות "זרם" אחד: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UI-thread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זה ה"זרם" הראשי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(סדרת פקודות ופעולות מתבצעות)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שנוצר בהפעלת אפליקציה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ומתקיים כל זמן פעילותה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יש לו גישה לכל מרכיביה של אפליקציה</a:t>
            </a: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תהליכי רקע ("זרמי רקע")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background threads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הם "מעטפה ריקה" בה ניתן לבצע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כל פעילות דרושה.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ל"תהליכי רקע" </a:t>
            </a:r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אין גישה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UI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לכל "זרם" יש "</a:t>
            </a:r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רמת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</a:t>
            </a:r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דיפות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080847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111045" y="750809"/>
            <a:ext cx="8803664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יצירת "זרם רקע" מסוג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Thread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הוא די פשוט מבחינת התכנות: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וצרים עצם מסוג "זרם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Thread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(אפשר קודם להגדיר משתנה ולאחר מכן לצור עצם בפועל)</a:t>
            </a:r>
          </a:p>
          <a:p>
            <a:pPr marL="742950" indent="-742950" algn="r" rtl="1">
              <a:buFont typeface="+mj-lt"/>
              <a:buAutoNum type="arabicPeriod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יוצרים בו עצם מסוג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Runnable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(כולל פעולת חובה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run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להפעיל "זרם"</a:t>
            </a:r>
            <a:endParaRPr lang="he-IL" sz="32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00517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DB919F-20D3-44F2-0113-979124BB7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689" y="1885402"/>
            <a:ext cx="6912976" cy="39545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784DDB7-6EF2-F3FE-171B-30BAAB946693}"/>
              </a:ext>
            </a:extLst>
          </p:cNvPr>
          <p:cNvGrpSpPr/>
          <p:nvPr/>
        </p:nvGrpSpPr>
        <p:grpSpPr>
          <a:xfrm>
            <a:off x="2363017" y="865781"/>
            <a:ext cx="6082560" cy="1739160"/>
            <a:chOff x="2363017" y="865781"/>
            <a:chExt cx="6082560" cy="173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13EFE1-559E-CA14-89D5-D0BA168D7E80}"/>
                    </a:ext>
                  </a:extLst>
                </p14:cNvPr>
                <p14:cNvContentPartPr/>
                <p14:nvPr/>
              </p14:nvContentPartPr>
              <p14:xfrm>
                <a:off x="2363017" y="1706741"/>
                <a:ext cx="6082560" cy="898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13EFE1-559E-CA14-89D5-D0BA168D7E8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4017" y="1697741"/>
                  <a:ext cx="6100200" cy="9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50E4EDD-5378-584D-4C64-83B5688DBB0A}"/>
                    </a:ext>
                  </a:extLst>
                </p14:cNvPr>
                <p14:cNvContentPartPr/>
                <p14:nvPr/>
              </p14:nvContentPartPr>
              <p14:xfrm>
                <a:off x="6289177" y="865781"/>
                <a:ext cx="204120" cy="679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50E4EDD-5378-584D-4C64-83B5688DBB0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80177" y="857141"/>
                  <a:ext cx="2217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0958F49-B1A6-E22A-8CB2-C2965A397B11}"/>
                    </a:ext>
                  </a:extLst>
                </p14:cNvPr>
                <p14:cNvContentPartPr/>
                <p14:nvPr/>
              </p14:nvContentPartPr>
              <p14:xfrm>
                <a:off x="6227617" y="1579661"/>
                <a:ext cx="522720" cy="17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0958F49-B1A6-E22A-8CB2-C2965A397B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18977" y="1571021"/>
                  <a:ext cx="54036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DF1BAB-9EEF-E804-E838-7911E2DE59BD}"/>
              </a:ext>
            </a:extLst>
          </p:cNvPr>
          <p:cNvGrpSpPr/>
          <p:nvPr/>
        </p:nvGrpSpPr>
        <p:grpSpPr>
          <a:xfrm>
            <a:off x="3587737" y="2575061"/>
            <a:ext cx="6136920" cy="2274840"/>
            <a:chOff x="3587737" y="2575061"/>
            <a:chExt cx="6136920" cy="227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FAD492-8FB2-5E48-8B33-BB3427483B47}"/>
                    </a:ext>
                  </a:extLst>
                </p14:cNvPr>
                <p14:cNvContentPartPr/>
                <p14:nvPr/>
              </p14:nvContentPartPr>
              <p14:xfrm>
                <a:off x="3587737" y="2575061"/>
                <a:ext cx="5498280" cy="2274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FAD492-8FB2-5E48-8B33-BB3427483B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78737" y="2566421"/>
                  <a:ext cx="5515920" cy="22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6DBD0B8-A8FB-BD55-1FE8-19826191E3A7}"/>
                    </a:ext>
                  </a:extLst>
                </p14:cNvPr>
                <p14:cNvContentPartPr/>
                <p14:nvPr/>
              </p14:nvContentPartPr>
              <p14:xfrm>
                <a:off x="9136417" y="2877101"/>
                <a:ext cx="588240" cy="904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6DBD0B8-A8FB-BD55-1FE8-19826191E3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27417" y="2868101"/>
                  <a:ext cx="605880" cy="9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E7FC83-57C2-9370-9F6C-BAC9CBFA09C7}"/>
              </a:ext>
            </a:extLst>
          </p:cNvPr>
          <p:cNvGrpSpPr/>
          <p:nvPr/>
        </p:nvGrpSpPr>
        <p:grpSpPr>
          <a:xfrm>
            <a:off x="2401177" y="5096861"/>
            <a:ext cx="4955760" cy="1041120"/>
            <a:chOff x="2401177" y="5096861"/>
            <a:chExt cx="4955760" cy="10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89579B6-2D56-4146-2E7A-7E157279EB95}"/>
                    </a:ext>
                  </a:extLst>
                </p14:cNvPr>
                <p14:cNvContentPartPr/>
                <p14:nvPr/>
              </p14:nvContentPartPr>
              <p14:xfrm>
                <a:off x="2401177" y="5096861"/>
                <a:ext cx="4080240" cy="1041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89579B6-2D56-4146-2E7A-7E157279EB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92537" y="5088221"/>
                  <a:ext cx="4097880" cy="10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329784-7EC3-736D-B9C6-03EB253868D8}"/>
                    </a:ext>
                  </a:extLst>
                </p14:cNvPr>
                <p14:cNvContentPartPr/>
                <p14:nvPr/>
              </p14:nvContentPartPr>
              <p14:xfrm>
                <a:off x="6643777" y="5308901"/>
                <a:ext cx="713160" cy="644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329784-7EC3-736D-B9C6-03EB253868D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34777" y="5300261"/>
                  <a:ext cx="730800" cy="662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8271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3" y="1018011"/>
            <a:ext cx="852103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לא מגדירים "רמת העדיפות",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אז מערכת אנדרואיד קובעת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עבור "זרם" רמה 5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(1-נמוכה ביותר, 10-גבוהה ביותר)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"רמת עדיפות" משפיע על סיכוי סגירה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 "זרם" על ידי מערכת אנדרואיד</a:t>
            </a:r>
            <a:endParaRPr lang="he-IL" sz="40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11933-44A8-E354-6F7D-4402D8C8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98" y="4128903"/>
            <a:ext cx="4925887" cy="57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1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3" y="1018011"/>
            <a:ext cx="85210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קיימות 2 אפשרויות לסגירת "זרם"</a:t>
            </a:r>
            <a:endParaRPr lang="he-IL" sz="40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B45D49-35D5-E811-091C-5653D34C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8" y="3086368"/>
            <a:ext cx="4310479" cy="16626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E1E2DC-98E3-4334-279F-D19FE75A549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078"/>
          <a:stretch/>
        </p:blipFill>
        <p:spPr>
          <a:xfrm>
            <a:off x="7070305" y="3532953"/>
            <a:ext cx="3712705" cy="7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97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659144" y="1016317"/>
            <a:ext cx="85210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במידה ובאפליקציה נוצרים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כמה "זרמים",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מיד נוצרת גם "בעיה" עם סדר ביצועם...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בפרויקט לבגרות מומלץ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להימנע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מה"בעייה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 הזאת.</a:t>
            </a:r>
            <a:endParaRPr lang="he-IL" sz="40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26424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734D24-14BA-829E-1A79-C6E40114715C}"/>
              </a:ext>
            </a:extLst>
          </p:cNvPr>
          <p:cNvSpPr/>
          <p:nvPr/>
        </p:nvSpPr>
        <p:spPr>
          <a:xfrm>
            <a:off x="9110274" y="0"/>
            <a:ext cx="18008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Thread</a:t>
            </a:r>
          </a:p>
        </p:txBody>
      </p:sp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489645" y="144892"/>
            <a:ext cx="852103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אם בכל מקרה יש צורך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לגשת מ"זרם" ל-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UI</a:t>
            </a:r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ניתן להשתמש בפעולה 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runOnUiThread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בתוך פעולה </a:t>
            </a:r>
            <a:r>
              <a:rPr lang="en-US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run</a:t>
            </a:r>
            <a:endParaRPr lang="he-IL" sz="3600" dirty="0">
              <a:ln w="11430"/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B36195-C743-B3ED-27AE-CB6ED532F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952" y="2824871"/>
            <a:ext cx="6441571" cy="388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450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3563</TotalTime>
  <Words>238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Assistant</vt:lpstr>
      <vt:lpstr>Consolas</vt:lpstr>
      <vt:lpstr>Gisha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332</cp:revision>
  <dcterms:created xsi:type="dcterms:W3CDTF">2019-01-05T16:01:25Z</dcterms:created>
  <dcterms:modified xsi:type="dcterms:W3CDTF">2023-03-09T17:55:00Z</dcterms:modified>
</cp:coreProperties>
</file>