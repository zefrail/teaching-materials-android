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499" r:id="rId4"/>
    <p:sldId id="501" r:id="rId5"/>
    <p:sldId id="503" r:id="rId6"/>
    <p:sldId id="504" r:id="rId7"/>
    <p:sldId id="506" r:id="rId8"/>
    <p:sldId id="505" r:id="rId9"/>
    <p:sldId id="509" r:id="rId10"/>
    <p:sldId id="507" r:id="rId11"/>
    <p:sldId id="510" r:id="rId12"/>
    <p:sldId id="508" r:id="rId13"/>
    <p:sldId id="517" r:id="rId14"/>
    <p:sldId id="511" r:id="rId15"/>
    <p:sldId id="516" r:id="rId16"/>
    <p:sldId id="518" r:id="rId17"/>
    <p:sldId id="519" r:id="rId18"/>
    <p:sldId id="512" r:id="rId19"/>
    <p:sldId id="520" r:id="rId20"/>
    <p:sldId id="521" r:id="rId21"/>
    <p:sldId id="522" r:id="rId22"/>
    <p:sldId id="52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ב'/שבט/תשפ"ג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בתפריטים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מגדיל רמת ידידותיות של אפליקציה,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כי תפריטים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מאפשרים ניווט נוח, ברור ומהיר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"תופסים" מקום על המסך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קלים ביצירה והפעלה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נותנים גישה קלה לשירותים רבים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מוכרים לרב המשתמשים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9298181" y="0"/>
            <a:ext cx="21804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6437" y="707886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קיימים כמה סוגים של תפריטים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9298181" y="0"/>
            <a:ext cx="21804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D6DC5-4EAF-A738-C9DB-C534DA53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5" y="1414574"/>
            <a:ext cx="2356551" cy="5102767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1C20AC2-F581-2F5D-4CC7-72F2292D052D}"/>
              </a:ext>
            </a:extLst>
          </p:cNvPr>
          <p:cNvSpPr/>
          <p:nvPr/>
        </p:nvSpPr>
        <p:spPr>
          <a:xfrm>
            <a:off x="2784141" y="1722746"/>
            <a:ext cx="2850776" cy="769441"/>
          </a:xfrm>
          <a:prstGeom prst="wedgeRoundRectCallout">
            <a:avLst>
              <a:gd name="adj1" fmla="val -73663"/>
              <a:gd name="adj2" fmla="val -2604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תפריט נשלפת</a:t>
            </a:r>
          </a:p>
          <a:p>
            <a:pPr algn="ctr"/>
            <a:r>
              <a:rPr lang="en-US" dirty="0"/>
              <a:t>Options menu</a:t>
            </a:r>
          </a:p>
        </p:txBody>
      </p:sp>
      <p:pic>
        <p:nvPicPr>
          <p:cNvPr id="1026" name="Picture 2" descr="Android N Feature Spotlight] Android N Uses Off-Center Pop-Up Dialogues  With Color Matching Titles">
            <a:extLst>
              <a:ext uri="{FF2B5EF4-FFF2-40B4-BE49-F238E27FC236}">
                <a16:creationId xmlns:a16="http://schemas.microsoft.com/office/drawing/2014/main" id="{25E43E83-B3C5-A846-6E9D-CADCB8B75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605" y="3223848"/>
            <a:ext cx="3546976" cy="201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5E6EDC-571B-3214-4BA0-54A341DC8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143" y="2285999"/>
            <a:ext cx="2152530" cy="4521113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6D73A073-D14F-CAAF-6DFA-4A6E50AB58F0}"/>
              </a:ext>
            </a:extLst>
          </p:cNvPr>
          <p:cNvSpPr/>
          <p:nvPr/>
        </p:nvSpPr>
        <p:spPr>
          <a:xfrm>
            <a:off x="1672865" y="5443426"/>
            <a:ext cx="2850776" cy="769441"/>
          </a:xfrm>
          <a:prstGeom prst="wedgeRoundRectCallout">
            <a:avLst>
              <a:gd name="adj1" fmla="val 42689"/>
              <a:gd name="adj2" fmla="val -959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תפריט "צמודה"</a:t>
            </a:r>
          </a:p>
          <a:p>
            <a:pPr algn="ctr"/>
            <a:r>
              <a:rPr lang="en-US" dirty="0"/>
              <a:t>Context menu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B506FD70-F5A3-A096-CF6B-7079A04E7882}"/>
              </a:ext>
            </a:extLst>
          </p:cNvPr>
          <p:cNvSpPr/>
          <p:nvPr/>
        </p:nvSpPr>
        <p:spPr>
          <a:xfrm>
            <a:off x="6116642" y="5370184"/>
            <a:ext cx="2850776" cy="769441"/>
          </a:xfrm>
          <a:prstGeom prst="wedgeRoundRectCallout">
            <a:avLst>
              <a:gd name="adj1" fmla="val 99607"/>
              <a:gd name="adj2" fmla="val -1472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תפריט "צפה"</a:t>
            </a:r>
          </a:p>
          <a:p>
            <a:pPr algn="ctr"/>
            <a:r>
              <a:rPr lang="en-US" dirty="0"/>
              <a:t>Popup menu</a:t>
            </a:r>
          </a:p>
        </p:txBody>
      </p:sp>
    </p:spTree>
    <p:extLst>
      <p:ext uri="{BB962C8B-B14F-4D97-AF65-F5344CB8AC3E}">
        <p14:creationId xmlns:p14="http://schemas.microsoft.com/office/powerpoint/2010/main" val="225270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בצורה מוסתרת,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נשלף אחרי לחיצה על 3 נקודות בפינה ימנית עליונה של מסך.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מכיל (בדרך כלל!) פעולות המשותפות ברמה מסוימת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לרב אקטיביטי של אפליקציה: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חזרה במסך הקודם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יציאה מאפליקציה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</a:t>
            </a:r>
            <a:r>
              <a:rPr lang="he-IL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שימושי (מדריך, תגובות, קישור, מידע כללי...)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שירותים שימושיים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 עוד?..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</p:spTree>
    <p:extLst>
      <p:ext uri="{BB962C8B-B14F-4D97-AF65-F5344CB8AC3E}">
        <p14:creationId xmlns:p14="http://schemas.microsoft.com/office/powerpoint/2010/main" val="432539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E78176F6-90B3-D874-07BB-0ECE0CE22908}"/>
              </a:ext>
            </a:extLst>
          </p:cNvPr>
          <p:cNvSpPr/>
          <p:nvPr/>
        </p:nvSpPr>
        <p:spPr>
          <a:xfrm>
            <a:off x="2150310" y="789692"/>
            <a:ext cx="966651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(בתיקיית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תיקיית המערכת 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ובתוכה יוצרים קבצי תפריט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0D42D-C44E-2B69-81E2-4D0FACC63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5" y="1995070"/>
            <a:ext cx="7790427" cy="2077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70605C-BDE6-A07A-34C4-35A51C926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272" y="3592287"/>
            <a:ext cx="5399226" cy="3163078"/>
          </a:xfrm>
          <a:prstGeom prst="rect">
            <a:avLst/>
          </a:prstGeom>
        </p:spPr>
      </p:pic>
      <p:sp>
        <p:nvSpPr>
          <p:cNvPr id="7" name="Arrow: Bent 6">
            <a:extLst>
              <a:ext uri="{FF2B5EF4-FFF2-40B4-BE49-F238E27FC236}">
                <a16:creationId xmlns:a16="http://schemas.microsoft.com/office/drawing/2014/main" id="{5CF2C824-D3DB-EE68-D913-5FE2335E1718}"/>
              </a:ext>
            </a:extLst>
          </p:cNvPr>
          <p:cNvSpPr/>
          <p:nvPr/>
        </p:nvSpPr>
        <p:spPr>
          <a:xfrm rot="5400000">
            <a:off x="7659284" y="3049965"/>
            <a:ext cx="1291100" cy="37204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84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3FB45-C53F-9455-157D-69638E77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97" y="780680"/>
            <a:ext cx="7582958" cy="2648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D7A34-7542-79CE-CD06-DBDC0EA27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924" y="3254004"/>
            <a:ext cx="5509888" cy="3303812"/>
          </a:xfrm>
          <a:prstGeom prst="rect">
            <a:avLst/>
          </a:prstGeom>
        </p:spPr>
      </p:pic>
      <p:sp>
        <p:nvSpPr>
          <p:cNvPr id="11" name="Arrow: Bent 10">
            <a:extLst>
              <a:ext uri="{FF2B5EF4-FFF2-40B4-BE49-F238E27FC236}">
                <a16:creationId xmlns:a16="http://schemas.microsoft.com/office/drawing/2014/main" id="{55353F62-A462-714B-71FB-32A3B5053238}"/>
              </a:ext>
            </a:extLst>
          </p:cNvPr>
          <p:cNvSpPr/>
          <p:nvPr/>
        </p:nvSpPr>
        <p:spPr>
          <a:xfrm rot="5400000">
            <a:off x="7906142" y="1388805"/>
            <a:ext cx="2308150" cy="1978434"/>
          </a:xfrm>
          <a:prstGeom prst="bentArrow">
            <a:avLst>
              <a:gd name="adj1" fmla="val 12766"/>
              <a:gd name="adj2" fmla="val 1775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26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30186" y="692553"/>
            <a:ext cx="620357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בונים תוכן קובץ תפריט בתיקיה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AD24FC-73D4-8B19-5229-F9D7F2F04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7" y="1277328"/>
            <a:ext cx="3370729" cy="3498585"/>
          </a:xfrm>
          <a:prstGeom prst="rect">
            <a:avLst/>
          </a:prstGeom>
        </p:spPr>
      </p:pic>
      <p:sp>
        <p:nvSpPr>
          <p:cNvPr id="7" name="מלבן 8">
            <a:extLst>
              <a:ext uri="{FF2B5EF4-FFF2-40B4-BE49-F238E27FC236}">
                <a16:creationId xmlns:a16="http://schemas.microsoft.com/office/drawing/2014/main" id="{2CAE896B-482B-EC23-4281-9FA0C739FE0C}"/>
              </a:ext>
            </a:extLst>
          </p:cNvPr>
          <p:cNvSpPr/>
          <p:nvPr/>
        </p:nvSpPr>
        <p:spPr>
          <a:xfrm>
            <a:off x="5535040" y="1677493"/>
            <a:ext cx="6203579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לקובץ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פעולה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להצגת תפריט...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ADE38B-B3EB-3258-7048-9415CA67E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564" y="2786977"/>
            <a:ext cx="5006774" cy="937341"/>
          </a:xfrm>
          <a:prstGeom prst="rect">
            <a:avLst/>
          </a:prstGeom>
        </p:spPr>
      </p:pic>
      <p:sp>
        <p:nvSpPr>
          <p:cNvPr id="13" name="מלבן 8">
            <a:extLst>
              <a:ext uri="{FF2B5EF4-FFF2-40B4-BE49-F238E27FC236}">
                <a16:creationId xmlns:a16="http://schemas.microsoft.com/office/drawing/2014/main" id="{2FDD7EDA-254F-EFBD-3C51-FBF8AD168F44}"/>
              </a:ext>
            </a:extLst>
          </p:cNvPr>
          <p:cNvSpPr/>
          <p:nvPr/>
        </p:nvSpPr>
        <p:spPr>
          <a:xfrm>
            <a:off x="5674161" y="3690824"/>
            <a:ext cx="6203579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... וגם פעולה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למימוש תפריט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6391AB-13E2-5E5B-99F2-F1047520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768042"/>
            <a:ext cx="4999153" cy="196613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614A273B-A318-C93B-C266-07D4B2630F4A}"/>
              </a:ext>
            </a:extLst>
          </p:cNvPr>
          <p:cNvSpPr/>
          <p:nvPr/>
        </p:nvSpPr>
        <p:spPr>
          <a:xfrm>
            <a:off x="3777877" y="2949388"/>
            <a:ext cx="2398805" cy="188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0EC5C6E-4C3C-4A4A-26D9-3BB6AE1E5A90}"/>
              </a:ext>
            </a:extLst>
          </p:cNvPr>
          <p:cNvSpPr/>
          <p:nvPr/>
        </p:nvSpPr>
        <p:spPr>
          <a:xfrm rot="5400000">
            <a:off x="10165976" y="4091062"/>
            <a:ext cx="806824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מסיבה לא ברורה תכונה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icon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לא מופיע אוטומטי,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דורשת תוספת לפעולה המציגה תפריט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9CDA1-A319-F4C5-6EB7-41F8FFCC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365" y="3889017"/>
            <a:ext cx="2941575" cy="2217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1392D-3D78-A294-12C1-338A5E392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091" y="2631608"/>
            <a:ext cx="5044877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01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קיימת אפשרות להציג אחד או יותר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מסעיפים תפריט על פנים סרגל כלים של מסף (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toolbar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1365A-8ED3-9924-B468-CB426276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383" y="2330313"/>
            <a:ext cx="3657917" cy="1417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385FC4-82F4-E714-16C6-8DE21FFE9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506" y="3994337"/>
            <a:ext cx="3162574" cy="2598645"/>
          </a:xfrm>
          <a:prstGeom prst="rect">
            <a:avLst/>
          </a:prstGeom>
        </p:spPr>
      </p:pic>
      <p:sp>
        <p:nvSpPr>
          <p:cNvPr id="11" name="Arrow: Bent 10">
            <a:extLst>
              <a:ext uri="{FF2B5EF4-FFF2-40B4-BE49-F238E27FC236}">
                <a16:creationId xmlns:a16="http://schemas.microsoft.com/office/drawing/2014/main" id="{A65607BC-E904-A27C-3DAE-E9BA8BB3990A}"/>
              </a:ext>
            </a:extLst>
          </p:cNvPr>
          <p:cNvSpPr/>
          <p:nvPr/>
        </p:nvSpPr>
        <p:spPr>
          <a:xfrm rot="5400000">
            <a:off x="6322436" y="1822156"/>
            <a:ext cx="918885" cy="4132571"/>
          </a:xfrm>
          <a:prstGeom prst="bentArrow">
            <a:avLst>
              <a:gd name="adj1" fmla="val 25000"/>
              <a:gd name="adj2" fmla="val 13781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לא רק לצור תפריט סטטי (בעזרת 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גם לשנות תוכן תפריט דינמי,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ידי פעולות של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B8885-DB52-9CCE-3CBD-F7C319B4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93" y="3526320"/>
            <a:ext cx="5113463" cy="2629128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E3C0578-368C-99BB-8BC4-5077CCC46C1C}"/>
              </a:ext>
            </a:extLst>
          </p:cNvPr>
          <p:cNvSpPr/>
          <p:nvPr/>
        </p:nvSpPr>
        <p:spPr>
          <a:xfrm>
            <a:off x="1972234" y="3044279"/>
            <a:ext cx="2850776" cy="769441"/>
          </a:xfrm>
          <a:prstGeom prst="wedgeRoundRectCallout">
            <a:avLst>
              <a:gd name="adj1" fmla="val 104953"/>
              <a:gd name="adj2" fmla="val 14289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הסתרת סעיף בתפריט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1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E3ACB5A-2F82-FF0B-3828-6B3272BCC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862" y="2968694"/>
            <a:ext cx="5380186" cy="2872989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1972234" y="1016317"/>
            <a:ext cx="920675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לא רק לצור תפריט סטטי (בעזרת 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גם לשנות תוכן תפריט דינמי,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ידי פעולות של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35040" y="0"/>
            <a:ext cx="581601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options menu :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E3C0578-368C-99BB-8BC4-5077CCC46C1C}"/>
              </a:ext>
            </a:extLst>
          </p:cNvPr>
          <p:cNvSpPr/>
          <p:nvPr/>
        </p:nvSpPr>
        <p:spPr>
          <a:xfrm>
            <a:off x="349622" y="2585977"/>
            <a:ext cx="2850776" cy="769441"/>
          </a:xfrm>
          <a:prstGeom prst="wedgeRoundRectCallout">
            <a:avLst>
              <a:gd name="adj1" fmla="val 57154"/>
              <a:gd name="adj2" fmla="val 18949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הוספת סעיף לתפריט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236037-57EF-50CE-995C-0D24BB7FB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4044" y="3428999"/>
            <a:ext cx="2979678" cy="283488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E359F1F-7D1E-F37B-1750-4B31DB2BC869}"/>
              </a:ext>
            </a:extLst>
          </p:cNvPr>
          <p:cNvSpPr/>
          <p:nvPr/>
        </p:nvSpPr>
        <p:spPr>
          <a:xfrm rot="883747">
            <a:off x="8443048" y="4652682"/>
            <a:ext cx="1866364" cy="206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029689" y="2074152"/>
            <a:ext cx="9206753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נקרא גם "תפריט צף", "תפריט קופץ", "תפריט צץ".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בפינה שמאלית עליונה של הרכיב,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אליו מצורף "מאזין" המפעיל את התפריט.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במידה וחסר מקום על המסך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(למשל אם רכיב הוא תסדיר ראשי),</a:t>
            </a:r>
          </a:p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מופיע כתפריט מתגלגל.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</p:spTree>
    <p:extLst>
      <p:ext uri="{BB962C8B-B14F-4D97-AF65-F5344CB8AC3E}">
        <p14:creationId xmlns:p14="http://schemas.microsoft.com/office/powerpoint/2010/main" val="239109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029689" y="2074153"/>
            <a:ext cx="920675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בדרך כלל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מכיל פעולות אשר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קשורות לפעילויות ספציפיות עבור מסך "הזה".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במובן מסוים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הוא תחליף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לסעיפי תפריט נשלף אותם אפשר להוסיף דרך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</p:spTree>
    <p:extLst>
      <p:ext uri="{BB962C8B-B14F-4D97-AF65-F5344CB8AC3E}">
        <p14:creationId xmlns:p14="http://schemas.microsoft.com/office/powerpoint/2010/main" val="122701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72234" y="1016317"/>
            <a:ext cx="920675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עבור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אפשר לצור סעיפים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בעזרת או 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בתיקיה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בעזרת פקודות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11C9B-B903-D21D-6F8F-798A69EA3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326" y="3145419"/>
            <a:ext cx="6614733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35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63269" y="1742458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די נוח, למשל, לבנות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נפרדת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9AA90-3627-412F-ECDF-09A927CA7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055" y="2910024"/>
            <a:ext cx="7369179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76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63269" y="1742458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להפעיל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מרכיבים שונים </a:t>
            </a:r>
            <a:r>
              <a:rPr lang="he-IL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8D9B9-D0D7-DB09-C3A0-CE0E011D46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184"/>
          <a:stretch/>
        </p:blipFill>
        <p:spPr>
          <a:xfrm>
            <a:off x="3825683" y="3730524"/>
            <a:ext cx="5311600" cy="221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09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63269" y="1742458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לבנות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אך ורק בעזרת פעולות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649655" y="0"/>
            <a:ext cx="55867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popup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057C0-733A-EB93-18A7-5D56612DF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366" y="2896336"/>
            <a:ext cx="7582557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62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09481" y="1905506"/>
            <a:ext cx="9206753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ל-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"אח תאום":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פעם, כנראה,, רצו לצור שני סוגים דומים, אבל שונים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תפריט "צף",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היום ממש קשה להבדיל בינם....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44562" y="0"/>
            <a:ext cx="57969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context menu :</a:t>
            </a:r>
          </a:p>
        </p:txBody>
      </p:sp>
    </p:spTree>
    <p:extLst>
      <p:ext uri="{BB962C8B-B14F-4D97-AF65-F5344CB8AC3E}">
        <p14:creationId xmlns:p14="http://schemas.microsoft.com/office/powerpoint/2010/main" val="137566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379693" y="721839"/>
            <a:ext cx="9206753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ל-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קיים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"אח תאום":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פעם, כנראה,, רצו לצור שני סוגים דומים, אבל שונים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תפריט "צף",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היום ממש קשה להבדיל בינם....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44562" y="0"/>
            <a:ext cx="57969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context menu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B7621-ADEC-8DE9-1E58-D3FA69B8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7" y="353943"/>
            <a:ext cx="2949196" cy="6226080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A615704C-FF82-C797-C872-28498A1737F7}"/>
              </a:ext>
            </a:extLst>
          </p:cNvPr>
          <p:cNvSpPr/>
          <p:nvPr/>
        </p:nvSpPr>
        <p:spPr>
          <a:xfrm>
            <a:off x="3200400" y="1730188"/>
            <a:ext cx="1739153" cy="4661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01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09481" y="1905506"/>
            <a:ext cx="920675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 menu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מופעל תמיד ע"י לחיצה ארוכה,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במקום זימן דרך "מאזין"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משתמשים בזימן דרך "רישום רכיב"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44562" y="0"/>
            <a:ext cx="57969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context menu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DF61C-5130-2D54-B47E-B6AD4CFFD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860" y="4445528"/>
            <a:ext cx="4259762" cy="45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04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28799" y="842812"/>
            <a:ext cx="920675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לחיצה ארוכה על הרכיב ה"רשום"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גורמת להפעלת הפעולה היוצרת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ובחירת סעיף מפעילה פעולת תגובה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44562" y="0"/>
            <a:ext cx="57969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context menu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4439C-218F-3C9F-9FDB-6FD085A0B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" y="2390060"/>
            <a:ext cx="6637595" cy="2644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A6604-A814-EC1A-17E6-799DCA4E2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40" y="3998368"/>
            <a:ext cx="4877223" cy="2644369"/>
          </a:xfrm>
          <a:prstGeom prst="rect">
            <a:avLst/>
          </a:prstGeom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EB268A1B-3239-7A62-EEF5-8F3AC9199A7B}"/>
              </a:ext>
            </a:extLst>
          </p:cNvPr>
          <p:cNvSpPr/>
          <p:nvPr/>
        </p:nvSpPr>
        <p:spPr>
          <a:xfrm rot="5400000">
            <a:off x="6984886" y="2991112"/>
            <a:ext cx="770968" cy="875776"/>
          </a:xfrm>
          <a:prstGeom prst="bentArrow">
            <a:avLst>
              <a:gd name="adj1" fmla="val 12766"/>
              <a:gd name="adj2" fmla="val 17750"/>
              <a:gd name="adj3" fmla="val 25000"/>
              <a:gd name="adj4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665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402540" y="2196353"/>
            <a:ext cx="920675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context menu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מופיע ליד נקודת מסך עליו לחץ משתמש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544562" y="0"/>
            <a:ext cx="57969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תפריטים</a:t>
            </a:r>
            <a:r>
              <a:rPr lang="ru-RU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context menu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B7621-ADEC-8DE9-1E58-D3FA69B8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7" y="353943"/>
            <a:ext cx="2949196" cy="6226080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A615704C-FF82-C797-C872-28498A1737F7}"/>
              </a:ext>
            </a:extLst>
          </p:cNvPr>
          <p:cNvSpPr/>
          <p:nvPr/>
        </p:nvSpPr>
        <p:spPr>
          <a:xfrm>
            <a:off x="3227294" y="2196353"/>
            <a:ext cx="1739153" cy="4661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85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4817</TotalTime>
  <Words>554</Words>
  <Application>Microsoft Office PowerPoint</Application>
  <PresentationFormat>Widescreen</PresentationFormat>
  <Paragraphs>111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453</cp:revision>
  <dcterms:created xsi:type="dcterms:W3CDTF">2019-01-05T16:01:25Z</dcterms:created>
  <dcterms:modified xsi:type="dcterms:W3CDTF">2023-01-24T15:53:02Z</dcterms:modified>
</cp:coreProperties>
</file>