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66" r:id="rId3"/>
    <p:sldId id="477" r:id="rId4"/>
    <p:sldId id="481" r:id="rId5"/>
    <p:sldId id="478" r:id="rId6"/>
    <p:sldId id="482" r:id="rId7"/>
    <p:sldId id="480" r:id="rId8"/>
    <p:sldId id="483" r:id="rId9"/>
    <p:sldId id="479" r:id="rId10"/>
    <p:sldId id="484" r:id="rId11"/>
    <p:sldId id="48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18010" y="1765460"/>
            <a:ext cx="1085523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 ראשוני וחשוב מאוד.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מבחינתי: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"מכל שטות אפשר לעשות פרויקט לבגרות"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573425" y="-166699"/>
            <a:ext cx="28745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בחירת נושא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668382" y="790992"/>
            <a:ext cx="10855236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להמליץ על כמה סוגי פרויקטים: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יומנים: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לתלמיד, למורה, לעובד סוציאלי, למטייל, למנהל משמרות, לאיש פרטי...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מתמטיקה: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כל נושא הנלמד – פעולות חשבון, פונקציות ורפים שלהם, משוואות, מערכת צירים, צורות הנדסיות...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פיזיקה: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עוד יותר ממתמטיקה – כל נושא וכל נוסחה הם בסיס לפרויקט לבגרות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שפות (כולל עברית):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כתב רש"י, מילים, השלם משפט, מצא תרגום מתאים, דקדוק, בניינים...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לוגיסטיקה וניהול מידע: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מלאי בעסק, תפריטים במסעדה, רשימת קניות משפחתית,  רישום ילדים לגן/בית-ספר, ניהול יום ספורט שכבתי...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24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משחקים לוגיים... "איפה הילד"... "תושבים שאכפת להם"... פאזלים... ועוד... ועוד... ועוד...</a:t>
            </a:r>
            <a:endParaRPr lang="he-IL" sz="28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A4B281-7D29-4C1B-0760-C6EF66877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A5E37F-099E-9E91-CC21-A64A44B787F5}"/>
              </a:ext>
            </a:extLst>
          </p:cNvPr>
          <p:cNvSpPr/>
          <p:nvPr/>
        </p:nvSpPr>
        <p:spPr>
          <a:xfrm>
            <a:off x="8573425" y="-166699"/>
            <a:ext cx="28745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בחירת נושא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72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20782" y="1800642"/>
            <a:ext cx="10855236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rtl="1"/>
            <a:r>
              <a:rPr lang="he-IL" sz="6000" b="1" u="sng" dirty="0">
                <a:ln/>
                <a:solidFill>
                  <a:schemeClr val="accent4"/>
                </a:solidFill>
                <a:latin typeface="Hadassah Friedlaender" panose="02020603050405020304" pitchFamily="18" charset="-79"/>
                <a:cs typeface="Hadassah Friedlaender" panose="02020603050405020304" pitchFamily="18" charset="-79"/>
              </a:rPr>
              <a:t>נושא לפרויקט:</a:t>
            </a:r>
            <a:endParaRPr lang="ru-RU" sz="6000" b="1" u="sng" dirty="0">
              <a:ln/>
              <a:solidFill>
                <a:schemeClr val="accent4"/>
              </a:solidFill>
              <a:cs typeface="Hadassah Friedlaender" panose="02020603050405020304" pitchFamily="18" charset="-79"/>
            </a:endParaRPr>
          </a:p>
          <a:p>
            <a:pPr algn="ctr" rtl="1"/>
            <a:r>
              <a:rPr lang="he-IL" sz="6000" b="1" dirty="0">
                <a:ln/>
                <a:solidFill>
                  <a:schemeClr val="accent4"/>
                </a:solidFill>
                <a:latin typeface="Hadassah Friedlaender" panose="02020603050405020304" pitchFamily="18" charset="-79"/>
                <a:cs typeface="Hadassah Friedlaender" panose="02020603050405020304" pitchFamily="18" charset="-79"/>
              </a:rPr>
              <a:t>"סדרות מתמטיות"</a:t>
            </a:r>
            <a:endParaRPr lang="ru-RU" sz="6000" b="1" dirty="0">
              <a:ln/>
              <a:solidFill>
                <a:schemeClr val="accent4"/>
              </a:solidFill>
              <a:cs typeface="Hadassah Friedlaender" panose="02020603050405020304" pitchFamily="18" charset="-79"/>
            </a:endParaRPr>
          </a:p>
          <a:p>
            <a:pPr algn="ctr" rtl="1"/>
            <a:r>
              <a:rPr lang="he-IL" sz="6000" b="1" dirty="0">
                <a:ln/>
                <a:solidFill>
                  <a:schemeClr val="accent4"/>
                </a:solidFill>
                <a:latin typeface="Hadassah Friedlaender" panose="02020603050405020304" pitchFamily="18" charset="-79"/>
                <a:cs typeface="Hadassah Friedlaender" panose="02020603050405020304" pitchFamily="18" charset="-79"/>
              </a:rPr>
              <a:t>(חשבונית והנדסית)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A4B281-7D29-4C1B-0760-C6EF66877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A5E37F-099E-9E91-CC21-A64A44B787F5}"/>
              </a:ext>
            </a:extLst>
          </p:cNvPr>
          <p:cNvSpPr/>
          <p:nvPr/>
        </p:nvSpPr>
        <p:spPr>
          <a:xfrm>
            <a:off x="8573425" y="-166699"/>
            <a:ext cx="28745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בחירת נושא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345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743074" y="622458"/>
            <a:ext cx="9486901" cy="47727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להתקמצן:</a:t>
            </a:r>
          </a:p>
          <a:p>
            <a:pPr algn="ctr" rtl="1"/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8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לכתוב כמה שיותר מפורט, אבל להימנע משימוש במושגי מחשוב</a:t>
            </a:r>
          </a:p>
          <a:p>
            <a:pPr marL="571500" indent="-5715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לכתוב ולתקן, לחזור ושוב לכתוב ולתקן, להוסיף, לשנות</a:t>
            </a:r>
          </a:p>
          <a:p>
            <a:pPr marL="571500" indent="-5715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להשאיר "חלקים פתוחים" – אולי עם הזמן יהיה ברור יותר מה לעשות</a:t>
            </a:r>
          </a:p>
          <a:p>
            <a:pPr marL="571500" indent="-5715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לנסות לכתוב כל תיאור "במכה אחת"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483656" y="-85428"/>
            <a:ext cx="296427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תיאור מילולי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061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A4B281-7D29-4C1B-0760-C6EF66877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A5E37F-099E-9E91-CC21-A64A44B787F5}"/>
              </a:ext>
            </a:extLst>
          </p:cNvPr>
          <p:cNvSpPr/>
          <p:nvPr/>
        </p:nvSpPr>
        <p:spPr>
          <a:xfrm>
            <a:off x="8573425" y="-166699"/>
            <a:ext cx="28745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בחירת נושא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מלבן 8">
            <a:extLst>
              <a:ext uri="{FF2B5EF4-FFF2-40B4-BE49-F238E27FC236}">
                <a16:creationId xmlns:a16="http://schemas.microsoft.com/office/drawing/2014/main" id="{FE4687FA-82EC-3D9D-EAA5-9B7B9AF6AB71}"/>
              </a:ext>
            </a:extLst>
          </p:cNvPr>
          <p:cNvSpPr/>
          <p:nvPr/>
        </p:nvSpPr>
        <p:spPr>
          <a:xfrm>
            <a:off x="1704974" y="1279683"/>
            <a:ext cx="9486901" cy="489364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 rtl="1"/>
            <a:r>
              <a:rPr lang="he-IL" sz="2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אפליקציה תאפשר למשתמש להירשם לשימוש בה ואז לקבל גישה מלאה לכל אופציות שלה – או להיכנס ללא רישום, אבל רק לחלק מדעתי שלה. </a:t>
            </a:r>
          </a:p>
          <a:p>
            <a:pPr algn="just" rtl="1"/>
            <a:endParaRPr lang="he-IL" sz="2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 rtl="1"/>
            <a:r>
              <a:rPr lang="he-IL" sz="2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משתמש אקבל אפשרות ללמוד נושא, לקבל דוגמאות, לבצע דוגמאות, לבצע חישובים, לעבור בדיקת ידע – וגם לשמור מידע על התרגילים שלו.</a:t>
            </a:r>
          </a:p>
          <a:p>
            <a:pPr algn="just" rtl="1"/>
            <a:endParaRPr lang="he-IL" sz="2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 rtl="1"/>
            <a:r>
              <a:rPr lang="he-IL" sz="2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תהיה לו גישה למאגר קישורים לדפי אינטרנט, סרטונים ומידע אחר.</a:t>
            </a:r>
          </a:p>
          <a:p>
            <a:pPr algn="just" rtl="1"/>
            <a:endParaRPr lang="he-IL" sz="2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 rtl="1"/>
            <a:r>
              <a:rPr lang="he-IL" sz="2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הוא יוכל לשמור תרגילים ודוגמאות המתאימות לו, לשלוח אותם לאנשי קשר כלליים ולאנשי קשר ספציפיים (הוא יכול לבנות רשימה פנימית).</a:t>
            </a:r>
          </a:p>
          <a:p>
            <a:pPr algn="just" rtl="1"/>
            <a:endParaRPr lang="he-IL" sz="24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 rtl="1"/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אפליקציה תהיה בנויה בהתחשבות באנשים עם מוגבלויות.</a:t>
            </a:r>
            <a:endParaRPr lang="he-IL" sz="2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644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704974" y="1279683"/>
            <a:ext cx="9486901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תמונות, טקסטים,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בסיס נתונים עם טבלאות ונתונים,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קישורים,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סרטונים...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בשלב הזה חשוב להסביר לתלמידים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זכויות היוצרים.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273085" y="-37803"/>
            <a:ext cx="31758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הכנת חומרים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535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8273085" y="-37803"/>
            <a:ext cx="31758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הכנת חומרים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D5C8FC-D78A-6C7A-C2F5-76293F01D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756" y="4555253"/>
            <a:ext cx="2857899" cy="1790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0BC502-83F5-A209-3E23-6BBE769AE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074" y="1016317"/>
            <a:ext cx="1428949" cy="19719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B95127-C837-605D-DC97-E1FEEED497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5" y="4555253"/>
            <a:ext cx="3334215" cy="1419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C5C175-E890-AEF4-86B4-A2188B500F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1209" y="421076"/>
            <a:ext cx="3524742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46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619249" y="2028616"/>
            <a:ext cx="9486901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אני ממליץ ביחד עם כתיבת התיאור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פרויקט להתחיל לסרטט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תרשים של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כולל "חצי מעבר" בין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האקטיביטי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36896" y="-5953"/>
            <a:ext cx="40110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תרשים אקטיביטי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892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36896" y="-5953"/>
            <a:ext cx="40110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תרשים אקטיביטי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Star: 32 Points 4">
            <a:extLst>
              <a:ext uri="{FF2B5EF4-FFF2-40B4-BE49-F238E27FC236}">
                <a16:creationId xmlns:a16="http://schemas.microsoft.com/office/drawing/2014/main" id="{1F3A55FA-3471-422C-5DCB-22C79CA4ADC4}"/>
              </a:ext>
            </a:extLst>
          </p:cNvPr>
          <p:cNvSpPr/>
          <p:nvPr/>
        </p:nvSpPr>
        <p:spPr>
          <a:xfrm>
            <a:off x="3487270" y="2142890"/>
            <a:ext cx="6759389" cy="2438400"/>
          </a:xfrm>
          <a:prstGeom prst="star32">
            <a:avLst>
              <a:gd name="adj" fmla="val 4652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48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אפליקציה שלי</a:t>
            </a:r>
            <a:endParaRPr lang="en-US" sz="4800" dirty="0"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5393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36896" y="-5953"/>
            <a:ext cx="401103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תרשים אקטיביטי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Star: 32 Points 4">
            <a:extLst>
              <a:ext uri="{FF2B5EF4-FFF2-40B4-BE49-F238E27FC236}">
                <a16:creationId xmlns:a16="http://schemas.microsoft.com/office/drawing/2014/main" id="{1F3A55FA-3471-422C-5DCB-22C79CA4ADC4}"/>
              </a:ext>
            </a:extLst>
          </p:cNvPr>
          <p:cNvSpPr/>
          <p:nvPr/>
        </p:nvSpPr>
        <p:spPr>
          <a:xfrm>
            <a:off x="4688541" y="3057289"/>
            <a:ext cx="5396753" cy="2142240"/>
          </a:xfrm>
          <a:prstGeom prst="star32">
            <a:avLst>
              <a:gd name="adj" fmla="val 4652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אפליקציה שלי</a:t>
            </a:r>
            <a:endParaRPr lang="en-US" sz="3600" dirty="0">
              <a:cs typeface="Guttman Yad-Brush" panose="02010401010101010101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3CAF1B-EBD4-EC6E-D7B4-61492D06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585" y="1016317"/>
            <a:ext cx="10303133" cy="118120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9E813D-5527-7142-B587-E5C5DBA65631}"/>
              </a:ext>
            </a:extLst>
          </p:cNvPr>
          <p:cNvSpPr/>
          <p:nvPr/>
        </p:nvSpPr>
        <p:spPr>
          <a:xfrm>
            <a:off x="2581835" y="3446929"/>
            <a:ext cx="1255059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 rtl="1"/>
            <a:r>
              <a:rPr lang="he-IL" dirty="0"/>
              <a:t>פתיחה</a:t>
            </a:r>
            <a:endParaRPr lang="en-US" dirty="0"/>
          </a:p>
          <a:p>
            <a:pPr algn="ctr" rtl="1"/>
            <a:r>
              <a:rPr lang="en-US" dirty="0"/>
              <a:t>(start)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A52EB8-1688-E131-79CC-134A19845FC2}"/>
              </a:ext>
            </a:extLst>
          </p:cNvPr>
          <p:cNvSpPr/>
          <p:nvPr/>
        </p:nvSpPr>
        <p:spPr>
          <a:xfrm>
            <a:off x="9466729" y="5059512"/>
            <a:ext cx="1398495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/>
            <a:r>
              <a:rPr lang="he-IL" dirty="0"/>
              <a:t>תגובה</a:t>
            </a:r>
          </a:p>
          <a:p>
            <a:pPr algn="ctr" rtl="1"/>
            <a:r>
              <a:rPr lang="he-IL" dirty="0"/>
              <a:t>()</a:t>
            </a:r>
            <a:r>
              <a:rPr lang="en-US" dirty="0"/>
              <a:t>feedback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BB08E29-A972-E275-ABCC-302FF05425BD}"/>
              </a:ext>
            </a:extLst>
          </p:cNvPr>
          <p:cNvSpPr/>
          <p:nvPr/>
        </p:nvSpPr>
        <p:spPr>
          <a:xfrm>
            <a:off x="3908611" y="4069976"/>
            <a:ext cx="770965" cy="2330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03DE7F46-BDA6-4988-B544-872E5B10CAB0}"/>
              </a:ext>
            </a:extLst>
          </p:cNvPr>
          <p:cNvSpPr/>
          <p:nvPr/>
        </p:nvSpPr>
        <p:spPr>
          <a:xfrm rot="1628268">
            <a:off x="8086167" y="5364333"/>
            <a:ext cx="1398495" cy="25667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586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3123</TotalTime>
  <Words>380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Assistant</vt:lpstr>
      <vt:lpstr>Guttman Yad-Brush</vt:lpstr>
      <vt:lpstr>Hadassah Friedlaender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388</cp:revision>
  <dcterms:created xsi:type="dcterms:W3CDTF">2019-01-05T16:01:25Z</dcterms:created>
  <dcterms:modified xsi:type="dcterms:W3CDTF">2023-01-01T07:11:47Z</dcterms:modified>
</cp:coreProperties>
</file>