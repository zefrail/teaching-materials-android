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69" r:id="rId3"/>
    <p:sldId id="27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13:54:55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1515 11760 0 0,'0'0'3297'0'0,"-4"0"-3113"0"0,-2-1-53 0 0,1 0 1 0 0,0-1-1 0 0,-1 1 0 0 0,1-1 1 0 0,-9-5-1 0 0,12 6 198 0 0,2 1-245 0 0,-1 0 0 0 0,1 0-1 0 0,0 0 1 0 0,0 0 0 0 0,-1 0 0 0 0,1 0-1 0 0,0 0 1 0 0,0 0 0 0 0,0 0-1 0 0,-1 0 1 0 0,1 0 0 0 0,0 0 0 0 0,0 0-1 0 0,-1-1 1 0 0,1 1 0 0 0,0 0-1 0 0,0 0 1 0 0,0 0 0 0 0,-1 0 0 0 0,1 0-1 0 0,0-1 1 0 0,0 1 0 0 0,0 0-1 0 0,0 0 1 0 0,0 0 0 0 0,-1 0 0 0 0,1-1-1 0 0,0 1 1 0 0,0 0 0 0 0,0 0 0 0 0,0-1-1 0 0,0 1 1 0 0,0 0 0 0 0,0 0-1 0 0,0 0 1 0 0,0-1 0 0 0,2-12 1091 0 0,14-16-1034 0 0,-13 23 312 0 0,37-71 1689 0 0,-16 52-1462 0 0,-22 22-652 0 0,20-26 347 0 0,28-30 1 0 0,-43 52-308 0 0,0 1-1 0 0,0-1 1 0 0,0 1-1 0 0,1 1 0 0 0,0 0 1 0 0,0 0-1 0 0,0 0 1 0 0,1 1-1 0 0,14-5 1 0 0,14-10 216 0 0,-32 16-237 0 0,0 0-1 0 0,1 0 1 0 0,-1 0-1 0 0,1 1 1 0 0,7-2 0 0 0,-3 0 32 0 0,0 0 0 0 0,1-1 1 0 0,-1 0-1 0 0,-1 0 0 0 0,14-11 1 0 0,24-12 180 0 0,60-17 144 0 0,13-5-147 0 0,-83 32-218 0 0,-20 11-9 0 0,0-1 1 0 0,24-16-1 0 0,-28 16-5 0 0,2 1-1 0 0,-1 0 0 0 0,1 0 0 0 0,0 2 0 0 0,25-7 0 0 0,34-13 71 0 0,28-15 39 0 0,126-32 0 0 0,-157 52-92 0 0,-14 2-12 0 0,2 3 1 0 0,0 3 0 0 0,77-6-1 0 0,-27 6 18 0 0,-66 5-20 0 0,56 0 0 0 0,222-17 59 0 0,-64 10-24 0 0,-162 13-10 0 0,109-18-1 0 0,-46-2 29 0 0,192 0 1 0 0,-195 19-36 0 0,161-3 24 0 0,-81 0-2 0 0,80-4 53 0 0,289-67-13 0 0,-543 64-98 0 0,288-45 36 0 0,-41 5 37 0 0,-6 1 58 0 0,-163 35-67 0 0,470-44 67 0 0,-296 33-110 0 0,89-6 43 0 0,227 28 17 0 0,249-9-69 0 0,-274-8-23 0 0,-589 22 1 0 0,349-4 0 0 0,-39-3 14 0 0,93-5 5 0 0,-300 5-11 0 0,208-19 24 0 0,471-19 74 0 0,5 58-69 0 0,-434-8-21 0 0,9 7 25 0 0,-33-7 6 0 0,27 5-24 0 0,-15 6 10 0 0,-2 1 20 0 0,-4-1 7 0 0,6-12 12 0 0,1066 29 31 0 0,-987 9-52 0 0,-333-23 5 0 0,192 63 1 0 0,-120-29-44 0 0,-74-26 8 0 0,253 83 46 0 0,-316-94-62 0 0,-1 3-1 0 0,0 1 0 0 0,37 28 1 0 0,93 80 17 0 0,-134-102-16 0 0,-17-13-3 0 0,-1 1 1 0 0,0 0-1 0 0,-1 1 1 0 0,-1 1-1 0 0,0 0 1 0 0,-1 0-1 0 0,9 19 1 0 0,-3 0 11 0 0,-1 0 0 0 0,18 61 0 0 0,-29-81-8 0 0,-1 1 0 0 0,-1 0 0 0 0,0 1 0 0 0,-1-1-1 0 0,0 0 1 0 0,-2 1 0 0 0,-1 22 0 0 0,0-31-7 0 0,-1 1 0 0 0,1-1 0 0 0,-2 1 0 0 0,1-1 0 0 0,-1 1 0 0 0,0-1 1 0 0,-1 0-1 0 0,0 0 0 0 0,0-1 0 0 0,-1 1 0 0 0,0-1 0 0 0,0 0 0 0 0,-1 0 0 0 0,1-1 0 0 0,-12 10 0 0 0,3-5 0 0 0,0-1 0 0 0,-1 0 0 0 0,0-1 0 0 0,0-1 0 0 0,-1-1 0 0 0,0 0 0 0 0,-23 7 0 0 0,-127 23 6 0 0,27-7-4 0 0,-223 52-2 0 0,287-67 0 0 0,-46 3 9 0 0,-149 3 0 0 0,98-10 28 0 0,-211 31 35 0 0,-161 2-47 0 0,341-48-25 0 0,77-1 0 0 0,120 5 0 0 0,-750-18 24 0 0,1 9 2 0 0,524 10-5 0 0,-275-26-20 0 0,348 9-4 0 0,-1 7 1 0 0,-174 13-1 0 0,68 1 24 0 0,75-2 7 0 0,-223-15 29 0 0,36 0-20 0 0,24 21-20 0 0,-149 30-20 0 0,188-10-17 0 0,69-12 4 0 0,-463 42 15 0 0,180-16-16 0 0,150-52 10 0 0,99-2 7 0 0,-747 17-8 0 0,252 51 1 0 0,658-45-15 0 0,-1-5 0 0 0,0-5-1 0 0,-209-25 1 0 0,286 18 9 0 0,-470-55-55 0 0,368 50 69 0 0,-227 12-1 0 0,-87 63-1 0 0,45-4 9 0 0,-184 23-7 0 0,10-1-1 0 0,440-74 0 0 0,-172-10 0 0 0,195-11 0 0 0,-134-29 0 0 0,80 10 0 0 0,75 16 0 0 0,-271-33 32 0 0,266 41-10 0 0,-390-33 29 0 0,368 27-31 0 0,-242-37 7 0 0,336 41-27 0 0,0-2 0 0 0,0-1 0 0 0,1-1 0 0 0,0-2 0 0 0,-34-21 0 0 0,5-3 0 0 0,-85-69 0 0 0,130 93 3 0 0,0 0 0 0 0,2 0 0 0 0,0-2 0 0 0,1 0 0 0 0,0 0 0 0 0,1-2 1 0 0,1 1-1 0 0,1-1 0 0 0,-17-42 0 0 0,27 59-124 0 0,0-1 0 0 0,0 1 0 0 0,0-1 1 0 0,-1 1-1 0 0,1 0 0 0 0,-1 0 0 0 0,0-1 0 0 0,1 1 0 0 0,-1 0 1 0 0,-3-1-1 0 0,1-2-2476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3-09T13:55:07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1340 10848 0 0,'0'0'1221'0'0,"-4"-5"-986"0"0,-34-40 1073 0 0,36 43-1000 0 0,2 2-264 0 0,-1 0 0 0 0,1 0 0 0 0,0 0 0 0 0,-1 0 0 0 0,1 0 0 0 0,-1 0 0 0 0,1 0 0 0 0,0 0 0 0 0,-1 0 0 0 0,1 0 0 0 0,0 0 0 0 0,-1 0 0 0 0,1 0 0 0 0,0 0 0 0 0,-1 0 0 0 0,1 0 0 0 0,0 0 0 0 0,-1-1 0 0 0,1 1 0 0 0,0 0 0 0 0,-1 0 0 0 0,1 0 0 0 0,0-1 0 0 0,-1 1 0 0 0,1 0 1 0 0,0 0-1 0 0,0-1 0 0 0,-1 1 0 0 0,1 0 0 0 0,0 0 0 0 0,0-1 0 0 0,0 1 0 0 0,-1 0 0 0 0,1-1 0 0 0,0 1 0 0 0,0 0 0 0 0,0-1 0 0 0,0 0 0 0 0,0 1 5 0 0,0-1 0 0 0,1 0-1 0 0,-1 1 1 0 0,0-1 0 0 0,1 1 0 0 0,-1-1 0 0 0,0 0-1 0 0,1 1 1 0 0,-1-1 0 0 0,1 1 0 0 0,-1 0 0 0 0,1-1-1 0 0,0 1 1 0 0,-1-1 0 0 0,1 1 0 0 0,-1 0 0 0 0,1-1-1 0 0,0 1 1 0 0,-1 0 0 0 0,1 0 0 0 0,0-1 0 0 0,0 1-1 0 0,378-135 5883 0 0,-282 100-4867 0 0,138-30-1 0 0,-51 16-342 0 0,-56 13-387 0 0,163-56 163 0 0,35-23 39 0 0,-270 100-421 0 0,1 2 1 0 0,0 3-1 0 0,114-5 0 0 0,-105 14-24 0 0,564-29 522 0 0,-267-28-283 0 0,-24 3-115 0 0,259 7 48 0 0,309-30 2 0 0,-777 64-226 0 0,493-63 122 0 0,-178 21-44 0 0,-355 45-94 0 0,353-37 49 0 0,1 36-51 0 0,270 48 2 0 0,-273-28-13 0 0,2-33 5 0 0,-244-11-4 0 0,7-1 1 0 0,952-33 159 0 0,-581 49-51 0 0,-80 0 12 0 0,-29 4-36 0 0,33-2-4 0 0,932 19 105 0 0,-1123 6-156 0 0,352 15 46 0 0,-578-16-79 0 0,433 36 64 0 0,-267-16-55 0 0,133 19 1 0 0,536 115 11 0 0,-712-134-28 0 0,-57-8 7 0 0,-48-4-4 0 0,7-1 19 0 0,140 36 0 0 0,-215-39-16 0 0,-1 2 0 0 0,0 1 0 0 0,-1 1 0 0 0,0 2 0 0 0,-1 1 0 0 0,-1 2 1 0 0,0 1-1 0 0,35 30 0 0 0,-45-30-3 0 0,-1 0 1 0 0,-1 2 0 0 0,-1 0-1 0 0,-1 1 1 0 0,-1 1 0 0 0,-1 0-1 0 0,21 50 1 0 0,-31-64-5 0 0,0 0 0 0 0,-1 0 0 0 0,-1 0 0 0 0,1 0 0 0 0,-2 1 0 0 0,1-1 0 0 0,-1 1 0 0 0,-1-1 0 0 0,0 1 0 0 0,0 0 0 0 0,-3 16-1 0 0,0-14 3 0 0,0 1-1 0 0,-1-1 0 0 0,-1 0 0 0 0,0-1 0 0 0,-1 1 0 0 0,0-1 0 0 0,0 0 0 0 0,-12 14 0 0 0,0-2 3 0 0,-2-2 0 0 0,0 0 0 0 0,-1-1-1 0 0,-1-1 1 0 0,-1-1 0 0 0,0-1-1 0 0,-37 20 1 0 0,-193 83 16 0 0,153-77-23 0 0,-24 9 3 0 0,-3-5 0 0 0,-1-5 0 0 0,-2-6 0 0 0,-2-6 0 0 0,-1-6 0 0 0,-188 11 0 0 0,33-25 0 0 0,189-7 0 0 0,-313 7-11 0 0,-21 11-10 0 0,229-8 21 0 0,-20 0 0 0 0,-348 15 0 0 0,-9-24 0 0 0,27-1 0 0 0,524-2 0 0 0,-303 13 0 0 0,61 24 2 0 0,158-20 3 0 0,-256 39 20 0 0,308-48-15 0 0,-287 38 20 0 0,-3-26-5 0 0,-128-43-16 0 0,-160 4-36 0 0,160 62-12 0 0,205-9 4 0 0,-304 30-33 0 0,115-68 38 0 0,21-1 0 0 0,160 32 8 0 0,-106 4 23 0 0,113-29-1 0 0,-390-14 11 0 0,417-14 29 0 0,-157-9-8 0 0,258 23-25 0 0,0-6 0 0 0,-236-58 0 0 0,116 25 20 0 0,94 22 33 0 0,60 11 5 0 0,-171-2 0 0 0,245 18-66 0 0,-82-2-11 0 0,-196 20 0 0 0,-319 3 15 0 0,78-8 27 0 0,545-11-29 0 0,-472 35 21 0 0,309-21-22 0 0,-45 2 0 0 0,125-15 0 0 0,1-4 0 0 0,0-4 0 0 0,-148-30 0 0 0,206 28 0 0 0,-130-34 0 0 0,145 35 0 0 0,1-2 0 0 0,0-1 0 0 0,0 0 0 0 0,1-2 0 0 0,-25-17 0 0 0,14 7 0 0 0,0 2 0 0 0,-2 1 0 0 0,-42-18 0 0 0,-114-37 0 0 0,164 62 0 0 0,0-2 0 0 0,0-1 0 0 0,1-1 0 0 0,1-1 0 0 0,1-1 0 0 0,0-1 0 0 0,-30-34 0 0 0,44 45-1 0 0,0-1 3 0 0,-12-30-18 0 0,16 27 15 0 0,3 2 1 0 0,6-1-1 0 0,4 5-1 0 0,0 0 0 0 0,1 1 0 0 0,-1 0 1 0 0,1 0-1 0 0,0 1 0 0 0,1 0 0 0 0,-1 1 0 0 0,1 0 1 0 0,14-3-1 0 0,7-3-19 0 0,26-10-327 0 0,-38 12-3332 0 0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ט"ז/אדר/תשפ"ג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714579" y="1213682"/>
            <a:ext cx="4762842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זימון מתוזמן</a:t>
            </a:r>
          </a:p>
          <a:p>
            <a:pPr algn="ctr" rtl="1"/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JobScheduler</a:t>
            </a:r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49292D-8DEA-5F32-C1EF-50A94E8A9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AE089C4-E95B-74D6-75BC-BAF78A369909}"/>
              </a:ext>
            </a:extLst>
          </p:cNvPr>
          <p:cNvSpPr/>
          <p:nvPr/>
        </p:nvSpPr>
        <p:spPr>
          <a:xfrm>
            <a:off x="7951984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76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3036384" y="2081319"/>
            <a:ext cx="6375896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מאפשר לבצע זימון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לפעולות אחרי פרק זמן מסוים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ובתנאים מסוימים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33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983227" y="2051823"/>
            <a:ext cx="9950244" cy="33547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מחלקה זאת ב-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גישה לשירותי מערכת מתאימים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קביעת תכונות ל"מרכיב פניה"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הפעלת מחלקה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48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438454" y="1405976"/>
            <a:ext cx="9950244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EB4308-17C0-0B08-B3BC-78E82D57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2485" y="4526498"/>
            <a:ext cx="7896213" cy="47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322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953730" y="1265243"/>
            <a:ext cx="9950244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68AFF-DA9D-52B9-E12E-7EC84D28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576" y="2829604"/>
            <a:ext cx="10134366" cy="36498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427116-47CA-27FB-8B41-C093945EB468}"/>
                  </a:ext>
                </a:extLst>
              </p14:cNvPr>
              <p14:cNvContentPartPr/>
              <p14:nvPr/>
            </p14:nvContentPartPr>
            <p14:xfrm>
              <a:off x="1462657" y="3157181"/>
              <a:ext cx="6854400" cy="740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427116-47CA-27FB-8B41-C093945EB4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4017" y="3148181"/>
                <a:ext cx="6872040" cy="75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A38C511-C268-36CD-732A-E4A35D246B5B}"/>
                  </a:ext>
                </a:extLst>
              </p14:cNvPr>
              <p14:cNvContentPartPr/>
              <p14:nvPr/>
            </p14:nvContentPartPr>
            <p14:xfrm>
              <a:off x="1515217" y="5214941"/>
              <a:ext cx="6559920" cy="764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A38C511-C268-36CD-732A-E4A35D246B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06577" y="5206301"/>
                <a:ext cx="6577560" cy="78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5194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953730" y="1265243"/>
            <a:ext cx="9950244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מחלקה זאת ב-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(</a:t>
            </a:r>
            <a:r>
              <a:rPr lang="he-IL" sz="32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ידני!</a:t>
            </a: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8BC60E-01B8-9EC2-B05E-55AB1FE3E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720" y="4321603"/>
            <a:ext cx="8287733" cy="14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303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845575" y="508158"/>
            <a:ext cx="9950244" cy="236988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מחלקה זאת ב-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גישה לשירותי מערכת מתאימים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84B7B-4D38-80CA-0E4A-9B039555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517" y="3979963"/>
            <a:ext cx="10356556" cy="40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97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845576" y="514871"/>
            <a:ext cx="9950244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מחלקה זאת ב-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גישה לשירותי מערכת מתאימים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קביעת תכונות ל"מרכיב פניה"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4962E4-2DE5-5848-81B4-4E86C3D3C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281" y="4124443"/>
            <a:ext cx="10214631" cy="187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40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845576" y="514871"/>
            <a:ext cx="9950244" cy="33547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שלבי יצירה ושימוש: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יצירת מחלקה היורשת מ-</a:t>
            </a:r>
            <a:r>
              <a:rPr lang="en-US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JobService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רישום מחלקה זאת ב-</a:t>
            </a:r>
            <a:r>
              <a:rPr lang="en-US" sz="32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32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קבלת גישה לשירותי מערכת מתאימים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קביעת תכונות ל"מרכיב פניה"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32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הפעלת מחלקה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3A64B-EC60-5D1F-9861-63510BFA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376" y="4809612"/>
            <a:ext cx="6264691" cy="79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02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28959A-F13C-75C4-D00C-110373286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F68BE6-6861-6E70-5F80-D034007EB2A9}"/>
              </a:ext>
            </a:extLst>
          </p:cNvPr>
          <p:cNvSpPr/>
          <p:nvPr/>
        </p:nvSpPr>
        <p:spPr>
          <a:xfrm>
            <a:off x="8148629" y="0"/>
            <a:ext cx="32993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JobScheduler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DDCE1-4FF6-9B21-BA20-0643D7B26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97" y="862835"/>
            <a:ext cx="10461485" cy="19786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E8223A-216D-8E6E-241C-FC64FEB69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9376" y="3156156"/>
            <a:ext cx="9719173" cy="3606486"/>
          </a:xfrm>
          <a:prstGeom prst="rect">
            <a:avLst/>
          </a:prstGeom>
        </p:spPr>
      </p:pic>
      <p:sp>
        <p:nvSpPr>
          <p:cNvPr id="10" name="Arrow: Bent 9">
            <a:extLst>
              <a:ext uri="{FF2B5EF4-FFF2-40B4-BE49-F238E27FC236}">
                <a16:creationId xmlns:a16="http://schemas.microsoft.com/office/drawing/2014/main" id="{F453FFED-A915-728C-FCC5-468546DE0585}"/>
              </a:ext>
            </a:extLst>
          </p:cNvPr>
          <p:cNvSpPr/>
          <p:nvPr/>
        </p:nvSpPr>
        <p:spPr>
          <a:xfrm flipV="1">
            <a:off x="1129002" y="2841523"/>
            <a:ext cx="1150374" cy="1491991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508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3479</TotalTime>
  <Words>165</Words>
  <Application>Microsoft Office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Assistant</vt:lpstr>
      <vt:lpstr>Consolas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292</cp:revision>
  <dcterms:created xsi:type="dcterms:W3CDTF">2019-01-05T16:01:25Z</dcterms:created>
  <dcterms:modified xsi:type="dcterms:W3CDTF">2023-03-09T14:02:29Z</dcterms:modified>
</cp:coreProperties>
</file>